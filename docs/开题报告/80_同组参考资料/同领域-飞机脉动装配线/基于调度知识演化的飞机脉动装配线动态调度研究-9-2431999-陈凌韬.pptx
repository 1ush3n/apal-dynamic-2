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312" r:id="rId3"/>
    <p:sldId id="397" r:id="rId4"/>
    <p:sldId id="334" r:id="rId5"/>
    <p:sldId id="402" r:id="rId6"/>
    <p:sldId id="398" r:id="rId7"/>
    <p:sldId id="404" r:id="rId8"/>
    <p:sldId id="410" r:id="rId9"/>
    <p:sldId id="412" r:id="rId10"/>
    <p:sldId id="414" r:id="rId11"/>
    <p:sldId id="399" r:id="rId12"/>
    <p:sldId id="403" r:id="rId13"/>
    <p:sldId id="400" r:id="rId14"/>
    <p:sldId id="405" r:id="rId15"/>
    <p:sldId id="406" r:id="rId16"/>
    <p:sldId id="407" r:id="rId17"/>
    <p:sldId id="408" r:id="rId18"/>
    <p:sldId id="401" r:id="rId19"/>
    <p:sldId id="409" r:id="rId20"/>
    <p:sldId id="411" r:id="rId21"/>
    <p:sldId id="413" r:id="rId22"/>
    <p:sldId id="313" r:id="rId23"/>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B9BD5"/>
    <a:srgbClr val="FFFFFF"/>
    <a:srgbClr val="8FBBE2"/>
    <a:srgbClr val="FFC000"/>
    <a:srgbClr val="0070C0"/>
    <a:srgbClr val="DEEBF7"/>
    <a:srgbClr val="548235"/>
    <a:srgbClr val="4472C4"/>
    <a:srgbClr val="FFDB70"/>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AC1FDC-F0BC-414E-8F2D-1B5F239703A1}" v="13" dt="2025-10-22T04:51:03.02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46"/>
    <p:restoredTop sz="87379" autoAdjust="0"/>
  </p:normalViewPr>
  <p:slideViewPr>
    <p:cSldViewPr snapToGrid="0">
      <p:cViewPr varScale="1">
        <p:scale>
          <a:sx n="127" d="100"/>
          <a:sy n="127" d="100"/>
        </p:scale>
        <p:origin x="1076" y="6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68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陈凌韬 陈凌韬" userId="81acf5ebae9f403a" providerId="LiveId" clId="{D9F12F90-5E30-4441-B053-A456B7B6408B}"/>
    <pc:docChg chg="undo redo custSel addSld delSld modSld sldOrd">
      <pc:chgData name="陈凌韬 陈凌韬" userId="81acf5ebae9f403a" providerId="LiveId" clId="{D9F12F90-5E30-4441-B053-A456B7B6408B}" dt="2025-10-22T04:51:12.263" v="17251" actId="113"/>
      <pc:docMkLst>
        <pc:docMk/>
      </pc:docMkLst>
      <pc:sldChg chg="addSp modSp mod setBg modNotesTx">
        <pc:chgData name="陈凌韬 陈凌韬" userId="81acf5ebae9f403a" providerId="LiveId" clId="{D9F12F90-5E30-4441-B053-A456B7B6408B}" dt="2025-09-29T07:18:30.786" v="14000" actId="20577"/>
        <pc:sldMkLst>
          <pc:docMk/>
          <pc:sldMk cId="3889547768" sldId="256"/>
        </pc:sldMkLst>
        <pc:spChg chg="mod">
          <ac:chgData name="陈凌韬 陈凌韬" userId="81acf5ebae9f403a" providerId="LiveId" clId="{D9F12F90-5E30-4441-B053-A456B7B6408B}" dt="2025-09-28T02:37:08.915" v="10761" actId="27636"/>
          <ac:spMkLst>
            <pc:docMk/>
            <pc:sldMk cId="3889547768" sldId="256"/>
            <ac:spMk id="2" creationId="{00000000-0000-0000-0000-000000000000}"/>
          </ac:spMkLst>
        </pc:spChg>
        <pc:spChg chg="mod">
          <ac:chgData name="陈凌韬 陈凌韬" userId="81acf5ebae9f403a" providerId="LiveId" clId="{D9F12F90-5E30-4441-B053-A456B7B6408B}" dt="2025-09-28T02:37:49.330" v="10783" actId="1076"/>
          <ac:spMkLst>
            <pc:docMk/>
            <pc:sldMk cId="3889547768" sldId="256"/>
            <ac:spMk id="4" creationId="{00000000-0000-0000-0000-000000000000}"/>
          </ac:spMkLst>
        </pc:spChg>
        <pc:spChg chg="mod">
          <ac:chgData name="陈凌韬 陈凌韬" userId="81acf5ebae9f403a" providerId="LiveId" clId="{D9F12F90-5E30-4441-B053-A456B7B6408B}" dt="2025-09-26T08:10:41.046" v="7794" actId="207"/>
          <ac:spMkLst>
            <pc:docMk/>
            <pc:sldMk cId="3889547768" sldId="256"/>
            <ac:spMk id="6" creationId="{00000000-0000-0000-0000-000000000000}"/>
          </ac:spMkLst>
        </pc:spChg>
      </pc:sldChg>
      <pc:sldChg chg="modSp mod modNotesTx">
        <pc:chgData name="陈凌韬 陈凌韬" userId="81acf5ebae9f403a" providerId="LiveId" clId="{D9F12F90-5E30-4441-B053-A456B7B6408B}" dt="2025-09-29T07:18:46.873" v="14030" actId="20577"/>
        <pc:sldMkLst>
          <pc:docMk/>
          <pc:sldMk cId="4240427300" sldId="312"/>
        </pc:sldMkLst>
        <pc:spChg chg="mod">
          <ac:chgData name="陈凌韬 陈凌韬" userId="81acf5ebae9f403a" providerId="LiveId" clId="{D9F12F90-5E30-4441-B053-A456B7B6408B}" dt="2025-09-22T02:24:19.514" v="87" actId="20577"/>
          <ac:spMkLst>
            <pc:docMk/>
            <pc:sldMk cId="4240427300" sldId="312"/>
            <ac:spMk id="3" creationId="{9A7211A5-CE15-C340-0523-3D7C2DA99959}"/>
          </ac:spMkLst>
        </pc:spChg>
        <pc:spChg chg="mod">
          <ac:chgData name="陈凌韬 陈凌韬" userId="81acf5ebae9f403a" providerId="LiveId" clId="{D9F12F90-5E30-4441-B053-A456B7B6408B}" dt="2025-09-22T02:24:25.677" v="95" actId="20577"/>
          <ac:spMkLst>
            <pc:docMk/>
            <pc:sldMk cId="4240427300" sldId="312"/>
            <ac:spMk id="6" creationId="{466FCC2F-2FD7-1621-55F5-70AA438B1856}"/>
          </ac:spMkLst>
        </pc:spChg>
        <pc:spChg chg="mod">
          <ac:chgData name="陈凌韬 陈凌韬" userId="81acf5ebae9f403a" providerId="LiveId" clId="{D9F12F90-5E30-4441-B053-A456B7B6408B}" dt="2025-09-22T02:24:03.879" v="52" actId="20577"/>
          <ac:spMkLst>
            <pc:docMk/>
            <pc:sldMk cId="4240427300" sldId="312"/>
            <ac:spMk id="32" creationId="{474D8F94-54FC-6AA8-26A2-017303828B05}"/>
          </ac:spMkLst>
        </pc:spChg>
        <pc:spChg chg="mod">
          <ac:chgData name="陈凌韬 陈凌韬" userId="81acf5ebae9f403a" providerId="LiveId" clId="{D9F12F90-5E30-4441-B053-A456B7B6408B}" dt="2025-09-22T02:24:09.209" v="67" actId="20577"/>
          <ac:spMkLst>
            <pc:docMk/>
            <pc:sldMk cId="4240427300" sldId="312"/>
            <ac:spMk id="34" creationId="{3241E80C-9F59-D430-B07D-18A4D97C7D04}"/>
          </ac:spMkLst>
        </pc:spChg>
        <pc:spChg chg="mod">
          <ac:chgData name="陈凌韬 陈凌韬" userId="81acf5ebae9f403a" providerId="LiveId" clId="{D9F12F90-5E30-4441-B053-A456B7B6408B}" dt="2025-09-22T02:24:14.127" v="78" actId="20577"/>
          <ac:spMkLst>
            <pc:docMk/>
            <pc:sldMk cId="4240427300" sldId="312"/>
            <ac:spMk id="40" creationId="{7AE20D46-D9B3-7598-F73D-7C5F1051B914}"/>
          </ac:spMkLst>
        </pc:spChg>
      </pc:sldChg>
      <pc:sldChg chg="modSp mod">
        <pc:chgData name="陈凌韬 陈凌韬" userId="81acf5ebae9f403a" providerId="LiveId" clId="{D9F12F90-5E30-4441-B053-A456B7B6408B}" dt="2025-10-21T08:39:20.981" v="17123" actId="20577"/>
        <pc:sldMkLst>
          <pc:docMk/>
          <pc:sldMk cId="2845592102" sldId="313"/>
        </pc:sldMkLst>
        <pc:spChg chg="mod">
          <ac:chgData name="陈凌韬 陈凌韬" userId="81acf5ebae9f403a" providerId="LiveId" clId="{D9F12F90-5E30-4441-B053-A456B7B6408B}" dt="2025-10-21T08:39:20.981" v="17123" actId="20577"/>
          <ac:spMkLst>
            <pc:docMk/>
            <pc:sldMk cId="2845592102" sldId="313"/>
            <ac:spMk id="8" creationId="{B2454A97-6378-E6F5-15B0-1676C486BD6C}"/>
          </ac:spMkLst>
        </pc:spChg>
      </pc:sldChg>
      <pc:sldChg chg="addSp delSp modSp mod modNotesTx">
        <pc:chgData name="陈凌韬 陈凌韬" userId="81acf5ebae9f403a" providerId="LiveId" clId="{D9F12F90-5E30-4441-B053-A456B7B6408B}" dt="2025-09-29T07:40:50.113" v="14417"/>
        <pc:sldMkLst>
          <pc:docMk/>
          <pc:sldMk cId="124208953" sldId="334"/>
        </pc:sldMkLst>
        <pc:spChg chg="add mod">
          <ac:chgData name="陈凌韬 陈凌韬" userId="81acf5ebae9f403a" providerId="LiveId" clId="{D9F12F90-5E30-4441-B053-A456B7B6408B}" dt="2025-09-23T06:25:40.156" v="1255" actId="14100"/>
          <ac:spMkLst>
            <pc:docMk/>
            <pc:sldMk cId="124208953" sldId="334"/>
            <ac:spMk id="2" creationId="{0ED216FC-07B9-F83B-9D6A-1B3113BCD2E8}"/>
          </ac:spMkLst>
        </pc:spChg>
        <pc:spChg chg="add mod">
          <ac:chgData name="陈凌韬 陈凌韬" userId="81acf5ebae9f403a" providerId="LiveId" clId="{D9F12F90-5E30-4441-B053-A456B7B6408B}" dt="2025-09-23T06:26:44.608" v="1325" actId="1076"/>
          <ac:spMkLst>
            <pc:docMk/>
            <pc:sldMk cId="124208953" sldId="334"/>
            <ac:spMk id="3" creationId="{B9059A6C-7488-C5B5-2217-5020B4C18B17}"/>
          </ac:spMkLst>
        </pc:spChg>
        <pc:spChg chg="mod">
          <ac:chgData name="陈凌韬 陈凌韬" userId="81acf5ebae9f403a" providerId="LiveId" clId="{D9F12F90-5E30-4441-B053-A456B7B6408B}" dt="2025-09-22T02:33:29.279" v="98" actId="20577"/>
          <ac:spMkLst>
            <pc:docMk/>
            <pc:sldMk cId="124208953" sldId="334"/>
            <ac:spMk id="4" creationId="{0EE77248-BCB3-0111-3D80-2DE0E7D2EF4C}"/>
          </ac:spMkLst>
        </pc:spChg>
        <pc:spChg chg="add mod">
          <ac:chgData name="陈凌韬 陈凌韬" userId="81acf5ebae9f403a" providerId="LiveId" clId="{D9F12F90-5E30-4441-B053-A456B7B6408B}" dt="2025-09-23T06:26:54.553" v="1327" actId="1076"/>
          <ac:spMkLst>
            <pc:docMk/>
            <pc:sldMk cId="124208953" sldId="334"/>
            <ac:spMk id="5" creationId="{C61FF050-3E7F-F2AF-80D5-273134076C87}"/>
          </ac:spMkLst>
        </pc:spChg>
        <pc:spChg chg="add mod">
          <ac:chgData name="陈凌韬 陈凌韬" userId="81acf5ebae9f403a" providerId="LiveId" clId="{D9F12F90-5E30-4441-B053-A456B7B6408B}" dt="2025-09-23T06:16:23.449" v="1029" actId="20577"/>
          <ac:spMkLst>
            <pc:docMk/>
            <pc:sldMk cId="124208953" sldId="334"/>
            <ac:spMk id="6" creationId="{A2D3C342-7F7B-0293-93AA-7427223A3E52}"/>
          </ac:spMkLst>
        </pc:spChg>
        <pc:spChg chg="add mod">
          <ac:chgData name="陈凌韬 陈凌韬" userId="81acf5ebae9f403a" providerId="LiveId" clId="{D9F12F90-5E30-4441-B053-A456B7B6408B}" dt="2025-09-23T06:19:12.664" v="1058" actId="14100"/>
          <ac:spMkLst>
            <pc:docMk/>
            <pc:sldMk cId="124208953" sldId="334"/>
            <ac:spMk id="9" creationId="{1E5436BD-D1D1-7245-CC88-3DFA558FB4BB}"/>
          </ac:spMkLst>
        </pc:spChg>
        <pc:spChg chg="add mod">
          <ac:chgData name="陈凌韬 陈凌韬" userId="81acf5ebae9f403a" providerId="LiveId" clId="{D9F12F90-5E30-4441-B053-A456B7B6408B}" dt="2025-09-23T06:26:08.067" v="1302" actId="1038"/>
          <ac:spMkLst>
            <pc:docMk/>
            <pc:sldMk cId="124208953" sldId="334"/>
            <ac:spMk id="10" creationId="{5685F7FC-06B9-FB68-1ED1-7593A7087A60}"/>
          </ac:spMkLst>
        </pc:spChg>
        <pc:spChg chg="add mod">
          <ac:chgData name="陈凌韬 陈凌韬" userId="81acf5ebae9f403a" providerId="LiveId" clId="{D9F12F90-5E30-4441-B053-A456B7B6408B}" dt="2025-09-23T06:25:51.469" v="1284" actId="1038"/>
          <ac:spMkLst>
            <pc:docMk/>
            <pc:sldMk cId="124208953" sldId="334"/>
            <ac:spMk id="14" creationId="{7BEEF777-9DE3-7137-0C08-E53EEFFABB8A}"/>
          </ac:spMkLst>
        </pc:spChg>
        <pc:spChg chg="add mod">
          <ac:chgData name="陈凌韬 陈凌韬" userId="81acf5ebae9f403a" providerId="LiveId" clId="{D9F12F90-5E30-4441-B053-A456B7B6408B}" dt="2025-09-23T06:26:48.554" v="1326" actId="1076"/>
          <ac:spMkLst>
            <pc:docMk/>
            <pc:sldMk cId="124208953" sldId="334"/>
            <ac:spMk id="15" creationId="{B6729037-CF63-FC55-976D-54DD2F28AB8D}"/>
          </ac:spMkLst>
        </pc:spChg>
        <pc:spChg chg="add mod">
          <ac:chgData name="陈凌韬 陈凌韬" userId="81acf5ebae9f403a" providerId="LiveId" clId="{D9F12F90-5E30-4441-B053-A456B7B6408B}" dt="2025-09-23T06:25:51.469" v="1284" actId="1038"/>
          <ac:spMkLst>
            <pc:docMk/>
            <pc:sldMk cId="124208953" sldId="334"/>
            <ac:spMk id="16" creationId="{20CAD61E-BEC6-A8B8-93C4-81EE5336C32F}"/>
          </ac:spMkLst>
        </pc:spChg>
        <pc:spChg chg="add mod">
          <ac:chgData name="陈凌韬 陈凌韬" userId="81acf5ebae9f403a" providerId="LiveId" clId="{D9F12F90-5E30-4441-B053-A456B7B6408B}" dt="2025-09-23T06:19:29.713" v="1063" actId="1076"/>
          <ac:spMkLst>
            <pc:docMk/>
            <pc:sldMk cId="124208953" sldId="334"/>
            <ac:spMk id="65" creationId="{E4E0A1D0-B04D-2971-2F8B-91461857B0FD}"/>
          </ac:spMkLst>
        </pc:spChg>
        <pc:picChg chg="add mod">
          <ac:chgData name="陈凌韬 陈凌韬" userId="81acf5ebae9f403a" providerId="LiveId" clId="{D9F12F90-5E30-4441-B053-A456B7B6408B}" dt="2025-09-23T06:19:25.226" v="1062" actId="1076"/>
          <ac:picMkLst>
            <pc:docMk/>
            <pc:sldMk cId="124208953" sldId="334"/>
            <ac:picMk id="7" creationId="{9C9C431C-192F-FD5F-ADF2-B83A8B45386A}"/>
          </ac:picMkLst>
        </pc:picChg>
        <pc:picChg chg="add mod">
          <ac:chgData name="陈凌韬 陈凌韬" userId="81acf5ebae9f403a" providerId="LiveId" clId="{D9F12F90-5E30-4441-B053-A456B7B6408B}" dt="2025-09-23T06:19:22.919" v="1061" actId="1076"/>
          <ac:picMkLst>
            <pc:docMk/>
            <pc:sldMk cId="124208953" sldId="334"/>
            <ac:picMk id="8" creationId="{8B4A6BF8-4408-FEB9-98C7-C125A2BA1B81}"/>
          </ac:picMkLst>
        </pc:picChg>
      </pc:sldChg>
      <pc:sldChg chg="del">
        <pc:chgData name="陈凌韬 陈凌韬" userId="81acf5ebae9f403a" providerId="LiveId" clId="{D9F12F90-5E30-4441-B053-A456B7B6408B}" dt="2025-09-26T08:09:08.078" v="7757" actId="47"/>
        <pc:sldMkLst>
          <pc:docMk/>
          <pc:sldMk cId="2610386709" sldId="336"/>
        </pc:sldMkLst>
      </pc:sldChg>
      <pc:sldChg chg="del">
        <pc:chgData name="陈凌韬 陈凌韬" userId="81acf5ebae9f403a" providerId="LiveId" clId="{D9F12F90-5E30-4441-B053-A456B7B6408B}" dt="2025-09-26T08:09:12.774" v="7765" actId="47"/>
        <pc:sldMkLst>
          <pc:docMk/>
          <pc:sldMk cId="1299265002" sldId="349"/>
        </pc:sldMkLst>
      </pc:sldChg>
      <pc:sldChg chg="modSp add del mod">
        <pc:chgData name="陈凌韬 陈凌韬" userId="81acf5ebae9f403a" providerId="LiveId" clId="{D9F12F90-5E30-4441-B053-A456B7B6408B}" dt="2025-09-23T07:03:22.680" v="1572"/>
        <pc:sldMkLst>
          <pc:docMk/>
          <pc:sldMk cId="0" sldId="358"/>
        </pc:sldMkLst>
      </pc:sldChg>
      <pc:sldChg chg="del ord">
        <pc:chgData name="陈凌韬 陈凌韬" userId="81acf5ebae9f403a" providerId="LiveId" clId="{D9F12F90-5E30-4441-B053-A456B7B6408B}" dt="2025-09-22T02:51:34.029" v="136" actId="47"/>
        <pc:sldMkLst>
          <pc:docMk/>
          <pc:sldMk cId="3007507977" sldId="371"/>
        </pc:sldMkLst>
      </pc:sldChg>
      <pc:sldChg chg="del">
        <pc:chgData name="陈凌韬 陈凌韬" userId="81acf5ebae9f403a" providerId="LiveId" clId="{D9F12F90-5E30-4441-B053-A456B7B6408B}" dt="2025-09-26T08:09:11.144" v="7763" actId="47"/>
        <pc:sldMkLst>
          <pc:docMk/>
          <pc:sldMk cId="3480762703" sldId="372"/>
        </pc:sldMkLst>
      </pc:sldChg>
      <pc:sldChg chg="modSp del mod ord modNotesTx">
        <pc:chgData name="陈凌韬 陈凌韬" userId="81acf5ebae9f403a" providerId="LiveId" clId="{D9F12F90-5E30-4441-B053-A456B7B6408B}" dt="2025-09-28T15:14:17.817" v="12850" actId="2696"/>
        <pc:sldMkLst>
          <pc:docMk/>
          <pc:sldMk cId="2657398602" sldId="373"/>
        </pc:sldMkLst>
      </pc:sldChg>
      <pc:sldChg chg="modSp del mod ord modNotesTx">
        <pc:chgData name="陈凌韬 陈凌韬" userId="81acf5ebae9f403a" providerId="LiveId" clId="{D9F12F90-5E30-4441-B053-A456B7B6408B}" dt="2025-09-29T05:05:17.506" v="13703" actId="2696"/>
        <pc:sldMkLst>
          <pc:docMk/>
          <pc:sldMk cId="420404288" sldId="374"/>
        </pc:sldMkLst>
      </pc:sldChg>
      <pc:sldChg chg="modSp del mod ord modNotesTx">
        <pc:chgData name="陈凌韬 陈凌韬" userId="81acf5ebae9f403a" providerId="LiveId" clId="{D9F12F90-5E30-4441-B053-A456B7B6408B}" dt="2025-09-29T05:20:48.708" v="13923" actId="2696"/>
        <pc:sldMkLst>
          <pc:docMk/>
          <pc:sldMk cId="763152551" sldId="375"/>
        </pc:sldMkLst>
      </pc:sldChg>
      <pc:sldChg chg="del">
        <pc:chgData name="陈凌韬 陈凌韬" userId="81acf5ebae9f403a" providerId="LiveId" clId="{D9F12F90-5E30-4441-B053-A456B7B6408B}" dt="2025-09-26T08:09:06.228" v="7754" actId="47"/>
        <pc:sldMkLst>
          <pc:docMk/>
          <pc:sldMk cId="908155531" sldId="376"/>
        </pc:sldMkLst>
      </pc:sldChg>
      <pc:sldChg chg="del">
        <pc:chgData name="陈凌韬 陈凌韬" userId="81acf5ebae9f403a" providerId="LiveId" clId="{D9F12F90-5E30-4441-B053-A456B7B6408B}" dt="2025-09-26T08:09:08.862" v="7758" actId="47"/>
        <pc:sldMkLst>
          <pc:docMk/>
          <pc:sldMk cId="3301907648" sldId="377"/>
        </pc:sldMkLst>
      </pc:sldChg>
      <pc:sldChg chg="del">
        <pc:chgData name="陈凌韬 陈凌韬" userId="81acf5ebae9f403a" providerId="LiveId" clId="{D9F12F90-5E30-4441-B053-A456B7B6408B}" dt="2025-09-26T08:09:10.285" v="7761" actId="47"/>
        <pc:sldMkLst>
          <pc:docMk/>
          <pc:sldMk cId="778439832" sldId="378"/>
        </pc:sldMkLst>
      </pc:sldChg>
      <pc:sldChg chg="del">
        <pc:chgData name="陈凌韬 陈凌韬" userId="81acf5ebae9f403a" providerId="LiveId" clId="{D9F12F90-5E30-4441-B053-A456B7B6408B}" dt="2025-09-26T08:09:12.291" v="7764" actId="47"/>
        <pc:sldMkLst>
          <pc:docMk/>
          <pc:sldMk cId="4110016170" sldId="379"/>
        </pc:sldMkLst>
      </pc:sldChg>
      <pc:sldChg chg="del">
        <pc:chgData name="陈凌韬 陈凌韬" userId="81acf5ebae9f403a" providerId="LiveId" clId="{D9F12F90-5E30-4441-B053-A456B7B6408B}" dt="2025-09-26T08:09:18.573" v="7775" actId="47"/>
        <pc:sldMkLst>
          <pc:docMk/>
          <pc:sldMk cId="354715678" sldId="380"/>
        </pc:sldMkLst>
      </pc:sldChg>
      <pc:sldChg chg="del">
        <pc:chgData name="陈凌韬 陈凌韬" userId="81acf5ebae9f403a" providerId="LiveId" clId="{D9F12F90-5E30-4441-B053-A456B7B6408B}" dt="2025-09-26T08:09:09.361" v="7759" actId="47"/>
        <pc:sldMkLst>
          <pc:docMk/>
          <pc:sldMk cId="835469436" sldId="381"/>
        </pc:sldMkLst>
      </pc:sldChg>
      <pc:sldChg chg="del">
        <pc:chgData name="陈凌韬 陈凌韬" userId="81acf5ebae9f403a" providerId="LiveId" clId="{D9F12F90-5E30-4441-B053-A456B7B6408B}" dt="2025-09-26T08:09:13.207" v="7766" actId="47"/>
        <pc:sldMkLst>
          <pc:docMk/>
          <pc:sldMk cId="3056853780" sldId="382"/>
        </pc:sldMkLst>
      </pc:sldChg>
      <pc:sldChg chg="del">
        <pc:chgData name="陈凌韬 陈凌韬" userId="81acf5ebae9f403a" providerId="LiveId" clId="{D9F12F90-5E30-4441-B053-A456B7B6408B}" dt="2025-09-26T08:09:14.184" v="7768" actId="47"/>
        <pc:sldMkLst>
          <pc:docMk/>
          <pc:sldMk cId="3737194935" sldId="383"/>
        </pc:sldMkLst>
      </pc:sldChg>
      <pc:sldChg chg="del">
        <pc:chgData name="陈凌韬 陈凌韬" userId="81acf5ebae9f403a" providerId="LiveId" clId="{D9F12F90-5E30-4441-B053-A456B7B6408B}" dt="2025-09-26T08:09:15.056" v="7770" actId="47"/>
        <pc:sldMkLst>
          <pc:docMk/>
          <pc:sldMk cId="2971488761" sldId="384"/>
        </pc:sldMkLst>
      </pc:sldChg>
      <pc:sldChg chg="del">
        <pc:chgData name="陈凌韬 陈凌韬" userId="81acf5ebae9f403a" providerId="LiveId" clId="{D9F12F90-5E30-4441-B053-A456B7B6408B}" dt="2025-09-26T08:09:20.975" v="7776" actId="47"/>
        <pc:sldMkLst>
          <pc:docMk/>
          <pc:sldMk cId="1714098360" sldId="385"/>
        </pc:sldMkLst>
      </pc:sldChg>
      <pc:sldChg chg="del">
        <pc:chgData name="陈凌韬 陈凌韬" userId="81acf5ebae9f403a" providerId="LiveId" clId="{D9F12F90-5E30-4441-B053-A456B7B6408B}" dt="2025-09-26T08:09:17.298" v="7774" actId="47"/>
        <pc:sldMkLst>
          <pc:docMk/>
          <pc:sldMk cId="1443790650" sldId="387"/>
        </pc:sldMkLst>
      </pc:sldChg>
      <pc:sldChg chg="del">
        <pc:chgData name="陈凌韬 陈凌韬" userId="81acf5ebae9f403a" providerId="LiveId" clId="{D9F12F90-5E30-4441-B053-A456B7B6408B}" dt="2025-09-26T08:09:07.599" v="7756" actId="47"/>
        <pc:sldMkLst>
          <pc:docMk/>
          <pc:sldMk cId="2006466174" sldId="388"/>
        </pc:sldMkLst>
      </pc:sldChg>
      <pc:sldChg chg="del">
        <pc:chgData name="陈凌韬 陈凌韬" userId="81acf5ebae9f403a" providerId="LiveId" clId="{D9F12F90-5E30-4441-B053-A456B7B6408B}" dt="2025-09-26T08:09:07.119" v="7755" actId="47"/>
        <pc:sldMkLst>
          <pc:docMk/>
          <pc:sldMk cId="1779627519" sldId="389"/>
        </pc:sldMkLst>
      </pc:sldChg>
      <pc:sldChg chg="del">
        <pc:chgData name="陈凌韬 陈凌韬" userId="81acf5ebae9f403a" providerId="LiveId" clId="{D9F12F90-5E30-4441-B053-A456B7B6408B}" dt="2025-09-26T08:09:10.798" v="7762" actId="47"/>
        <pc:sldMkLst>
          <pc:docMk/>
          <pc:sldMk cId="3598714890" sldId="390"/>
        </pc:sldMkLst>
      </pc:sldChg>
      <pc:sldChg chg="del">
        <pc:chgData name="陈凌韬 陈凌韬" userId="81acf5ebae9f403a" providerId="LiveId" clId="{D9F12F90-5E30-4441-B053-A456B7B6408B}" dt="2025-09-26T08:09:09.733" v="7760" actId="47"/>
        <pc:sldMkLst>
          <pc:docMk/>
          <pc:sldMk cId="1349299868" sldId="391"/>
        </pc:sldMkLst>
      </pc:sldChg>
      <pc:sldChg chg="del">
        <pc:chgData name="陈凌韬 陈凌韬" userId="81acf5ebae9f403a" providerId="LiveId" clId="{D9F12F90-5E30-4441-B053-A456B7B6408B}" dt="2025-09-26T08:09:15.464" v="7771" actId="47"/>
        <pc:sldMkLst>
          <pc:docMk/>
          <pc:sldMk cId="814017529" sldId="392"/>
        </pc:sldMkLst>
      </pc:sldChg>
      <pc:sldChg chg="del">
        <pc:chgData name="陈凌韬 陈凌韬" userId="81acf5ebae9f403a" providerId="LiveId" clId="{D9F12F90-5E30-4441-B053-A456B7B6408B}" dt="2025-09-26T08:09:13.725" v="7767" actId="47"/>
        <pc:sldMkLst>
          <pc:docMk/>
          <pc:sldMk cId="3259192350" sldId="393"/>
        </pc:sldMkLst>
      </pc:sldChg>
      <pc:sldChg chg="del">
        <pc:chgData name="陈凌韬 陈凌韬" userId="81acf5ebae9f403a" providerId="LiveId" clId="{D9F12F90-5E30-4441-B053-A456B7B6408B}" dt="2025-09-26T08:09:14.652" v="7769" actId="47"/>
        <pc:sldMkLst>
          <pc:docMk/>
          <pc:sldMk cId="790186499" sldId="394"/>
        </pc:sldMkLst>
      </pc:sldChg>
      <pc:sldChg chg="del">
        <pc:chgData name="陈凌韬 陈凌韬" userId="81acf5ebae9f403a" providerId="LiveId" clId="{D9F12F90-5E30-4441-B053-A456B7B6408B}" dt="2025-09-26T08:09:15.917" v="7772" actId="47"/>
        <pc:sldMkLst>
          <pc:docMk/>
          <pc:sldMk cId="2419836956" sldId="395"/>
        </pc:sldMkLst>
      </pc:sldChg>
      <pc:sldChg chg="del">
        <pc:chgData name="陈凌韬 陈凌韬" userId="81acf5ebae9f403a" providerId="LiveId" clId="{D9F12F90-5E30-4441-B053-A456B7B6408B}" dt="2025-09-26T08:09:16.833" v="7773" actId="47"/>
        <pc:sldMkLst>
          <pc:docMk/>
          <pc:sldMk cId="3465036442" sldId="396"/>
        </pc:sldMkLst>
      </pc:sldChg>
      <pc:sldChg chg="addSp delSp modSp add mod ord modNotesTx">
        <pc:chgData name="陈凌韬 陈凌韬" userId="81acf5ebae9f403a" providerId="LiveId" clId="{D9F12F90-5E30-4441-B053-A456B7B6408B}" dt="2025-09-29T07:20:08.144" v="14187" actId="113"/>
        <pc:sldMkLst>
          <pc:docMk/>
          <pc:sldMk cId="2372582818" sldId="397"/>
        </pc:sldMkLst>
        <pc:spChg chg="add mod">
          <ac:chgData name="陈凌韬 陈凌韬" userId="81acf5ebae9f403a" providerId="LiveId" clId="{D9F12F90-5E30-4441-B053-A456B7B6408B}" dt="2025-09-22T08:30:08.394" v="859" actId="1037"/>
          <ac:spMkLst>
            <pc:docMk/>
            <pc:sldMk cId="2372582818" sldId="397"/>
            <ac:spMk id="7" creationId="{160B3F1B-BD60-A755-78C0-B0FC0DF052B8}"/>
          </ac:spMkLst>
        </pc:spChg>
        <pc:spChg chg="add mod">
          <ac:chgData name="陈凌韬 陈凌韬" userId="81acf5ebae9f403a" providerId="LiveId" clId="{D9F12F90-5E30-4441-B053-A456B7B6408B}" dt="2025-09-22T08:30:08.394" v="859" actId="1037"/>
          <ac:spMkLst>
            <pc:docMk/>
            <pc:sldMk cId="2372582818" sldId="397"/>
            <ac:spMk id="9" creationId="{23519882-C0E0-AF79-A4B4-CF7C8E3C6B49}"/>
          </ac:spMkLst>
        </pc:spChg>
        <pc:spChg chg="mod">
          <ac:chgData name="陈凌韬 陈凌韬" userId="81acf5ebae9f403a" providerId="LiveId" clId="{D9F12F90-5E30-4441-B053-A456B7B6408B}" dt="2025-09-23T06:16:30.512" v="1038" actId="20577"/>
          <ac:spMkLst>
            <pc:docMk/>
            <pc:sldMk cId="2372582818" sldId="397"/>
            <ac:spMk id="43" creationId="{E6639682-A941-34F9-0688-AD5B8D2FA551}"/>
          </ac:spMkLst>
        </pc:spChg>
        <pc:spChg chg="add mod">
          <ac:chgData name="陈凌韬 陈凌韬" userId="81acf5ebae9f403a" providerId="LiveId" clId="{D9F12F90-5E30-4441-B053-A456B7B6408B}" dt="2025-09-22T08:30:08.394" v="859" actId="1037"/>
          <ac:spMkLst>
            <pc:docMk/>
            <pc:sldMk cId="2372582818" sldId="397"/>
            <ac:spMk id="44" creationId="{D19B1EB1-85DE-11CE-652F-34DA8EABA31A}"/>
          </ac:spMkLst>
        </pc:spChg>
        <pc:spChg chg="add mod">
          <ac:chgData name="陈凌韬 陈凌韬" userId="81acf5ebae9f403a" providerId="LiveId" clId="{D9F12F90-5E30-4441-B053-A456B7B6408B}" dt="2025-09-22T08:30:08.394" v="859" actId="1037"/>
          <ac:spMkLst>
            <pc:docMk/>
            <pc:sldMk cId="2372582818" sldId="397"/>
            <ac:spMk id="46" creationId="{6ED2FAB5-A2C9-F985-63DF-424BE85731C2}"/>
          </ac:spMkLst>
        </pc:spChg>
        <pc:spChg chg="add mod">
          <ac:chgData name="陈凌韬 陈凌韬" userId="81acf5ebae9f403a" providerId="LiveId" clId="{D9F12F90-5E30-4441-B053-A456B7B6408B}" dt="2025-09-22T08:30:08.394" v="859" actId="1037"/>
          <ac:spMkLst>
            <pc:docMk/>
            <pc:sldMk cId="2372582818" sldId="397"/>
            <ac:spMk id="47" creationId="{E163F3A7-1A55-4323-DF1D-BDCE76E4E7D0}"/>
          </ac:spMkLst>
        </pc:spChg>
        <pc:spChg chg="add mod">
          <ac:chgData name="陈凌韬 陈凌韬" userId="81acf5ebae9f403a" providerId="LiveId" clId="{D9F12F90-5E30-4441-B053-A456B7B6408B}" dt="2025-09-22T08:30:08.394" v="859" actId="1037"/>
          <ac:spMkLst>
            <pc:docMk/>
            <pc:sldMk cId="2372582818" sldId="397"/>
            <ac:spMk id="49" creationId="{D5D5DE92-3DD2-3332-54B2-BA265C7DD2EA}"/>
          </ac:spMkLst>
        </pc:spChg>
        <pc:spChg chg="add mod">
          <ac:chgData name="陈凌韬 陈凌韬" userId="81acf5ebae9f403a" providerId="LiveId" clId="{D9F12F90-5E30-4441-B053-A456B7B6408B}" dt="2025-09-22T08:30:12.336" v="864" actId="1038"/>
          <ac:spMkLst>
            <pc:docMk/>
            <pc:sldMk cId="2372582818" sldId="397"/>
            <ac:spMk id="50" creationId="{315F2F4B-7DBA-1237-5E22-49873AE7698C}"/>
          </ac:spMkLst>
        </pc:spChg>
        <pc:spChg chg="add mod">
          <ac:chgData name="陈凌韬 陈凌韬" userId="81acf5ebae9f403a" providerId="LiveId" clId="{D9F12F90-5E30-4441-B053-A456B7B6408B}" dt="2025-09-22T08:30:12.336" v="864" actId="1038"/>
          <ac:spMkLst>
            <pc:docMk/>
            <pc:sldMk cId="2372582818" sldId="397"/>
            <ac:spMk id="59" creationId="{EFA9C059-5304-090B-C246-FF4E4B994231}"/>
          </ac:spMkLst>
        </pc:spChg>
        <pc:spChg chg="add mod">
          <ac:chgData name="陈凌韬 陈凌韬" userId="81acf5ebae9f403a" providerId="LiveId" clId="{D9F12F90-5E30-4441-B053-A456B7B6408B}" dt="2025-09-22T08:30:12.336" v="864" actId="1038"/>
          <ac:spMkLst>
            <pc:docMk/>
            <pc:sldMk cId="2372582818" sldId="397"/>
            <ac:spMk id="60" creationId="{7700A37D-1707-BE7C-A383-C6DD8D9E9C0B}"/>
          </ac:spMkLst>
        </pc:spChg>
        <pc:spChg chg="add mod">
          <ac:chgData name="陈凌韬 陈凌韬" userId="81acf5ebae9f403a" providerId="LiveId" clId="{D9F12F90-5E30-4441-B053-A456B7B6408B}" dt="2025-09-22T08:30:12.336" v="864" actId="1038"/>
          <ac:spMkLst>
            <pc:docMk/>
            <pc:sldMk cId="2372582818" sldId="397"/>
            <ac:spMk id="61" creationId="{AE2375F9-4C84-08FB-8076-84098EEC0AEA}"/>
          </ac:spMkLst>
        </pc:spChg>
        <pc:spChg chg="add mod">
          <ac:chgData name="陈凌韬 陈凌韬" userId="81acf5ebae9f403a" providerId="LiveId" clId="{D9F12F90-5E30-4441-B053-A456B7B6408B}" dt="2025-09-22T08:30:12.336" v="864" actId="1038"/>
          <ac:spMkLst>
            <pc:docMk/>
            <pc:sldMk cId="2372582818" sldId="397"/>
            <ac:spMk id="62" creationId="{5FEB2DA6-7D77-E32B-BE21-82B073E150DF}"/>
          </ac:spMkLst>
        </pc:spChg>
        <pc:spChg chg="add mod">
          <ac:chgData name="陈凌韬 陈凌韬" userId="81acf5ebae9f403a" providerId="LiveId" clId="{D9F12F90-5E30-4441-B053-A456B7B6408B}" dt="2025-09-22T08:30:12.336" v="864" actId="1038"/>
          <ac:spMkLst>
            <pc:docMk/>
            <pc:sldMk cId="2372582818" sldId="397"/>
            <ac:spMk id="63" creationId="{E90BA0D1-DE43-3693-DD7F-18412F629F63}"/>
          </ac:spMkLst>
        </pc:spChg>
        <pc:spChg chg="add mod">
          <ac:chgData name="陈凌韬 陈凌韬" userId="81acf5ebae9f403a" providerId="LiveId" clId="{D9F12F90-5E30-4441-B053-A456B7B6408B}" dt="2025-09-22T08:30:12.336" v="864" actId="1038"/>
          <ac:spMkLst>
            <pc:docMk/>
            <pc:sldMk cId="2372582818" sldId="397"/>
            <ac:spMk id="64" creationId="{DC35D08A-9910-F639-4E5D-8AE94D0A5F13}"/>
          </ac:spMkLst>
        </pc:spChg>
        <pc:spChg chg="add mod">
          <ac:chgData name="陈凌韬 陈凌韬" userId="81acf5ebae9f403a" providerId="LiveId" clId="{D9F12F90-5E30-4441-B053-A456B7B6408B}" dt="2025-09-22T08:30:12.336" v="864" actId="1038"/>
          <ac:spMkLst>
            <pc:docMk/>
            <pc:sldMk cId="2372582818" sldId="397"/>
            <ac:spMk id="65" creationId="{D62B1F8A-8CB4-5064-3F7E-7F3E796A6BCD}"/>
          </ac:spMkLst>
        </pc:spChg>
        <pc:spChg chg="add mod">
          <ac:chgData name="陈凌韬 陈凌韬" userId="81acf5ebae9f403a" providerId="LiveId" clId="{D9F12F90-5E30-4441-B053-A456B7B6408B}" dt="2025-09-22T08:30:12.336" v="864" actId="1038"/>
          <ac:spMkLst>
            <pc:docMk/>
            <pc:sldMk cId="2372582818" sldId="397"/>
            <ac:spMk id="66" creationId="{65A48206-EA57-AAAE-E425-A92A434BE30A}"/>
          </ac:spMkLst>
        </pc:spChg>
        <pc:spChg chg="add mod ord">
          <ac:chgData name="陈凌韬 陈凌韬" userId="81acf5ebae9f403a" providerId="LiveId" clId="{D9F12F90-5E30-4441-B053-A456B7B6408B}" dt="2025-09-22T08:30:12.336" v="864" actId="1038"/>
          <ac:spMkLst>
            <pc:docMk/>
            <pc:sldMk cId="2372582818" sldId="397"/>
            <ac:spMk id="67" creationId="{9100B7B6-B3C5-D942-2E88-FA4CBAAC0A2D}"/>
          </ac:spMkLst>
        </pc:spChg>
        <pc:spChg chg="add mod">
          <ac:chgData name="陈凌韬 陈凌韬" userId="81acf5ebae9f403a" providerId="LiveId" clId="{D9F12F90-5E30-4441-B053-A456B7B6408B}" dt="2025-09-22T08:30:16.264" v="866" actId="14100"/>
          <ac:spMkLst>
            <pc:docMk/>
            <pc:sldMk cId="2372582818" sldId="397"/>
            <ac:spMk id="68" creationId="{0E63E0AC-7D5A-91F2-BDD1-741D1A63B078}"/>
          </ac:spMkLst>
        </pc:spChg>
        <pc:picChg chg="add mod">
          <ac:chgData name="陈凌韬 陈凌韬" userId="81acf5ebae9f403a" providerId="LiveId" clId="{D9F12F90-5E30-4441-B053-A456B7B6408B}" dt="2025-09-22T08:30:08.394" v="859" actId="1037"/>
          <ac:picMkLst>
            <pc:docMk/>
            <pc:sldMk cId="2372582818" sldId="397"/>
            <ac:picMk id="6" creationId="{0C6CFF4F-6D92-4318-2B20-B556DBF250AA}"/>
          </ac:picMkLst>
        </pc:picChg>
        <pc:picChg chg="add mod">
          <ac:chgData name="陈凌韬 陈凌韬" userId="81acf5ebae9f403a" providerId="LiveId" clId="{D9F12F90-5E30-4441-B053-A456B7B6408B}" dt="2025-09-22T08:30:08.394" v="859" actId="1037"/>
          <ac:picMkLst>
            <pc:docMk/>
            <pc:sldMk cId="2372582818" sldId="397"/>
            <ac:picMk id="8" creationId="{F9000536-5C3B-510E-BB41-2791ADF9B130}"/>
          </ac:picMkLst>
        </pc:picChg>
        <pc:picChg chg="add mod">
          <ac:chgData name="陈凌韬 陈凌韬" userId="81acf5ebae9f403a" providerId="LiveId" clId="{D9F12F90-5E30-4441-B053-A456B7B6408B}" dt="2025-09-22T08:30:08.394" v="859" actId="1037"/>
          <ac:picMkLst>
            <pc:docMk/>
            <pc:sldMk cId="2372582818" sldId="397"/>
            <ac:picMk id="30" creationId="{B3DB0D0F-8CA1-0D18-ED92-972C02AE5118}"/>
          </ac:picMkLst>
        </pc:picChg>
        <pc:picChg chg="add mod">
          <ac:chgData name="陈凌韬 陈凌韬" userId="81acf5ebae9f403a" providerId="LiveId" clId="{D9F12F90-5E30-4441-B053-A456B7B6408B}" dt="2025-09-22T08:30:08.394" v="859" actId="1037"/>
          <ac:picMkLst>
            <pc:docMk/>
            <pc:sldMk cId="2372582818" sldId="397"/>
            <ac:picMk id="45" creationId="{AD5A5D99-87B4-C8B1-4059-73F4CBD9B7F5}"/>
          </ac:picMkLst>
        </pc:picChg>
        <pc:picChg chg="add mod">
          <ac:chgData name="陈凌韬 陈凌韬" userId="81acf5ebae9f403a" providerId="LiveId" clId="{D9F12F90-5E30-4441-B053-A456B7B6408B}" dt="2025-09-22T07:20:35.396" v="402" actId="1076"/>
          <ac:picMkLst>
            <pc:docMk/>
            <pc:sldMk cId="2372582818" sldId="397"/>
            <ac:picMk id="57" creationId="{2EB2A68B-F4BF-7A91-7F94-D51D0D75D10F}"/>
          </ac:picMkLst>
        </pc:picChg>
        <pc:picChg chg="add mod">
          <ac:chgData name="陈凌韬 陈凌韬" userId="81acf5ebae9f403a" providerId="LiveId" clId="{D9F12F90-5E30-4441-B053-A456B7B6408B}" dt="2025-09-22T07:20:46.702" v="403" actId="1076"/>
          <ac:picMkLst>
            <pc:docMk/>
            <pc:sldMk cId="2372582818" sldId="397"/>
            <ac:picMk id="58" creationId="{7058B8B7-86AA-10AB-8EB3-AB7575BC6C42}"/>
          </ac:picMkLst>
        </pc:picChg>
      </pc:sldChg>
      <pc:sldChg chg="modSp add mod ord modNotesTx">
        <pc:chgData name="陈凌韬 陈凌韬" userId="81acf5ebae9f403a" providerId="LiveId" clId="{D9F12F90-5E30-4441-B053-A456B7B6408B}" dt="2025-09-29T07:50:18.292" v="14687" actId="20577"/>
        <pc:sldMkLst>
          <pc:docMk/>
          <pc:sldMk cId="1352908365" sldId="398"/>
        </pc:sldMkLst>
        <pc:spChg chg="mod">
          <ac:chgData name="陈凌韬 陈凌韬" userId="81acf5ebae9f403a" providerId="LiveId" clId="{D9F12F90-5E30-4441-B053-A456B7B6408B}" dt="2025-09-22T02:51:37.976" v="137" actId="113"/>
          <ac:spMkLst>
            <pc:docMk/>
            <pc:sldMk cId="1352908365" sldId="398"/>
            <ac:spMk id="32" creationId="{18EEB9C2-1CB5-A85B-40E7-C800B884A67B}"/>
          </ac:spMkLst>
        </pc:spChg>
        <pc:spChg chg="mod">
          <ac:chgData name="陈凌韬 陈凌韬" userId="81acf5ebae9f403a" providerId="LiveId" clId="{D9F12F90-5E30-4441-B053-A456B7B6408B}" dt="2025-09-22T02:51:40.490" v="138" actId="113"/>
          <ac:spMkLst>
            <pc:docMk/>
            <pc:sldMk cId="1352908365" sldId="398"/>
            <ac:spMk id="34" creationId="{BBD15F3F-F698-3C80-9A28-5B97AF254A31}"/>
          </ac:spMkLst>
        </pc:spChg>
      </pc:sldChg>
      <pc:sldChg chg="addSp modSp add mod modNotesTx">
        <pc:chgData name="陈凌韬 陈凌韬" userId="81acf5ebae9f403a" providerId="LiveId" clId="{D9F12F90-5E30-4441-B053-A456B7B6408B}" dt="2025-09-29T08:26:52.071" v="15214" actId="20577"/>
        <pc:sldMkLst>
          <pc:docMk/>
          <pc:sldMk cId="2717832101" sldId="399"/>
        </pc:sldMkLst>
        <pc:spChg chg="mod">
          <ac:chgData name="陈凌韬 陈凌韬" userId="81acf5ebae9f403a" providerId="LiveId" clId="{D9F12F90-5E30-4441-B053-A456B7B6408B}" dt="2025-09-22T02:51:55.099" v="142" actId="113"/>
          <ac:spMkLst>
            <pc:docMk/>
            <pc:sldMk cId="2717832101" sldId="399"/>
            <ac:spMk id="34" creationId="{5C911E3F-CEF0-828D-6211-9A575F73478D}"/>
          </ac:spMkLst>
        </pc:spChg>
        <pc:spChg chg="mod">
          <ac:chgData name="陈凌韬 陈凌韬" userId="81acf5ebae9f403a" providerId="LiveId" clId="{D9F12F90-5E30-4441-B053-A456B7B6408B}" dt="2025-09-22T02:51:56.635" v="143" actId="113"/>
          <ac:spMkLst>
            <pc:docMk/>
            <pc:sldMk cId="2717832101" sldId="399"/>
            <ac:spMk id="40" creationId="{9355FB26-4E03-BE50-A0E4-8264B52BD545}"/>
          </ac:spMkLst>
        </pc:spChg>
      </pc:sldChg>
      <pc:sldChg chg="modSp add mod modNotesTx">
        <pc:chgData name="陈凌韬 陈凌韬" userId="81acf5ebae9f403a" providerId="LiveId" clId="{D9F12F90-5E30-4441-B053-A456B7B6408B}" dt="2025-09-29T08:28:43.238" v="15235" actId="20577"/>
        <pc:sldMkLst>
          <pc:docMk/>
          <pc:sldMk cId="1953103844" sldId="400"/>
        </pc:sldMkLst>
        <pc:spChg chg="mod">
          <ac:chgData name="陈凌韬 陈凌韬" userId="81acf5ebae9f403a" providerId="LiveId" clId="{D9F12F90-5E30-4441-B053-A456B7B6408B}" dt="2025-09-22T02:52:02.992" v="145" actId="113"/>
          <ac:spMkLst>
            <pc:docMk/>
            <pc:sldMk cId="1953103844" sldId="400"/>
            <ac:spMk id="3" creationId="{6A82AEAE-529D-E2D4-A802-EFE8E1F211EF}"/>
          </ac:spMkLst>
        </pc:spChg>
        <pc:spChg chg="mod">
          <ac:chgData name="陈凌韬 陈凌韬" userId="81acf5ebae9f403a" providerId="LiveId" clId="{D9F12F90-5E30-4441-B053-A456B7B6408B}" dt="2025-09-22T02:52:01.225" v="144" actId="113"/>
          <ac:spMkLst>
            <pc:docMk/>
            <pc:sldMk cId="1953103844" sldId="400"/>
            <ac:spMk id="34" creationId="{B7C83020-3C77-6426-7793-FFB9BE2D169F}"/>
          </ac:spMkLst>
        </pc:spChg>
      </pc:sldChg>
      <pc:sldChg chg="modSp add mod">
        <pc:chgData name="陈凌韬 陈凌韬" userId="81acf5ebae9f403a" providerId="LiveId" clId="{D9F12F90-5E30-4441-B053-A456B7B6408B}" dt="2025-09-22T02:52:21.192" v="149" actId="113"/>
        <pc:sldMkLst>
          <pc:docMk/>
          <pc:sldMk cId="4268392224" sldId="401"/>
        </pc:sldMkLst>
        <pc:spChg chg="mod">
          <ac:chgData name="陈凌韬 陈凌韬" userId="81acf5ebae9f403a" providerId="LiveId" clId="{D9F12F90-5E30-4441-B053-A456B7B6408B}" dt="2025-09-22T02:52:19.696" v="148" actId="113"/>
          <ac:spMkLst>
            <pc:docMk/>
            <pc:sldMk cId="4268392224" sldId="401"/>
            <ac:spMk id="3" creationId="{9B49F74A-F8DC-FA60-72B7-3C77B85720FF}"/>
          </ac:spMkLst>
        </pc:spChg>
        <pc:spChg chg="mod">
          <ac:chgData name="陈凌韬 陈凌韬" userId="81acf5ebae9f403a" providerId="LiveId" clId="{D9F12F90-5E30-4441-B053-A456B7B6408B}" dt="2025-09-22T02:52:21.192" v="149" actId="113"/>
          <ac:spMkLst>
            <pc:docMk/>
            <pc:sldMk cId="4268392224" sldId="401"/>
            <ac:spMk id="6" creationId="{FDCAF273-7B39-3BB8-66A8-C0A384587F6A}"/>
          </ac:spMkLst>
        </pc:spChg>
        <pc:spChg chg="mod">
          <ac:chgData name="陈凌韬 陈凌韬" userId="81acf5ebae9f403a" providerId="LiveId" clId="{D9F12F90-5E30-4441-B053-A456B7B6408B}" dt="2025-09-22T02:52:06.558" v="146" actId="113"/>
          <ac:spMkLst>
            <pc:docMk/>
            <pc:sldMk cId="4268392224" sldId="401"/>
            <ac:spMk id="34" creationId="{A5C4A22A-6679-18E4-9112-AA6404C906AA}"/>
          </ac:spMkLst>
        </pc:spChg>
      </pc:sldChg>
      <pc:sldChg chg="addSp delSp modSp add mod setBg modNotesTx">
        <pc:chgData name="陈凌韬 陈凌韬" userId="81acf5ebae9f403a" providerId="LiveId" clId="{D9F12F90-5E30-4441-B053-A456B7B6408B}" dt="2025-10-22T04:51:12.263" v="17251" actId="113"/>
        <pc:sldMkLst>
          <pc:docMk/>
          <pc:sldMk cId="1829096319" sldId="402"/>
        </pc:sldMkLst>
        <pc:spChg chg="mod">
          <ac:chgData name="陈凌韬 陈凌韬" userId="81acf5ebae9f403a" providerId="LiveId" clId="{D9F12F90-5E30-4441-B053-A456B7B6408B}" dt="2025-09-24T02:07:29.333" v="2162" actId="20577"/>
          <ac:spMkLst>
            <pc:docMk/>
            <pc:sldMk cId="1829096319" sldId="402"/>
            <ac:spMk id="6" creationId="{AC466BC1-5DCA-398B-5C69-EAD62623E940}"/>
          </ac:spMkLst>
        </pc:spChg>
        <pc:spChg chg="add mod">
          <ac:chgData name="陈凌韬 陈凌韬" userId="81acf5ebae9f403a" providerId="LiveId" clId="{D9F12F90-5E30-4441-B053-A456B7B6408B}" dt="2025-09-24T04:05:32.451" v="2936" actId="255"/>
          <ac:spMkLst>
            <pc:docMk/>
            <pc:sldMk cId="1829096319" sldId="402"/>
            <ac:spMk id="13" creationId="{3C1B250E-AF78-8D6E-40CF-780D457E9EDD}"/>
          </ac:spMkLst>
        </pc:spChg>
        <pc:spChg chg="add mod">
          <ac:chgData name="陈凌韬 陈凌韬" userId="81acf5ebae9f403a" providerId="LiveId" clId="{D9F12F90-5E30-4441-B053-A456B7B6408B}" dt="2025-09-24T02:15:07.029" v="2251" actId="1035"/>
          <ac:spMkLst>
            <pc:docMk/>
            <pc:sldMk cId="1829096319" sldId="402"/>
            <ac:spMk id="14" creationId="{E87D45CC-D05A-EA7B-7F34-AECE4A5D22C6}"/>
          </ac:spMkLst>
        </pc:spChg>
        <pc:spChg chg="add mod">
          <ac:chgData name="陈凌韬 陈凌韬" userId="81acf5ebae9f403a" providerId="LiveId" clId="{D9F12F90-5E30-4441-B053-A456B7B6408B}" dt="2025-09-24T02:15:07.029" v="2251" actId="1035"/>
          <ac:spMkLst>
            <pc:docMk/>
            <pc:sldMk cId="1829096319" sldId="402"/>
            <ac:spMk id="15" creationId="{62941E32-1610-B802-B652-F6190B83AA15}"/>
          </ac:spMkLst>
        </pc:spChg>
        <pc:spChg chg="add mod">
          <ac:chgData name="陈凌韬 陈凌韬" userId="81acf5ebae9f403a" providerId="LiveId" clId="{D9F12F90-5E30-4441-B053-A456B7B6408B}" dt="2025-09-24T02:15:07.029" v="2251" actId="1035"/>
          <ac:spMkLst>
            <pc:docMk/>
            <pc:sldMk cId="1829096319" sldId="402"/>
            <ac:spMk id="16" creationId="{4A8EF5B0-E5AB-92C5-A228-FAFDDFE29E4D}"/>
          </ac:spMkLst>
        </pc:spChg>
        <pc:spChg chg="add mod">
          <ac:chgData name="陈凌韬 陈凌韬" userId="81acf5ebae9f403a" providerId="LiveId" clId="{D9F12F90-5E30-4441-B053-A456B7B6408B}" dt="2025-09-24T02:15:07.029" v="2251" actId="1035"/>
          <ac:spMkLst>
            <pc:docMk/>
            <pc:sldMk cId="1829096319" sldId="402"/>
            <ac:spMk id="20" creationId="{9ABCE217-329B-D6EC-D0A3-B81AABFECBEF}"/>
          </ac:spMkLst>
        </pc:spChg>
        <pc:spChg chg="add mod">
          <ac:chgData name="陈凌韬 陈凌韬" userId="81acf5ebae9f403a" providerId="LiveId" clId="{D9F12F90-5E30-4441-B053-A456B7B6408B}" dt="2025-09-24T02:31:48.884" v="2455" actId="1076"/>
          <ac:spMkLst>
            <pc:docMk/>
            <pc:sldMk cId="1829096319" sldId="402"/>
            <ac:spMk id="22" creationId="{7F3494D8-68FB-37C4-36EB-ECBA0E86BBE6}"/>
          </ac:spMkLst>
        </pc:spChg>
        <pc:spChg chg="add mod">
          <ac:chgData name="陈凌韬 陈凌韬" userId="81acf5ebae9f403a" providerId="LiveId" clId="{D9F12F90-5E30-4441-B053-A456B7B6408B}" dt="2025-09-24T02:35:27.665" v="2561" actId="1076"/>
          <ac:spMkLst>
            <pc:docMk/>
            <pc:sldMk cId="1829096319" sldId="402"/>
            <ac:spMk id="23" creationId="{5E2BE667-3CCD-76DF-72E1-130D9EA8A022}"/>
          </ac:spMkLst>
        </pc:spChg>
        <pc:spChg chg="add mod">
          <ac:chgData name="陈凌韬 陈凌韬" userId="81acf5ebae9f403a" providerId="LiveId" clId="{D9F12F90-5E30-4441-B053-A456B7B6408B}" dt="2025-09-28T03:06:47.750" v="10784" actId="207"/>
          <ac:spMkLst>
            <pc:docMk/>
            <pc:sldMk cId="1829096319" sldId="402"/>
            <ac:spMk id="24" creationId="{EFB0299A-E5F3-471F-CA55-2C0BD106C529}"/>
          </ac:spMkLst>
        </pc:spChg>
        <pc:spChg chg="add mod">
          <ac:chgData name="陈凌韬 陈凌韬" userId="81acf5ebae9f403a" providerId="LiveId" clId="{D9F12F90-5E30-4441-B053-A456B7B6408B}" dt="2025-09-24T02:35:37.857" v="2569" actId="1038"/>
          <ac:spMkLst>
            <pc:docMk/>
            <pc:sldMk cId="1829096319" sldId="402"/>
            <ac:spMk id="25" creationId="{01898C04-86C9-FD59-743E-5A41EFA93B4E}"/>
          </ac:spMkLst>
        </pc:spChg>
        <pc:spChg chg="add mod">
          <ac:chgData name="陈凌韬 陈凌韬" userId="81acf5ebae9f403a" providerId="LiveId" clId="{D9F12F90-5E30-4441-B053-A456B7B6408B}" dt="2025-09-24T02:36:13.400" v="2576" actId="1037"/>
          <ac:spMkLst>
            <pc:docMk/>
            <pc:sldMk cId="1829096319" sldId="402"/>
            <ac:spMk id="26" creationId="{BB0E53E6-3D7F-DBA7-D8AF-D11AFEF8734D}"/>
          </ac:spMkLst>
        </pc:spChg>
        <pc:spChg chg="add mod">
          <ac:chgData name="陈凌韬 陈凌韬" userId="81acf5ebae9f403a" providerId="LiveId" clId="{D9F12F90-5E30-4441-B053-A456B7B6408B}" dt="2025-09-24T02:36:38.195" v="2585" actId="1038"/>
          <ac:spMkLst>
            <pc:docMk/>
            <pc:sldMk cId="1829096319" sldId="402"/>
            <ac:spMk id="27" creationId="{4C9963A5-7ADD-3D19-8FA1-4455F9A3DF0D}"/>
          </ac:spMkLst>
        </pc:spChg>
        <pc:spChg chg="add mod">
          <ac:chgData name="陈凌韬 陈凌韬" userId="81acf5ebae9f403a" providerId="LiveId" clId="{D9F12F90-5E30-4441-B053-A456B7B6408B}" dt="2025-09-24T02:35:37.857" v="2569" actId="1038"/>
          <ac:spMkLst>
            <pc:docMk/>
            <pc:sldMk cId="1829096319" sldId="402"/>
            <ac:spMk id="28" creationId="{4DA44FB0-0BD5-0DB8-C8CC-706171E4F51E}"/>
          </ac:spMkLst>
        </pc:spChg>
        <pc:spChg chg="add mod">
          <ac:chgData name="陈凌韬 陈凌韬" userId="81acf5ebae9f403a" providerId="LiveId" clId="{D9F12F90-5E30-4441-B053-A456B7B6408B}" dt="2025-09-24T02:35:22.142" v="2560" actId="1038"/>
          <ac:spMkLst>
            <pc:docMk/>
            <pc:sldMk cId="1829096319" sldId="402"/>
            <ac:spMk id="31" creationId="{DBC3F73A-AD4F-ED4C-7C02-D2DB19A36B02}"/>
          </ac:spMkLst>
        </pc:spChg>
        <pc:spChg chg="add mod">
          <ac:chgData name="陈凌韬 陈凌韬" userId="81acf5ebae9f403a" providerId="LiveId" clId="{D9F12F90-5E30-4441-B053-A456B7B6408B}" dt="2025-09-24T02:35:37.857" v="2569" actId="1038"/>
          <ac:spMkLst>
            <pc:docMk/>
            <pc:sldMk cId="1829096319" sldId="402"/>
            <ac:spMk id="32" creationId="{9D70E6DB-AB85-484E-DEC7-708D43B6BD68}"/>
          </ac:spMkLst>
        </pc:spChg>
        <pc:spChg chg="add mod">
          <ac:chgData name="陈凌韬 陈凌韬" userId="81acf5ebae9f403a" providerId="LiveId" clId="{D9F12F90-5E30-4441-B053-A456B7B6408B}" dt="2025-09-24T04:05:01.701" v="2932" actId="255"/>
          <ac:spMkLst>
            <pc:docMk/>
            <pc:sldMk cId="1829096319" sldId="402"/>
            <ac:spMk id="48" creationId="{C02C50D3-C0B2-AE5D-4E5C-8CF32F938C0F}"/>
          </ac:spMkLst>
        </pc:spChg>
        <pc:spChg chg="add mod">
          <ac:chgData name="陈凌韬 陈凌韬" userId="81acf5ebae9f403a" providerId="LiveId" clId="{D9F12F90-5E30-4441-B053-A456B7B6408B}" dt="2025-09-24T04:05:05.776" v="2933" actId="14100"/>
          <ac:spMkLst>
            <pc:docMk/>
            <pc:sldMk cId="1829096319" sldId="402"/>
            <ac:spMk id="49" creationId="{DF857A09-C553-C105-9FE6-81232339A478}"/>
          </ac:spMkLst>
        </pc:spChg>
        <pc:spChg chg="add mod">
          <ac:chgData name="陈凌韬 陈凌韬" userId="81acf5ebae9f403a" providerId="LiveId" clId="{D9F12F90-5E30-4441-B053-A456B7B6408B}" dt="2025-09-24T04:10:21.641" v="3130" actId="1076"/>
          <ac:spMkLst>
            <pc:docMk/>
            <pc:sldMk cId="1829096319" sldId="402"/>
            <ac:spMk id="51" creationId="{834DBD48-EE8B-EDC0-BCF3-EC9FE8AEE8C5}"/>
          </ac:spMkLst>
        </pc:spChg>
        <pc:spChg chg="mod">
          <ac:chgData name="陈凌韬 陈凌韬" userId="81acf5ebae9f403a" providerId="LiveId" clId="{D9F12F90-5E30-4441-B053-A456B7B6408B}" dt="2025-09-24T04:02:34.801" v="2866" actId="14100"/>
          <ac:spMkLst>
            <pc:docMk/>
            <pc:sldMk cId="1829096319" sldId="402"/>
            <ac:spMk id="53" creationId="{10BA4D56-A858-1DE0-D336-4C603C81FC7B}"/>
          </ac:spMkLst>
        </pc:spChg>
        <pc:spChg chg="mod">
          <ac:chgData name="陈凌韬 陈凌韬" userId="81acf5ebae9f403a" providerId="LiveId" clId="{D9F12F90-5E30-4441-B053-A456B7B6408B}" dt="2025-09-28T08:16:39.026" v="11369" actId="20577"/>
          <ac:spMkLst>
            <pc:docMk/>
            <pc:sldMk cId="1829096319" sldId="402"/>
            <ac:spMk id="54" creationId="{80E7BEC1-4852-5FB9-AF63-6D7D3614315E}"/>
          </ac:spMkLst>
        </pc:spChg>
        <pc:spChg chg="mod">
          <ac:chgData name="陈凌韬 陈凌韬" userId="81acf5ebae9f403a" providerId="LiveId" clId="{D9F12F90-5E30-4441-B053-A456B7B6408B}" dt="2025-09-24T04:05:15.946" v="2934" actId="255"/>
          <ac:spMkLst>
            <pc:docMk/>
            <pc:sldMk cId="1829096319" sldId="402"/>
            <ac:spMk id="55" creationId="{A555BD89-6378-51FD-EFA4-C23EA3E0F555}"/>
          </ac:spMkLst>
        </pc:spChg>
        <pc:spChg chg="add mod">
          <ac:chgData name="陈凌韬 陈凌韬" userId="81acf5ebae9f403a" providerId="LiveId" clId="{D9F12F90-5E30-4441-B053-A456B7B6408B}" dt="2025-09-24T04:10:11.361" v="3129" actId="14100"/>
          <ac:spMkLst>
            <pc:docMk/>
            <pc:sldMk cId="1829096319" sldId="402"/>
            <ac:spMk id="57" creationId="{5CDE3CE4-5529-E260-7DDF-00CF6B52335C}"/>
          </ac:spMkLst>
        </pc:spChg>
        <pc:spChg chg="add mod">
          <ac:chgData name="陈凌韬 陈凌韬" userId="81acf5ebae9f403a" providerId="LiveId" clId="{D9F12F90-5E30-4441-B053-A456B7B6408B}" dt="2025-09-24T04:10:39.741" v="3145" actId="20577"/>
          <ac:spMkLst>
            <pc:docMk/>
            <pc:sldMk cId="1829096319" sldId="402"/>
            <ac:spMk id="58" creationId="{A4FB0F73-32BE-1BAB-491C-8A3E89044B73}"/>
          </ac:spMkLst>
        </pc:spChg>
        <pc:spChg chg="add mod">
          <ac:chgData name="陈凌韬 陈凌韬" userId="81acf5ebae9f403a" providerId="LiveId" clId="{D9F12F90-5E30-4441-B053-A456B7B6408B}" dt="2025-09-24T04:10:32.681" v="3132" actId="1076"/>
          <ac:spMkLst>
            <pc:docMk/>
            <pc:sldMk cId="1829096319" sldId="402"/>
            <ac:spMk id="59" creationId="{C618A14E-7F3A-6F48-1897-5C400759E12A}"/>
          </ac:spMkLst>
        </pc:spChg>
        <pc:spChg chg="add mod">
          <ac:chgData name="陈凌韬 陈凌韬" userId="81acf5ebae9f403a" providerId="LiveId" clId="{D9F12F90-5E30-4441-B053-A456B7B6408B}" dt="2025-09-24T04:12:23.070" v="3198" actId="207"/>
          <ac:spMkLst>
            <pc:docMk/>
            <pc:sldMk cId="1829096319" sldId="402"/>
            <ac:spMk id="60" creationId="{CB12403D-2A92-EA34-70FC-9AFEDF411723}"/>
          </ac:spMkLst>
        </pc:spChg>
        <pc:spChg chg="add mod">
          <ac:chgData name="陈凌韬 陈凌韬" userId="81acf5ebae9f403a" providerId="LiveId" clId="{D9F12F90-5E30-4441-B053-A456B7B6408B}" dt="2025-09-24T04:12:58.401" v="3200" actId="1076"/>
          <ac:spMkLst>
            <pc:docMk/>
            <pc:sldMk cId="1829096319" sldId="402"/>
            <ac:spMk id="61" creationId="{F1EA3A07-A992-01DC-16A1-DB10AEE5A94D}"/>
          </ac:spMkLst>
        </pc:spChg>
        <pc:spChg chg="add mod">
          <ac:chgData name="陈凌韬 陈凌韬" userId="81acf5ebae9f403a" providerId="LiveId" clId="{D9F12F90-5E30-4441-B053-A456B7B6408B}" dt="2025-09-24T04:14:22.421" v="3225" actId="1076"/>
          <ac:spMkLst>
            <pc:docMk/>
            <pc:sldMk cId="1829096319" sldId="402"/>
            <ac:spMk id="62" creationId="{35D099DA-8D78-9225-957E-533572CEFDD2}"/>
          </ac:spMkLst>
        </pc:spChg>
        <pc:spChg chg="add mod">
          <ac:chgData name="陈凌韬 陈凌韬" userId="81acf5ebae9f403a" providerId="LiveId" clId="{D9F12F90-5E30-4441-B053-A456B7B6408B}" dt="2025-09-24T04:14:28.840" v="3228" actId="1076"/>
          <ac:spMkLst>
            <pc:docMk/>
            <pc:sldMk cId="1829096319" sldId="402"/>
            <ac:spMk id="63" creationId="{7FA85DDD-5268-FD80-0227-5DCB2861F168}"/>
          </ac:spMkLst>
        </pc:spChg>
        <pc:spChg chg="add del mod">
          <ac:chgData name="陈凌韬 陈凌韬" userId="81acf5ebae9f403a" providerId="LiveId" clId="{D9F12F90-5E30-4441-B053-A456B7B6408B}" dt="2025-10-21T04:09:43.498" v="17111" actId="478"/>
          <ac:spMkLst>
            <pc:docMk/>
            <pc:sldMk cId="1829096319" sldId="402"/>
            <ac:spMk id="89" creationId="{EB4FBFD4-3DFE-91D0-7F85-8A9091856927}"/>
          </ac:spMkLst>
        </pc:spChg>
        <pc:spChg chg="add mod">
          <ac:chgData name="陈凌韬 陈凌韬" userId="81acf5ebae9f403a" providerId="LiveId" clId="{D9F12F90-5E30-4441-B053-A456B7B6408B}" dt="2025-09-24T04:14:54.551" v="3248" actId="20577"/>
          <ac:spMkLst>
            <pc:docMk/>
            <pc:sldMk cId="1829096319" sldId="402"/>
            <ac:spMk id="91" creationId="{6BED8AF6-1E9B-1877-5378-85305DCD8462}"/>
          </ac:spMkLst>
        </pc:spChg>
        <pc:spChg chg="add mod">
          <ac:chgData name="陈凌韬 陈凌韬" userId="81acf5ebae9f403a" providerId="LiveId" clId="{D9F12F90-5E30-4441-B053-A456B7B6408B}" dt="2025-09-24T04:15:07.921" v="3257" actId="20577"/>
          <ac:spMkLst>
            <pc:docMk/>
            <pc:sldMk cId="1829096319" sldId="402"/>
            <ac:spMk id="92" creationId="{BDE8227D-22B5-E319-AC65-D7BCB2BDEE81}"/>
          </ac:spMkLst>
        </pc:spChg>
        <pc:grpChg chg="add mod">
          <ac:chgData name="陈凌韬 陈凌韬" userId="81acf5ebae9f403a" providerId="LiveId" clId="{D9F12F90-5E30-4441-B053-A456B7B6408B}" dt="2025-09-24T04:11:50.805" v="3195" actId="14100"/>
          <ac:grpSpMkLst>
            <pc:docMk/>
            <pc:sldMk cId="1829096319" sldId="402"/>
            <ac:grpSpMk id="52" creationId="{22616D40-BA57-6D66-04B2-05E6C7A4A737}"/>
          </ac:grpSpMkLst>
        </pc:grpChg>
        <pc:cxnChg chg="add mod">
          <ac:chgData name="陈凌韬 陈凌韬" userId="81acf5ebae9f403a" providerId="LiveId" clId="{D9F12F90-5E30-4441-B053-A456B7B6408B}" dt="2025-09-24T02:36:02.135" v="2572" actId="14100"/>
          <ac:cxnSpMkLst>
            <pc:docMk/>
            <pc:sldMk cId="1829096319" sldId="402"/>
            <ac:cxnSpMk id="34" creationId="{4D4AA934-D810-67A5-452E-2F1456760ABA}"/>
          </ac:cxnSpMkLst>
        </pc:cxnChg>
        <pc:cxnChg chg="add mod">
          <ac:chgData name="陈凌韬 陈凌韬" userId="81acf5ebae9f403a" providerId="LiveId" clId="{D9F12F90-5E30-4441-B053-A456B7B6408B}" dt="2025-10-21T04:09:54.498" v="17112" actId="17032"/>
          <ac:cxnSpMkLst>
            <pc:docMk/>
            <pc:sldMk cId="1829096319" sldId="402"/>
            <ac:cxnSpMk id="39" creationId="{98B7F0B5-969F-8A4D-BA71-54A1EC5D7B5D}"/>
          </ac:cxnSpMkLst>
        </pc:cxnChg>
        <pc:cxnChg chg="add mod">
          <ac:chgData name="陈凌韬 陈凌韬" userId="81acf5ebae9f403a" providerId="LiveId" clId="{D9F12F90-5E30-4441-B053-A456B7B6408B}" dt="2025-09-24T02:36:38.195" v="2585" actId="1038"/>
          <ac:cxnSpMkLst>
            <pc:docMk/>
            <pc:sldMk cId="1829096319" sldId="402"/>
            <ac:cxnSpMk id="42" creationId="{AB0AD357-1879-3B34-9955-EF71929FFA94}"/>
          </ac:cxnSpMkLst>
        </pc:cxnChg>
        <pc:cxnChg chg="add mod">
          <ac:chgData name="陈凌韬 陈凌韬" userId="81acf5ebae9f403a" providerId="LiveId" clId="{D9F12F90-5E30-4441-B053-A456B7B6408B}" dt="2025-09-24T02:36:46.394" v="2589" actId="14100"/>
          <ac:cxnSpMkLst>
            <pc:docMk/>
            <pc:sldMk cId="1829096319" sldId="402"/>
            <ac:cxnSpMk id="45" creationId="{DB0FC57F-1E5D-91DD-EE42-E38FDD5F7C67}"/>
          </ac:cxnSpMkLst>
        </pc:cxnChg>
        <pc:cxnChg chg="add mod">
          <ac:chgData name="陈凌韬 陈凌韬" userId="81acf5ebae9f403a" providerId="LiveId" clId="{D9F12F90-5E30-4441-B053-A456B7B6408B}" dt="2025-09-24T04:14:01.611" v="3222" actId="14100"/>
          <ac:cxnSpMkLst>
            <pc:docMk/>
            <pc:sldMk cId="1829096319" sldId="402"/>
            <ac:cxnSpMk id="66" creationId="{7B2951DA-FA13-8C5A-EEB2-6B6D15E4BFCC}"/>
          </ac:cxnSpMkLst>
        </pc:cxnChg>
      </pc:sldChg>
      <pc:sldChg chg="addSp delSp modSp add mod ord modNotesTx">
        <pc:chgData name="陈凌韬 陈凌韬" userId="81acf5ebae9f403a" providerId="LiveId" clId="{D9F12F90-5E30-4441-B053-A456B7B6408B}" dt="2025-09-29T12:40:54.437" v="17060" actId="20577"/>
        <pc:sldMkLst>
          <pc:docMk/>
          <pc:sldMk cId="3058419008" sldId="403"/>
        </pc:sldMkLst>
        <pc:spChg chg="add mod">
          <ac:chgData name="陈凌韬 陈凌韬" userId="81acf5ebae9f403a" providerId="LiveId" clId="{D9F12F90-5E30-4441-B053-A456B7B6408B}" dt="2025-09-27T11:22:08.297" v="9504" actId="1036"/>
          <ac:spMkLst>
            <pc:docMk/>
            <pc:sldMk cId="3058419008" sldId="403"/>
            <ac:spMk id="3" creationId="{D06EA1D3-638E-9BFF-0F93-6094BDFC97A1}"/>
          </ac:spMkLst>
        </pc:spChg>
        <pc:spChg chg="mod">
          <ac:chgData name="陈凌韬 陈凌韬" userId="81acf5ebae9f403a" providerId="LiveId" clId="{D9F12F90-5E30-4441-B053-A456B7B6408B}" dt="2025-09-23T09:06:50.302" v="1956" actId="1076"/>
          <ac:spMkLst>
            <pc:docMk/>
            <pc:sldMk cId="3058419008" sldId="403"/>
            <ac:spMk id="4" creationId="{E30A474A-EF8E-38DC-B81B-C12E2CCD1D16}"/>
          </ac:spMkLst>
        </pc:spChg>
        <pc:spChg chg="add mod">
          <ac:chgData name="陈凌韬 陈凌韬" userId="81acf5ebae9f403a" providerId="LiveId" clId="{D9F12F90-5E30-4441-B053-A456B7B6408B}" dt="2025-09-27T11:22:08.297" v="9504" actId="1036"/>
          <ac:spMkLst>
            <pc:docMk/>
            <pc:sldMk cId="3058419008" sldId="403"/>
            <ac:spMk id="5" creationId="{A4713DAD-BD7D-8FE3-1315-B9267580C308}"/>
          </ac:spMkLst>
        </pc:spChg>
        <pc:spChg chg="add mod">
          <ac:chgData name="陈凌韬 陈凌韬" userId="81acf5ebae9f403a" providerId="LiveId" clId="{D9F12F90-5E30-4441-B053-A456B7B6408B}" dt="2025-09-27T11:06:25.187" v="9335" actId="1076"/>
          <ac:spMkLst>
            <pc:docMk/>
            <pc:sldMk cId="3058419008" sldId="403"/>
            <ac:spMk id="7" creationId="{D4645029-1631-4F1C-C774-D181A4DFB6BB}"/>
          </ac:spMkLst>
        </pc:spChg>
        <pc:spChg chg="mod">
          <ac:chgData name="陈凌韬 陈凌韬" userId="81acf5ebae9f403a" providerId="LiveId" clId="{D9F12F90-5E30-4441-B053-A456B7B6408B}" dt="2025-09-25T06:57:10.028" v="5233" actId="1035"/>
          <ac:spMkLst>
            <pc:docMk/>
            <pc:sldMk cId="3058419008" sldId="403"/>
            <ac:spMk id="8" creationId="{2B58CC46-B027-78D2-CFAE-A80E592B6F2A}"/>
          </ac:spMkLst>
        </pc:spChg>
        <pc:spChg chg="add mod">
          <ac:chgData name="陈凌韬 陈凌韬" userId="81acf5ebae9f403a" providerId="LiveId" clId="{D9F12F90-5E30-4441-B053-A456B7B6408B}" dt="2025-09-27T11:21:56.749" v="9488" actId="1036"/>
          <ac:spMkLst>
            <pc:docMk/>
            <pc:sldMk cId="3058419008" sldId="403"/>
            <ac:spMk id="9" creationId="{02059AE7-B9EA-FC6C-922D-C4FA0F672145}"/>
          </ac:spMkLst>
        </pc:spChg>
        <pc:spChg chg="add mod">
          <ac:chgData name="陈凌韬 陈凌韬" userId="81acf5ebae9f403a" providerId="LiveId" clId="{D9F12F90-5E30-4441-B053-A456B7B6408B}" dt="2025-09-27T11:22:08.297" v="9504" actId="1036"/>
          <ac:spMkLst>
            <pc:docMk/>
            <pc:sldMk cId="3058419008" sldId="403"/>
            <ac:spMk id="10" creationId="{8C5BF06D-7C4F-DAEC-8A4F-CE9D8F63D99B}"/>
          </ac:spMkLst>
        </pc:spChg>
        <pc:spChg chg="add mod">
          <ac:chgData name="陈凌韬 陈凌韬" userId="81acf5ebae9f403a" providerId="LiveId" clId="{D9F12F90-5E30-4441-B053-A456B7B6408B}" dt="2025-09-27T11:22:08.297" v="9504" actId="1036"/>
          <ac:spMkLst>
            <pc:docMk/>
            <pc:sldMk cId="3058419008" sldId="403"/>
            <ac:spMk id="11" creationId="{55CD669A-3E92-9581-63EF-AA9EA161A33F}"/>
          </ac:spMkLst>
        </pc:spChg>
        <pc:spChg chg="add mod">
          <ac:chgData name="陈凌韬 陈凌韬" userId="81acf5ebae9f403a" providerId="LiveId" clId="{D9F12F90-5E30-4441-B053-A456B7B6408B}" dt="2025-09-25T06:54:51.640" v="5232" actId="20577"/>
          <ac:spMkLst>
            <pc:docMk/>
            <pc:sldMk cId="3058419008" sldId="403"/>
            <ac:spMk id="12" creationId="{0E1F4641-6D1C-FAEE-AEF9-03FE04C1F38C}"/>
          </ac:spMkLst>
        </pc:spChg>
        <pc:spChg chg="add mod">
          <ac:chgData name="陈凌韬 陈凌韬" userId="81acf5ebae9f403a" providerId="LiveId" clId="{D9F12F90-5E30-4441-B053-A456B7B6408B}" dt="2025-09-28T05:30:38.425" v="10819" actId="207"/>
          <ac:spMkLst>
            <pc:docMk/>
            <pc:sldMk cId="3058419008" sldId="403"/>
            <ac:spMk id="13" creationId="{78EA1CD9-6BA0-D89A-5A40-C21D6088B3FE}"/>
          </ac:spMkLst>
        </pc:spChg>
        <pc:spChg chg="add mod">
          <ac:chgData name="陈凌韬 陈凌韬" userId="81acf5ebae9f403a" providerId="LiveId" clId="{D9F12F90-5E30-4441-B053-A456B7B6408B}" dt="2025-09-27T11:22:08.297" v="9504" actId="1036"/>
          <ac:spMkLst>
            <pc:docMk/>
            <pc:sldMk cId="3058419008" sldId="403"/>
            <ac:spMk id="14" creationId="{9756AC16-F6F1-30E6-1F05-01DB383A22DF}"/>
          </ac:spMkLst>
        </pc:spChg>
        <pc:spChg chg="add mod">
          <ac:chgData name="陈凌韬 陈凌韬" userId="81acf5ebae9f403a" providerId="LiveId" clId="{D9F12F90-5E30-4441-B053-A456B7B6408B}" dt="2025-09-27T11:22:10.631" v="9508" actId="1036"/>
          <ac:spMkLst>
            <pc:docMk/>
            <pc:sldMk cId="3058419008" sldId="403"/>
            <ac:spMk id="18" creationId="{DA54415B-C5DC-F3A0-AC6C-C2CC63471615}"/>
          </ac:spMkLst>
        </pc:spChg>
        <pc:spChg chg="add mod">
          <ac:chgData name="陈凌韬 陈凌韬" userId="81acf5ebae9f403a" providerId="LiveId" clId="{D9F12F90-5E30-4441-B053-A456B7B6408B}" dt="2025-09-27T11:22:12.065" v="9512" actId="1036"/>
          <ac:spMkLst>
            <pc:docMk/>
            <pc:sldMk cId="3058419008" sldId="403"/>
            <ac:spMk id="19" creationId="{B5FBC126-469E-80CF-6C99-F89C3B47536C}"/>
          </ac:spMkLst>
        </pc:spChg>
        <pc:spChg chg="add mod">
          <ac:chgData name="陈凌韬 陈凌韬" userId="81acf5ebae9f403a" providerId="LiveId" clId="{D9F12F90-5E30-4441-B053-A456B7B6408B}" dt="2025-09-27T11:21:59.002" v="9489" actId="1076"/>
          <ac:spMkLst>
            <pc:docMk/>
            <pc:sldMk cId="3058419008" sldId="403"/>
            <ac:spMk id="20" creationId="{AF4EAFB2-9A73-C67F-CE4B-BC038DEB4B49}"/>
          </ac:spMkLst>
        </pc:spChg>
        <pc:spChg chg="add mod">
          <ac:chgData name="陈凌韬 陈凌韬" userId="81acf5ebae9f403a" providerId="LiveId" clId="{D9F12F90-5E30-4441-B053-A456B7B6408B}" dt="2025-09-27T11:22:02.119" v="9490" actId="1076"/>
          <ac:spMkLst>
            <pc:docMk/>
            <pc:sldMk cId="3058419008" sldId="403"/>
            <ac:spMk id="21" creationId="{DC501A85-A23A-D716-AD69-BB79F498385C}"/>
          </ac:spMkLst>
        </pc:spChg>
        <pc:spChg chg="add mod">
          <ac:chgData name="陈凌韬 陈凌韬" userId="81acf5ebae9f403a" providerId="LiveId" clId="{D9F12F90-5E30-4441-B053-A456B7B6408B}" dt="2025-09-27T11:10:24.631" v="9431" actId="1036"/>
          <ac:spMkLst>
            <pc:docMk/>
            <pc:sldMk cId="3058419008" sldId="403"/>
            <ac:spMk id="22" creationId="{789165D4-DFC8-F1E0-C800-14BDE1F1722D}"/>
          </ac:spMkLst>
        </pc:spChg>
        <pc:spChg chg="add mod">
          <ac:chgData name="陈凌韬 陈凌韬" userId="81acf5ebae9f403a" providerId="LiveId" clId="{D9F12F90-5E30-4441-B053-A456B7B6408B}" dt="2025-09-27T11:10:24.631" v="9431" actId="1036"/>
          <ac:spMkLst>
            <pc:docMk/>
            <pc:sldMk cId="3058419008" sldId="403"/>
            <ac:spMk id="23" creationId="{9FDFE9D5-F64D-A809-B15B-419492414B05}"/>
          </ac:spMkLst>
        </pc:spChg>
        <pc:spChg chg="add mod">
          <ac:chgData name="陈凌韬 陈凌韬" userId="81acf5ebae9f403a" providerId="LiveId" clId="{D9F12F90-5E30-4441-B053-A456B7B6408B}" dt="2025-09-27T11:10:24.631" v="9431" actId="1036"/>
          <ac:spMkLst>
            <pc:docMk/>
            <pc:sldMk cId="3058419008" sldId="403"/>
            <ac:spMk id="24" creationId="{C341F172-E5C7-100F-781A-9F8F8865FFC9}"/>
          </ac:spMkLst>
        </pc:spChg>
        <pc:spChg chg="add mod">
          <ac:chgData name="陈凌韬 陈凌韬" userId="81acf5ebae9f403a" providerId="LiveId" clId="{D9F12F90-5E30-4441-B053-A456B7B6408B}" dt="2025-09-27T11:10:24.631" v="9431" actId="1036"/>
          <ac:spMkLst>
            <pc:docMk/>
            <pc:sldMk cId="3058419008" sldId="403"/>
            <ac:spMk id="25" creationId="{7049DC0F-EFF2-7195-5970-A884892E95BD}"/>
          </ac:spMkLst>
        </pc:spChg>
        <pc:spChg chg="add mod">
          <ac:chgData name="陈凌韬 陈凌韬" userId="81acf5ebae9f403a" providerId="LiveId" clId="{D9F12F90-5E30-4441-B053-A456B7B6408B}" dt="2025-09-27T11:10:24.631" v="9431" actId="1036"/>
          <ac:spMkLst>
            <pc:docMk/>
            <pc:sldMk cId="3058419008" sldId="403"/>
            <ac:spMk id="26" creationId="{173FD2B7-FEFB-66B7-1B61-B2239BF317B3}"/>
          </ac:spMkLst>
        </pc:spChg>
        <pc:spChg chg="add mod">
          <ac:chgData name="陈凌韬 陈凌韬" userId="81acf5ebae9f403a" providerId="LiveId" clId="{D9F12F90-5E30-4441-B053-A456B7B6408B}" dt="2025-09-27T11:22:08.297" v="9504" actId="1036"/>
          <ac:spMkLst>
            <pc:docMk/>
            <pc:sldMk cId="3058419008" sldId="403"/>
            <ac:spMk id="49" creationId="{77C8A73A-69AC-3D13-1CFA-8B0BB389A0E2}"/>
          </ac:spMkLst>
        </pc:spChg>
        <pc:spChg chg="add mod">
          <ac:chgData name="陈凌韬 陈凌韬" userId="81acf5ebae9f403a" providerId="LiveId" clId="{D9F12F90-5E30-4441-B053-A456B7B6408B}" dt="2025-09-29T12:39:22.694" v="17033" actId="207"/>
          <ac:spMkLst>
            <pc:docMk/>
            <pc:sldMk cId="3058419008" sldId="403"/>
            <ac:spMk id="50" creationId="{1086CA12-FB45-D37A-C4EF-00FF763B83C0}"/>
          </ac:spMkLst>
        </pc:spChg>
        <pc:spChg chg="add mod">
          <ac:chgData name="陈凌韬 陈凌韬" userId="81acf5ebae9f403a" providerId="LiveId" clId="{D9F12F90-5E30-4441-B053-A456B7B6408B}" dt="2025-09-28T00:06:16.035" v="9629" actId="207"/>
          <ac:spMkLst>
            <pc:docMk/>
            <pc:sldMk cId="3058419008" sldId="403"/>
            <ac:spMk id="53" creationId="{13EEAAC0-A7CA-617D-8900-39F07598D568}"/>
          </ac:spMkLst>
        </pc:spChg>
        <pc:spChg chg="add mod">
          <ac:chgData name="陈凌韬 陈凌韬" userId="81acf5ebae9f403a" providerId="LiveId" clId="{D9F12F90-5E30-4441-B053-A456B7B6408B}" dt="2025-09-29T12:39:37.385" v="17036" actId="20577"/>
          <ac:spMkLst>
            <pc:docMk/>
            <pc:sldMk cId="3058419008" sldId="403"/>
            <ac:spMk id="54" creationId="{D4774FD2-E48D-141E-B442-999E7CB8DBEF}"/>
          </ac:spMkLst>
        </pc:spChg>
        <pc:spChg chg="add mod">
          <ac:chgData name="陈凌韬 陈凌韬" userId="81acf5ebae9f403a" providerId="LiveId" clId="{D9F12F90-5E30-4441-B053-A456B7B6408B}" dt="2025-09-28T00:02:27.670" v="9592" actId="255"/>
          <ac:spMkLst>
            <pc:docMk/>
            <pc:sldMk cId="3058419008" sldId="403"/>
            <ac:spMk id="56" creationId="{D4A74634-7695-84AF-63E1-94C588FDAE8F}"/>
          </ac:spMkLst>
        </pc:spChg>
        <pc:spChg chg="add mod">
          <ac:chgData name="陈凌韬 陈凌韬" userId="81acf5ebae9f403a" providerId="LiveId" clId="{D9F12F90-5E30-4441-B053-A456B7B6408B}" dt="2025-09-28T00:02:30.895" v="9593" actId="255"/>
          <ac:spMkLst>
            <pc:docMk/>
            <pc:sldMk cId="3058419008" sldId="403"/>
            <ac:spMk id="57" creationId="{3911E755-9B65-500C-395A-EF408ECAB7C1}"/>
          </ac:spMkLst>
        </pc:spChg>
        <pc:spChg chg="add mod">
          <ac:chgData name="陈凌韬 陈凌韬" userId="81acf5ebae9f403a" providerId="LiveId" clId="{D9F12F90-5E30-4441-B053-A456B7B6408B}" dt="2025-09-28T00:02:41.110" v="9598" actId="1037"/>
          <ac:spMkLst>
            <pc:docMk/>
            <pc:sldMk cId="3058419008" sldId="403"/>
            <ac:spMk id="58" creationId="{1C752C85-75DB-B545-A437-FED9042FFE7B}"/>
          </ac:spMkLst>
        </pc:spChg>
        <pc:spChg chg="add mod">
          <ac:chgData name="陈凌韬 陈凌韬" userId="81acf5ebae9f403a" providerId="LiveId" clId="{D9F12F90-5E30-4441-B053-A456B7B6408B}" dt="2025-09-28T13:55:57.462" v="12315" actId="207"/>
          <ac:spMkLst>
            <pc:docMk/>
            <pc:sldMk cId="3058419008" sldId="403"/>
            <ac:spMk id="61" creationId="{6B35E09D-C2A7-61A5-0747-35C2B36CDAE3}"/>
          </ac:spMkLst>
        </pc:spChg>
        <pc:cxnChg chg="add mod">
          <ac:chgData name="陈凌韬 陈凌韬" userId="81acf5ebae9f403a" providerId="LiveId" clId="{D9F12F90-5E30-4441-B053-A456B7B6408B}" dt="2025-09-27T11:10:24.631" v="9431" actId="1036"/>
          <ac:cxnSpMkLst>
            <pc:docMk/>
            <pc:sldMk cId="3058419008" sldId="403"/>
            <ac:cxnSpMk id="28" creationId="{B4B97B17-4523-9288-E665-08B1315FD50D}"/>
          </ac:cxnSpMkLst>
        </pc:cxnChg>
        <pc:cxnChg chg="add mod">
          <ac:chgData name="陈凌韬 陈凌韬" userId="81acf5ebae9f403a" providerId="LiveId" clId="{D9F12F90-5E30-4441-B053-A456B7B6408B}" dt="2025-09-27T11:10:24.631" v="9431" actId="1036"/>
          <ac:cxnSpMkLst>
            <pc:docMk/>
            <pc:sldMk cId="3058419008" sldId="403"/>
            <ac:cxnSpMk id="32" creationId="{E0A70045-D1C0-FA64-38FB-30F9452031E5}"/>
          </ac:cxnSpMkLst>
        </pc:cxnChg>
        <pc:cxnChg chg="add mod">
          <ac:chgData name="陈凌韬 陈凌韬" userId="81acf5ebae9f403a" providerId="LiveId" clId="{D9F12F90-5E30-4441-B053-A456B7B6408B}" dt="2025-09-27T11:10:24.631" v="9431" actId="1036"/>
          <ac:cxnSpMkLst>
            <pc:docMk/>
            <pc:sldMk cId="3058419008" sldId="403"/>
            <ac:cxnSpMk id="34" creationId="{329E8AD6-7ECE-7DDB-801E-061421C3CF4B}"/>
          </ac:cxnSpMkLst>
        </pc:cxnChg>
        <pc:cxnChg chg="add mod">
          <ac:chgData name="陈凌韬 陈凌韬" userId="81acf5ebae9f403a" providerId="LiveId" clId="{D9F12F90-5E30-4441-B053-A456B7B6408B}" dt="2025-09-27T11:10:24.631" v="9431" actId="1036"/>
          <ac:cxnSpMkLst>
            <pc:docMk/>
            <pc:sldMk cId="3058419008" sldId="403"/>
            <ac:cxnSpMk id="36" creationId="{148DA8DF-4552-2C53-4153-90FDAC909E21}"/>
          </ac:cxnSpMkLst>
        </pc:cxnChg>
        <pc:cxnChg chg="add mod">
          <ac:chgData name="陈凌韬 陈凌韬" userId="81acf5ebae9f403a" providerId="LiveId" clId="{D9F12F90-5E30-4441-B053-A456B7B6408B}" dt="2025-09-27T11:10:24.631" v="9431" actId="1036"/>
          <ac:cxnSpMkLst>
            <pc:docMk/>
            <pc:sldMk cId="3058419008" sldId="403"/>
            <ac:cxnSpMk id="39" creationId="{199FF9C7-217D-6568-DF49-50677EC8A1AC}"/>
          </ac:cxnSpMkLst>
        </pc:cxnChg>
        <pc:cxnChg chg="add mod">
          <ac:chgData name="陈凌韬 陈凌韬" userId="81acf5ebae9f403a" providerId="LiveId" clId="{D9F12F90-5E30-4441-B053-A456B7B6408B}" dt="2025-09-27T11:22:08.297" v="9504" actId="1036"/>
          <ac:cxnSpMkLst>
            <pc:docMk/>
            <pc:sldMk cId="3058419008" sldId="403"/>
            <ac:cxnSpMk id="52" creationId="{5217486B-4E49-8F9D-F3D1-931167AB2C01}"/>
          </ac:cxnSpMkLst>
        </pc:cxnChg>
        <pc:cxnChg chg="add mod">
          <ac:chgData name="陈凌韬 陈凌韬" userId="81acf5ebae9f403a" providerId="LiveId" clId="{D9F12F90-5E30-4441-B053-A456B7B6408B}" dt="2025-09-27T11:22:58.982" v="9514" actId="1076"/>
          <ac:cxnSpMkLst>
            <pc:docMk/>
            <pc:sldMk cId="3058419008" sldId="403"/>
            <ac:cxnSpMk id="55" creationId="{C4C7B858-6838-F846-F78A-5E9FE36AD4B4}"/>
          </ac:cxnSpMkLst>
        </pc:cxnChg>
      </pc:sldChg>
      <pc:sldChg chg="modSp add mod ord modNotesTx">
        <pc:chgData name="陈凌韬 陈凌韬" userId="81acf5ebae9f403a" providerId="LiveId" clId="{D9F12F90-5E30-4441-B053-A456B7B6408B}" dt="2025-09-29T07:51:29.839" v="14739" actId="20577"/>
        <pc:sldMkLst>
          <pc:docMk/>
          <pc:sldMk cId="1703590893" sldId="404"/>
        </pc:sldMkLst>
        <pc:spChg chg="mod">
          <ac:chgData name="陈凌韬 陈凌韬" userId="81acf5ebae9f403a" providerId="LiveId" clId="{D9F12F90-5E30-4441-B053-A456B7B6408B}" dt="2025-09-28T12:46:28.388" v="11653" actId="113"/>
          <ac:spMkLst>
            <pc:docMk/>
            <pc:sldMk cId="1703590893" sldId="404"/>
            <ac:spMk id="2" creationId="{88E631B1-8E46-6A86-19A5-2EBE184DEEE5}"/>
          </ac:spMkLst>
        </pc:spChg>
        <pc:spChg chg="mod">
          <ac:chgData name="陈凌韬 陈凌韬" userId="81acf5ebae9f403a" providerId="LiveId" clId="{D9F12F90-5E30-4441-B053-A456B7B6408B}" dt="2025-09-24T11:25:05.126" v="3650" actId="20577"/>
          <ac:spMkLst>
            <pc:docMk/>
            <pc:sldMk cId="1703590893" sldId="404"/>
            <ac:spMk id="4" creationId="{A1A5E242-30CA-E420-9D39-8727152C4EF0}"/>
          </ac:spMkLst>
        </pc:spChg>
        <pc:spChg chg="mod">
          <ac:chgData name="陈凌韬 陈凌韬" userId="81acf5ebae9f403a" providerId="LiveId" clId="{D9F12F90-5E30-4441-B053-A456B7B6408B}" dt="2025-09-24T11:25:10.074" v="3664" actId="20577"/>
          <ac:spMkLst>
            <pc:docMk/>
            <pc:sldMk cId="1703590893" sldId="404"/>
            <ac:spMk id="8" creationId="{A7BE2E92-D7B7-2031-8599-CB6739999413}"/>
          </ac:spMkLst>
        </pc:spChg>
        <pc:graphicFrameChg chg="mod modGraphic">
          <ac:chgData name="陈凌韬 陈凌韬" userId="81acf5ebae9f403a" providerId="LiveId" clId="{D9F12F90-5E30-4441-B053-A456B7B6408B}" dt="2025-09-29T02:51:58.945" v="13124" actId="113"/>
          <ac:graphicFrameMkLst>
            <pc:docMk/>
            <pc:sldMk cId="1703590893" sldId="404"/>
            <ac:graphicFrameMk id="6" creationId="{AE29825E-0E11-F990-CAE3-FB0303CF59C1}"/>
          </ac:graphicFrameMkLst>
        </pc:graphicFrameChg>
      </pc:sldChg>
      <pc:sldChg chg="addSp delSp modSp add mod ord modNotesTx">
        <pc:chgData name="陈凌韬 陈凌韬" userId="81acf5ebae9f403a" providerId="LiveId" clId="{D9F12F90-5E30-4441-B053-A456B7B6408B}" dt="2025-10-22T04:48:20.465" v="17129" actId="20577"/>
        <pc:sldMkLst>
          <pc:docMk/>
          <pc:sldMk cId="3474305852" sldId="405"/>
        </pc:sldMkLst>
        <pc:spChg chg="add mod">
          <ac:chgData name="陈凌韬 陈凌韬" userId="81acf5ebae9f403a" providerId="LiveId" clId="{D9F12F90-5E30-4441-B053-A456B7B6408B}" dt="2025-09-25T08:12:16.740" v="5580" actId="692"/>
          <ac:spMkLst>
            <pc:docMk/>
            <pc:sldMk cId="3474305852" sldId="405"/>
            <ac:spMk id="2" creationId="{7EDAAB89-4278-50FC-EDF5-E2DE7D5964A6}"/>
          </ac:spMkLst>
        </pc:spChg>
        <pc:spChg chg="mod">
          <ac:chgData name="陈凌韬 陈凌韬" userId="81acf5ebae9f403a" providerId="LiveId" clId="{D9F12F90-5E30-4441-B053-A456B7B6408B}" dt="2025-09-25T06:58:06.014" v="5273" actId="20577"/>
          <ac:spMkLst>
            <pc:docMk/>
            <pc:sldMk cId="3474305852" sldId="405"/>
            <ac:spMk id="4" creationId="{D2CB3131-7F79-324F-3B18-D8B584368382}"/>
          </ac:spMkLst>
        </pc:spChg>
        <pc:spChg chg="add mod">
          <ac:chgData name="陈凌韬 陈凌韬" userId="81acf5ebae9f403a" providerId="LiveId" clId="{D9F12F90-5E30-4441-B053-A456B7B6408B}" dt="2025-09-25T08:30:35.669" v="5757" actId="122"/>
          <ac:spMkLst>
            <pc:docMk/>
            <pc:sldMk cId="3474305852" sldId="405"/>
            <ac:spMk id="6" creationId="{BD5DAB36-063A-B0D0-9A7F-F723E3E0CE12}"/>
          </ac:spMkLst>
        </pc:spChg>
        <pc:spChg chg="mod">
          <ac:chgData name="陈凌韬 陈凌韬" userId="81acf5ebae9f403a" providerId="LiveId" clId="{D9F12F90-5E30-4441-B053-A456B7B6408B}" dt="2025-09-25T08:14:04.457" v="5595" actId="1076"/>
          <ac:spMkLst>
            <pc:docMk/>
            <pc:sldMk cId="3474305852" sldId="405"/>
            <ac:spMk id="8" creationId="{A8C76623-5B2D-D44E-CCC2-64D2F64DD7F9}"/>
          </ac:spMkLst>
        </pc:spChg>
        <pc:spChg chg="add mod">
          <ac:chgData name="陈凌韬 陈凌韬" userId="81acf5ebae9f403a" providerId="LiveId" clId="{D9F12F90-5E30-4441-B053-A456B7B6408B}" dt="2025-09-28T15:20:04.048" v="12853" actId="692"/>
          <ac:spMkLst>
            <pc:docMk/>
            <pc:sldMk cId="3474305852" sldId="405"/>
            <ac:spMk id="15" creationId="{BCB864AD-13BB-BAF2-58F5-046CA6AECE16}"/>
          </ac:spMkLst>
        </pc:spChg>
        <pc:spChg chg="add mod">
          <ac:chgData name="陈凌韬 陈凌韬" userId="81acf5ebae9f403a" providerId="LiveId" clId="{D9F12F90-5E30-4441-B053-A456B7B6408B}" dt="2025-09-25T08:13:31.171" v="5589" actId="692"/>
          <ac:spMkLst>
            <pc:docMk/>
            <pc:sldMk cId="3474305852" sldId="405"/>
            <ac:spMk id="16" creationId="{8D6681B0-6497-0120-97C9-C5C8E4A74EA7}"/>
          </ac:spMkLst>
        </pc:spChg>
        <pc:spChg chg="add mod">
          <ac:chgData name="陈凌韬 陈凌韬" userId="81acf5ebae9f403a" providerId="LiveId" clId="{D9F12F90-5E30-4441-B053-A456B7B6408B}" dt="2025-09-28T15:19:55.827" v="12851" actId="692"/>
          <ac:spMkLst>
            <pc:docMk/>
            <pc:sldMk cId="3474305852" sldId="405"/>
            <ac:spMk id="17" creationId="{C020A246-664B-63BA-A3DA-8CBA5E332593}"/>
          </ac:spMkLst>
        </pc:spChg>
        <pc:spChg chg="add mod">
          <ac:chgData name="陈凌韬 陈凌韬" userId="81acf5ebae9f403a" providerId="LiveId" clId="{D9F12F90-5E30-4441-B053-A456B7B6408B}" dt="2025-09-25T08:44:55.415" v="6183" actId="1076"/>
          <ac:spMkLst>
            <pc:docMk/>
            <pc:sldMk cId="3474305852" sldId="405"/>
            <ac:spMk id="37" creationId="{9B749D60-0DDF-AEB4-4B87-821CCA3E6788}"/>
          </ac:spMkLst>
        </pc:spChg>
        <pc:spChg chg="add mod">
          <ac:chgData name="陈凌韬 陈凌韬" userId="81acf5ebae9f403a" providerId="LiveId" clId="{D9F12F90-5E30-4441-B053-A456B7B6408B}" dt="2025-09-25T08:31:41.392" v="5775" actId="1076"/>
          <ac:spMkLst>
            <pc:docMk/>
            <pc:sldMk cId="3474305852" sldId="405"/>
            <ac:spMk id="44" creationId="{38D7F500-DD1A-ED51-91CF-DC47BEF7FB2F}"/>
          </ac:spMkLst>
        </pc:spChg>
        <pc:spChg chg="add mod">
          <ac:chgData name="陈凌韬 陈凌韬" userId="81acf5ebae9f403a" providerId="LiveId" clId="{D9F12F90-5E30-4441-B053-A456B7B6408B}" dt="2025-09-28T15:20:30.428" v="12859" actId="692"/>
          <ac:spMkLst>
            <pc:docMk/>
            <pc:sldMk cId="3474305852" sldId="405"/>
            <ac:spMk id="45" creationId="{DFD2C597-2BB0-AF76-92AA-AB9F21301950}"/>
          </ac:spMkLst>
        </pc:spChg>
        <pc:spChg chg="add mod">
          <ac:chgData name="陈凌韬 陈凌韬" userId="81acf5ebae9f403a" providerId="LiveId" clId="{D9F12F90-5E30-4441-B053-A456B7B6408B}" dt="2025-09-25T08:48:59.196" v="6314" actId="1076"/>
          <ac:spMkLst>
            <pc:docMk/>
            <pc:sldMk cId="3474305852" sldId="405"/>
            <ac:spMk id="46" creationId="{5B2CBE50-2AF7-C893-19C7-66E7CFDBE37D}"/>
          </ac:spMkLst>
        </pc:spChg>
        <pc:spChg chg="add mod">
          <ac:chgData name="陈凌韬 陈凌韬" userId="81acf5ebae9f403a" providerId="LiveId" clId="{D9F12F90-5E30-4441-B053-A456B7B6408B}" dt="2025-09-25T08:41:39.516" v="6113" actId="1076"/>
          <ac:spMkLst>
            <pc:docMk/>
            <pc:sldMk cId="3474305852" sldId="405"/>
            <ac:spMk id="49" creationId="{5DADDED1-02DA-E09A-A65D-DDE05BD6FB3F}"/>
          </ac:spMkLst>
        </pc:spChg>
        <pc:spChg chg="add mod">
          <ac:chgData name="陈凌韬 陈凌韬" userId="81acf5ebae9f403a" providerId="LiveId" clId="{D9F12F90-5E30-4441-B053-A456B7B6408B}" dt="2025-09-25T08:39:47.508" v="6104" actId="1076"/>
          <ac:spMkLst>
            <pc:docMk/>
            <pc:sldMk cId="3474305852" sldId="405"/>
            <ac:spMk id="52" creationId="{0B38C2B8-A403-5241-7D7D-404A0258F999}"/>
          </ac:spMkLst>
        </pc:spChg>
        <pc:spChg chg="add mod">
          <ac:chgData name="陈凌韬 陈凌韬" userId="81acf5ebae9f403a" providerId="LiveId" clId="{D9F12F90-5E30-4441-B053-A456B7B6408B}" dt="2025-09-28T05:37:24.851" v="10848" actId="20577"/>
          <ac:spMkLst>
            <pc:docMk/>
            <pc:sldMk cId="3474305852" sldId="405"/>
            <ac:spMk id="62" creationId="{508D6CA7-F34A-44FD-6D39-B52813144DA0}"/>
          </ac:spMkLst>
        </pc:spChg>
        <pc:spChg chg="add mod">
          <ac:chgData name="陈凌韬 陈凌韬" userId="81acf5ebae9f403a" providerId="LiveId" clId="{D9F12F90-5E30-4441-B053-A456B7B6408B}" dt="2025-09-25T08:31:48.790" v="5776" actId="1076"/>
          <ac:spMkLst>
            <pc:docMk/>
            <pc:sldMk cId="3474305852" sldId="405"/>
            <ac:spMk id="63" creationId="{6D015220-8DEA-7A76-96ED-C3A80E0998DB}"/>
          </ac:spMkLst>
        </pc:spChg>
        <pc:spChg chg="add mod">
          <ac:chgData name="陈凌韬 陈凌韬" userId="81acf5ebae9f403a" providerId="LiveId" clId="{D9F12F90-5E30-4441-B053-A456B7B6408B}" dt="2025-09-25T08:31:53.004" v="5777" actId="1076"/>
          <ac:spMkLst>
            <pc:docMk/>
            <pc:sldMk cId="3474305852" sldId="405"/>
            <ac:spMk id="64" creationId="{E3E7CB74-8A24-4EBB-165A-150245BFF88D}"/>
          </ac:spMkLst>
        </pc:spChg>
        <pc:spChg chg="add mod">
          <ac:chgData name="陈凌韬 陈凌韬" userId="81acf5ebae9f403a" providerId="LiveId" clId="{D9F12F90-5E30-4441-B053-A456B7B6408B}" dt="2025-09-25T08:38:48.819" v="6079" actId="113"/>
          <ac:spMkLst>
            <pc:docMk/>
            <pc:sldMk cId="3474305852" sldId="405"/>
            <ac:spMk id="72" creationId="{21DA283E-F430-81AE-3230-EABDBE1C2FB4}"/>
          </ac:spMkLst>
        </pc:spChg>
        <pc:spChg chg="add mod">
          <ac:chgData name="陈凌韬 陈凌韬" userId="81acf5ebae9f403a" providerId="LiveId" clId="{D9F12F90-5E30-4441-B053-A456B7B6408B}" dt="2025-09-25T08:41:04.237" v="6105" actId="1076"/>
          <ac:spMkLst>
            <pc:docMk/>
            <pc:sldMk cId="3474305852" sldId="405"/>
            <ac:spMk id="73" creationId="{DDBAB231-884C-9A47-72D2-BE606CFEF1FA}"/>
          </ac:spMkLst>
        </pc:spChg>
        <pc:spChg chg="add mod">
          <ac:chgData name="陈凌韬 陈凌韬" userId="81acf5ebae9f403a" providerId="LiveId" clId="{D9F12F90-5E30-4441-B053-A456B7B6408B}" dt="2025-09-28T15:20:21.348" v="12855" actId="692"/>
          <ac:spMkLst>
            <pc:docMk/>
            <pc:sldMk cId="3474305852" sldId="405"/>
            <ac:spMk id="74" creationId="{9882552C-1C32-CFB2-625B-3DF70A6D6CBF}"/>
          </ac:spMkLst>
        </pc:spChg>
        <pc:spChg chg="add mod">
          <ac:chgData name="陈凌韬 陈凌韬" userId="81acf5ebae9f403a" providerId="LiveId" clId="{D9F12F90-5E30-4441-B053-A456B7B6408B}" dt="2025-09-28T15:20:21.348" v="12855" actId="692"/>
          <ac:spMkLst>
            <pc:docMk/>
            <pc:sldMk cId="3474305852" sldId="405"/>
            <ac:spMk id="75" creationId="{E8F4F7DC-6855-40EC-5EDD-C0261F5A756C}"/>
          </ac:spMkLst>
        </pc:spChg>
        <pc:spChg chg="add mod">
          <ac:chgData name="陈凌韬 陈凌韬" userId="81acf5ebae9f403a" providerId="LiveId" clId="{D9F12F90-5E30-4441-B053-A456B7B6408B}" dt="2025-09-28T15:20:21.348" v="12855" actId="692"/>
          <ac:spMkLst>
            <pc:docMk/>
            <pc:sldMk cId="3474305852" sldId="405"/>
            <ac:spMk id="76" creationId="{55F19798-AD6A-FC8D-6261-C3ADA383204A}"/>
          </ac:spMkLst>
        </pc:spChg>
        <pc:spChg chg="add mod">
          <ac:chgData name="陈凌韬 陈凌韬" userId="81acf5ebae9f403a" providerId="LiveId" clId="{D9F12F90-5E30-4441-B053-A456B7B6408B}" dt="2025-09-28T15:20:21.348" v="12855" actId="692"/>
          <ac:spMkLst>
            <pc:docMk/>
            <pc:sldMk cId="3474305852" sldId="405"/>
            <ac:spMk id="84" creationId="{13E2FF8A-2FD6-5443-E971-09EAF25517B3}"/>
          </ac:spMkLst>
        </pc:spChg>
        <pc:spChg chg="add mod">
          <ac:chgData name="陈凌韬 陈凌韬" userId="81acf5ebae9f403a" providerId="LiveId" clId="{D9F12F90-5E30-4441-B053-A456B7B6408B}" dt="2025-09-28T15:20:21.348" v="12855" actId="692"/>
          <ac:spMkLst>
            <pc:docMk/>
            <pc:sldMk cId="3474305852" sldId="405"/>
            <ac:spMk id="85" creationId="{772FDAEE-02A8-9C74-4D37-BE46D38D1221}"/>
          </ac:spMkLst>
        </pc:spChg>
        <pc:spChg chg="add mod">
          <ac:chgData name="陈凌韬 陈凌韬" userId="81acf5ebae9f403a" providerId="LiveId" clId="{D9F12F90-5E30-4441-B053-A456B7B6408B}" dt="2025-09-28T15:20:21.348" v="12855" actId="692"/>
          <ac:spMkLst>
            <pc:docMk/>
            <pc:sldMk cId="3474305852" sldId="405"/>
            <ac:spMk id="86" creationId="{F10440CB-E6B7-BB49-CF94-D6D48BE4D19C}"/>
          </ac:spMkLst>
        </pc:spChg>
        <pc:spChg chg="add mod">
          <ac:chgData name="陈凌韬 陈凌韬" userId="81acf5ebae9f403a" providerId="LiveId" clId="{D9F12F90-5E30-4441-B053-A456B7B6408B}" dt="2025-09-28T15:20:21.348" v="12855" actId="692"/>
          <ac:spMkLst>
            <pc:docMk/>
            <pc:sldMk cId="3474305852" sldId="405"/>
            <ac:spMk id="87" creationId="{3BDBC41D-CAFD-CED1-A276-26047837A2A4}"/>
          </ac:spMkLst>
        </pc:spChg>
        <pc:spChg chg="add mod">
          <ac:chgData name="陈凌韬 陈凌韬" userId="81acf5ebae9f403a" providerId="LiveId" clId="{D9F12F90-5E30-4441-B053-A456B7B6408B}" dt="2025-09-28T15:20:21.348" v="12855" actId="692"/>
          <ac:spMkLst>
            <pc:docMk/>
            <pc:sldMk cId="3474305852" sldId="405"/>
            <ac:spMk id="88" creationId="{F3B66A58-B8C4-2523-1868-8E83B7D839F3}"/>
          </ac:spMkLst>
        </pc:spChg>
        <pc:spChg chg="add mod">
          <ac:chgData name="陈凌韬 陈凌韬" userId="81acf5ebae9f403a" providerId="LiveId" clId="{D9F12F90-5E30-4441-B053-A456B7B6408B}" dt="2025-09-25T08:44:55.415" v="6183" actId="1076"/>
          <ac:spMkLst>
            <pc:docMk/>
            <pc:sldMk cId="3474305852" sldId="405"/>
            <ac:spMk id="112" creationId="{5D0AAA2C-4A4D-ECFC-AEE1-EECF0D183A1D}"/>
          </ac:spMkLst>
        </pc:spChg>
        <pc:spChg chg="add mod">
          <ac:chgData name="陈凌韬 陈凌韬" userId="81acf5ebae9f403a" providerId="LiveId" clId="{D9F12F90-5E30-4441-B053-A456B7B6408B}" dt="2025-09-25T08:44:55.415" v="6183" actId="1076"/>
          <ac:spMkLst>
            <pc:docMk/>
            <pc:sldMk cId="3474305852" sldId="405"/>
            <ac:spMk id="115" creationId="{1C303F58-B5CE-1EC2-3FFC-18141653D416}"/>
          </ac:spMkLst>
        </pc:spChg>
        <pc:spChg chg="add mod">
          <ac:chgData name="陈凌韬 陈凌韬" userId="81acf5ebae9f403a" providerId="LiveId" clId="{D9F12F90-5E30-4441-B053-A456B7B6408B}" dt="2025-09-25T08:44:55.415" v="6183" actId="1076"/>
          <ac:spMkLst>
            <pc:docMk/>
            <pc:sldMk cId="3474305852" sldId="405"/>
            <ac:spMk id="117" creationId="{B949369E-EFBB-4CFF-DD8B-0FEE4823C1E6}"/>
          </ac:spMkLst>
        </pc:spChg>
        <pc:spChg chg="add mod">
          <ac:chgData name="陈凌韬 陈凌韬" userId="81acf5ebae9f403a" providerId="LiveId" clId="{D9F12F90-5E30-4441-B053-A456B7B6408B}" dt="2025-09-25T08:44:55.415" v="6183" actId="1076"/>
          <ac:spMkLst>
            <pc:docMk/>
            <pc:sldMk cId="3474305852" sldId="405"/>
            <ac:spMk id="120" creationId="{F2A8633C-73FA-D942-22E7-9B08646B1994}"/>
          </ac:spMkLst>
        </pc:spChg>
        <pc:spChg chg="add mod">
          <ac:chgData name="陈凌韬 陈凌韬" userId="81acf5ebae9f403a" providerId="LiveId" clId="{D9F12F90-5E30-4441-B053-A456B7B6408B}" dt="2025-09-25T08:46:01.381" v="6217" actId="20577"/>
          <ac:spMkLst>
            <pc:docMk/>
            <pc:sldMk cId="3474305852" sldId="405"/>
            <ac:spMk id="127" creationId="{190C64C4-BCEF-E885-889C-11DF4D27CDB4}"/>
          </ac:spMkLst>
        </pc:spChg>
        <pc:spChg chg="add mod">
          <ac:chgData name="陈凌韬 陈凌韬" userId="81acf5ebae9f403a" providerId="LiveId" clId="{D9F12F90-5E30-4441-B053-A456B7B6408B}" dt="2025-09-25T08:47:09.945" v="6245" actId="20577"/>
          <ac:spMkLst>
            <pc:docMk/>
            <pc:sldMk cId="3474305852" sldId="405"/>
            <ac:spMk id="128" creationId="{547A7C96-02E5-E85B-715B-A931C44E82A5}"/>
          </ac:spMkLst>
        </pc:spChg>
        <pc:spChg chg="add mod">
          <ac:chgData name="陈凌韬 陈凌韬" userId="81acf5ebae9f403a" providerId="LiveId" clId="{D9F12F90-5E30-4441-B053-A456B7B6408B}" dt="2025-09-25T08:49:13.176" v="6316" actId="1076"/>
          <ac:spMkLst>
            <pc:docMk/>
            <pc:sldMk cId="3474305852" sldId="405"/>
            <ac:spMk id="129" creationId="{65FF1B0C-6D70-7DA8-EF09-DEFA9A153213}"/>
          </ac:spMkLst>
        </pc:spChg>
        <pc:spChg chg="add mod">
          <ac:chgData name="陈凌韬 陈凌韬" userId="81acf5ebae9f403a" providerId="LiveId" clId="{D9F12F90-5E30-4441-B053-A456B7B6408B}" dt="2025-09-25T08:49:02.760" v="6315" actId="1076"/>
          <ac:spMkLst>
            <pc:docMk/>
            <pc:sldMk cId="3474305852" sldId="405"/>
            <ac:spMk id="130" creationId="{C04B3C1A-0E8F-DDB6-1BD3-E821C93E5E50}"/>
          </ac:spMkLst>
        </pc:spChg>
        <pc:spChg chg="add mod">
          <ac:chgData name="陈凌韬 陈凌韬" userId="81acf5ebae9f403a" providerId="LiveId" clId="{D9F12F90-5E30-4441-B053-A456B7B6408B}" dt="2025-09-28T06:26:58.939" v="11227" actId="14100"/>
          <ac:spMkLst>
            <pc:docMk/>
            <pc:sldMk cId="3474305852" sldId="405"/>
            <ac:spMk id="136" creationId="{598C65B3-BD5D-8F75-C217-D65EFBB20780}"/>
          </ac:spMkLst>
        </pc:spChg>
        <pc:cxnChg chg="add mod">
          <ac:chgData name="陈凌韬 陈凌韬" userId="81acf5ebae9f403a" providerId="LiveId" clId="{D9F12F90-5E30-4441-B053-A456B7B6408B}" dt="2025-09-25T08:44:55.415" v="6183" actId="1076"/>
          <ac:cxnSpMkLst>
            <pc:docMk/>
            <pc:sldMk cId="3474305852" sldId="405"/>
            <ac:cxnSpMk id="23" creationId="{C2398DE9-553F-92B2-8D1D-FD74AFC1FCF9}"/>
          </ac:cxnSpMkLst>
        </pc:cxnChg>
        <pc:cxnChg chg="add mod">
          <ac:chgData name="陈凌韬 陈凌韬" userId="81acf5ebae9f403a" providerId="LiveId" clId="{D9F12F90-5E30-4441-B053-A456B7B6408B}" dt="2025-09-25T08:12:26.236" v="5581" actId="692"/>
          <ac:cxnSpMkLst>
            <pc:docMk/>
            <pc:sldMk cId="3474305852" sldId="405"/>
            <ac:cxnSpMk id="27" creationId="{73E4B45D-FDFE-970A-00C9-C8FD917D2D19}"/>
          </ac:cxnSpMkLst>
        </pc:cxnChg>
        <pc:cxnChg chg="add mod">
          <ac:chgData name="陈凌韬 陈凌韬" userId="81acf5ebae9f403a" providerId="LiveId" clId="{D9F12F90-5E30-4441-B053-A456B7B6408B}" dt="2025-09-25T08:12:29.550" v="5582" actId="692"/>
          <ac:cxnSpMkLst>
            <pc:docMk/>
            <pc:sldMk cId="3474305852" sldId="405"/>
            <ac:cxnSpMk id="28" creationId="{24BC16E4-C8BD-0D17-0ED8-7AFA9BF6FD7B}"/>
          </ac:cxnSpMkLst>
        </pc:cxnChg>
        <pc:cxnChg chg="add mod">
          <ac:chgData name="陈凌韬 陈凌韬" userId="81acf5ebae9f403a" providerId="LiveId" clId="{D9F12F90-5E30-4441-B053-A456B7B6408B}" dt="2025-09-25T08:12:32.743" v="5583" actId="692"/>
          <ac:cxnSpMkLst>
            <pc:docMk/>
            <pc:sldMk cId="3474305852" sldId="405"/>
            <ac:cxnSpMk id="31" creationId="{A93605E7-2F08-98CD-2325-87BEE09F30D6}"/>
          </ac:cxnSpMkLst>
        </pc:cxnChg>
        <pc:cxnChg chg="add mod">
          <ac:chgData name="陈凌韬 陈凌韬" userId="81acf5ebae9f403a" providerId="LiveId" clId="{D9F12F90-5E30-4441-B053-A456B7B6408B}" dt="2025-09-25T08:12:36.016" v="5584" actId="692"/>
          <ac:cxnSpMkLst>
            <pc:docMk/>
            <pc:sldMk cId="3474305852" sldId="405"/>
            <ac:cxnSpMk id="32" creationId="{E5928F73-316A-1DF0-19FE-33AFA780FD20}"/>
          </ac:cxnSpMkLst>
        </pc:cxnChg>
        <pc:cxnChg chg="add mod">
          <ac:chgData name="陈凌韬 陈凌韬" userId="81acf5ebae9f403a" providerId="LiveId" clId="{D9F12F90-5E30-4441-B053-A456B7B6408B}" dt="2025-09-25T08:16:45.791" v="5633" actId="14100"/>
          <ac:cxnSpMkLst>
            <pc:docMk/>
            <pc:sldMk cId="3474305852" sldId="405"/>
            <ac:cxnSpMk id="48" creationId="{1AD7ECB1-C233-457A-9024-A3C73664358C}"/>
          </ac:cxnSpMkLst>
        </pc:cxnChg>
        <pc:cxnChg chg="add mod">
          <ac:chgData name="陈凌韬 陈凌韬" userId="81acf5ebae9f403a" providerId="LiveId" clId="{D9F12F90-5E30-4441-B053-A456B7B6408B}" dt="2025-09-28T15:20:07.484" v="12854" actId="692"/>
          <ac:cxnSpMkLst>
            <pc:docMk/>
            <pc:sldMk cId="3474305852" sldId="405"/>
            <ac:cxnSpMk id="53" creationId="{D98B1C2A-ED91-6E8A-5C78-D0E8F5671864}"/>
          </ac:cxnSpMkLst>
        </pc:cxnChg>
        <pc:cxnChg chg="add mod">
          <ac:chgData name="陈凌韬 陈凌韬" userId="81acf5ebae9f403a" providerId="LiveId" clId="{D9F12F90-5E30-4441-B053-A456B7B6408B}" dt="2025-09-25T08:31:41.392" v="5775" actId="1076"/>
          <ac:cxnSpMkLst>
            <pc:docMk/>
            <pc:sldMk cId="3474305852" sldId="405"/>
            <ac:cxnSpMk id="56" creationId="{C6523983-E39A-A2F7-0FB0-FF4823CB9730}"/>
          </ac:cxnSpMkLst>
        </pc:cxnChg>
        <pc:cxnChg chg="add mod">
          <ac:chgData name="陈凌韬 陈凌韬" userId="81acf5ebae9f403a" providerId="LiveId" clId="{D9F12F90-5E30-4441-B053-A456B7B6408B}" dt="2025-09-25T08:48:59.196" v="6314" actId="1076"/>
          <ac:cxnSpMkLst>
            <pc:docMk/>
            <pc:sldMk cId="3474305852" sldId="405"/>
            <ac:cxnSpMk id="59" creationId="{A9E6E445-26C0-AB96-96E7-B444A010E9F9}"/>
          </ac:cxnSpMkLst>
        </pc:cxnChg>
        <pc:cxnChg chg="add mod">
          <ac:chgData name="陈凌韬 陈凌韬" userId="81acf5ebae9f403a" providerId="LiveId" clId="{D9F12F90-5E30-4441-B053-A456B7B6408B}" dt="2025-09-25T08:32:14.357" v="5785" actId="692"/>
          <ac:cxnSpMkLst>
            <pc:docMk/>
            <pc:sldMk cId="3474305852" sldId="405"/>
            <ac:cxnSpMk id="66" creationId="{87F8B79C-0425-B7C7-AC70-BDC19D8F6187}"/>
          </ac:cxnSpMkLst>
        </pc:cxnChg>
        <pc:cxnChg chg="add mod">
          <ac:chgData name="陈凌韬 陈凌韬" userId="81acf5ebae9f403a" providerId="LiveId" clId="{D9F12F90-5E30-4441-B053-A456B7B6408B}" dt="2025-09-25T08:32:21.738" v="5789" actId="14100"/>
          <ac:cxnSpMkLst>
            <pc:docMk/>
            <pc:sldMk cId="3474305852" sldId="405"/>
            <ac:cxnSpMk id="69" creationId="{3281CA9E-9B0F-43E7-D536-B465A6A674F9}"/>
          </ac:cxnSpMkLst>
        </pc:cxnChg>
        <pc:cxnChg chg="add mod">
          <ac:chgData name="陈凌韬 陈凌韬" userId="81acf5ebae9f403a" providerId="LiveId" clId="{D9F12F90-5E30-4441-B053-A456B7B6408B}" dt="2025-09-25T08:39:06.946" v="6085" actId="14100"/>
          <ac:cxnSpMkLst>
            <pc:docMk/>
            <pc:sldMk cId="3474305852" sldId="405"/>
            <ac:cxnSpMk id="90" creationId="{C3992B18-A112-3BEA-AA3B-76DC730F3513}"/>
          </ac:cxnSpMkLst>
        </pc:cxnChg>
        <pc:cxnChg chg="add mod">
          <ac:chgData name="陈凌韬 陈凌韬" userId="81acf5ebae9f403a" providerId="LiveId" clId="{D9F12F90-5E30-4441-B053-A456B7B6408B}" dt="2025-09-25T08:39:13.277" v="6088" actId="14100"/>
          <ac:cxnSpMkLst>
            <pc:docMk/>
            <pc:sldMk cId="3474305852" sldId="405"/>
            <ac:cxnSpMk id="93" creationId="{4CC78D23-2F7A-E7B7-7503-D8F1A558357E}"/>
          </ac:cxnSpMkLst>
        </pc:cxnChg>
        <pc:cxnChg chg="add mod">
          <ac:chgData name="陈凌韬 陈凌韬" userId="81acf5ebae9f403a" providerId="LiveId" clId="{D9F12F90-5E30-4441-B053-A456B7B6408B}" dt="2025-09-25T08:39:18.695" v="6091" actId="14100"/>
          <ac:cxnSpMkLst>
            <pc:docMk/>
            <pc:sldMk cId="3474305852" sldId="405"/>
            <ac:cxnSpMk id="96" creationId="{638779D7-1EB5-E62A-325A-4337375F1282}"/>
          </ac:cxnSpMkLst>
        </pc:cxnChg>
        <pc:cxnChg chg="add mod">
          <ac:chgData name="陈凌韬 陈凌韬" userId="81acf5ebae9f403a" providerId="LiveId" clId="{D9F12F90-5E30-4441-B053-A456B7B6408B}" dt="2025-09-25T08:39:24.174" v="6094" actId="14100"/>
          <ac:cxnSpMkLst>
            <pc:docMk/>
            <pc:sldMk cId="3474305852" sldId="405"/>
            <ac:cxnSpMk id="99" creationId="{252DB831-CD2A-9BD4-1B76-B2A29A173F4D}"/>
          </ac:cxnSpMkLst>
        </pc:cxnChg>
        <pc:cxnChg chg="add mod">
          <ac:chgData name="陈凌韬 陈凌韬" userId="81acf5ebae9f403a" providerId="LiveId" clId="{D9F12F90-5E30-4441-B053-A456B7B6408B}" dt="2025-09-25T08:39:28.512" v="6097" actId="14100"/>
          <ac:cxnSpMkLst>
            <pc:docMk/>
            <pc:sldMk cId="3474305852" sldId="405"/>
            <ac:cxnSpMk id="102" creationId="{16CB8433-41F1-4FF0-A41F-B555FEF21693}"/>
          </ac:cxnSpMkLst>
        </pc:cxnChg>
        <pc:cxnChg chg="add mod">
          <ac:chgData name="陈凌韬 陈凌韬" userId="81acf5ebae9f403a" providerId="LiveId" clId="{D9F12F90-5E30-4441-B053-A456B7B6408B}" dt="2025-09-25T08:39:34.262" v="6100" actId="14100"/>
          <ac:cxnSpMkLst>
            <pc:docMk/>
            <pc:sldMk cId="3474305852" sldId="405"/>
            <ac:cxnSpMk id="105" creationId="{6818E68E-6A95-4BF7-4900-5C60C613E955}"/>
          </ac:cxnSpMkLst>
        </pc:cxnChg>
        <pc:cxnChg chg="add mod">
          <ac:chgData name="陈凌韬 陈凌韬" userId="81acf5ebae9f403a" providerId="LiveId" clId="{D9F12F90-5E30-4441-B053-A456B7B6408B}" dt="2025-09-25T08:49:21.690" v="6320" actId="14100"/>
          <ac:cxnSpMkLst>
            <pc:docMk/>
            <pc:sldMk cId="3474305852" sldId="405"/>
            <ac:cxnSpMk id="132" creationId="{6786037E-FD72-16C7-C470-A2B294894CE5}"/>
          </ac:cxnSpMkLst>
        </pc:cxnChg>
      </pc:sldChg>
      <pc:sldChg chg="addSp delSp modSp add mod modNotesTx">
        <pc:chgData name="陈凌韬 陈凌韬" userId="81acf5ebae9f403a" providerId="LiveId" clId="{D9F12F90-5E30-4441-B053-A456B7B6408B}" dt="2025-09-29T12:43:03.934" v="17085" actId="20577"/>
        <pc:sldMkLst>
          <pc:docMk/>
          <pc:sldMk cId="166332165" sldId="406"/>
        </pc:sldMkLst>
        <pc:spChg chg="add mod">
          <ac:chgData name="陈凌韬 陈凌韬" userId="81acf5ebae9f403a" providerId="LiveId" clId="{D9F12F90-5E30-4441-B053-A456B7B6408B}" dt="2025-09-26T06:47:33.670" v="6935" actId="1076"/>
          <ac:spMkLst>
            <pc:docMk/>
            <pc:sldMk cId="166332165" sldId="406"/>
            <ac:spMk id="3" creationId="{888ABA9A-BFE0-4D72-BA09-E50EC7716ABD}"/>
          </ac:spMkLst>
        </pc:spChg>
        <pc:spChg chg="add mod">
          <ac:chgData name="陈凌韬 陈凌韬" userId="81acf5ebae9f403a" providerId="LiveId" clId="{D9F12F90-5E30-4441-B053-A456B7B6408B}" dt="2025-09-26T07:15:11.337" v="7056" actId="1076"/>
          <ac:spMkLst>
            <pc:docMk/>
            <pc:sldMk cId="166332165" sldId="406"/>
            <ac:spMk id="5" creationId="{7627724E-FAC2-4670-0794-3ADE4DC0D7C1}"/>
          </ac:spMkLst>
        </pc:spChg>
        <pc:spChg chg="add mod">
          <ac:chgData name="陈凌韬 陈凌韬" userId="81acf5ebae9f403a" providerId="LiveId" clId="{D9F12F90-5E30-4441-B053-A456B7B6408B}" dt="2025-09-26T06:41:09.439" v="6839" actId="692"/>
          <ac:spMkLst>
            <pc:docMk/>
            <pc:sldMk cId="166332165" sldId="406"/>
            <ac:spMk id="7" creationId="{F93737F0-D688-AA4F-426C-4BEBF2C01052}"/>
          </ac:spMkLst>
        </pc:spChg>
        <pc:spChg chg="mod">
          <ac:chgData name="陈凌韬 陈凌韬" userId="81acf5ebae9f403a" providerId="LiveId" clId="{D9F12F90-5E30-4441-B053-A456B7B6408B}" dt="2025-09-27T02:15:30.357" v="7945" actId="20577"/>
          <ac:spMkLst>
            <pc:docMk/>
            <pc:sldMk cId="166332165" sldId="406"/>
            <ac:spMk id="8" creationId="{EC31BF5A-D7E4-F1AF-29B5-7540CEF79188}"/>
          </ac:spMkLst>
        </pc:spChg>
        <pc:spChg chg="add mod">
          <ac:chgData name="陈凌韬 陈凌韬" userId="81acf5ebae9f403a" providerId="LiveId" clId="{D9F12F90-5E30-4441-B053-A456B7B6408B}" dt="2025-09-26T07:23:56.336" v="7170" actId="1076"/>
          <ac:spMkLst>
            <pc:docMk/>
            <pc:sldMk cId="166332165" sldId="406"/>
            <ac:spMk id="9" creationId="{495CBB74-A734-D9DD-329D-ED7F8E794B43}"/>
          </ac:spMkLst>
        </pc:spChg>
        <pc:spChg chg="add mod">
          <ac:chgData name="陈凌韬 陈凌韬" userId="81acf5ebae9f403a" providerId="LiveId" clId="{D9F12F90-5E30-4441-B053-A456B7B6408B}" dt="2025-09-28T15:11:13.388" v="12822" actId="692"/>
          <ac:spMkLst>
            <pc:docMk/>
            <pc:sldMk cId="166332165" sldId="406"/>
            <ac:spMk id="10" creationId="{0826A240-96B4-8A7E-7F23-49A0FE3FBA89}"/>
          </ac:spMkLst>
        </pc:spChg>
        <pc:spChg chg="add mod">
          <ac:chgData name="陈凌韬 陈凌韬" userId="81acf5ebae9f403a" providerId="LiveId" clId="{D9F12F90-5E30-4441-B053-A456B7B6408B}" dt="2025-09-26T06:21:38.426" v="6589" actId="1035"/>
          <ac:spMkLst>
            <pc:docMk/>
            <pc:sldMk cId="166332165" sldId="406"/>
            <ac:spMk id="11" creationId="{1851621A-4FB9-415B-B289-0ED4EAFCE0B2}"/>
          </ac:spMkLst>
        </pc:spChg>
        <pc:spChg chg="add mod">
          <ac:chgData name="陈凌韬 陈凌韬" userId="81acf5ebae9f403a" providerId="LiveId" clId="{D9F12F90-5E30-4441-B053-A456B7B6408B}" dt="2025-09-26T06:21:47.252" v="6604" actId="1036"/>
          <ac:spMkLst>
            <pc:docMk/>
            <pc:sldMk cId="166332165" sldId="406"/>
            <ac:spMk id="12" creationId="{231C1EFC-A859-936A-3726-F00845220DBE}"/>
          </ac:spMkLst>
        </pc:spChg>
        <pc:spChg chg="add mod">
          <ac:chgData name="陈凌韬 陈凌韬" userId="81acf5ebae9f403a" providerId="LiveId" clId="{D9F12F90-5E30-4441-B053-A456B7B6408B}" dt="2025-09-26T06:22:24.835" v="6608" actId="1076"/>
          <ac:spMkLst>
            <pc:docMk/>
            <pc:sldMk cId="166332165" sldId="406"/>
            <ac:spMk id="13" creationId="{5EAE9CBF-BB81-3E10-D6EF-C9EA79498A16}"/>
          </ac:spMkLst>
        </pc:spChg>
        <pc:spChg chg="add mod">
          <ac:chgData name="陈凌韬 陈凌韬" userId="81acf5ebae9f403a" providerId="LiveId" clId="{D9F12F90-5E30-4441-B053-A456B7B6408B}" dt="2025-09-26T06:22:27.823" v="6609" actId="1076"/>
          <ac:spMkLst>
            <pc:docMk/>
            <pc:sldMk cId="166332165" sldId="406"/>
            <ac:spMk id="14" creationId="{F0A5F00C-D0D0-09F5-2760-C6B8D8038DEF}"/>
          </ac:spMkLst>
        </pc:spChg>
        <pc:spChg chg="add mod">
          <ac:chgData name="陈凌韬 陈凌韬" userId="81acf5ebae9f403a" providerId="LiveId" clId="{D9F12F90-5E30-4441-B053-A456B7B6408B}" dt="2025-09-26T06:22:59.356" v="6639" actId="20577"/>
          <ac:spMkLst>
            <pc:docMk/>
            <pc:sldMk cId="166332165" sldId="406"/>
            <ac:spMk id="18" creationId="{7956E879-0C4D-ADF3-2026-57075EFA60B8}"/>
          </ac:spMkLst>
        </pc:spChg>
        <pc:spChg chg="add mod">
          <ac:chgData name="陈凌韬 陈凌韬" userId="81acf5ebae9f403a" providerId="LiveId" clId="{D9F12F90-5E30-4441-B053-A456B7B6408B}" dt="2025-09-26T06:27:04.647" v="6676" actId="1076"/>
          <ac:spMkLst>
            <pc:docMk/>
            <pc:sldMk cId="166332165" sldId="406"/>
            <ac:spMk id="25" creationId="{26305AFE-CA05-DBDA-B98F-FC1D25C97C78}"/>
          </ac:spMkLst>
        </pc:spChg>
        <pc:spChg chg="add mod">
          <ac:chgData name="陈凌韬 陈凌韬" userId="81acf5ebae9f403a" providerId="LiveId" clId="{D9F12F90-5E30-4441-B053-A456B7B6408B}" dt="2025-09-26T06:27:24.250" v="6693" actId="20577"/>
          <ac:spMkLst>
            <pc:docMk/>
            <pc:sldMk cId="166332165" sldId="406"/>
            <ac:spMk id="26" creationId="{4B093D4D-1EBD-7A6C-0E76-712289DC4083}"/>
          </ac:spMkLst>
        </pc:spChg>
        <pc:spChg chg="add mod">
          <ac:chgData name="陈凌韬 陈凌韬" userId="81acf5ebae9f403a" providerId="LiveId" clId="{D9F12F90-5E30-4441-B053-A456B7B6408B}" dt="2025-09-26T06:38:32.993" v="6805" actId="1036"/>
          <ac:spMkLst>
            <pc:docMk/>
            <pc:sldMk cId="166332165" sldId="406"/>
            <ac:spMk id="67" creationId="{B66A073A-3C39-F60D-EB6D-A4F589BE0B2F}"/>
          </ac:spMkLst>
        </pc:spChg>
        <pc:spChg chg="add mod">
          <ac:chgData name="陈凌韬 陈凌韬" userId="81acf5ebae9f403a" providerId="LiveId" clId="{D9F12F90-5E30-4441-B053-A456B7B6408B}" dt="2025-09-26T07:55:58.264" v="7591" actId="692"/>
          <ac:spMkLst>
            <pc:docMk/>
            <pc:sldMk cId="166332165" sldId="406"/>
            <ac:spMk id="77" creationId="{B5397B32-FF08-5BF9-F0AE-60E41495F4F3}"/>
          </ac:spMkLst>
        </pc:spChg>
        <pc:spChg chg="add mod">
          <ac:chgData name="陈凌韬 陈凌韬" userId="81acf5ebae9f403a" providerId="LiveId" clId="{D9F12F90-5E30-4441-B053-A456B7B6408B}" dt="2025-09-26T06:39:42.791" v="6837" actId="1076"/>
          <ac:spMkLst>
            <pc:docMk/>
            <pc:sldMk cId="166332165" sldId="406"/>
            <ac:spMk id="78" creationId="{6F7FFE5B-AF4F-7A94-2D1D-1CAB08FAF685}"/>
          </ac:spMkLst>
        </pc:spChg>
        <pc:spChg chg="add mod">
          <ac:chgData name="陈凌韬 陈凌韬" userId="81acf5ebae9f403a" providerId="LiveId" clId="{D9F12F90-5E30-4441-B053-A456B7B6408B}" dt="2025-09-26T06:49:50.063" v="6983" actId="1037"/>
          <ac:spMkLst>
            <pc:docMk/>
            <pc:sldMk cId="166332165" sldId="406"/>
            <ac:spMk id="82" creationId="{9F639FBA-DC6F-7BD9-649C-80381DC0FD27}"/>
          </ac:spMkLst>
        </pc:spChg>
        <pc:spChg chg="add mod">
          <ac:chgData name="陈凌韬 陈凌韬" userId="81acf5ebae9f403a" providerId="LiveId" clId="{D9F12F90-5E30-4441-B053-A456B7B6408B}" dt="2025-09-26T06:49:50.063" v="6983" actId="1037"/>
          <ac:spMkLst>
            <pc:docMk/>
            <pc:sldMk cId="166332165" sldId="406"/>
            <ac:spMk id="83" creationId="{42F1C583-2F6C-0183-1869-54A0B9F38731}"/>
          </ac:spMkLst>
        </pc:spChg>
        <pc:spChg chg="add mod">
          <ac:chgData name="陈凌韬 陈凌韬" userId="81acf5ebae9f403a" providerId="LiveId" clId="{D9F12F90-5E30-4441-B053-A456B7B6408B}" dt="2025-09-26T06:49:50.063" v="6983" actId="1037"/>
          <ac:spMkLst>
            <pc:docMk/>
            <pc:sldMk cId="166332165" sldId="406"/>
            <ac:spMk id="89" creationId="{CE8FA88D-DA9E-516B-780D-E570A2347D02}"/>
          </ac:spMkLst>
        </pc:spChg>
        <pc:spChg chg="add mod">
          <ac:chgData name="陈凌韬 陈凌韬" userId="81acf5ebae9f403a" providerId="LiveId" clId="{D9F12F90-5E30-4441-B053-A456B7B6408B}" dt="2025-09-26T06:50:08.868" v="6992" actId="1035"/>
          <ac:spMkLst>
            <pc:docMk/>
            <pc:sldMk cId="166332165" sldId="406"/>
            <ac:spMk id="91" creationId="{76E6432C-CA69-C35E-942E-504D1D60A42C}"/>
          </ac:spMkLst>
        </pc:spChg>
        <pc:spChg chg="add mod">
          <ac:chgData name="陈凌韬 陈凌韬" userId="81acf5ebae9f403a" providerId="LiveId" clId="{D9F12F90-5E30-4441-B053-A456B7B6408B}" dt="2025-09-26T06:50:15.614" v="6998" actId="1036"/>
          <ac:spMkLst>
            <pc:docMk/>
            <pc:sldMk cId="166332165" sldId="406"/>
            <ac:spMk id="92" creationId="{14A2C6DC-1FE7-CA44-24AB-12B15E2C78AD}"/>
          </ac:spMkLst>
        </pc:spChg>
        <pc:spChg chg="add mod">
          <ac:chgData name="陈凌韬 陈凌韬" userId="81acf5ebae9f403a" providerId="LiveId" clId="{D9F12F90-5E30-4441-B053-A456B7B6408B}" dt="2025-09-26T07:55:48.846" v="7589" actId="692"/>
          <ac:spMkLst>
            <pc:docMk/>
            <pc:sldMk cId="166332165" sldId="406"/>
            <ac:spMk id="94" creationId="{AA1AAF5B-2733-7FB7-AF2C-830CF6F3FD76}"/>
          </ac:spMkLst>
        </pc:spChg>
        <pc:spChg chg="add mod">
          <ac:chgData name="陈凌韬 陈凌韬" userId="81acf5ebae9f403a" providerId="LiveId" clId="{D9F12F90-5E30-4441-B053-A456B7B6408B}" dt="2025-09-26T06:52:05.065" v="7021" actId="1076"/>
          <ac:spMkLst>
            <pc:docMk/>
            <pc:sldMk cId="166332165" sldId="406"/>
            <ac:spMk id="108" creationId="{A04E2B89-8A52-9C0D-F40C-737497B85F37}"/>
          </ac:spMkLst>
        </pc:spChg>
        <pc:spChg chg="add mod">
          <ac:chgData name="陈凌韬 陈凌韬" userId="81acf5ebae9f403a" providerId="LiveId" clId="{D9F12F90-5E30-4441-B053-A456B7B6408B}" dt="2025-09-26T07:56:08.759" v="7593" actId="692"/>
          <ac:spMkLst>
            <pc:docMk/>
            <pc:sldMk cId="166332165" sldId="406"/>
            <ac:spMk id="111" creationId="{4E509B39-2079-7B18-7DF1-537163D712EC}"/>
          </ac:spMkLst>
        </pc:spChg>
        <pc:spChg chg="add mod">
          <ac:chgData name="陈凌韬 陈凌韬" userId="81acf5ebae9f403a" providerId="LiveId" clId="{D9F12F90-5E30-4441-B053-A456B7B6408B}" dt="2025-09-26T07:56:14.692" v="7595" actId="692"/>
          <ac:spMkLst>
            <pc:docMk/>
            <pc:sldMk cId="166332165" sldId="406"/>
            <ac:spMk id="116" creationId="{8F9DA251-D518-06DB-0096-A904D861F078}"/>
          </ac:spMkLst>
        </pc:spChg>
        <pc:spChg chg="add mod">
          <ac:chgData name="陈凌韬 陈凌韬" userId="81acf5ebae9f403a" providerId="LiveId" clId="{D9F12F90-5E30-4441-B053-A456B7B6408B}" dt="2025-09-26T07:56:23.231" v="7597" actId="692"/>
          <ac:spMkLst>
            <pc:docMk/>
            <pc:sldMk cId="166332165" sldId="406"/>
            <ac:spMk id="118" creationId="{90689E2A-E364-FD3C-9A1B-2108450EB66B}"/>
          </ac:spMkLst>
        </pc:spChg>
        <pc:spChg chg="add mod">
          <ac:chgData name="陈凌韬 陈凌韬" userId="81acf5ebae9f403a" providerId="LiveId" clId="{D9F12F90-5E30-4441-B053-A456B7B6408B}" dt="2025-09-26T08:04:40.679" v="7732" actId="14100"/>
          <ac:spMkLst>
            <pc:docMk/>
            <pc:sldMk cId="166332165" sldId="406"/>
            <ac:spMk id="137" creationId="{6A96D7BD-E0B6-C8B7-49E8-FDAF5F9DDE5F}"/>
          </ac:spMkLst>
        </pc:spChg>
        <pc:spChg chg="add mod">
          <ac:chgData name="陈凌韬 陈凌韬" userId="81acf5ebae9f403a" providerId="LiveId" clId="{D9F12F90-5E30-4441-B053-A456B7B6408B}" dt="2025-09-26T08:04:56.874" v="7734" actId="1076"/>
          <ac:spMkLst>
            <pc:docMk/>
            <pc:sldMk cId="166332165" sldId="406"/>
            <ac:spMk id="140" creationId="{51162B0A-AA01-C26A-8ABF-E54FC7D2F471}"/>
          </ac:spMkLst>
        </pc:spChg>
        <pc:spChg chg="add mod">
          <ac:chgData name="陈凌韬 陈凌韬" userId="81acf5ebae9f403a" providerId="LiveId" clId="{D9F12F90-5E30-4441-B053-A456B7B6408B}" dt="2025-09-26T07:28:55.618" v="7241" actId="1076"/>
          <ac:spMkLst>
            <pc:docMk/>
            <pc:sldMk cId="166332165" sldId="406"/>
            <ac:spMk id="151" creationId="{8A8DE0B4-EF21-0A14-8AA6-CC5A94B6C50A}"/>
          </ac:spMkLst>
        </pc:spChg>
        <pc:spChg chg="add mod">
          <ac:chgData name="陈凌韬 陈凌韬" userId="81acf5ebae9f403a" providerId="LiveId" clId="{D9F12F90-5E30-4441-B053-A456B7B6408B}" dt="2025-09-26T07:29:21.330" v="7249" actId="20577"/>
          <ac:spMkLst>
            <pc:docMk/>
            <pc:sldMk cId="166332165" sldId="406"/>
            <ac:spMk id="152" creationId="{76160814-A762-5BE3-B18A-8B63FE73D64B}"/>
          </ac:spMkLst>
        </pc:spChg>
        <pc:spChg chg="add mod">
          <ac:chgData name="陈凌韬 陈凌韬" userId="81acf5ebae9f403a" providerId="LiveId" clId="{D9F12F90-5E30-4441-B053-A456B7B6408B}" dt="2025-09-28T15:11:19.586" v="12823" actId="692"/>
          <ac:spMkLst>
            <pc:docMk/>
            <pc:sldMk cId="166332165" sldId="406"/>
            <ac:spMk id="154" creationId="{5EF0EBE5-B007-727F-FEA3-D470CC6F9F41}"/>
          </ac:spMkLst>
        </pc:spChg>
        <pc:spChg chg="add mod">
          <ac:chgData name="陈凌韬 陈凌韬" userId="81acf5ebae9f403a" providerId="LiveId" clId="{D9F12F90-5E30-4441-B053-A456B7B6408B}" dt="2025-09-28T15:11:44.694" v="12830" actId="207"/>
          <ac:spMkLst>
            <pc:docMk/>
            <pc:sldMk cId="166332165" sldId="406"/>
            <ac:spMk id="155" creationId="{E5F4FB7E-FBC2-B993-99F6-4BCAFB32D8E6}"/>
          </ac:spMkLst>
        </pc:spChg>
        <pc:spChg chg="add mod">
          <ac:chgData name="陈凌韬 陈凌韬" userId="81acf5ebae9f403a" providerId="LiveId" clId="{D9F12F90-5E30-4441-B053-A456B7B6408B}" dt="2025-09-28T15:11:37.337" v="12828" actId="692"/>
          <ac:spMkLst>
            <pc:docMk/>
            <pc:sldMk cId="166332165" sldId="406"/>
            <ac:spMk id="156" creationId="{52B32476-89DD-8225-5894-C1B7AE3B3840}"/>
          </ac:spMkLst>
        </pc:spChg>
        <pc:spChg chg="add mod">
          <ac:chgData name="陈凌韬 陈凌韬" userId="81acf5ebae9f403a" providerId="LiveId" clId="{D9F12F90-5E30-4441-B053-A456B7B6408B}" dt="2025-09-28T15:11:32.060" v="12827" actId="692"/>
          <ac:spMkLst>
            <pc:docMk/>
            <pc:sldMk cId="166332165" sldId="406"/>
            <ac:spMk id="157" creationId="{A39E969D-3181-B628-4BD0-38AD810772D5}"/>
          </ac:spMkLst>
        </pc:spChg>
        <pc:spChg chg="add mod">
          <ac:chgData name="陈凌韬 陈凌韬" userId="81acf5ebae9f403a" providerId="LiveId" clId="{D9F12F90-5E30-4441-B053-A456B7B6408B}" dt="2025-09-26T07:58:33.595" v="7627" actId="692"/>
          <ac:spMkLst>
            <pc:docMk/>
            <pc:sldMk cId="166332165" sldId="406"/>
            <ac:spMk id="158" creationId="{BD6F547E-A0D2-7983-14EE-B2687B1B254C}"/>
          </ac:spMkLst>
        </pc:spChg>
        <pc:spChg chg="add mod">
          <ac:chgData name="陈凌韬 陈凌韬" userId="81acf5ebae9f403a" providerId="LiveId" clId="{D9F12F90-5E30-4441-B053-A456B7B6408B}" dt="2025-09-26T07:58:55.944" v="7663" actId="20577"/>
          <ac:spMkLst>
            <pc:docMk/>
            <pc:sldMk cId="166332165" sldId="406"/>
            <ac:spMk id="168" creationId="{BE95E126-2079-E78B-6658-A5239059E166}"/>
          </ac:spMkLst>
        </pc:spChg>
        <pc:spChg chg="add mod">
          <ac:chgData name="陈凌韬 陈凌韬" userId="81acf5ebae9f403a" providerId="LiveId" clId="{D9F12F90-5E30-4441-B053-A456B7B6408B}" dt="2025-09-26T08:00:34.084" v="7692" actId="692"/>
          <ac:spMkLst>
            <pc:docMk/>
            <pc:sldMk cId="166332165" sldId="406"/>
            <ac:spMk id="173" creationId="{89F4BA95-26A2-FA1D-E7DC-A1828673740B}"/>
          </ac:spMkLst>
        </pc:spChg>
        <pc:spChg chg="add mod">
          <ac:chgData name="陈凌韬 陈凌韬" userId="81acf5ebae9f403a" providerId="LiveId" clId="{D9F12F90-5E30-4441-B053-A456B7B6408B}" dt="2025-09-26T08:05:25.389" v="7749" actId="20577"/>
          <ac:spMkLst>
            <pc:docMk/>
            <pc:sldMk cId="166332165" sldId="406"/>
            <ac:spMk id="198" creationId="{BA1F1198-8B38-02F8-1EB2-E4E218132059}"/>
          </ac:spMkLst>
        </pc:spChg>
        <pc:spChg chg="add mod">
          <ac:chgData name="陈凌韬 陈凌韬" userId="81acf5ebae9f403a" providerId="LiveId" clId="{D9F12F90-5E30-4441-B053-A456B7B6408B}" dt="2025-09-28T06:12:20.186" v="11221" actId="20577"/>
          <ac:spMkLst>
            <pc:docMk/>
            <pc:sldMk cId="166332165" sldId="406"/>
            <ac:spMk id="203" creationId="{F865533D-D900-ADB6-B325-72EA4B5A671E}"/>
          </ac:spMkLst>
        </pc:spChg>
        <pc:picChg chg="add mod">
          <ac:chgData name="陈凌韬 陈凌韬" userId="81acf5ebae9f403a" providerId="LiveId" clId="{D9F12F90-5E30-4441-B053-A456B7B6408B}" dt="2025-09-26T06:38:32.993" v="6805" actId="1036"/>
          <ac:picMkLst>
            <pc:docMk/>
            <pc:sldMk cId="166332165" sldId="406"/>
            <ac:picMk id="47" creationId="{6C1B2AC1-9FA3-5A83-96D5-A4D365D3B0AD}"/>
          </ac:picMkLst>
        </pc:picChg>
        <pc:picChg chg="add mod">
          <ac:chgData name="陈凌韬 陈凌韬" userId="81acf5ebae9f403a" providerId="LiveId" clId="{D9F12F90-5E30-4441-B053-A456B7B6408B}" dt="2025-09-26T06:38:32.993" v="6805" actId="1036"/>
          <ac:picMkLst>
            <pc:docMk/>
            <pc:sldMk cId="166332165" sldId="406"/>
            <ac:picMk id="55" creationId="{581B8FA5-B5D1-81A9-813E-AFF252EAA7CE}"/>
          </ac:picMkLst>
        </pc:picChg>
        <pc:picChg chg="add mod">
          <ac:chgData name="陈凌韬 陈凌韬" userId="81acf5ebae9f403a" providerId="LiveId" clId="{D9F12F90-5E30-4441-B053-A456B7B6408B}" dt="2025-09-26T06:38:32.993" v="6805" actId="1036"/>
          <ac:picMkLst>
            <pc:docMk/>
            <pc:sldMk cId="166332165" sldId="406"/>
            <ac:picMk id="57" creationId="{5333C5A4-5E8C-84F3-84BE-D2A6490197AD}"/>
          </ac:picMkLst>
        </pc:picChg>
        <pc:picChg chg="add mod">
          <ac:chgData name="陈凌韬 陈凌韬" userId="81acf5ebae9f403a" providerId="LiveId" clId="{D9F12F90-5E30-4441-B053-A456B7B6408B}" dt="2025-09-26T06:49:31.599" v="6971" actId="1036"/>
          <ac:picMkLst>
            <pc:docMk/>
            <pc:sldMk cId="166332165" sldId="406"/>
            <ac:picMk id="79" creationId="{0FF0CB53-D4D1-93DA-321A-0A1E2F6BE083}"/>
          </ac:picMkLst>
        </pc:picChg>
        <pc:picChg chg="add mod">
          <ac:chgData name="陈凌韬 陈凌韬" userId="81acf5ebae9f403a" providerId="LiveId" clId="{D9F12F90-5E30-4441-B053-A456B7B6408B}" dt="2025-09-26T06:49:31.599" v="6971" actId="1036"/>
          <ac:picMkLst>
            <pc:docMk/>
            <pc:sldMk cId="166332165" sldId="406"/>
            <ac:picMk id="80" creationId="{946DCBB5-9B86-32B7-3FD1-6F98BCBF9BE3}"/>
          </ac:picMkLst>
        </pc:picChg>
        <pc:picChg chg="add mod">
          <ac:chgData name="陈凌韬 陈凌韬" userId="81acf5ebae9f403a" providerId="LiveId" clId="{D9F12F90-5E30-4441-B053-A456B7B6408B}" dt="2025-09-26T06:49:31.599" v="6971" actId="1036"/>
          <ac:picMkLst>
            <pc:docMk/>
            <pc:sldMk cId="166332165" sldId="406"/>
            <ac:picMk id="81" creationId="{4300E409-7B7F-1680-BE2E-07F88C5ACDA6}"/>
          </ac:picMkLst>
        </pc:picChg>
        <pc:cxnChg chg="add mod">
          <ac:chgData name="陈凌韬 陈凌韬" userId="81acf5ebae9f403a" providerId="LiveId" clId="{D9F12F90-5E30-4441-B053-A456B7B6408B}" dt="2025-09-26T07:15:11.337" v="7056" actId="1076"/>
          <ac:cxnSpMkLst>
            <pc:docMk/>
            <pc:sldMk cId="166332165" sldId="406"/>
            <ac:cxnSpMk id="20" creationId="{F6E8A41B-5877-BA9F-5121-6F79CEB7E732}"/>
          </ac:cxnSpMkLst>
        </pc:cxnChg>
        <pc:cxnChg chg="add mod">
          <ac:chgData name="陈凌韬 陈凌韬" userId="81acf5ebae9f403a" providerId="LiveId" clId="{D9F12F90-5E30-4441-B053-A456B7B6408B}" dt="2025-09-26T07:15:11.337" v="7056" actId="1076"/>
          <ac:cxnSpMkLst>
            <pc:docMk/>
            <pc:sldMk cId="166332165" sldId="406"/>
            <ac:cxnSpMk id="21" creationId="{6F8C6B98-0A86-C3B0-FA09-5C47E44CA287}"/>
          </ac:cxnSpMkLst>
        </pc:cxnChg>
        <pc:cxnChg chg="add mod">
          <ac:chgData name="陈凌韬 陈凌韬" userId="81acf5ebae9f403a" providerId="LiveId" clId="{D9F12F90-5E30-4441-B053-A456B7B6408B}" dt="2025-09-26T06:38:32.993" v="6805" actId="1036"/>
          <ac:cxnSpMkLst>
            <pc:docMk/>
            <pc:sldMk cId="166332165" sldId="406"/>
            <ac:cxnSpMk id="50" creationId="{67FBD74A-C7AA-7F00-EF36-E3FF763358FD}"/>
          </ac:cxnSpMkLst>
        </pc:cxnChg>
        <pc:cxnChg chg="add mod">
          <ac:chgData name="陈凌韬 陈凌韬" userId="81acf5ebae9f403a" providerId="LiveId" clId="{D9F12F90-5E30-4441-B053-A456B7B6408B}" dt="2025-09-26T06:38:32.993" v="6805" actId="1036"/>
          <ac:cxnSpMkLst>
            <pc:docMk/>
            <pc:sldMk cId="166332165" sldId="406"/>
            <ac:cxnSpMk id="61" creationId="{FA7B2659-8DB7-A50E-6E4D-84AA3815BF00}"/>
          </ac:cxnSpMkLst>
        </pc:cxnChg>
        <pc:cxnChg chg="add mod">
          <ac:chgData name="陈凌韬 陈凌韬" userId="81acf5ebae9f403a" providerId="LiveId" clId="{D9F12F90-5E30-4441-B053-A456B7B6408B}" dt="2025-09-26T06:38:32.993" v="6805" actId="1036"/>
          <ac:cxnSpMkLst>
            <pc:docMk/>
            <pc:sldMk cId="166332165" sldId="406"/>
            <ac:cxnSpMk id="65" creationId="{C197462E-8357-4970-D6F2-92CCF8B01944}"/>
          </ac:cxnSpMkLst>
        </pc:cxnChg>
        <pc:cxnChg chg="add mod">
          <ac:chgData name="陈凌韬 陈凌韬" userId="81acf5ebae9f403a" providerId="LiveId" clId="{D9F12F90-5E30-4441-B053-A456B7B6408B}" dt="2025-09-26T07:56:59.717" v="7603" actId="692"/>
          <ac:cxnSpMkLst>
            <pc:docMk/>
            <pc:sldMk cId="166332165" sldId="406"/>
            <ac:cxnSpMk id="107" creationId="{2D2C50EC-0368-E63B-FE1E-2535CF169E32}"/>
          </ac:cxnSpMkLst>
        </pc:cxnChg>
        <pc:cxnChg chg="add mod">
          <ac:chgData name="陈凌韬 陈凌韬" userId="81acf5ebae9f403a" providerId="LiveId" clId="{D9F12F90-5E30-4441-B053-A456B7B6408B}" dt="2025-09-26T07:57:21.379" v="7609" actId="692"/>
          <ac:cxnSpMkLst>
            <pc:docMk/>
            <pc:sldMk cId="166332165" sldId="406"/>
            <ac:cxnSpMk id="123" creationId="{A031ADA5-798A-13AA-062E-8C9CE218058A}"/>
          </ac:cxnSpMkLst>
        </pc:cxnChg>
        <pc:cxnChg chg="add mod">
          <ac:chgData name="陈凌韬 陈凌韬" userId="81acf5ebae9f403a" providerId="LiveId" clId="{D9F12F90-5E30-4441-B053-A456B7B6408B}" dt="2025-09-26T07:57:17.147" v="7608" actId="692"/>
          <ac:cxnSpMkLst>
            <pc:docMk/>
            <pc:sldMk cId="166332165" sldId="406"/>
            <ac:cxnSpMk id="124" creationId="{6ACC5F33-AE98-6EE1-B2F6-384BCF76A97E}"/>
          </ac:cxnSpMkLst>
        </pc:cxnChg>
        <pc:cxnChg chg="add mod">
          <ac:chgData name="陈凌韬 陈凌韬" userId="81acf5ebae9f403a" providerId="LiveId" clId="{D9F12F90-5E30-4441-B053-A456B7B6408B}" dt="2025-09-26T08:04:56.874" v="7734" actId="1076"/>
          <ac:cxnSpMkLst>
            <pc:docMk/>
            <pc:sldMk cId="166332165" sldId="406"/>
            <ac:cxnSpMk id="142" creationId="{4F3B2DDC-AE39-ADB4-722A-36E78A96111F}"/>
          </ac:cxnSpMkLst>
        </pc:cxnChg>
        <pc:cxnChg chg="add mod">
          <ac:chgData name="陈凌韬 陈凌韬" userId="81acf5ebae9f403a" providerId="LiveId" clId="{D9F12F90-5E30-4441-B053-A456B7B6408B}" dt="2025-09-26T08:04:40.679" v="7732" actId="14100"/>
          <ac:cxnSpMkLst>
            <pc:docMk/>
            <pc:sldMk cId="166332165" sldId="406"/>
            <ac:cxnSpMk id="145" creationId="{E9DFD4FC-4275-82D7-6194-24B212CDE693}"/>
          </ac:cxnSpMkLst>
        </pc:cxnChg>
        <pc:cxnChg chg="add mod">
          <ac:chgData name="陈凌韬 陈凌韬" userId="81acf5ebae9f403a" providerId="LiveId" clId="{D9F12F90-5E30-4441-B053-A456B7B6408B}" dt="2025-09-26T08:04:40.679" v="7732" actId="14100"/>
          <ac:cxnSpMkLst>
            <pc:docMk/>
            <pc:sldMk cId="166332165" sldId="406"/>
            <ac:cxnSpMk id="148" creationId="{C23E5815-1B9E-7633-4024-58BF64E25E02}"/>
          </ac:cxnSpMkLst>
        </pc:cxnChg>
        <pc:cxnChg chg="add del mod">
          <ac:chgData name="陈凌韬 陈凌韬" userId="81acf5ebae9f403a" providerId="LiveId" clId="{D9F12F90-5E30-4441-B053-A456B7B6408B}" dt="2025-09-26T07:58:15.840" v="7620" actId="21"/>
          <ac:cxnSpMkLst>
            <pc:docMk/>
            <pc:sldMk cId="166332165" sldId="406"/>
            <ac:cxnSpMk id="159" creationId="{673E62B2-D42B-CA98-70C6-4F2B529DEB10}"/>
          </ac:cxnSpMkLst>
        </pc:cxnChg>
        <pc:cxnChg chg="add mod">
          <ac:chgData name="陈凌韬 陈凌韬" userId="81acf5ebae9f403a" providerId="LiveId" clId="{D9F12F90-5E30-4441-B053-A456B7B6408B}" dt="2025-09-26T07:58:20.255" v="7623" actId="14100"/>
          <ac:cxnSpMkLst>
            <pc:docMk/>
            <pc:sldMk cId="166332165" sldId="406"/>
            <ac:cxnSpMk id="162" creationId="{B009B73A-2A86-6BA1-B26F-1181F7507859}"/>
          </ac:cxnSpMkLst>
        </pc:cxnChg>
        <pc:cxnChg chg="add mod">
          <ac:chgData name="陈凌韬 陈凌韬" userId="81acf5ebae9f403a" providerId="LiveId" clId="{D9F12F90-5E30-4441-B053-A456B7B6408B}" dt="2025-09-26T07:58:25.942" v="7626" actId="14100"/>
          <ac:cxnSpMkLst>
            <pc:docMk/>
            <pc:sldMk cId="166332165" sldId="406"/>
            <ac:cxnSpMk id="165" creationId="{4C78A745-27DD-F640-DEE3-428C0BFA4F08}"/>
          </ac:cxnSpMkLst>
        </pc:cxnChg>
        <pc:cxnChg chg="add mod">
          <ac:chgData name="陈凌韬 陈凌韬" userId="81acf5ebae9f403a" providerId="LiveId" clId="{D9F12F90-5E30-4441-B053-A456B7B6408B}" dt="2025-09-26T08:00:22.623" v="7674" actId="1076"/>
          <ac:cxnSpMkLst>
            <pc:docMk/>
            <pc:sldMk cId="166332165" sldId="406"/>
            <ac:cxnSpMk id="169" creationId="{476CCA9A-4DCB-24FB-24BE-D52687154245}"/>
          </ac:cxnSpMkLst>
        </pc:cxnChg>
        <pc:cxnChg chg="add mod">
          <ac:chgData name="陈凌韬 陈凌韬" userId="81acf5ebae9f403a" providerId="LiveId" clId="{D9F12F90-5E30-4441-B053-A456B7B6408B}" dt="2025-09-26T08:06:04.824" v="7753" actId="14100"/>
          <ac:cxnSpMkLst>
            <pc:docMk/>
            <pc:sldMk cId="166332165" sldId="406"/>
            <ac:cxnSpMk id="178" creationId="{74509FCA-D23E-DAEB-0547-0C2DD8075CE7}"/>
          </ac:cxnSpMkLst>
        </pc:cxnChg>
        <pc:cxnChg chg="add mod">
          <ac:chgData name="陈凌韬 陈凌韬" userId="81acf5ebae9f403a" providerId="LiveId" clId="{D9F12F90-5E30-4441-B053-A456B7B6408B}" dt="2025-09-26T08:02:19.925" v="7708" actId="692"/>
          <ac:cxnSpMkLst>
            <pc:docMk/>
            <pc:sldMk cId="166332165" sldId="406"/>
            <ac:cxnSpMk id="181" creationId="{F8C9EF5A-739B-9297-83FC-5E43E84BFA0E}"/>
          </ac:cxnSpMkLst>
        </pc:cxnChg>
        <pc:cxnChg chg="add mod">
          <ac:chgData name="陈凌韬 陈凌韬" userId="81acf5ebae9f403a" providerId="LiveId" clId="{D9F12F90-5E30-4441-B053-A456B7B6408B}" dt="2025-09-26T08:02:32.279" v="7710" actId="1076"/>
          <ac:cxnSpMkLst>
            <pc:docMk/>
            <pc:sldMk cId="166332165" sldId="406"/>
            <ac:cxnSpMk id="185" creationId="{005BBFD4-5C55-D133-7B8E-39A2A058D3BB}"/>
          </ac:cxnSpMkLst>
        </pc:cxnChg>
        <pc:cxnChg chg="add mod">
          <ac:chgData name="陈凌韬 陈凌韬" userId="81acf5ebae9f403a" providerId="LiveId" clId="{D9F12F90-5E30-4441-B053-A456B7B6408B}" dt="2025-09-26T08:05:35.500" v="7752" actId="14100"/>
          <ac:cxnSpMkLst>
            <pc:docMk/>
            <pc:sldMk cId="166332165" sldId="406"/>
            <ac:cxnSpMk id="199" creationId="{278D49AE-F7D1-9F08-0278-A57A9334D523}"/>
          </ac:cxnSpMkLst>
        </pc:cxnChg>
      </pc:sldChg>
      <pc:sldChg chg="addSp delSp modSp add mod setBg modNotesTx">
        <pc:chgData name="陈凌韬 陈凌韬" userId="81acf5ebae9f403a" providerId="LiveId" clId="{D9F12F90-5E30-4441-B053-A456B7B6408B}" dt="2025-09-29T12:27:42.116" v="17030" actId="20577"/>
        <pc:sldMkLst>
          <pc:docMk/>
          <pc:sldMk cId="3594857497" sldId="407"/>
        </pc:sldMkLst>
        <pc:spChg chg="add mod">
          <ac:chgData name="陈凌韬 陈凌韬" userId="81acf5ebae9f403a" providerId="LiveId" clId="{D9F12F90-5E30-4441-B053-A456B7B6408B}" dt="2025-09-27T07:29:45.690" v="8722" actId="692"/>
          <ac:spMkLst>
            <pc:docMk/>
            <pc:sldMk cId="3594857497" sldId="407"/>
            <ac:spMk id="2" creationId="{722DB18F-A4AD-FE73-E07D-7464D373FF55}"/>
          </ac:spMkLst>
        </pc:spChg>
        <pc:spChg chg="add mod">
          <ac:chgData name="陈凌韬 陈凌韬" userId="81acf5ebae9f403a" providerId="LiveId" clId="{D9F12F90-5E30-4441-B053-A456B7B6408B}" dt="2025-09-28T15:12:31.238" v="12837" actId="692"/>
          <ac:spMkLst>
            <pc:docMk/>
            <pc:sldMk cId="3594857497" sldId="407"/>
            <ac:spMk id="6" creationId="{2488BEFE-B994-F3B4-7497-BBE7FA99C10D}"/>
          </ac:spMkLst>
        </pc:spChg>
        <pc:spChg chg="mod">
          <ac:chgData name="陈凌韬 陈凌韬" userId="81acf5ebae9f403a" providerId="LiveId" clId="{D9F12F90-5E30-4441-B053-A456B7B6408B}" dt="2025-09-26T08:35:15.515" v="7875"/>
          <ac:spMkLst>
            <pc:docMk/>
            <pc:sldMk cId="3594857497" sldId="407"/>
            <ac:spMk id="8" creationId="{C5807180-A1C8-4AA9-C129-8F0AAEC810F9}"/>
          </ac:spMkLst>
        </pc:spChg>
        <pc:spChg chg="add mod">
          <ac:chgData name="陈凌韬 陈凌韬" userId="81acf5ebae9f403a" providerId="LiveId" clId="{D9F12F90-5E30-4441-B053-A456B7B6408B}" dt="2025-09-28T15:13:25.227" v="12849" actId="692"/>
          <ac:spMkLst>
            <pc:docMk/>
            <pc:sldMk cId="3594857497" sldId="407"/>
            <ac:spMk id="15" creationId="{C367CB79-0514-1017-B3C0-96E194865CB0}"/>
          </ac:spMkLst>
        </pc:spChg>
        <pc:spChg chg="add mod">
          <ac:chgData name="陈凌韬 陈凌韬" userId="81acf5ebae9f403a" providerId="LiveId" clId="{D9F12F90-5E30-4441-B053-A456B7B6408B}" dt="2025-09-28T15:12:41.232" v="12843" actId="692"/>
          <ac:spMkLst>
            <pc:docMk/>
            <pc:sldMk cId="3594857497" sldId="407"/>
            <ac:spMk id="16" creationId="{035C8479-0D5F-6191-CBDE-C3C828EC8E82}"/>
          </ac:spMkLst>
        </pc:spChg>
        <pc:spChg chg="add del mod">
          <ac:chgData name="陈凌韬 陈凌韬" userId="81acf5ebae9f403a" providerId="LiveId" clId="{D9F12F90-5E30-4441-B053-A456B7B6408B}" dt="2025-09-27T04:04:22.932" v="8362" actId="1076"/>
          <ac:spMkLst>
            <pc:docMk/>
            <pc:sldMk cId="3594857497" sldId="407"/>
            <ac:spMk id="22" creationId="{D62B034D-5BA5-1C88-A06F-55945ED3F354}"/>
          </ac:spMkLst>
        </pc:spChg>
        <pc:spChg chg="add del mod">
          <ac:chgData name="陈凌韬 陈凌韬" userId="81acf5ebae9f403a" providerId="LiveId" clId="{D9F12F90-5E30-4441-B053-A456B7B6408B}" dt="2025-09-27T04:55:37.892" v="8595" actId="20577"/>
          <ac:spMkLst>
            <pc:docMk/>
            <pc:sldMk cId="3594857497" sldId="407"/>
            <ac:spMk id="23" creationId="{FCA59A91-2457-4825-4087-E5E8DD904352}"/>
          </ac:spMkLst>
        </pc:spChg>
        <pc:spChg chg="add mod">
          <ac:chgData name="陈凌韬 陈凌韬" userId="81acf5ebae9f403a" providerId="LiveId" clId="{D9F12F90-5E30-4441-B053-A456B7B6408B}" dt="2025-09-27T04:41:00.197" v="8512" actId="1076"/>
          <ac:spMkLst>
            <pc:docMk/>
            <pc:sldMk cId="3594857497" sldId="407"/>
            <ac:spMk id="24" creationId="{DEC9547F-E50C-267D-9A66-A7C18CE6A6A6}"/>
          </ac:spMkLst>
        </pc:spChg>
        <pc:spChg chg="add mod">
          <ac:chgData name="陈凌韬 陈凌韬" userId="81acf5ebae9f403a" providerId="LiveId" clId="{D9F12F90-5E30-4441-B053-A456B7B6408B}" dt="2025-09-27T08:59:59.624" v="9132" actId="20577"/>
          <ac:spMkLst>
            <pc:docMk/>
            <pc:sldMk cId="3594857497" sldId="407"/>
            <ac:spMk id="27" creationId="{6E47C6C1-C76A-EA27-3EE3-2083ABC4701C}"/>
          </ac:spMkLst>
        </pc:spChg>
        <pc:spChg chg="add mod">
          <ac:chgData name="陈凌韬 陈凌韬" userId="81acf5ebae9f403a" providerId="LiveId" clId="{D9F12F90-5E30-4441-B053-A456B7B6408B}" dt="2025-09-28T15:12:55.428" v="12845" actId="692"/>
          <ac:spMkLst>
            <pc:docMk/>
            <pc:sldMk cId="3594857497" sldId="407"/>
            <ac:spMk id="29" creationId="{3F7E2CCC-C6B6-9CDE-8563-C934D6B4CFDE}"/>
          </ac:spMkLst>
        </pc:spChg>
        <pc:spChg chg="add mod">
          <ac:chgData name="陈凌韬 陈凌韬" userId="81acf5ebae9f403a" providerId="LiveId" clId="{D9F12F90-5E30-4441-B053-A456B7B6408B}" dt="2025-09-28T15:12:50.824" v="12844" actId="692"/>
          <ac:spMkLst>
            <pc:docMk/>
            <pc:sldMk cId="3594857497" sldId="407"/>
            <ac:spMk id="30" creationId="{7EA4D29F-FDDD-BDD8-865B-14E1F5CC7AAE}"/>
          </ac:spMkLst>
        </pc:spChg>
        <pc:spChg chg="add mod">
          <ac:chgData name="陈凌韬 陈凌韬" userId="81acf5ebae9f403a" providerId="LiveId" clId="{D9F12F90-5E30-4441-B053-A456B7B6408B}" dt="2025-09-28T15:13:00.464" v="12846" actId="692"/>
          <ac:spMkLst>
            <pc:docMk/>
            <pc:sldMk cId="3594857497" sldId="407"/>
            <ac:spMk id="31" creationId="{CD8CE389-3E81-9CE1-AC13-D43129DA6450}"/>
          </ac:spMkLst>
        </pc:spChg>
        <pc:spChg chg="add mod">
          <ac:chgData name="陈凌韬 陈凌韬" userId="81acf5ebae9f403a" providerId="LiveId" clId="{D9F12F90-5E30-4441-B053-A456B7B6408B}" dt="2025-09-27T07:30:00.679" v="8723" actId="692"/>
          <ac:spMkLst>
            <pc:docMk/>
            <pc:sldMk cId="3594857497" sldId="407"/>
            <ac:spMk id="32" creationId="{A680621F-FF88-DEFA-3CFA-8F74F82F7DE4}"/>
          </ac:spMkLst>
        </pc:spChg>
        <pc:spChg chg="add mod">
          <ac:chgData name="陈凌韬 陈凌韬" userId="81acf5ebae9f403a" providerId="LiveId" clId="{D9F12F90-5E30-4441-B053-A456B7B6408B}" dt="2025-09-28T15:13:25.227" v="12849" actId="692"/>
          <ac:spMkLst>
            <pc:docMk/>
            <pc:sldMk cId="3594857497" sldId="407"/>
            <ac:spMk id="34" creationId="{777CF6AA-F646-7523-3D4D-66D04CEC12B9}"/>
          </ac:spMkLst>
        </pc:spChg>
        <pc:spChg chg="mod">
          <ac:chgData name="陈凌韬 陈凌韬" userId="81acf5ebae9f403a" providerId="LiveId" clId="{D9F12F90-5E30-4441-B053-A456B7B6408B}" dt="2025-09-27T04:02:26.469" v="8347" actId="14100"/>
          <ac:spMkLst>
            <pc:docMk/>
            <pc:sldMk cId="3594857497" sldId="407"/>
            <ac:spMk id="36" creationId="{941069D1-4D53-554A-D167-903B95CECF29}"/>
          </ac:spMkLst>
        </pc:spChg>
        <pc:spChg chg="add mod">
          <ac:chgData name="陈凌韬 陈凌韬" userId="81acf5ebae9f403a" providerId="LiveId" clId="{D9F12F90-5E30-4441-B053-A456B7B6408B}" dt="2025-09-27T04:02:46.179" v="8350" actId="1076"/>
          <ac:spMkLst>
            <pc:docMk/>
            <pc:sldMk cId="3594857497" sldId="407"/>
            <ac:spMk id="37" creationId="{B46F677F-42EA-4B9A-1741-B91E3B8E2864}"/>
          </ac:spMkLst>
        </pc:spChg>
        <pc:spChg chg="add mod">
          <ac:chgData name="陈凌韬 陈凌韬" userId="81acf5ebae9f403a" providerId="LiveId" clId="{D9F12F90-5E30-4441-B053-A456B7B6408B}" dt="2025-09-27T04:01:42.096" v="8328" actId="1037"/>
          <ac:spMkLst>
            <pc:docMk/>
            <pc:sldMk cId="3594857497" sldId="407"/>
            <ac:spMk id="44" creationId="{7F80BBC2-EA1D-FCD3-FF3E-B87262366981}"/>
          </ac:spMkLst>
        </pc:spChg>
        <pc:spChg chg="add mod">
          <ac:chgData name="陈凌韬 陈凌韬" userId="81acf5ebae9f403a" providerId="LiveId" clId="{D9F12F90-5E30-4441-B053-A456B7B6408B}" dt="2025-09-27T04:00:11.919" v="8275"/>
          <ac:spMkLst>
            <pc:docMk/>
            <pc:sldMk cId="3594857497" sldId="407"/>
            <ac:spMk id="45" creationId="{45A7F6F8-D77C-C809-2412-AD44C4696C67}"/>
          </ac:spMkLst>
        </pc:spChg>
        <pc:spChg chg="add mod">
          <ac:chgData name="陈凌韬 陈凌韬" userId="81acf5ebae9f403a" providerId="LiveId" clId="{D9F12F90-5E30-4441-B053-A456B7B6408B}" dt="2025-09-27T04:00:11.919" v="8275"/>
          <ac:spMkLst>
            <pc:docMk/>
            <pc:sldMk cId="3594857497" sldId="407"/>
            <ac:spMk id="46" creationId="{93A75FCF-BE0F-DDC5-9D55-CE729A2F1311}"/>
          </ac:spMkLst>
        </pc:spChg>
        <pc:spChg chg="mod">
          <ac:chgData name="陈凌韬 陈凌韬" userId="81acf5ebae9f403a" providerId="LiveId" clId="{D9F12F90-5E30-4441-B053-A456B7B6408B}" dt="2025-09-27T04:01:55.051" v="8344" actId="20577"/>
          <ac:spMkLst>
            <pc:docMk/>
            <pc:sldMk cId="3594857497" sldId="407"/>
            <ac:spMk id="62" creationId="{4BB7A638-779F-E0CC-B9C2-EFCAF6FFB94D}"/>
          </ac:spMkLst>
        </pc:spChg>
        <pc:spChg chg="add mod">
          <ac:chgData name="陈凌韬 陈凌韬" userId="81acf5ebae9f403a" providerId="LiveId" clId="{D9F12F90-5E30-4441-B053-A456B7B6408B}" dt="2025-09-27T04:02:12.993" v="8346" actId="1076"/>
          <ac:spMkLst>
            <pc:docMk/>
            <pc:sldMk cId="3594857497" sldId="407"/>
            <ac:spMk id="71" creationId="{F3E80CD8-E6A5-E462-871A-3655B0978DE4}"/>
          </ac:spMkLst>
        </pc:spChg>
        <pc:spChg chg="add mod">
          <ac:chgData name="陈凌韬 陈凌韬" userId="81acf5ebae9f403a" providerId="LiveId" clId="{D9F12F90-5E30-4441-B053-A456B7B6408B}" dt="2025-09-27T04:02:12.993" v="8346" actId="1076"/>
          <ac:spMkLst>
            <pc:docMk/>
            <pc:sldMk cId="3594857497" sldId="407"/>
            <ac:spMk id="72" creationId="{A3A5240E-1E5F-DF03-7347-EDAB16176404}"/>
          </ac:spMkLst>
        </pc:spChg>
        <pc:spChg chg="add mod">
          <ac:chgData name="陈凌韬 陈凌韬" userId="81acf5ebae9f403a" providerId="LiveId" clId="{D9F12F90-5E30-4441-B053-A456B7B6408B}" dt="2025-09-27T04:02:12.993" v="8346" actId="1076"/>
          <ac:spMkLst>
            <pc:docMk/>
            <pc:sldMk cId="3594857497" sldId="407"/>
            <ac:spMk id="73" creationId="{02CE5AE2-183B-CEF3-3304-82C427AFA39F}"/>
          </ac:spMkLst>
        </pc:spChg>
        <pc:spChg chg="add mod">
          <ac:chgData name="陈凌韬 陈凌韬" userId="81acf5ebae9f403a" providerId="LiveId" clId="{D9F12F90-5E30-4441-B053-A456B7B6408B}" dt="2025-09-27T07:30:00.679" v="8723" actId="692"/>
          <ac:spMkLst>
            <pc:docMk/>
            <pc:sldMk cId="3594857497" sldId="407"/>
            <ac:spMk id="74" creationId="{339F0ACE-D48F-DEA8-244B-96C841FE0A17}"/>
          </ac:spMkLst>
        </pc:spChg>
        <pc:spChg chg="add mod">
          <ac:chgData name="陈凌韬 陈凌韬" userId="81acf5ebae9f403a" providerId="LiveId" clId="{D9F12F90-5E30-4441-B053-A456B7B6408B}" dt="2025-09-27T07:33:12.763" v="8776" actId="1076"/>
          <ac:spMkLst>
            <pc:docMk/>
            <pc:sldMk cId="3594857497" sldId="407"/>
            <ac:spMk id="75" creationId="{6DE7AD0B-C9ED-DCB4-D45A-ED1D96A55720}"/>
          </ac:spMkLst>
        </pc:spChg>
        <pc:spChg chg="add mod">
          <ac:chgData name="陈凌韬 陈凌韬" userId="81acf5ebae9f403a" providerId="LiveId" clId="{D9F12F90-5E30-4441-B053-A456B7B6408B}" dt="2025-09-28T15:13:03.673" v="12847" actId="692"/>
          <ac:spMkLst>
            <pc:docMk/>
            <pc:sldMk cId="3594857497" sldId="407"/>
            <ac:spMk id="76" creationId="{270A1191-F95D-E9A5-30C9-19E42B186809}"/>
          </ac:spMkLst>
        </pc:spChg>
        <pc:spChg chg="add mod">
          <ac:chgData name="陈凌韬 陈凌韬" userId="81acf5ebae9f403a" providerId="LiveId" clId="{D9F12F90-5E30-4441-B053-A456B7B6408B}" dt="2025-09-28T15:13:25.227" v="12849" actId="692"/>
          <ac:spMkLst>
            <pc:docMk/>
            <pc:sldMk cId="3594857497" sldId="407"/>
            <ac:spMk id="84" creationId="{5E07A2B0-FBD1-E166-F4D8-14E76360D006}"/>
          </ac:spMkLst>
        </pc:spChg>
        <pc:spChg chg="add mod">
          <ac:chgData name="陈凌韬 陈凌韬" userId="81acf5ebae9f403a" providerId="LiveId" clId="{D9F12F90-5E30-4441-B053-A456B7B6408B}" dt="2025-09-28T15:13:25.227" v="12849" actId="692"/>
          <ac:spMkLst>
            <pc:docMk/>
            <pc:sldMk cId="3594857497" sldId="407"/>
            <ac:spMk id="85" creationId="{AEC5E9FC-BD34-8318-B619-763BBF53AE00}"/>
          </ac:spMkLst>
        </pc:spChg>
        <pc:spChg chg="add mod">
          <ac:chgData name="陈凌韬 陈凌韬" userId="81acf5ebae9f403a" providerId="LiveId" clId="{D9F12F90-5E30-4441-B053-A456B7B6408B}" dt="2025-09-28T15:13:25.227" v="12849" actId="692"/>
          <ac:spMkLst>
            <pc:docMk/>
            <pc:sldMk cId="3594857497" sldId="407"/>
            <ac:spMk id="86" creationId="{F03CE73A-C576-8694-62C1-1613A2DC97AF}"/>
          </ac:spMkLst>
        </pc:spChg>
        <pc:spChg chg="add mod">
          <ac:chgData name="陈凌韬 陈凌韬" userId="81acf5ebae9f403a" providerId="LiveId" clId="{D9F12F90-5E30-4441-B053-A456B7B6408B}" dt="2025-09-28T15:13:25.227" v="12849" actId="692"/>
          <ac:spMkLst>
            <pc:docMk/>
            <pc:sldMk cId="3594857497" sldId="407"/>
            <ac:spMk id="87" creationId="{7C660F67-BCBA-BBAB-4E3B-79A1975C6C7D}"/>
          </ac:spMkLst>
        </pc:spChg>
        <pc:spChg chg="add mod">
          <ac:chgData name="陈凌韬 陈凌韬" userId="81acf5ebae9f403a" providerId="LiveId" clId="{D9F12F90-5E30-4441-B053-A456B7B6408B}" dt="2025-09-27T07:32:47.474" v="8768" actId="1076"/>
          <ac:spMkLst>
            <pc:docMk/>
            <pc:sldMk cId="3594857497" sldId="407"/>
            <ac:spMk id="100" creationId="{B2CF5AAA-F1B5-337C-E963-B6F99A532565}"/>
          </ac:spMkLst>
        </pc:spChg>
        <pc:spChg chg="add mod">
          <ac:chgData name="陈凌韬 陈凌韬" userId="81acf5ebae9f403a" providerId="LiveId" clId="{D9F12F90-5E30-4441-B053-A456B7B6408B}" dt="2025-09-27T07:37:28.526" v="8820" actId="1076"/>
          <ac:spMkLst>
            <pc:docMk/>
            <pc:sldMk cId="3594857497" sldId="407"/>
            <ac:spMk id="131" creationId="{D12B0F11-07A3-9B64-42BE-027AEE86107C}"/>
          </ac:spMkLst>
        </pc:spChg>
        <pc:spChg chg="add mod">
          <ac:chgData name="陈凌韬 陈凌韬" userId="81acf5ebae9f403a" providerId="LiveId" clId="{D9F12F90-5E30-4441-B053-A456B7B6408B}" dt="2025-09-27T07:40:13.833" v="8856" actId="20577"/>
          <ac:spMkLst>
            <pc:docMk/>
            <pc:sldMk cId="3594857497" sldId="407"/>
            <ac:spMk id="150" creationId="{30E4B71C-4156-9BE8-9A64-BF1921289F6D}"/>
          </ac:spMkLst>
        </pc:spChg>
        <pc:spChg chg="add mod">
          <ac:chgData name="陈凌韬 陈凌韬" userId="81acf5ebae9f403a" providerId="LiveId" clId="{D9F12F90-5E30-4441-B053-A456B7B6408B}" dt="2025-09-28T15:13:08.920" v="12848" actId="692"/>
          <ac:spMkLst>
            <pc:docMk/>
            <pc:sldMk cId="3594857497" sldId="407"/>
            <ac:spMk id="163" creationId="{ACF39876-5169-1B24-E7EC-B130260B597A}"/>
          </ac:spMkLst>
        </pc:spChg>
        <pc:spChg chg="add mod">
          <ac:chgData name="陈凌韬 陈凌韬" userId="81acf5ebae9f403a" providerId="LiveId" clId="{D9F12F90-5E30-4441-B053-A456B7B6408B}" dt="2025-09-27T08:42:07.534" v="8887" actId="20577"/>
          <ac:spMkLst>
            <pc:docMk/>
            <pc:sldMk cId="3594857497" sldId="407"/>
            <ac:spMk id="166" creationId="{58D5F0E7-B333-256F-17DD-6FB1C99BD505}"/>
          </ac:spMkLst>
        </pc:spChg>
        <pc:spChg chg="add mod">
          <ac:chgData name="陈凌韬 陈凌韬" userId="81acf5ebae9f403a" providerId="LiveId" clId="{D9F12F90-5E30-4441-B053-A456B7B6408B}" dt="2025-09-28T15:13:25.227" v="12849" actId="692"/>
          <ac:spMkLst>
            <pc:docMk/>
            <pc:sldMk cId="3594857497" sldId="407"/>
            <ac:spMk id="176" creationId="{E17AFB8D-A7F2-E26C-75B4-3E6CE3934D61}"/>
          </ac:spMkLst>
        </pc:spChg>
        <pc:spChg chg="add mod">
          <ac:chgData name="陈凌韬 陈凌韬" userId="81acf5ebae9f403a" providerId="LiveId" clId="{D9F12F90-5E30-4441-B053-A456B7B6408B}" dt="2025-09-27T08:47:11.156" v="8953" actId="20577"/>
          <ac:spMkLst>
            <pc:docMk/>
            <pc:sldMk cId="3594857497" sldId="407"/>
            <ac:spMk id="193" creationId="{B57E06F3-CCC4-2F59-0B77-FE3398DF2D62}"/>
          </ac:spMkLst>
        </pc:spChg>
        <pc:spChg chg="add mod">
          <ac:chgData name="陈凌韬 陈凌韬" userId="81acf5ebae9f403a" providerId="LiveId" clId="{D9F12F90-5E30-4441-B053-A456B7B6408B}" dt="2025-09-27T08:51:28.022" v="8982" actId="1076"/>
          <ac:spMkLst>
            <pc:docMk/>
            <pc:sldMk cId="3594857497" sldId="407"/>
            <ac:spMk id="197" creationId="{8CCBE814-9A41-1A07-6EAF-4D6356276A6C}"/>
          </ac:spMkLst>
        </pc:spChg>
        <pc:spChg chg="add mod">
          <ac:chgData name="陈凌韬 陈凌韬" userId="81acf5ebae9f403a" providerId="LiveId" clId="{D9F12F90-5E30-4441-B053-A456B7B6408B}" dt="2025-09-28T15:13:25.227" v="12849" actId="692"/>
          <ac:spMkLst>
            <pc:docMk/>
            <pc:sldMk cId="3594857497" sldId="407"/>
            <ac:spMk id="206" creationId="{FE063A01-6107-B8A8-9E17-E24C48487C77}"/>
          </ac:spMkLst>
        </pc:spChg>
        <pc:spChg chg="add mod">
          <ac:chgData name="陈凌韬 陈凌韬" userId="81acf5ebae9f403a" providerId="LiveId" clId="{D9F12F90-5E30-4441-B053-A456B7B6408B}" dt="2025-09-28T15:13:25.227" v="12849" actId="692"/>
          <ac:spMkLst>
            <pc:docMk/>
            <pc:sldMk cId="3594857497" sldId="407"/>
            <ac:spMk id="207" creationId="{7FCFC5E9-3A6E-ADB1-A1AB-40C1CE9D3F61}"/>
          </ac:spMkLst>
        </pc:spChg>
        <pc:spChg chg="add mod">
          <ac:chgData name="陈凌韬 陈凌韬" userId="81acf5ebae9f403a" providerId="LiveId" clId="{D9F12F90-5E30-4441-B053-A456B7B6408B}" dt="2025-09-28T15:13:25.227" v="12849" actId="692"/>
          <ac:spMkLst>
            <pc:docMk/>
            <pc:sldMk cId="3594857497" sldId="407"/>
            <ac:spMk id="208" creationId="{23170AE1-3639-F55C-A8E1-CEA75D02283A}"/>
          </ac:spMkLst>
        </pc:spChg>
        <pc:spChg chg="add mod">
          <ac:chgData name="陈凌韬 陈凌韬" userId="81acf5ebae9f403a" providerId="LiveId" clId="{D9F12F90-5E30-4441-B053-A456B7B6408B}" dt="2025-09-27T08:59:21.652" v="9131" actId="20577"/>
          <ac:spMkLst>
            <pc:docMk/>
            <pc:sldMk cId="3594857497" sldId="407"/>
            <ac:spMk id="236" creationId="{256FA665-1EE7-DDC3-AD3E-F4EFC5E50714}"/>
          </ac:spMkLst>
        </pc:spChg>
        <pc:spChg chg="add mod">
          <ac:chgData name="陈凌韬 陈凌韬" userId="81acf5ebae9f403a" providerId="LiveId" clId="{D9F12F90-5E30-4441-B053-A456B7B6408B}" dt="2025-09-28T07:39:23.550" v="11239" actId="1076"/>
          <ac:spMkLst>
            <pc:docMk/>
            <pc:sldMk cId="3594857497" sldId="407"/>
            <ac:spMk id="237" creationId="{48910AA2-FD19-F746-042F-30CB549FEA8F}"/>
          </ac:spMkLst>
        </pc:spChg>
        <pc:picChg chg="mod">
          <ac:chgData name="陈凌韬 陈凌韬" userId="81acf5ebae9f403a" providerId="LiveId" clId="{D9F12F90-5E30-4441-B053-A456B7B6408B}" dt="2025-09-27T04:03:31.265" v="8357" actId="207"/>
          <ac:picMkLst>
            <pc:docMk/>
            <pc:sldMk cId="3594857497" sldId="407"/>
            <ac:picMk id="38" creationId="{C02C93BB-3498-5850-4B93-E07AA6A6A838}"/>
          </ac:picMkLst>
        </pc:picChg>
        <pc:picChg chg="mod">
          <ac:chgData name="陈凌韬 陈凌韬" userId="81acf5ebae9f403a" providerId="LiveId" clId="{D9F12F90-5E30-4441-B053-A456B7B6408B}" dt="2025-09-27T04:03:12.320" v="8354" actId="207"/>
          <ac:picMkLst>
            <pc:docMk/>
            <pc:sldMk cId="3594857497" sldId="407"/>
            <ac:picMk id="40" creationId="{1628341C-A70C-21F3-B4C8-863A71115482}"/>
          </ac:picMkLst>
        </pc:picChg>
        <pc:picChg chg="mod">
          <ac:chgData name="陈凌韬 陈凌韬" userId="81acf5ebae9f403a" providerId="LiveId" clId="{D9F12F90-5E30-4441-B053-A456B7B6408B}" dt="2025-09-27T04:03:06.350" v="8353" actId="207"/>
          <ac:picMkLst>
            <pc:docMk/>
            <pc:sldMk cId="3594857497" sldId="407"/>
            <ac:picMk id="41" creationId="{A0A985C7-C3C0-5F55-1360-7B4E0D495F19}"/>
          </ac:picMkLst>
        </pc:picChg>
        <pc:picChg chg="add mod">
          <ac:chgData name="陈凌韬 陈凌韬" userId="81acf5ebae9f403a" providerId="LiveId" clId="{D9F12F90-5E30-4441-B053-A456B7B6408B}" dt="2025-09-27T04:03:40.599" v="8358" actId="207"/>
          <ac:picMkLst>
            <pc:docMk/>
            <pc:sldMk cId="3594857497" sldId="407"/>
            <ac:picMk id="63" creationId="{48248DF9-C675-9130-2D6B-2EC62C140C2D}"/>
          </ac:picMkLst>
        </pc:picChg>
        <pc:picChg chg="add mod">
          <ac:chgData name="陈凌韬 陈凌韬" userId="81acf5ebae9f403a" providerId="LiveId" clId="{D9F12F90-5E30-4441-B053-A456B7B6408B}" dt="2025-09-27T04:03:43.560" v="8359" actId="207"/>
          <ac:picMkLst>
            <pc:docMk/>
            <pc:sldMk cId="3594857497" sldId="407"/>
            <ac:picMk id="66" creationId="{075542A0-CB47-130C-9149-6BD8FE83CF61}"/>
          </ac:picMkLst>
        </pc:picChg>
        <pc:picChg chg="add mod">
          <ac:chgData name="陈凌韬 陈凌韬" userId="81acf5ebae9f403a" providerId="LiveId" clId="{D9F12F90-5E30-4441-B053-A456B7B6408B}" dt="2025-09-27T04:03:46.530" v="8360" actId="207"/>
          <ac:picMkLst>
            <pc:docMk/>
            <pc:sldMk cId="3594857497" sldId="407"/>
            <ac:picMk id="68" creationId="{B88FDFBF-5B1E-72A3-42F2-D56E28B6ED6A}"/>
          </ac:picMkLst>
        </pc:picChg>
        <pc:cxnChg chg="mod">
          <ac:chgData name="陈凌韬 陈凌韬" userId="81acf5ebae9f403a" providerId="LiveId" clId="{D9F12F90-5E30-4441-B053-A456B7B6408B}" dt="2025-09-27T04:01:49.313" v="8329" actId="478"/>
          <ac:cxnSpMkLst>
            <pc:docMk/>
            <pc:sldMk cId="3594857497" sldId="407"/>
            <ac:cxnSpMk id="60" creationId="{6ECD3E68-BC27-6D56-7F78-574D41B5C954}"/>
          </ac:cxnSpMkLst>
        </pc:cxnChg>
        <pc:cxnChg chg="add mod">
          <ac:chgData name="陈凌韬 陈凌韬" userId="81acf5ebae9f403a" providerId="LiveId" clId="{D9F12F90-5E30-4441-B053-A456B7B6408B}" dt="2025-09-27T04:02:12.993" v="8346" actId="1076"/>
          <ac:cxnSpMkLst>
            <pc:docMk/>
            <pc:sldMk cId="3594857497" sldId="407"/>
            <ac:cxnSpMk id="64" creationId="{E0B093FF-3DF2-63E0-6D72-7E3C785B1848}"/>
          </ac:cxnSpMkLst>
        </pc:cxnChg>
        <pc:cxnChg chg="add mod">
          <ac:chgData name="陈凌韬 陈凌韬" userId="81acf5ebae9f403a" providerId="LiveId" clId="{D9F12F90-5E30-4441-B053-A456B7B6408B}" dt="2025-09-27T04:02:12.993" v="8346" actId="1076"/>
          <ac:cxnSpMkLst>
            <pc:docMk/>
            <pc:sldMk cId="3594857497" sldId="407"/>
            <ac:cxnSpMk id="69" creationId="{CA60EEA4-9186-A336-904A-DAA6A9EC80AB}"/>
          </ac:cxnSpMkLst>
        </pc:cxnChg>
        <pc:cxnChg chg="add mod">
          <ac:chgData name="陈凌韬 陈凌韬" userId="81acf5ebae9f403a" providerId="LiveId" clId="{D9F12F90-5E30-4441-B053-A456B7B6408B}" dt="2025-09-27T04:02:12.993" v="8346" actId="1076"/>
          <ac:cxnSpMkLst>
            <pc:docMk/>
            <pc:sldMk cId="3594857497" sldId="407"/>
            <ac:cxnSpMk id="70" creationId="{BCAD78FF-4DBD-1119-7CC0-6EDDC85B5FDC}"/>
          </ac:cxnSpMkLst>
        </pc:cxnChg>
        <pc:cxnChg chg="add mod">
          <ac:chgData name="陈凌韬 陈凌韬" userId="81acf5ebae9f403a" providerId="LiveId" clId="{D9F12F90-5E30-4441-B053-A456B7B6408B}" dt="2025-09-27T07:32:14.751" v="8751" actId="14100"/>
          <ac:cxnSpMkLst>
            <pc:docMk/>
            <pc:sldMk cId="3594857497" sldId="407"/>
            <ac:cxnSpMk id="95" creationId="{3460DF32-A9C2-74C0-AF54-5614A33D2CB1}"/>
          </ac:cxnSpMkLst>
        </pc:cxnChg>
        <pc:cxnChg chg="add mod">
          <ac:chgData name="陈凌韬 陈凌韬" userId="81acf5ebae9f403a" providerId="LiveId" clId="{D9F12F90-5E30-4441-B053-A456B7B6408B}" dt="2025-09-27T07:32:53.396" v="8771" actId="14100"/>
          <ac:cxnSpMkLst>
            <pc:docMk/>
            <pc:sldMk cId="3594857497" sldId="407"/>
            <ac:cxnSpMk id="101" creationId="{C91BE7B7-7799-7C3C-E981-F344EB7DE91F}"/>
          </ac:cxnSpMkLst>
        </pc:cxnChg>
        <pc:cxnChg chg="add mod">
          <ac:chgData name="陈凌韬 陈凌韬" userId="81acf5ebae9f403a" providerId="LiveId" clId="{D9F12F90-5E30-4441-B053-A456B7B6408B}" dt="2025-09-27T07:33:12.763" v="8776" actId="1076"/>
          <ac:cxnSpMkLst>
            <pc:docMk/>
            <pc:sldMk cId="3594857497" sldId="407"/>
            <ac:cxnSpMk id="104" creationId="{6CE9B297-8D00-EB1A-9990-C8B885FF9686}"/>
          </ac:cxnSpMkLst>
        </pc:cxnChg>
        <pc:cxnChg chg="add mod">
          <ac:chgData name="陈凌韬 陈凌韬" userId="81acf5ebae9f403a" providerId="LiveId" clId="{D9F12F90-5E30-4441-B053-A456B7B6408B}" dt="2025-09-27T07:35:40.174" v="8798" actId="1076"/>
          <ac:cxnSpMkLst>
            <pc:docMk/>
            <pc:sldMk cId="3594857497" sldId="407"/>
            <ac:cxnSpMk id="112" creationId="{9D96C17F-BC5D-EE73-6D58-79B247F75800}"/>
          </ac:cxnSpMkLst>
        </pc:cxnChg>
        <pc:cxnChg chg="add mod">
          <ac:chgData name="陈凌韬 陈凌韬" userId="81acf5ebae9f403a" providerId="LiveId" clId="{D9F12F90-5E30-4441-B053-A456B7B6408B}" dt="2025-09-27T07:36:01.059" v="8804" actId="14100"/>
          <ac:cxnSpMkLst>
            <pc:docMk/>
            <pc:sldMk cId="3594857497" sldId="407"/>
            <ac:cxnSpMk id="127" creationId="{E62B8E0D-566D-3BFF-3DD0-0B55356D044B}"/>
          </ac:cxnSpMkLst>
        </pc:cxnChg>
        <pc:cxnChg chg="add mod">
          <ac:chgData name="陈凌韬 陈凌韬" userId="81acf5ebae9f403a" providerId="LiveId" clId="{D9F12F90-5E30-4441-B053-A456B7B6408B}" dt="2025-09-27T07:39:12.135" v="8833" actId="13822"/>
          <ac:cxnSpMkLst>
            <pc:docMk/>
            <pc:sldMk cId="3594857497" sldId="407"/>
            <ac:cxnSpMk id="133" creationId="{6E2030A1-ACCF-6FB9-5971-FE7C6D79F61C}"/>
          </ac:cxnSpMkLst>
        </pc:cxnChg>
        <pc:cxnChg chg="add mod">
          <ac:chgData name="陈凌韬 陈凌韬" userId="81acf5ebae9f403a" providerId="LiveId" clId="{D9F12F90-5E30-4441-B053-A456B7B6408B}" dt="2025-09-27T07:39:23.809" v="8836" actId="14100"/>
          <ac:cxnSpMkLst>
            <pc:docMk/>
            <pc:sldMk cId="3594857497" sldId="407"/>
            <ac:cxnSpMk id="144" creationId="{E0423D8C-2A41-00DA-7F65-C44F9B3F42EA}"/>
          </ac:cxnSpMkLst>
        </pc:cxnChg>
        <pc:cxnChg chg="add mod">
          <ac:chgData name="陈凌韬 陈凌韬" userId="81acf5ebae9f403a" providerId="LiveId" clId="{D9F12F90-5E30-4441-B053-A456B7B6408B}" dt="2025-09-27T07:39:56.556" v="8838" actId="13822"/>
          <ac:cxnSpMkLst>
            <pc:docMk/>
            <pc:sldMk cId="3594857497" sldId="407"/>
            <ac:cxnSpMk id="149" creationId="{55FEA768-4630-F01B-75FB-F8BAFBAE97B6}"/>
          </ac:cxnSpMkLst>
        </pc:cxnChg>
        <pc:cxnChg chg="add mod">
          <ac:chgData name="陈凌韬 陈凌韬" userId="81acf5ebae9f403a" providerId="LiveId" clId="{D9F12F90-5E30-4441-B053-A456B7B6408B}" dt="2025-09-27T08:41:45.680" v="8868" actId="14100"/>
          <ac:cxnSpMkLst>
            <pc:docMk/>
            <pc:sldMk cId="3594857497" sldId="407"/>
            <ac:cxnSpMk id="153" creationId="{101ED6F4-4531-128A-E7FC-AF0E34D57579}"/>
          </ac:cxnSpMkLst>
        </pc:cxnChg>
        <pc:cxnChg chg="add mod">
          <ac:chgData name="陈凌韬 陈凌韬" userId="81acf5ebae9f403a" providerId="LiveId" clId="{D9F12F90-5E30-4441-B053-A456B7B6408B}" dt="2025-09-27T08:43:01.088" v="8897" actId="1076"/>
          <ac:cxnSpMkLst>
            <pc:docMk/>
            <pc:sldMk cId="3594857497" sldId="407"/>
            <ac:cxnSpMk id="167" creationId="{849A71E3-E2B4-1B82-E1F7-1BD47BAE1618}"/>
          </ac:cxnSpMkLst>
        </pc:cxnChg>
        <pc:cxnChg chg="add mod">
          <ac:chgData name="陈凌韬 陈凌韬" userId="81acf5ebae9f403a" providerId="LiveId" clId="{D9F12F90-5E30-4441-B053-A456B7B6408B}" dt="2025-09-27T08:43:02.521" v="8898" actId="1076"/>
          <ac:cxnSpMkLst>
            <pc:docMk/>
            <pc:sldMk cId="3594857497" sldId="407"/>
            <ac:cxnSpMk id="175" creationId="{4EF33674-D0E1-9EB8-2766-FAE2EEE8658A}"/>
          </ac:cxnSpMkLst>
        </pc:cxnChg>
        <pc:cxnChg chg="add mod">
          <ac:chgData name="陈凌韬 陈凌韬" userId="81acf5ebae9f403a" providerId="LiveId" clId="{D9F12F90-5E30-4441-B053-A456B7B6408B}" dt="2025-09-27T08:44:20.468" v="8922" actId="14100"/>
          <ac:cxnSpMkLst>
            <pc:docMk/>
            <pc:sldMk cId="3594857497" sldId="407"/>
            <ac:cxnSpMk id="183" creationId="{C845D23B-EBC3-B96D-EF03-EF47B9304B53}"/>
          </ac:cxnSpMkLst>
        </pc:cxnChg>
        <pc:cxnChg chg="add mod">
          <ac:chgData name="陈凌韬 陈凌韬" userId="81acf5ebae9f403a" providerId="LiveId" clId="{D9F12F90-5E30-4441-B053-A456B7B6408B}" dt="2025-09-27T08:44:33.628" v="8925" actId="1076"/>
          <ac:cxnSpMkLst>
            <pc:docMk/>
            <pc:sldMk cId="3594857497" sldId="407"/>
            <ac:cxnSpMk id="187" creationId="{6EBD4435-C804-3457-24DC-1C3073568684}"/>
          </ac:cxnSpMkLst>
        </pc:cxnChg>
        <pc:cxnChg chg="add mod">
          <ac:chgData name="陈凌韬 陈凌韬" userId="81acf5ebae9f403a" providerId="LiveId" clId="{D9F12F90-5E30-4441-B053-A456B7B6408B}" dt="2025-09-27T08:46:43.328" v="8933" actId="1076"/>
          <ac:cxnSpMkLst>
            <pc:docMk/>
            <pc:sldMk cId="3594857497" sldId="407"/>
            <ac:cxnSpMk id="188" creationId="{E0FCF3BF-513C-44E3-D669-BAAC4DFD0793}"/>
          </ac:cxnSpMkLst>
        </pc:cxnChg>
        <pc:cxnChg chg="add mod">
          <ac:chgData name="陈凌韬 陈凌韬" userId="81acf5ebae9f403a" providerId="LiveId" clId="{D9F12F90-5E30-4441-B053-A456B7B6408B}" dt="2025-09-27T08:51:25.275" v="8981" actId="14100"/>
          <ac:cxnSpMkLst>
            <pc:docMk/>
            <pc:sldMk cId="3594857497" sldId="407"/>
            <ac:cxnSpMk id="195" creationId="{9C257E5A-33E9-B1A3-6AD1-32EC4E0556AC}"/>
          </ac:cxnSpMkLst>
        </pc:cxnChg>
        <pc:cxnChg chg="add mod">
          <ac:chgData name="陈凌韬 陈凌韬" userId="81acf5ebae9f403a" providerId="LiveId" clId="{D9F12F90-5E30-4441-B053-A456B7B6408B}" dt="2025-09-27T08:56:37.813" v="9084" actId="14100"/>
          <ac:cxnSpMkLst>
            <pc:docMk/>
            <pc:sldMk cId="3594857497" sldId="407"/>
            <ac:cxnSpMk id="203" creationId="{1BFDD8A5-CC79-6849-F1C7-31CEACBC4431}"/>
          </ac:cxnSpMkLst>
        </pc:cxnChg>
        <pc:cxnChg chg="add mod">
          <ac:chgData name="陈凌韬 陈凌韬" userId="81acf5ebae9f403a" providerId="LiveId" clId="{D9F12F90-5E30-4441-B053-A456B7B6408B}" dt="2025-09-27T08:56:56.311" v="9091" actId="14100"/>
          <ac:cxnSpMkLst>
            <pc:docMk/>
            <pc:sldMk cId="3594857497" sldId="407"/>
            <ac:cxnSpMk id="210" creationId="{214C2841-3244-2668-2A66-2B1E29FF009E}"/>
          </ac:cxnSpMkLst>
        </pc:cxnChg>
        <pc:cxnChg chg="add mod">
          <ac:chgData name="陈凌韬 陈凌韬" userId="81acf5ebae9f403a" providerId="LiveId" clId="{D9F12F90-5E30-4441-B053-A456B7B6408B}" dt="2025-09-27T08:57:33.120" v="9101" actId="14100"/>
          <ac:cxnSpMkLst>
            <pc:docMk/>
            <pc:sldMk cId="3594857497" sldId="407"/>
            <ac:cxnSpMk id="215" creationId="{B72BAD30-F846-131F-17B7-21D5CDD6BECA}"/>
          </ac:cxnSpMkLst>
        </pc:cxnChg>
        <pc:cxnChg chg="add mod">
          <ac:chgData name="陈凌韬 陈凌韬" userId="81acf5ebae9f403a" providerId="LiveId" clId="{D9F12F90-5E30-4441-B053-A456B7B6408B}" dt="2025-09-27T08:58:07.924" v="9106" actId="13822"/>
          <ac:cxnSpMkLst>
            <pc:docMk/>
            <pc:sldMk cId="3594857497" sldId="407"/>
            <ac:cxnSpMk id="222" creationId="{991652A3-88F0-45A8-D3E0-2B8D950846B7}"/>
          </ac:cxnSpMkLst>
        </pc:cxnChg>
        <pc:cxnChg chg="add mod">
          <ac:chgData name="陈凌韬 陈凌韬" userId="81acf5ebae9f403a" providerId="LiveId" clId="{D9F12F90-5E30-4441-B053-A456B7B6408B}" dt="2025-09-27T08:58:21.382" v="9110" actId="14100"/>
          <ac:cxnSpMkLst>
            <pc:docMk/>
            <pc:sldMk cId="3594857497" sldId="407"/>
            <ac:cxnSpMk id="226" creationId="{7D922C6C-49FC-5344-A964-1E003B112262}"/>
          </ac:cxnSpMkLst>
        </pc:cxnChg>
        <pc:cxnChg chg="add mod">
          <ac:chgData name="陈凌韬 陈凌韬" userId="81acf5ebae9f403a" providerId="LiveId" clId="{D9F12F90-5E30-4441-B053-A456B7B6408B}" dt="2025-09-27T08:58:27.471" v="9113" actId="14100"/>
          <ac:cxnSpMkLst>
            <pc:docMk/>
            <pc:sldMk cId="3594857497" sldId="407"/>
            <ac:cxnSpMk id="229" creationId="{20EB176B-46F8-F757-892B-5AFA49C3915E}"/>
          </ac:cxnSpMkLst>
        </pc:cxnChg>
        <pc:cxnChg chg="add mod">
          <ac:chgData name="陈凌韬 陈凌韬" userId="81acf5ebae9f403a" providerId="LiveId" clId="{D9F12F90-5E30-4441-B053-A456B7B6408B}" dt="2025-09-27T08:59:09.976" v="9117" actId="14100"/>
          <ac:cxnSpMkLst>
            <pc:docMk/>
            <pc:sldMk cId="3594857497" sldId="407"/>
            <ac:cxnSpMk id="232" creationId="{C87AC380-6215-FA70-E345-179CA0AE4395}"/>
          </ac:cxnSpMkLst>
        </pc:cxnChg>
      </pc:sldChg>
      <pc:sldChg chg="addSp delSp modSp add mod modNotesTx">
        <pc:chgData name="陈凌韬 陈凌韬" userId="81acf5ebae9f403a" providerId="LiveId" clId="{D9F12F90-5E30-4441-B053-A456B7B6408B}" dt="2025-10-22T04:49:45.453" v="17172" actId="20577"/>
        <pc:sldMkLst>
          <pc:docMk/>
          <pc:sldMk cId="1676748985" sldId="408"/>
        </pc:sldMkLst>
        <pc:spChg chg="add mod">
          <ac:chgData name="陈凌韬 陈凌韬" userId="81acf5ebae9f403a" providerId="LiveId" clId="{D9F12F90-5E30-4441-B053-A456B7B6408B}" dt="2025-10-21T04:06:21.131" v="17104" actId="2711"/>
          <ac:spMkLst>
            <pc:docMk/>
            <pc:sldMk cId="1676748985" sldId="408"/>
            <ac:spMk id="5" creationId="{198D5F80-E647-1450-00F8-323E72F55D48}"/>
          </ac:spMkLst>
        </pc:spChg>
        <pc:spChg chg="mod">
          <ac:chgData name="陈凌韬 陈凌韬" userId="81acf5ebae9f403a" providerId="LiveId" clId="{D9F12F90-5E30-4441-B053-A456B7B6408B}" dt="2025-09-28T05:30:50.775" v="10826" actId="20577"/>
          <ac:spMkLst>
            <pc:docMk/>
            <pc:sldMk cId="1676748985" sldId="408"/>
            <ac:spMk id="8" creationId="{827EBC55-3CD1-152A-B39C-080DA8FBDD48}"/>
          </ac:spMkLst>
        </pc:spChg>
        <pc:graphicFrameChg chg="add del mod">
          <ac:chgData name="陈凌韬 陈凌韬" userId="81acf5ebae9f403a" providerId="LiveId" clId="{D9F12F90-5E30-4441-B053-A456B7B6408B}" dt="2025-10-21T04:04:42.747" v="17089"/>
          <ac:graphicFrameMkLst>
            <pc:docMk/>
            <pc:sldMk cId="1676748985" sldId="408"/>
            <ac:graphicFrameMk id="2" creationId="{30270874-B827-CA48-6DD1-527E5B74EC2C}"/>
          </ac:graphicFrameMkLst>
        </pc:graphicFrameChg>
        <pc:graphicFrameChg chg="add del mod">
          <ac:chgData name="陈凌韬 陈凌韬" userId="81acf5ebae9f403a" providerId="LiveId" clId="{D9F12F90-5E30-4441-B053-A456B7B6408B}" dt="2025-10-21T04:05:35.955" v="17093"/>
          <ac:graphicFrameMkLst>
            <pc:docMk/>
            <pc:sldMk cId="1676748985" sldId="408"/>
            <ac:graphicFrameMk id="3" creationId="{EDDD41ED-EEDC-2C2F-A55D-AAFC49337EBF}"/>
          </ac:graphicFrameMkLst>
        </pc:graphicFrameChg>
      </pc:sldChg>
      <pc:sldChg chg="addSp delSp modSp add mod ord modNotesTx">
        <pc:chgData name="陈凌韬 陈凌韬" userId="81acf5ebae9f403a" providerId="LiveId" clId="{D9F12F90-5E30-4441-B053-A456B7B6408B}" dt="2025-10-22T04:50:40.653" v="17247" actId="20577"/>
        <pc:sldMkLst>
          <pc:docMk/>
          <pc:sldMk cId="1431992311" sldId="409"/>
        </pc:sldMkLst>
        <pc:spChg chg="add mod">
          <ac:chgData name="陈凌韬 陈凌韬" userId="81acf5ebae9f403a" providerId="LiveId" clId="{D9F12F90-5E30-4441-B053-A456B7B6408B}" dt="2025-09-28T00:56:48.434" v="10553" actId="1076"/>
          <ac:spMkLst>
            <pc:docMk/>
            <pc:sldMk cId="1431992311" sldId="409"/>
            <ac:spMk id="3" creationId="{CE49826F-31AA-7693-ED8F-65DD2BE6F427}"/>
          </ac:spMkLst>
        </pc:spChg>
        <pc:spChg chg="mod">
          <ac:chgData name="陈凌韬 陈凌韬" userId="81acf5ebae9f403a" providerId="LiveId" clId="{D9F12F90-5E30-4441-B053-A456B7B6408B}" dt="2025-09-28T00:31:24.552" v="10233" actId="20577"/>
          <ac:spMkLst>
            <pc:docMk/>
            <pc:sldMk cId="1431992311" sldId="409"/>
            <ac:spMk id="4" creationId="{C97D2C67-5B55-1E35-D247-CFBC63815161}"/>
          </ac:spMkLst>
        </pc:spChg>
        <pc:spChg chg="mod">
          <ac:chgData name="陈凌韬 陈凌韬" userId="81acf5ebae9f403a" providerId="LiveId" clId="{D9F12F90-5E30-4441-B053-A456B7B6408B}" dt="2025-09-28T00:55:39.481" v="10531" actId="20577"/>
          <ac:spMkLst>
            <pc:docMk/>
            <pc:sldMk cId="1431992311" sldId="409"/>
            <ac:spMk id="8" creationId="{B3E5CDBC-2C4E-708E-CC18-129C6C96F696}"/>
          </ac:spMkLst>
        </pc:spChg>
        <pc:graphicFrameChg chg="add mod modGraphic">
          <ac:chgData name="陈凌韬 陈凌韬" userId="81acf5ebae9f403a" providerId="LiveId" clId="{D9F12F90-5E30-4441-B053-A456B7B6408B}" dt="2025-09-28T00:56:17.737" v="10548" actId="255"/>
          <ac:graphicFrameMkLst>
            <pc:docMk/>
            <pc:sldMk cId="1431992311" sldId="409"/>
            <ac:graphicFrameMk id="5" creationId="{21E6B32F-82BF-3EE7-C19A-2A8432A3F7F7}"/>
          </ac:graphicFrameMkLst>
        </pc:graphicFrameChg>
      </pc:sldChg>
      <pc:sldChg chg="addSp delSp modSp add mod modNotesTx">
        <pc:chgData name="陈凌韬 陈凌韬" userId="81acf5ebae9f403a" providerId="LiveId" clId="{D9F12F90-5E30-4441-B053-A456B7B6408B}" dt="2025-09-29T07:55:25.045" v="14896" actId="20577"/>
        <pc:sldMkLst>
          <pc:docMk/>
          <pc:sldMk cId="316794184" sldId="410"/>
        </pc:sldMkLst>
        <pc:spChg chg="mod">
          <ac:chgData name="陈凌韬 陈凌韬" userId="81acf5ebae9f403a" providerId="LiveId" clId="{D9F12F90-5E30-4441-B053-A456B7B6408B}" dt="2025-09-28T08:26:45.903" v="11574" actId="1076"/>
          <ac:spMkLst>
            <pc:docMk/>
            <pc:sldMk cId="316794184" sldId="410"/>
            <ac:spMk id="8" creationId="{6307398E-C173-1700-9EB2-1FCD0E8C5AC7}"/>
          </ac:spMkLst>
        </pc:spChg>
        <pc:spChg chg="add mod">
          <ac:chgData name="陈凌韬 陈凌韬" userId="81acf5ebae9f403a" providerId="LiveId" clId="{D9F12F90-5E30-4441-B053-A456B7B6408B}" dt="2025-09-28T12:59:56.354" v="11838" actId="1035"/>
          <ac:spMkLst>
            <pc:docMk/>
            <pc:sldMk cId="316794184" sldId="410"/>
            <ac:spMk id="41" creationId="{1D25C060-9059-BD78-F2FE-5AFF895513E8}"/>
          </ac:spMkLst>
        </pc:spChg>
        <pc:spChg chg="add mod">
          <ac:chgData name="陈凌韬 陈凌韬" userId="81acf5ebae9f403a" providerId="LiveId" clId="{D9F12F90-5E30-4441-B053-A456B7B6408B}" dt="2025-09-28T14:17:51.794" v="12715" actId="1037"/>
          <ac:spMkLst>
            <pc:docMk/>
            <pc:sldMk cId="316794184" sldId="410"/>
            <ac:spMk id="44" creationId="{1E349407-EE4B-14BC-8141-ECD464AB3907}"/>
          </ac:spMkLst>
        </pc:spChg>
        <pc:spChg chg="add mod">
          <ac:chgData name="陈凌韬 陈凌韬" userId="81acf5ebae9f403a" providerId="LiveId" clId="{D9F12F90-5E30-4441-B053-A456B7B6408B}" dt="2025-09-28T14:17:51.794" v="12715" actId="1037"/>
          <ac:spMkLst>
            <pc:docMk/>
            <pc:sldMk cId="316794184" sldId="410"/>
            <ac:spMk id="45" creationId="{955B951E-3846-DEBD-3E02-D8F008DB9A9F}"/>
          </ac:spMkLst>
        </pc:spChg>
        <pc:spChg chg="add del mod">
          <ac:chgData name="陈凌韬 陈凌韬" userId="81acf5ebae9f403a" providerId="LiveId" clId="{D9F12F90-5E30-4441-B053-A456B7B6408B}" dt="2025-09-28T14:17:51.794" v="12715" actId="1037"/>
          <ac:spMkLst>
            <pc:docMk/>
            <pc:sldMk cId="316794184" sldId="410"/>
            <ac:spMk id="47" creationId="{ECE091A0-BC51-0FA0-2E60-16A1FDCE2193}"/>
          </ac:spMkLst>
        </pc:spChg>
        <pc:spChg chg="add mod">
          <ac:chgData name="陈凌韬 陈凌韬" userId="81acf5ebae9f403a" providerId="LiveId" clId="{D9F12F90-5E30-4441-B053-A456B7B6408B}" dt="2025-09-28T14:17:51.794" v="12715" actId="1037"/>
          <ac:spMkLst>
            <pc:docMk/>
            <pc:sldMk cId="316794184" sldId="410"/>
            <ac:spMk id="48" creationId="{AF620538-649A-C5CA-0730-CC2AFED017D0}"/>
          </ac:spMkLst>
        </pc:spChg>
        <pc:spChg chg="add mod">
          <ac:chgData name="陈凌韬 陈凌韬" userId="81acf5ebae9f403a" providerId="LiveId" clId="{D9F12F90-5E30-4441-B053-A456B7B6408B}" dt="2025-09-28T13:50:15.611" v="12293" actId="1076"/>
          <ac:spMkLst>
            <pc:docMk/>
            <pc:sldMk cId="316794184" sldId="410"/>
            <ac:spMk id="49" creationId="{D4AF444B-6BFD-8DA6-0BF7-81C5F1EBFB9E}"/>
          </ac:spMkLst>
        </pc:spChg>
        <pc:spChg chg="add mod">
          <ac:chgData name="陈凌韬 陈凌韬" userId="81acf5ebae9f403a" providerId="LiveId" clId="{D9F12F90-5E30-4441-B053-A456B7B6408B}" dt="2025-09-28T13:51:02.824" v="12307" actId="1037"/>
          <ac:spMkLst>
            <pc:docMk/>
            <pc:sldMk cId="316794184" sldId="410"/>
            <ac:spMk id="50" creationId="{6D57E35E-0FE4-7F74-800A-75DB795A42D5}"/>
          </ac:spMkLst>
        </pc:spChg>
        <pc:spChg chg="add mod">
          <ac:chgData name="陈凌韬 陈凌韬" userId="81acf5ebae9f403a" providerId="LiveId" clId="{D9F12F90-5E30-4441-B053-A456B7B6408B}" dt="2025-09-28T13:51:09.787" v="12308" actId="1076"/>
          <ac:spMkLst>
            <pc:docMk/>
            <pc:sldMk cId="316794184" sldId="410"/>
            <ac:spMk id="51" creationId="{3026B01C-6D09-EF1C-82BA-B60A4FA8B7D7}"/>
          </ac:spMkLst>
        </pc:spChg>
        <pc:spChg chg="add mod">
          <ac:chgData name="陈凌韬 陈凌韬" userId="81acf5ebae9f403a" providerId="LiveId" clId="{D9F12F90-5E30-4441-B053-A456B7B6408B}" dt="2025-09-29T05:03:48.903" v="13683" actId="20577"/>
          <ac:spMkLst>
            <pc:docMk/>
            <pc:sldMk cId="316794184" sldId="410"/>
            <ac:spMk id="52" creationId="{429E76E3-2FAF-F02A-3D9C-5A866EE77367}"/>
          </ac:spMkLst>
        </pc:spChg>
        <pc:spChg chg="add mod">
          <ac:chgData name="陈凌韬 陈凌韬" userId="81acf5ebae9f403a" providerId="LiveId" clId="{D9F12F90-5E30-4441-B053-A456B7B6408B}" dt="2025-09-28T13:51:02.824" v="12307" actId="1037"/>
          <ac:spMkLst>
            <pc:docMk/>
            <pc:sldMk cId="316794184" sldId="410"/>
            <ac:spMk id="54" creationId="{7DBE4282-31DF-B44A-A683-CCC9260C119B}"/>
          </ac:spMkLst>
        </pc:spChg>
        <pc:spChg chg="add mod">
          <ac:chgData name="陈凌韬 陈凌韬" userId="81acf5ebae9f403a" providerId="LiveId" clId="{D9F12F90-5E30-4441-B053-A456B7B6408B}" dt="2025-09-28T13:51:02.824" v="12307" actId="1037"/>
          <ac:spMkLst>
            <pc:docMk/>
            <pc:sldMk cId="316794184" sldId="410"/>
            <ac:spMk id="56" creationId="{C2E5C618-03BB-0D2B-3973-F3F51C68D7A5}"/>
          </ac:spMkLst>
        </pc:spChg>
        <pc:spChg chg="add mod">
          <ac:chgData name="陈凌韬 陈凌韬" userId="81acf5ebae9f403a" providerId="LiveId" clId="{D9F12F90-5E30-4441-B053-A456B7B6408B}" dt="2025-09-28T13:51:02.824" v="12307" actId="1037"/>
          <ac:spMkLst>
            <pc:docMk/>
            <pc:sldMk cId="316794184" sldId="410"/>
            <ac:spMk id="58" creationId="{9848A566-9C12-B861-AAA8-2C321373D021}"/>
          </ac:spMkLst>
        </pc:spChg>
        <pc:spChg chg="add mod">
          <ac:chgData name="陈凌韬 陈凌韬" userId="81acf5ebae9f403a" providerId="LiveId" clId="{D9F12F90-5E30-4441-B053-A456B7B6408B}" dt="2025-09-28T13:51:02.824" v="12307" actId="1037"/>
          <ac:spMkLst>
            <pc:docMk/>
            <pc:sldMk cId="316794184" sldId="410"/>
            <ac:spMk id="60" creationId="{6ACAF289-2302-754E-2674-EA7EAF482D41}"/>
          </ac:spMkLst>
        </pc:spChg>
        <pc:spChg chg="add mod">
          <ac:chgData name="陈凌韬 陈凌韬" userId="81acf5ebae9f403a" providerId="LiveId" clId="{D9F12F90-5E30-4441-B053-A456B7B6408B}" dt="2025-09-28T13:44:05.638" v="12160" actId="1076"/>
          <ac:spMkLst>
            <pc:docMk/>
            <pc:sldMk cId="316794184" sldId="410"/>
            <ac:spMk id="64" creationId="{E46BA4D8-B3C0-BEE4-C7C2-D093205C7CD3}"/>
          </ac:spMkLst>
        </pc:spChg>
        <pc:spChg chg="add mod">
          <ac:chgData name="陈凌韬 陈凌韬" userId="81acf5ebae9f403a" providerId="LiveId" clId="{D9F12F90-5E30-4441-B053-A456B7B6408B}" dt="2025-09-28T13:51:02.824" v="12307" actId="1037"/>
          <ac:spMkLst>
            <pc:docMk/>
            <pc:sldMk cId="316794184" sldId="410"/>
            <ac:spMk id="66" creationId="{8440738D-32F3-4EF9-06DD-8B6736678A09}"/>
          </ac:spMkLst>
        </pc:spChg>
        <pc:spChg chg="add mod ord">
          <ac:chgData name="陈凌韬 陈凌韬" userId="81acf5ebae9f403a" providerId="LiveId" clId="{D9F12F90-5E30-4441-B053-A456B7B6408B}" dt="2025-09-28T13:50:04.358" v="12291" actId="167"/>
          <ac:spMkLst>
            <pc:docMk/>
            <pc:sldMk cId="316794184" sldId="410"/>
            <ac:spMk id="87" creationId="{DADFABEE-4179-8AC4-A7C7-7C9365339D76}"/>
          </ac:spMkLst>
        </pc:spChg>
        <pc:spChg chg="add mod ord">
          <ac:chgData name="陈凌韬 陈凌韬" userId="81acf5ebae9f403a" providerId="LiveId" clId="{D9F12F90-5E30-4441-B053-A456B7B6408B}" dt="2025-09-28T13:50:49.535" v="12295" actId="14100"/>
          <ac:spMkLst>
            <pc:docMk/>
            <pc:sldMk cId="316794184" sldId="410"/>
            <ac:spMk id="88" creationId="{78FC1EAD-CB38-99E0-30B0-B0D6D40428AD}"/>
          </ac:spMkLst>
        </pc:spChg>
        <pc:spChg chg="add mod ord">
          <ac:chgData name="陈凌韬 陈凌韬" userId="81acf5ebae9f403a" providerId="LiveId" clId="{D9F12F90-5E30-4441-B053-A456B7B6408B}" dt="2025-09-28T13:50:54.427" v="12296" actId="14100"/>
          <ac:spMkLst>
            <pc:docMk/>
            <pc:sldMk cId="316794184" sldId="410"/>
            <ac:spMk id="89" creationId="{27340CE5-7E94-564F-39BD-7760E7CB12EE}"/>
          </ac:spMkLst>
        </pc:spChg>
        <pc:spChg chg="add del mod">
          <ac:chgData name="陈凌韬 陈凌韬" userId="81acf5ebae9f403a" providerId="LiveId" clId="{D9F12F90-5E30-4441-B053-A456B7B6408B}" dt="2025-09-29T04:53:11.331" v="13479" actId="20577"/>
          <ac:spMkLst>
            <pc:docMk/>
            <pc:sldMk cId="316794184" sldId="410"/>
            <ac:spMk id="90" creationId="{B7364146-C0DD-8E26-B9A2-DCA665288A67}"/>
          </ac:spMkLst>
        </pc:spChg>
        <pc:spChg chg="add mod">
          <ac:chgData name="陈凌韬 陈凌韬" userId="81acf5ebae9f403a" providerId="LiveId" clId="{D9F12F90-5E30-4441-B053-A456B7B6408B}" dt="2025-09-28T14:15:27.775" v="12681" actId="1076"/>
          <ac:spMkLst>
            <pc:docMk/>
            <pc:sldMk cId="316794184" sldId="410"/>
            <ac:spMk id="91" creationId="{D0F57058-012F-A741-225C-01082F3EEA0B}"/>
          </ac:spMkLst>
        </pc:spChg>
        <pc:cxnChg chg="add mod">
          <ac:chgData name="陈凌韬 陈凌韬" userId="81acf5ebae9f403a" providerId="LiveId" clId="{D9F12F90-5E30-4441-B053-A456B7B6408B}" dt="2025-09-28T14:17:51.794" v="12715" actId="1037"/>
          <ac:cxnSpMkLst>
            <pc:docMk/>
            <pc:sldMk cId="316794184" sldId="410"/>
            <ac:cxnSpMk id="5" creationId="{128468DA-E595-7ED6-C2DD-F8356B63A4A8}"/>
          </ac:cxnSpMkLst>
        </pc:cxnChg>
        <pc:cxnChg chg="add mod">
          <ac:chgData name="陈凌韬 陈凌韬" userId="81acf5ebae9f403a" providerId="LiveId" clId="{D9F12F90-5E30-4441-B053-A456B7B6408B}" dt="2025-09-28T14:17:51.794" v="12715" actId="1037"/>
          <ac:cxnSpMkLst>
            <pc:docMk/>
            <pc:sldMk cId="316794184" sldId="410"/>
            <ac:cxnSpMk id="20" creationId="{1F3EEEF3-861E-6CDC-6E51-3451093F1020}"/>
          </ac:cxnSpMkLst>
        </pc:cxnChg>
        <pc:cxnChg chg="add del mod">
          <ac:chgData name="陈凌韬 陈凌韬" userId="81acf5ebae9f403a" providerId="LiveId" clId="{D9F12F90-5E30-4441-B053-A456B7B6408B}" dt="2025-09-28T13:51:02.824" v="12307" actId="1037"/>
          <ac:cxnSpMkLst>
            <pc:docMk/>
            <pc:sldMk cId="316794184" sldId="410"/>
            <ac:cxnSpMk id="25" creationId="{C1F22978-EDCA-7CCB-E5E0-8D5872379303}"/>
          </ac:cxnSpMkLst>
        </pc:cxnChg>
        <pc:cxnChg chg="add mod">
          <ac:chgData name="陈凌韬 陈凌韬" userId="81acf5ebae9f403a" providerId="LiveId" clId="{D9F12F90-5E30-4441-B053-A456B7B6408B}" dt="2025-09-28T13:51:02.824" v="12307" actId="1037"/>
          <ac:cxnSpMkLst>
            <pc:docMk/>
            <pc:sldMk cId="316794184" sldId="410"/>
            <ac:cxnSpMk id="33" creationId="{53F75928-2D0E-4A03-5466-CAD509CC9897}"/>
          </ac:cxnSpMkLst>
        </pc:cxnChg>
        <pc:cxnChg chg="add mod">
          <ac:chgData name="陈凌韬 陈凌韬" userId="81acf5ebae9f403a" providerId="LiveId" clId="{D9F12F90-5E30-4441-B053-A456B7B6408B}" dt="2025-09-28T13:51:02.824" v="12307" actId="1037"/>
          <ac:cxnSpMkLst>
            <pc:docMk/>
            <pc:sldMk cId="316794184" sldId="410"/>
            <ac:cxnSpMk id="36" creationId="{8D2DC50C-3D10-3BE8-D258-EC923E8C50AB}"/>
          </ac:cxnSpMkLst>
        </pc:cxnChg>
        <pc:cxnChg chg="add mod">
          <ac:chgData name="陈凌韬 陈凌韬" userId="81acf5ebae9f403a" providerId="LiveId" clId="{D9F12F90-5E30-4441-B053-A456B7B6408B}" dt="2025-09-28T13:44:07.926" v="12163" actId="1036"/>
          <ac:cxnSpMkLst>
            <pc:docMk/>
            <pc:sldMk cId="316794184" sldId="410"/>
            <ac:cxnSpMk id="72" creationId="{54521E38-989A-8A3F-62AE-D97DCD48F058}"/>
          </ac:cxnSpMkLst>
        </pc:cxnChg>
        <pc:cxnChg chg="add mod">
          <ac:chgData name="陈凌韬 陈凌韬" userId="81acf5ebae9f403a" providerId="LiveId" clId="{D9F12F90-5E30-4441-B053-A456B7B6408B}" dt="2025-09-28T13:51:02.824" v="12307" actId="1037"/>
          <ac:cxnSpMkLst>
            <pc:docMk/>
            <pc:sldMk cId="316794184" sldId="410"/>
            <ac:cxnSpMk id="85" creationId="{857898C9-6A69-1BF2-A73C-0CFE1BB5C6A0}"/>
          </ac:cxnSpMkLst>
        </pc:cxnChg>
        <pc:cxnChg chg="add mod">
          <ac:chgData name="陈凌韬 陈凌韬" userId="81acf5ebae9f403a" providerId="LiveId" clId="{D9F12F90-5E30-4441-B053-A456B7B6408B}" dt="2025-09-28T14:15:32.240" v="12689" actId="1038"/>
          <ac:cxnSpMkLst>
            <pc:docMk/>
            <pc:sldMk cId="316794184" sldId="410"/>
            <ac:cxnSpMk id="92" creationId="{90BBD2CE-0D84-96CB-F34A-BB2E8A0B4B55}"/>
          </ac:cxnSpMkLst>
        </pc:cxnChg>
        <pc:cxnChg chg="add mod">
          <ac:chgData name="陈凌韬 陈凌韬" userId="81acf5ebae9f403a" providerId="LiveId" clId="{D9F12F90-5E30-4441-B053-A456B7B6408B}" dt="2025-09-28T14:15:32.240" v="12689" actId="1038"/>
          <ac:cxnSpMkLst>
            <pc:docMk/>
            <pc:sldMk cId="316794184" sldId="410"/>
            <ac:cxnSpMk id="93" creationId="{7A3AC1C4-DDA7-AD10-B47C-9E7DFEF30E38}"/>
          </ac:cxnSpMkLst>
        </pc:cxnChg>
        <pc:cxnChg chg="add mod">
          <ac:chgData name="陈凌韬 陈凌韬" userId="81acf5ebae9f403a" providerId="LiveId" clId="{D9F12F90-5E30-4441-B053-A456B7B6408B}" dt="2025-09-28T14:15:37.365" v="12694" actId="1038"/>
          <ac:cxnSpMkLst>
            <pc:docMk/>
            <pc:sldMk cId="316794184" sldId="410"/>
            <ac:cxnSpMk id="100" creationId="{BCDCBDF9-57AD-796C-0694-AD2D82511D21}"/>
          </ac:cxnSpMkLst>
        </pc:cxnChg>
        <pc:cxnChg chg="add mod">
          <ac:chgData name="陈凌韬 陈凌韬" userId="81acf5ebae9f403a" providerId="LiveId" clId="{D9F12F90-5E30-4441-B053-A456B7B6408B}" dt="2025-09-28T14:18:14.521" v="12729" actId="1038"/>
          <ac:cxnSpMkLst>
            <pc:docMk/>
            <pc:sldMk cId="316794184" sldId="410"/>
            <ac:cxnSpMk id="101" creationId="{8BCF47E3-1151-5009-8318-FAE1800377FF}"/>
          </ac:cxnSpMkLst>
        </pc:cxnChg>
      </pc:sldChg>
      <pc:sldChg chg="addSp delSp modSp add mod">
        <pc:chgData name="陈凌韬 陈凌韬" userId="81acf5ebae9f403a" providerId="LiveId" clId="{D9F12F90-5E30-4441-B053-A456B7B6408B}" dt="2025-09-29T04:01:27.183" v="13435" actId="21"/>
        <pc:sldMkLst>
          <pc:docMk/>
          <pc:sldMk cId="2560375668" sldId="411"/>
        </pc:sldMkLst>
        <pc:spChg chg="mod">
          <ac:chgData name="陈凌韬 陈凌韬" userId="81acf5ebae9f403a" providerId="LiveId" clId="{D9F12F90-5E30-4441-B053-A456B7B6408B}" dt="2025-09-28T13:17:19.570" v="11986" actId="20577"/>
          <ac:spMkLst>
            <pc:docMk/>
            <pc:sldMk cId="2560375668" sldId="411"/>
            <ac:spMk id="4" creationId="{382DDF40-6A66-3007-4139-EB0CAB3645C7}"/>
          </ac:spMkLst>
        </pc:spChg>
        <pc:spChg chg="add mod">
          <ac:chgData name="陈凌韬 陈凌韬" userId="81acf5ebae9f403a" providerId="LiveId" clId="{D9F12F90-5E30-4441-B053-A456B7B6408B}" dt="2025-09-29T04:01:27.183" v="13435" actId="21"/>
          <ac:spMkLst>
            <pc:docMk/>
            <pc:sldMk cId="2560375668" sldId="411"/>
            <ac:spMk id="6" creationId="{3AABF2E1-7980-CF8B-05B1-08E72DB5EDD9}"/>
          </ac:spMkLst>
        </pc:spChg>
      </pc:sldChg>
      <pc:sldChg chg="addSp delSp modSp add mod modNotesTx">
        <pc:chgData name="陈凌韬 陈凌韬" userId="81acf5ebae9f403a" providerId="LiveId" clId="{D9F12F90-5E30-4441-B053-A456B7B6408B}" dt="2025-09-29T08:23:58.008" v="15059" actId="20577"/>
        <pc:sldMkLst>
          <pc:docMk/>
          <pc:sldMk cId="87449965" sldId="412"/>
        </pc:sldMkLst>
        <pc:spChg chg="mod">
          <ac:chgData name="陈凌韬 陈凌韬" userId="81acf5ebae9f403a" providerId="LiveId" clId="{D9F12F90-5E30-4441-B053-A456B7B6408B}" dt="2025-09-29T05:05:50.833" v="13721" actId="113"/>
          <ac:spMkLst>
            <pc:docMk/>
            <pc:sldMk cId="87449965" sldId="412"/>
            <ac:spMk id="3" creationId="{1DAC475D-B44F-CA5C-0F6F-778944571EDE}"/>
          </ac:spMkLst>
        </pc:spChg>
        <pc:spChg chg="add mod">
          <ac:chgData name="陈凌韬 陈凌韬" userId="81acf5ebae9f403a" providerId="LiveId" clId="{D9F12F90-5E30-4441-B053-A456B7B6408B}" dt="2025-09-29T05:07:50.265" v="13740" actId="1076"/>
          <ac:spMkLst>
            <pc:docMk/>
            <pc:sldMk cId="87449965" sldId="412"/>
            <ac:spMk id="8" creationId="{C0AB818B-B95B-7509-EB45-FB4BD30091E4}"/>
          </ac:spMkLst>
        </pc:spChg>
        <pc:graphicFrameChg chg="add mod modGraphic">
          <ac:chgData name="陈凌韬 陈凌韬" userId="81acf5ebae9f403a" providerId="LiveId" clId="{D9F12F90-5E30-4441-B053-A456B7B6408B}" dt="2025-09-29T05:07:14.937" v="13735" actId="20577"/>
          <ac:graphicFrameMkLst>
            <pc:docMk/>
            <pc:sldMk cId="87449965" sldId="412"/>
            <ac:graphicFrameMk id="7" creationId="{EBA82603-9356-9B66-3BB1-DB34378777CE}"/>
          </ac:graphicFrameMkLst>
        </pc:graphicFrameChg>
      </pc:sldChg>
      <pc:sldChg chg="modSp add mod">
        <pc:chgData name="陈凌韬 陈凌韬" userId="81acf5ebae9f403a" providerId="LiveId" clId="{D9F12F90-5E30-4441-B053-A456B7B6408B}" dt="2025-09-29T04:07:25.865" v="13474" actId="20577"/>
        <pc:sldMkLst>
          <pc:docMk/>
          <pc:sldMk cId="4162545385" sldId="413"/>
        </pc:sldMkLst>
        <pc:spChg chg="mod">
          <ac:chgData name="陈凌韬 陈凌韬" userId="81acf5ebae9f403a" providerId="LiveId" clId="{D9F12F90-5E30-4441-B053-A456B7B6408B}" dt="2025-09-29T04:07:25.865" v="13474" actId="20577"/>
          <ac:spMkLst>
            <pc:docMk/>
            <pc:sldMk cId="4162545385" sldId="413"/>
            <ac:spMk id="6" creationId="{ABD8D492-FD14-3341-B26E-5DAC8A8FF6FE}"/>
          </ac:spMkLst>
        </pc:spChg>
      </pc:sldChg>
      <pc:sldChg chg="addSp delSp modSp add mod modNotesTx">
        <pc:chgData name="陈凌韬 陈凌韬" userId="81acf5ebae9f403a" providerId="LiveId" clId="{D9F12F90-5E30-4441-B053-A456B7B6408B}" dt="2025-09-29T12:34:55.503" v="17031" actId="20577"/>
        <pc:sldMkLst>
          <pc:docMk/>
          <pc:sldMk cId="2714842946" sldId="414"/>
        </pc:sldMkLst>
        <pc:spChg chg="add mod">
          <ac:chgData name="陈凌韬 陈凌韬" userId="81acf5ebae9f403a" providerId="LiveId" clId="{D9F12F90-5E30-4441-B053-A456B7B6408B}" dt="2025-09-29T05:16:52.434" v="13855" actId="1076"/>
          <ac:spMkLst>
            <pc:docMk/>
            <pc:sldMk cId="2714842946" sldId="414"/>
            <ac:spMk id="6" creationId="{8F72A917-9AED-5191-C90F-DE3736C9DB06}"/>
          </ac:spMkLst>
        </pc:spChg>
        <pc:spChg chg="add mod">
          <ac:chgData name="陈凌韬 陈凌韬" userId="81acf5ebae9f403a" providerId="LiveId" clId="{D9F12F90-5E30-4441-B053-A456B7B6408B}" dt="2025-09-29T05:17:36.714" v="13858" actId="255"/>
          <ac:spMkLst>
            <pc:docMk/>
            <pc:sldMk cId="2714842946" sldId="414"/>
            <ac:spMk id="7" creationId="{CECD191D-A88C-72E7-BD55-B93D344459F0}"/>
          </ac:spMkLst>
        </pc:spChg>
        <pc:spChg chg="add mod">
          <ac:chgData name="陈凌韬 陈凌韬" userId="81acf5ebae9f403a" providerId="LiveId" clId="{D9F12F90-5E30-4441-B053-A456B7B6408B}" dt="2025-09-29T05:21:45.701" v="13927" actId="207"/>
          <ac:spMkLst>
            <pc:docMk/>
            <pc:sldMk cId="2714842946" sldId="414"/>
            <ac:spMk id="10" creationId="{8C4CAA73-BEC1-7C25-2007-F245FD38212C}"/>
          </ac:spMkLst>
        </pc:spChg>
        <pc:spChg chg="add mod">
          <ac:chgData name="陈凌韬 陈凌韬" userId="81acf5ebae9f403a" providerId="LiveId" clId="{D9F12F90-5E30-4441-B053-A456B7B6408B}" dt="2025-09-29T05:21:38.205" v="13925" actId="207"/>
          <ac:spMkLst>
            <pc:docMk/>
            <pc:sldMk cId="2714842946" sldId="414"/>
            <ac:spMk id="11" creationId="{BBDD03F6-5F78-9C89-18E1-6F6A6E210F91}"/>
          </ac:spMkLst>
        </pc:spChg>
        <pc:spChg chg="add mod">
          <ac:chgData name="陈凌韬 陈凌韬" userId="81acf5ebae9f403a" providerId="LiveId" clId="{D9F12F90-5E30-4441-B053-A456B7B6408B}" dt="2025-09-29T05:16:52.434" v="13855" actId="1076"/>
          <ac:spMkLst>
            <pc:docMk/>
            <pc:sldMk cId="2714842946" sldId="414"/>
            <ac:spMk id="12" creationId="{1700891A-8A7A-E12A-AABB-8921B51259DC}"/>
          </ac:spMkLst>
        </pc:spChg>
        <pc:spChg chg="add mod">
          <ac:chgData name="陈凌韬 陈凌韬" userId="81acf5ebae9f403a" providerId="LiveId" clId="{D9F12F90-5E30-4441-B053-A456B7B6408B}" dt="2025-09-29T05:17:40.507" v="13859" actId="255"/>
          <ac:spMkLst>
            <pc:docMk/>
            <pc:sldMk cId="2714842946" sldId="414"/>
            <ac:spMk id="13" creationId="{7F0CEBAC-750C-2C3D-5D18-FB116AC94D8B}"/>
          </ac:spMkLst>
        </pc:spChg>
        <pc:spChg chg="add mod">
          <ac:chgData name="陈凌韬 陈凌韬" userId="81acf5ebae9f403a" providerId="LiveId" clId="{D9F12F90-5E30-4441-B053-A456B7B6408B}" dt="2025-09-29T08:25:42.149" v="15121" actId="20577"/>
          <ac:spMkLst>
            <pc:docMk/>
            <pc:sldMk cId="2714842946" sldId="414"/>
            <ac:spMk id="14" creationId="{6E4D6E82-979A-153A-0DB2-604365390724}"/>
          </ac:spMkLst>
        </pc:spChg>
        <pc:spChg chg="add mod">
          <ac:chgData name="陈凌韬 陈凌韬" userId="81acf5ebae9f403a" providerId="LiveId" clId="{D9F12F90-5E30-4441-B053-A456B7B6408B}" dt="2025-09-29T05:16:52.434" v="13855" actId="1076"/>
          <ac:spMkLst>
            <pc:docMk/>
            <pc:sldMk cId="2714842946" sldId="414"/>
            <ac:spMk id="15" creationId="{B7FB5202-473C-CE2B-C386-BEAE8B626358}"/>
          </ac:spMkLst>
        </pc:spChg>
        <pc:cxnChg chg="add mod">
          <ac:chgData name="陈凌韬 陈凌韬" userId="81acf5ebae9f403a" providerId="LiveId" clId="{D9F12F90-5E30-4441-B053-A456B7B6408B}" dt="2025-09-29T05:16:52.434" v="13855" actId="1076"/>
          <ac:cxnSpMkLst>
            <pc:docMk/>
            <pc:sldMk cId="2714842946" sldId="414"/>
            <ac:cxnSpMk id="17" creationId="{FF5DDF15-1F42-9EA4-0C81-11E61B63BFDE}"/>
          </ac:cxnSpMkLst>
        </pc:cxnChg>
        <pc:cxnChg chg="add mod">
          <ac:chgData name="陈凌韬 陈凌韬" userId="81acf5ebae9f403a" providerId="LiveId" clId="{D9F12F90-5E30-4441-B053-A456B7B6408B}" dt="2025-09-29T05:16:02.502" v="13848" actId="13822"/>
          <ac:cxnSpMkLst>
            <pc:docMk/>
            <pc:sldMk cId="2714842946" sldId="414"/>
            <ac:cxnSpMk id="20" creationId="{B14D20E2-7594-9B5B-C11A-00BC1309454F}"/>
          </ac:cxnSpMkLst>
        </pc:cxnChg>
        <pc:cxnChg chg="add mod">
          <ac:chgData name="陈凌韬 陈凌韬" userId="81acf5ebae9f403a" providerId="LiveId" clId="{D9F12F90-5E30-4441-B053-A456B7B6408B}" dt="2025-09-29T05:19:43.888" v="13872" actId="14100"/>
          <ac:cxnSpMkLst>
            <pc:docMk/>
            <pc:sldMk cId="2714842946" sldId="414"/>
            <ac:cxnSpMk id="22" creationId="{7AC9A3A5-426F-9002-439B-1A54F9814D50}"/>
          </ac:cxnSpMkLst>
        </pc:cxnChg>
        <pc:cxnChg chg="add mod">
          <ac:chgData name="陈凌韬 陈凌韬" userId="81acf5ebae9f403a" providerId="LiveId" clId="{D9F12F90-5E30-4441-B053-A456B7B6408B}" dt="2025-09-29T05:16:27.205" v="13854" actId="13822"/>
          <ac:cxnSpMkLst>
            <pc:docMk/>
            <pc:sldMk cId="2714842946" sldId="414"/>
            <ac:cxnSpMk id="25" creationId="{B19E37B1-B17B-D096-C655-53395FDFDB8C}"/>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EE9F-6DE9-9D47-8420-346111DE8D5E}" type="datetimeFigureOut">
              <a:rPr kumimoji="1" lang="zh-CN" altLang="en-US" smtClean="0"/>
              <a:t>2025/10/22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E24C00-34A9-3F4C-B5B2-07AE4CA98159}" type="slidenum">
              <a:rPr kumimoji="1" lang="zh-CN" altLang="en-US" smtClean="0"/>
              <a:t>‹#›</a:t>
            </a:fld>
            <a:endParaRPr kumimoji="1" lang="zh-CN" altLang="en-US"/>
          </a:p>
        </p:txBody>
      </p:sp>
    </p:spTree>
    <p:extLst>
      <p:ext uri="{BB962C8B-B14F-4D97-AF65-F5344CB8AC3E}">
        <p14:creationId xmlns:p14="http://schemas.microsoft.com/office/powerpoint/2010/main" val="524786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老师同学们大家好，今天由我来进行开题的汇报，汇报的题目是基于调度知识演化的飞机脉动装配线动态调度研究。</a:t>
            </a:r>
          </a:p>
        </p:txBody>
      </p:sp>
      <p:sp>
        <p:nvSpPr>
          <p:cNvPr id="4" name="灯片编号占位符 3"/>
          <p:cNvSpPr>
            <a:spLocks noGrp="1"/>
          </p:cNvSpPr>
          <p:nvPr>
            <p:ph type="sldNum" sz="quarter" idx="5"/>
          </p:nvPr>
        </p:nvSpPr>
        <p:spPr/>
        <p:txBody>
          <a:bodyPr/>
          <a:lstStyle/>
          <a:p>
            <a:fld id="{EEE24C00-34A9-3F4C-B5B2-07AE4CA98159}" type="slidenum">
              <a:rPr kumimoji="1" lang="zh-CN" altLang="en-US" smtClean="0"/>
              <a:t>1</a:t>
            </a:fld>
            <a:endParaRPr kumimoji="1" lang="zh-CN" altLang="en-US"/>
          </a:p>
        </p:txBody>
      </p:sp>
    </p:spTree>
    <p:extLst>
      <p:ext uri="{BB962C8B-B14F-4D97-AF65-F5344CB8AC3E}">
        <p14:creationId xmlns:p14="http://schemas.microsoft.com/office/powerpoint/2010/main" val="4050061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汇报分为五个部分展开</a:t>
            </a:r>
          </a:p>
        </p:txBody>
      </p:sp>
      <p:sp>
        <p:nvSpPr>
          <p:cNvPr id="4" name="灯片编号占位符 3"/>
          <p:cNvSpPr>
            <a:spLocks noGrp="1"/>
          </p:cNvSpPr>
          <p:nvPr>
            <p:ph type="sldNum" sz="quarter" idx="5"/>
          </p:nvPr>
        </p:nvSpPr>
        <p:spPr/>
        <p:txBody>
          <a:bodyPr/>
          <a:lstStyle/>
          <a:p>
            <a:fld id="{EEE24C00-34A9-3F4C-B5B2-07AE4CA98159}" type="slidenum">
              <a:rPr kumimoji="1" lang="zh-CN" altLang="en-US" smtClean="0"/>
              <a:t>2</a:t>
            </a:fld>
            <a:endParaRPr kumimoji="1" lang="zh-CN" altLang="en-US"/>
          </a:p>
        </p:txBody>
      </p:sp>
    </p:spTree>
    <p:extLst>
      <p:ext uri="{BB962C8B-B14F-4D97-AF65-F5344CB8AC3E}">
        <p14:creationId xmlns:p14="http://schemas.microsoft.com/office/powerpoint/2010/main" val="2271971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50A3F-3A99-57E3-7EA8-8CBE7531D1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7D0D40-500E-962A-723F-D74585954F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30A411-2FC7-CCDA-3798-5FAB6B381D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PingFang SC" panose="020B0400000000000000" pitchFamily="34" charset="-122"/>
                <a:ea typeface="PingFang SC" panose="020B0400000000000000" pitchFamily="34" charset="-122"/>
              </a:rPr>
              <a:t>飞机制造业关乎国防实力和国家安全，其中装配过程具有工作量大、重要性高、周期长的特点，</a:t>
            </a:r>
            <a:r>
              <a:rPr lang="zh-CN" altLang="en-US" sz="1200" b="0" dirty="0">
                <a:solidFill>
                  <a:srgbClr val="000F82"/>
                </a:solidFill>
                <a:latin typeface="微软雅黑" panose="020B0503020204020204" pitchFamily="34" charset="-122"/>
                <a:ea typeface="微软雅黑" panose="020B0503020204020204" pitchFamily="34" charset="-122"/>
              </a:rPr>
              <a:t>直接影响飞机制造的</a:t>
            </a:r>
            <a:r>
              <a:rPr lang="zh-CN" altLang="en-US" sz="1200" b="0" dirty="0">
                <a:solidFill>
                  <a:srgbClr val="C00000"/>
                </a:solidFill>
                <a:latin typeface="微软雅黑" panose="020B0503020204020204" pitchFamily="34" charset="-122"/>
                <a:ea typeface="微软雅黑" panose="020B0503020204020204" pitchFamily="34" charset="-122"/>
              </a:rPr>
              <a:t>效率</a:t>
            </a:r>
            <a:r>
              <a:rPr lang="zh-CN" altLang="en-US" sz="1200" b="0" dirty="0">
                <a:solidFill>
                  <a:srgbClr val="000F82"/>
                </a:solidFill>
                <a:latin typeface="微软雅黑" panose="020B0503020204020204" pitchFamily="34" charset="-122"/>
                <a:ea typeface="微软雅黑" panose="020B0503020204020204" pitchFamily="34" charset="-122"/>
              </a:rPr>
              <a:t>和</a:t>
            </a:r>
            <a:r>
              <a:rPr lang="zh-CN" altLang="en-US" sz="1200" b="0" dirty="0">
                <a:solidFill>
                  <a:srgbClr val="C00000"/>
                </a:solidFill>
                <a:latin typeface="微软雅黑" panose="020B0503020204020204" pitchFamily="34" charset="-122"/>
                <a:ea typeface="微软雅黑" panose="020B0503020204020204" pitchFamily="34" charset="-122"/>
              </a:rPr>
              <a:t>质量</a:t>
            </a:r>
            <a:r>
              <a:rPr lang="zh-CN" altLang="en-US" sz="1200" b="0" dirty="0">
                <a:solidFill>
                  <a:srgbClr val="000F82"/>
                </a:solidFill>
                <a:latin typeface="微软雅黑" panose="020B0503020204020204" pitchFamily="34" charset="-122"/>
                <a:ea typeface="微软雅黑" panose="020B0503020204020204" pitchFamily="34" charset="-122"/>
              </a:rPr>
              <a:t>，是飞机制造中至关重要的环节</a:t>
            </a:r>
            <a:endParaRPr lang="en-US" altLang="zh-CN" b="0"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05DF25CD-9503-487A-086C-83E1A473E1B9}"/>
              </a:ext>
            </a:extLst>
          </p:cNvPr>
          <p:cNvSpPr>
            <a:spLocks noGrp="1"/>
          </p:cNvSpPr>
          <p:nvPr>
            <p:ph type="sldNum" sz="quarter" idx="5"/>
          </p:nvPr>
        </p:nvSpPr>
        <p:spPr/>
        <p:txBody>
          <a:bodyPr/>
          <a:lstStyle/>
          <a:p>
            <a:fld id="{EEE24C00-34A9-3F4C-B5B2-07AE4CA98159}" type="slidenum">
              <a:rPr kumimoji="1" lang="zh-CN" altLang="en-US" smtClean="0"/>
              <a:t>3</a:t>
            </a:fld>
            <a:endParaRPr kumimoji="1" lang="zh-CN" altLang="en-US"/>
          </a:p>
        </p:txBody>
      </p:sp>
    </p:spTree>
    <p:extLst>
      <p:ext uri="{BB962C8B-B14F-4D97-AF65-F5344CB8AC3E}">
        <p14:creationId xmlns:p14="http://schemas.microsoft.com/office/powerpoint/2010/main" val="2820216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脉动式装配线</a:t>
            </a:r>
            <a:r>
              <a:rPr lang="zh-CN" altLang="en-US" sz="1200" dirty="0"/>
              <a:t>是目前主流的装配方式之一。装配工作内容根据飞机的功能模块被分配到几个相对固定的站位内，飞机在每个站位内完成功能需求较一致的装配工序。飞机按照固定节拍以“脉冲式”在站位间移动，其特点是“装配时不移动，移动时不装配”。</a:t>
            </a:r>
            <a:endParaRPr lang="en-US" altLang="zh-CN" sz="1200" dirty="0"/>
          </a:p>
          <a:p>
            <a:r>
              <a:rPr lang="zh-CN" altLang="en-US" sz="1200" dirty="0"/>
              <a:t>飞机脉动装配线具有高复杂性和高动态性的特点，其高复杂性主要体现在：。高动态性主要体现在：。</a:t>
            </a:r>
          </a:p>
          <a:p>
            <a:endParaRPr lang="zh-CN" altLang="en-US" sz="1200" dirty="0"/>
          </a:p>
        </p:txBody>
      </p:sp>
      <p:sp>
        <p:nvSpPr>
          <p:cNvPr id="4" name="灯片编号占位符 3"/>
          <p:cNvSpPr>
            <a:spLocks noGrp="1"/>
          </p:cNvSpPr>
          <p:nvPr>
            <p:ph type="sldNum" sz="quarter" idx="5"/>
          </p:nvPr>
        </p:nvSpPr>
        <p:spPr/>
        <p:txBody>
          <a:bodyPr/>
          <a:lstStyle/>
          <a:p>
            <a:fld id="{EEE24C00-34A9-3F4C-B5B2-07AE4CA98159}" type="slidenum">
              <a:rPr kumimoji="1" lang="zh-CN" altLang="en-US" smtClean="0"/>
              <a:t>4</a:t>
            </a:fld>
            <a:endParaRPr kumimoji="1" lang="zh-CN" altLang="en-US"/>
          </a:p>
        </p:txBody>
      </p:sp>
    </p:spTree>
    <p:extLst>
      <p:ext uri="{BB962C8B-B14F-4D97-AF65-F5344CB8AC3E}">
        <p14:creationId xmlns:p14="http://schemas.microsoft.com/office/powerpoint/2010/main" val="1238979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BCACB-B20D-6938-93A6-BCE8EDD147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69F75C-4083-EC6F-C9BC-3D41C51C22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D00E6B-883E-E89F-CE53-F3F4F4AF4C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PingFang SC" panose="020B0400000000000000" pitchFamily="34" charset="-122"/>
                <a:ea typeface="PingFang SC" panose="020B0400000000000000" pitchFamily="34" charset="-122"/>
              </a:rPr>
              <a:t>针对飞机脉动装配线高复杂性、高动态性的特点，现有研究的应对方法聚焦于数据驱动的动态调度方法，包括深度学习、强化学习等，其一般思路是：在离线学习阶段，利用机器学习技术从大量生产数据中发现生产状态与最优或近似最优调度方案之间的映射关系模型，即调度知识；在生产过程中，将实时生产状态输入调度知识，输出调度方案以指导生产执行。这类以调度知识为核心的动态调度方法能够使调度方案根据实时生产状态进行适应性调整，具有良好的应对动态环境的适应能力。然而，</a:t>
            </a:r>
            <a:r>
              <a:rPr lang="zh-CN" altLang="en-US" sz="1200" b="0" dirty="0">
                <a:solidFill>
                  <a:schemeClr val="tx1"/>
                </a:solidFill>
                <a:latin typeface="Times New Roman" panose="02020603050405020304" pitchFamily="18" charset="0"/>
                <a:ea typeface="微软雅黑" panose="020B0503020204020204" charset="-122"/>
                <a:cs typeface="Times New Roman" panose="02020603050405020304" pitchFamily="18" charset="0"/>
              </a:rPr>
              <a:t>现有研究中的调度知识是</a:t>
            </a:r>
            <a:r>
              <a:rPr lang="zh-CN" altLang="en-US" sz="1200" b="0" dirty="0">
                <a:solidFill>
                  <a:srgbClr val="FF0000"/>
                </a:solidFill>
                <a:latin typeface="Times New Roman" panose="02020603050405020304" pitchFamily="18" charset="0"/>
                <a:ea typeface="微软雅黑" panose="020B0503020204020204" charset="-122"/>
                <a:cs typeface="Times New Roman" panose="02020603050405020304" pitchFamily="18" charset="0"/>
              </a:rPr>
              <a:t>事先确定</a:t>
            </a:r>
            <a:r>
              <a:rPr lang="zh-CN" altLang="en-US" sz="1200" b="0" dirty="0">
                <a:solidFill>
                  <a:schemeClr val="tx1"/>
                </a:solidFill>
                <a:latin typeface="Times New Roman" panose="02020603050405020304" pitchFamily="18" charset="0"/>
                <a:ea typeface="微软雅黑" panose="020B0503020204020204" charset="-122"/>
                <a:cs typeface="Times New Roman" panose="02020603050405020304" pitchFamily="18" charset="0"/>
              </a:rPr>
              <a:t>的，且局限于单一知识来源，不能在生产过程中持续学习新知识，无法有效应对</a:t>
            </a:r>
            <a:r>
              <a:rPr lang="zh-CN" altLang="en-US" sz="1200" b="0" dirty="0">
                <a:solidFill>
                  <a:srgbClr val="FF0000"/>
                </a:solidFill>
                <a:latin typeface="Times New Roman" panose="02020603050405020304" pitchFamily="18" charset="0"/>
                <a:ea typeface="微软雅黑" panose="020B0503020204020204" charset="-122"/>
                <a:cs typeface="Times New Roman" panose="02020603050405020304" pitchFamily="18" charset="0"/>
              </a:rPr>
              <a:t>开放</a:t>
            </a:r>
            <a:r>
              <a:rPr lang="zh-CN" altLang="en-US" sz="1200" b="0" dirty="0">
                <a:solidFill>
                  <a:schemeClr val="tx1"/>
                </a:solidFill>
                <a:latin typeface="Times New Roman" panose="02020603050405020304" pitchFamily="18" charset="0"/>
                <a:ea typeface="微软雅黑" panose="020B0503020204020204" charset="-122"/>
                <a:cs typeface="Times New Roman" panose="02020603050405020304" pitchFamily="18" charset="0"/>
              </a:rPr>
              <a:t>的动态环境</a:t>
            </a:r>
            <a:r>
              <a:rPr lang="zh-CN" altLang="en-US" dirty="0">
                <a:effectLst/>
                <a:latin typeface="PingFang SC" panose="020B0400000000000000" pitchFamily="34" charset="-122"/>
                <a:ea typeface="PingFang SC" panose="020B0400000000000000" pitchFamily="34" charset="-122"/>
              </a:rPr>
              <a:t>，因此，当调度知识不再适用于当前开放动态环境时，需要实现调度知识的持续学习和演化以适应未知变化的环境。进一步引申出关键研究问题：何时进行调度知识演化以及如何实现调度知识演化</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2F5670FD-4616-CA2A-E24D-6993C2F8EC47}"/>
              </a:ext>
            </a:extLst>
          </p:cNvPr>
          <p:cNvSpPr>
            <a:spLocks noGrp="1"/>
          </p:cNvSpPr>
          <p:nvPr>
            <p:ph type="sldNum" sz="quarter" idx="5"/>
          </p:nvPr>
        </p:nvSpPr>
        <p:spPr/>
        <p:txBody>
          <a:bodyPr/>
          <a:lstStyle/>
          <a:p>
            <a:fld id="{EEE24C00-34A9-3F4C-B5B2-07AE4CA98159}" type="slidenum">
              <a:rPr kumimoji="1" lang="zh-CN" altLang="en-US" smtClean="0"/>
              <a:t>5</a:t>
            </a:fld>
            <a:endParaRPr kumimoji="1" lang="zh-CN" altLang="en-US"/>
          </a:p>
        </p:txBody>
      </p:sp>
    </p:spTree>
    <p:extLst>
      <p:ext uri="{BB962C8B-B14F-4D97-AF65-F5344CB8AC3E}">
        <p14:creationId xmlns:p14="http://schemas.microsoft.com/office/powerpoint/2010/main" val="1781622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97F1E-BE8C-98CE-1A3C-11AA4511A4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305C01-5C00-CE6F-3111-A1A5E33502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EBBD8CA-1BC9-A62E-5F59-652EFACC4E6A}"/>
              </a:ext>
            </a:extLst>
          </p:cNvPr>
          <p:cNvSpPr>
            <a:spLocks noGrp="1"/>
          </p:cNvSpPr>
          <p:nvPr>
            <p:ph type="body" idx="1"/>
          </p:nvPr>
        </p:nvSpPr>
        <p:spPr/>
        <p:txBody>
          <a:bodyPr/>
          <a:lstStyle/>
          <a:p>
            <a:r>
              <a:rPr lang="zh-CN" altLang="en-US" dirty="0"/>
              <a:t>第二部分是文献综述，将从以下三个部分开展</a:t>
            </a:r>
          </a:p>
        </p:txBody>
      </p:sp>
      <p:sp>
        <p:nvSpPr>
          <p:cNvPr id="4" name="灯片编号占位符 3">
            <a:extLst>
              <a:ext uri="{FF2B5EF4-FFF2-40B4-BE49-F238E27FC236}">
                <a16:creationId xmlns:a16="http://schemas.microsoft.com/office/drawing/2014/main" id="{6AB74931-6A18-0001-1A2D-4AD5B4418947}"/>
              </a:ext>
            </a:extLst>
          </p:cNvPr>
          <p:cNvSpPr>
            <a:spLocks noGrp="1"/>
          </p:cNvSpPr>
          <p:nvPr>
            <p:ph type="sldNum" sz="quarter" idx="5"/>
          </p:nvPr>
        </p:nvSpPr>
        <p:spPr/>
        <p:txBody>
          <a:bodyPr/>
          <a:lstStyle/>
          <a:p>
            <a:fld id="{EEE24C00-34A9-3F4C-B5B2-07AE4CA98159}" type="slidenum">
              <a:rPr kumimoji="1" lang="zh-CN" altLang="en-US" smtClean="0"/>
              <a:t>6</a:t>
            </a:fld>
            <a:endParaRPr kumimoji="1" lang="zh-CN" altLang="en-US"/>
          </a:p>
        </p:txBody>
      </p:sp>
    </p:spTree>
    <p:extLst>
      <p:ext uri="{BB962C8B-B14F-4D97-AF65-F5344CB8AC3E}">
        <p14:creationId xmlns:p14="http://schemas.microsoft.com/office/powerpoint/2010/main" val="3553638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B9DBD-6BCD-9E94-05E6-2C1C1EA9F1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9D48C1-56D3-AA6A-6F5E-723A605789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6641AB-A96A-3453-FDDB-5E31C4A7D7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solidFill>
                  <a:schemeClr val="tx1"/>
                </a:solidFill>
                <a:ea typeface="Microsoft YaHei" panose="020B0503020204020204" pitchFamily="34" charset="-122"/>
              </a:rPr>
              <a:t>首先是飞机脉动装配线调度，总结下来就是</a:t>
            </a:r>
            <a:r>
              <a:rPr lang="zh-CN" altLang="en-US" sz="1200" dirty="0">
                <a:solidFill>
                  <a:schemeClr val="tx1"/>
                </a:solidFill>
                <a:ea typeface="Microsoft YaHei" panose="020B0503020204020204" pitchFamily="34" charset="-122"/>
              </a:rPr>
              <a:t>脉动线</a:t>
            </a:r>
            <a:r>
              <a:rPr lang="zh-CN" altLang="en-US" sz="1200" dirty="0">
                <a:solidFill>
                  <a:srgbClr val="FF0000"/>
                </a:solidFill>
                <a:ea typeface="Microsoft YaHei" panose="020B0503020204020204" pitchFamily="34" charset="-122"/>
              </a:rPr>
              <a:t>动态</a:t>
            </a:r>
            <a:r>
              <a:rPr lang="zh-CN" altLang="en-US" sz="1200" dirty="0">
                <a:solidFill>
                  <a:schemeClr val="tx1"/>
                </a:solidFill>
                <a:ea typeface="Microsoft YaHei" panose="020B0503020204020204" pitchFamily="34" charset="-122"/>
              </a:rPr>
              <a:t>调度关注不足，理论实践差距大；大部分动态调度研究关注于调度方案的调整，然而，脉动线调度有着独特特征，脉动线上各站位在装配过程中并非独立运作，而是相互影响、相互耦合，状态会依次传递。这一特性使得无法将某一站位的装配任务单独划分出来，在动态环境下容易面对显著的</a:t>
            </a:r>
            <a:r>
              <a:rPr lang="zh-CN" altLang="en-US" sz="1200" dirty="0">
                <a:solidFill>
                  <a:srgbClr val="FF0000"/>
                </a:solidFill>
                <a:ea typeface="Microsoft YaHei" panose="020B0503020204020204" pitchFamily="34" charset="-122"/>
              </a:rPr>
              <a:t>调度知识失效</a:t>
            </a:r>
            <a:r>
              <a:rPr lang="zh-CN" altLang="en-US" sz="1200" dirty="0">
                <a:solidFill>
                  <a:schemeClr val="tx1"/>
                </a:solidFill>
                <a:ea typeface="Microsoft YaHei" panose="020B0503020204020204" pitchFamily="34" charset="-122"/>
              </a:rPr>
              <a:t>挑战，上述传统脉动装配线调度方法在应对实际应用时显得时效性不足。</a:t>
            </a:r>
            <a:endParaRPr lang="en-US" altLang="zh-CN" sz="1200" dirty="0">
              <a:solidFill>
                <a:schemeClr val="tx1"/>
              </a:solidFill>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EE00DB66-2670-4B57-816B-2BB8C40DB876}"/>
              </a:ext>
            </a:extLst>
          </p:cNvPr>
          <p:cNvSpPr>
            <a:spLocks noGrp="1"/>
          </p:cNvSpPr>
          <p:nvPr>
            <p:ph type="sldNum" sz="quarter" idx="5"/>
          </p:nvPr>
        </p:nvSpPr>
        <p:spPr/>
        <p:txBody>
          <a:bodyPr/>
          <a:lstStyle/>
          <a:p>
            <a:fld id="{EEE24C00-34A9-3F4C-B5B2-07AE4CA98159}" type="slidenum">
              <a:rPr kumimoji="1" lang="zh-CN" altLang="en-US" smtClean="0"/>
              <a:t>7</a:t>
            </a:fld>
            <a:endParaRPr kumimoji="1" lang="zh-CN" altLang="en-US"/>
          </a:p>
        </p:txBody>
      </p:sp>
    </p:spTree>
    <p:extLst>
      <p:ext uri="{BB962C8B-B14F-4D97-AF65-F5344CB8AC3E}">
        <p14:creationId xmlns:p14="http://schemas.microsoft.com/office/powerpoint/2010/main" val="3123146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FEB9F-7F72-32AB-EC3A-0B38D40029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AE710C-111A-0303-1B5A-247B33C0FF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CACAD7-FCA4-62C1-7C84-88005ADE46E4}"/>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第二部分是生产数据偏移检测，按照分类可以把偏移检测分为特征偏移和概念偏移，特征偏移是指</a:t>
            </a:r>
            <a:r>
              <a:rPr lang="zh-CN" altLang="en-US" sz="1200" dirty="0"/>
              <a:t>新样本的</a:t>
            </a:r>
            <a:r>
              <a:rPr lang="zh-CN" altLang="en-US" sz="1200" dirty="0">
                <a:solidFill>
                  <a:srgbClr val="FF0000"/>
                </a:solidFill>
              </a:rPr>
              <a:t>生产状态分布</a:t>
            </a:r>
            <a:r>
              <a:rPr lang="zh-CN" altLang="en-US" sz="1200" dirty="0"/>
              <a:t>发生了变化，但生产状态和调度策略之间的关系不变，概念偏移则是指新样本中生产状态和调度策略之间的关系发生了变化。</a:t>
            </a:r>
          </a:p>
          <a:p>
            <a:endParaRPr lang="zh-CN" alt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solidFill>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ea typeface="Microsoft YaHei" panose="020B0503020204020204" pitchFamily="34" charset="-122"/>
              </a:rPr>
              <a:t>小结：</a:t>
            </a:r>
            <a:r>
              <a:rPr lang="zh-CN" altLang="en-US" sz="1200" dirty="0">
                <a:solidFill>
                  <a:schemeClr val="tx1"/>
                </a:solidFill>
                <a:ea typeface="Microsoft YaHei" panose="020B0503020204020204" pitchFamily="34" charset="-122"/>
              </a:rPr>
              <a:t>现有生产数据偏移检测研究虽能满足通用制造场景的基础需求，但适配飞机脉动装配线存在明显局限。一方面，技术上未充分考量脉动线 “多站位数据耦合、高工艺精度约束” 的特性，难以精准识别装配过程中特有的特征（如人员疲劳、设备故障等）与概念（如机型切换引发的规则变化）偏移。另一方面，机制上缺乏 “偏移检测 </a:t>
            </a:r>
            <a:r>
              <a:rPr lang="en-US" altLang="zh-CN" sz="1200" dirty="0">
                <a:solidFill>
                  <a:schemeClr val="tx1"/>
                </a:solidFill>
                <a:ea typeface="Microsoft YaHei" panose="020B0503020204020204" pitchFamily="34" charset="-122"/>
              </a:rPr>
              <a:t>- </a:t>
            </a:r>
            <a:r>
              <a:rPr lang="zh-CN" altLang="en-US" sz="1200" dirty="0">
                <a:solidFill>
                  <a:schemeClr val="tx1"/>
                </a:solidFill>
                <a:ea typeface="Microsoft YaHei" panose="020B0503020204020204" pitchFamily="34" charset="-122"/>
              </a:rPr>
              <a:t>调度响应” 的联动设计，未建立适配装配节拍与工艺要求的偏移阈值标准，检测结果无法直接为调度知识演化提供触发依据，难以支撑动态环境下的实时调度决策。</a:t>
            </a:r>
            <a:endParaRPr lang="en-US" altLang="zh-CN" sz="1200" dirty="0">
              <a:solidFill>
                <a:schemeClr val="tx1"/>
              </a:solidFill>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4FDAAD26-BF17-F369-A636-805B2A06D41C}"/>
              </a:ext>
            </a:extLst>
          </p:cNvPr>
          <p:cNvSpPr>
            <a:spLocks noGrp="1"/>
          </p:cNvSpPr>
          <p:nvPr>
            <p:ph type="sldNum" sz="quarter" idx="5"/>
          </p:nvPr>
        </p:nvSpPr>
        <p:spPr/>
        <p:txBody>
          <a:bodyPr/>
          <a:lstStyle/>
          <a:p>
            <a:fld id="{EEE24C00-34A9-3F4C-B5B2-07AE4CA98159}" type="slidenum">
              <a:rPr kumimoji="1" lang="zh-CN" altLang="en-US" smtClean="0"/>
              <a:t>8</a:t>
            </a:fld>
            <a:endParaRPr kumimoji="1" lang="zh-CN" altLang="en-US"/>
          </a:p>
        </p:txBody>
      </p:sp>
    </p:spTree>
    <p:extLst>
      <p:ext uri="{BB962C8B-B14F-4D97-AF65-F5344CB8AC3E}">
        <p14:creationId xmlns:p14="http://schemas.microsoft.com/office/powerpoint/2010/main" val="772747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40A72-99C0-DEF4-1E66-022905F874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D5C94F-888C-859A-F047-97600DB577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DA599A-1A51-560D-F6BC-AE7DF14377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PingFang SC" panose="020B0400000000000000" pitchFamily="34" charset="-122"/>
                <a:ea typeface="PingFang SC" panose="020B0400000000000000" pitchFamily="34" charset="-122"/>
              </a:rPr>
              <a:t>第三部分是制造领域的知识演化研究，现有关于调度知识演化的研究还较为缺乏，研究也局限于封闭的动态环境下，对环境开放性的考虑还有待拓展；知识演化在其他制造领域已取得较为丰富的研究成果，主要流程可以归结为知识积累、知识迁移、知识更新以及知识保留，这些为解决飞机脉动装配线动态调度难题提供了新思路，增量学习、迁移学习等技术展现出的知识迁移与动态适应能力，或可有效缓解传统方法在复杂装配环境下的局限性，为探索兼顾计算效率与实时适应性的调度策略提供了潜在方向，值得在飞机脉动装配线调度研究中进一步探索验证。</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5BD3F473-4977-1D14-64B1-8746195CF9D8}"/>
              </a:ext>
            </a:extLst>
          </p:cNvPr>
          <p:cNvSpPr>
            <a:spLocks noGrp="1"/>
          </p:cNvSpPr>
          <p:nvPr>
            <p:ph type="sldNum" sz="quarter" idx="5"/>
          </p:nvPr>
        </p:nvSpPr>
        <p:spPr/>
        <p:txBody>
          <a:bodyPr/>
          <a:lstStyle/>
          <a:p>
            <a:fld id="{EEE24C00-34A9-3F4C-B5B2-07AE4CA98159}" type="slidenum">
              <a:rPr kumimoji="1" lang="zh-CN" altLang="en-US" smtClean="0"/>
              <a:t>9</a:t>
            </a:fld>
            <a:endParaRPr kumimoji="1" lang="zh-CN" altLang="en-US"/>
          </a:p>
        </p:txBody>
      </p:sp>
    </p:spTree>
    <p:extLst>
      <p:ext uri="{BB962C8B-B14F-4D97-AF65-F5344CB8AC3E}">
        <p14:creationId xmlns:p14="http://schemas.microsoft.com/office/powerpoint/2010/main" val="3682107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B4797-55FE-01D0-0CA6-D568ECD830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0393E7-68C4-2EA3-7649-803F7720D9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B741192-EDCE-F005-378F-EE379BBB088B}"/>
              </a:ext>
            </a:extLst>
          </p:cNvPr>
          <p:cNvSpPr>
            <a:spLocks noGrp="1"/>
          </p:cNvSpPr>
          <p:nvPr>
            <p:ph type="body" idx="1"/>
          </p:nvPr>
        </p:nvSpPr>
        <p:spPr/>
        <p:txBody>
          <a:bodyPr/>
          <a:lstStyle/>
          <a:p>
            <a:pPr algn="just"/>
            <a:r>
              <a:rPr lang="zh-CN" altLang="en-US"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最后对文献综述进行总结：</a:t>
            </a:r>
            <a:endParaRPr lang="en-US" altLang="zh-CN"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a:endParaRPr lang="en-US" altLang="zh-CN" sz="1200" b="1" dirty="0">
              <a:solidFill>
                <a:schemeClr val="tx1"/>
              </a:solidFill>
              <a:ea typeface="Microsoft YaHei" panose="020B0503020204020204" pitchFamily="34" charset="-122"/>
            </a:endParaRPr>
          </a:p>
          <a:p>
            <a:pPr algn="just"/>
            <a:r>
              <a:rPr lang="zh-CN" altLang="en-US" sz="1200" dirty="0">
                <a:solidFill>
                  <a:schemeClr val="tx1"/>
                </a:solidFill>
                <a:ea typeface="Microsoft YaHei" panose="020B0503020204020204" pitchFamily="34" charset="-122"/>
              </a:rPr>
              <a:t>当前飞机脉动装配线调度、生产数据偏移检测及制造领域知识演化相关研究存在显著局限，难以适配飞机脉动线特性与动态生产需求：调度研究忽视多站位耦合联动特性，传统方案调整思路无法应对调度知识连锁失效，且时效性不足难以匹配节拍化生产；数据偏移检测未考量脉动线多站位数据耦合与高工艺精度要求，难以识别隐性及特有概念偏移，更缺乏与调度响应的联动机制，检测结果无法支撑实时决策；知识演化研究虽在通用制造领域有成熟技术，但未适配飞机脉动线动态开放环境，且未针对装配场景验证优化，难以解决小样本新机型知识构建等问题，整体尚未形成适配飞机脉动线的完整技术体系，需围绕特性适配、机制联动与开放环境适配突破关键难题。</a:t>
            </a:r>
            <a:endParaRPr lang="en-US" altLang="zh-CN" sz="1200" dirty="0">
              <a:solidFill>
                <a:schemeClr val="tx1"/>
              </a:solidFill>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PingFang SC" panose="020B0400000000000000" pitchFamily="34" charset="-122"/>
              <a:ea typeface="PingFang SC" panose="020B0400000000000000" pitchFamily="34" charset="-122"/>
            </a:endParaRPr>
          </a:p>
          <a:p>
            <a:pPr algn="just"/>
            <a:r>
              <a:rPr lang="zh-CN" altLang="en-US" sz="1200" b="0" dirty="0">
                <a:solidFill>
                  <a:schemeClr val="tx1"/>
                </a:solidFill>
                <a:ea typeface="Microsoft YaHei" panose="020B0503020204020204" pitchFamily="34" charset="-122"/>
              </a:rPr>
              <a:t>本研究的创新点包括：</a:t>
            </a:r>
            <a:endParaRPr lang="en-US" altLang="zh-CN" sz="1200" b="0" dirty="0">
              <a:solidFill>
                <a:schemeClr val="tx1"/>
              </a:solidFill>
              <a:ea typeface="Microsoft YaHei" panose="020B0503020204020204" pitchFamily="34" charset="-122"/>
            </a:endParaRPr>
          </a:p>
          <a:p>
            <a:pPr algn="just"/>
            <a:r>
              <a:rPr lang="zh-CN" altLang="en-US" sz="1200" dirty="0">
                <a:solidFill>
                  <a:schemeClr val="tx1"/>
                </a:solidFill>
                <a:ea typeface="Microsoft YaHei" panose="020B0503020204020204" pitchFamily="34" charset="-122"/>
              </a:rPr>
              <a:t>①针对生产过程中调度知识的输入状态分布的变化（特征偏移），设计了状态特征分布差异量化方法以及基于分布异常检测的</a:t>
            </a:r>
            <a:r>
              <a:rPr lang="zh-CN" altLang="en-US" sz="1200" dirty="0">
                <a:solidFill>
                  <a:srgbClr val="FF0000"/>
                </a:solidFill>
                <a:ea typeface="Microsoft YaHei" panose="020B0503020204020204" pitchFamily="34" charset="-122"/>
              </a:rPr>
              <a:t>特征偏移检测方法</a:t>
            </a:r>
            <a:r>
              <a:rPr lang="zh-CN" altLang="en-US" sz="1200" dirty="0">
                <a:solidFill>
                  <a:schemeClr val="tx1"/>
                </a:solidFill>
                <a:ea typeface="Microsoft YaHei" panose="020B0503020204020204" pitchFamily="34" charset="-122"/>
              </a:rPr>
              <a:t>，然后设计</a:t>
            </a:r>
            <a:r>
              <a:rPr lang="zh-CN" altLang="en-US" sz="1200" dirty="0">
                <a:solidFill>
                  <a:srgbClr val="FF0000"/>
                </a:solidFill>
                <a:ea typeface="Microsoft YaHei" panose="020B0503020204020204" pitchFamily="34" charset="-122"/>
              </a:rPr>
              <a:t>增量式</a:t>
            </a:r>
            <a:r>
              <a:rPr lang="zh-CN" altLang="en-US" sz="1200" dirty="0">
                <a:solidFill>
                  <a:schemeClr val="tx1"/>
                </a:solidFill>
                <a:ea typeface="Microsoft YaHei" panose="020B0503020204020204" pitchFamily="34" charset="-122"/>
              </a:rPr>
              <a:t>调度知识时序演化技术。</a:t>
            </a:r>
            <a:endParaRPr lang="en-US" altLang="zh-CN" sz="1200" dirty="0">
              <a:solidFill>
                <a:schemeClr val="tx1"/>
              </a:solidFill>
              <a:ea typeface="Microsoft YaHei" panose="020B0503020204020204" pitchFamily="34" charset="-122"/>
            </a:endParaRPr>
          </a:p>
          <a:p>
            <a:pPr algn="just"/>
            <a:r>
              <a:rPr lang="zh-CN" altLang="en-US" sz="1200" dirty="0">
                <a:solidFill>
                  <a:schemeClr val="tx1"/>
                </a:solidFill>
                <a:ea typeface="Microsoft YaHei" panose="020B0503020204020204" pitchFamily="34" charset="-122"/>
              </a:rPr>
              <a:t>②针对生产过程中调度知识的输入输出关系的变化（概念偏移），设计了调度知识质量量化方法以及基于知识质量评估的</a:t>
            </a:r>
            <a:r>
              <a:rPr lang="zh-CN" altLang="en-US" sz="1200" dirty="0">
                <a:solidFill>
                  <a:srgbClr val="FF0000"/>
                </a:solidFill>
                <a:ea typeface="Microsoft YaHei" panose="020B0503020204020204" pitchFamily="34" charset="-122"/>
              </a:rPr>
              <a:t>概念偏移检测方法</a:t>
            </a:r>
            <a:r>
              <a:rPr lang="zh-CN" altLang="en-US" sz="1200" dirty="0">
                <a:solidFill>
                  <a:schemeClr val="tx1"/>
                </a:solidFill>
                <a:ea typeface="Microsoft YaHei" panose="020B0503020204020204" pitchFamily="34" charset="-122"/>
              </a:rPr>
              <a:t>，然后设计</a:t>
            </a:r>
            <a:r>
              <a:rPr lang="zh-CN" altLang="en-US" sz="1200" dirty="0">
                <a:solidFill>
                  <a:srgbClr val="FF0000"/>
                </a:solidFill>
                <a:ea typeface="Microsoft YaHei" panose="020B0503020204020204" pitchFamily="34" charset="-122"/>
              </a:rPr>
              <a:t>重构式</a:t>
            </a:r>
            <a:r>
              <a:rPr lang="zh-CN" altLang="en-US" sz="1200" dirty="0">
                <a:solidFill>
                  <a:schemeClr val="tx1"/>
                </a:solidFill>
                <a:ea typeface="Microsoft YaHei" panose="020B0503020204020204" pitchFamily="34" charset="-122"/>
              </a:rPr>
              <a:t>调度知识时序演化技术。</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69D9D3B5-646F-1FCA-F8FB-70F0047D9142}"/>
              </a:ext>
            </a:extLst>
          </p:cNvPr>
          <p:cNvSpPr>
            <a:spLocks noGrp="1"/>
          </p:cNvSpPr>
          <p:nvPr>
            <p:ph type="sldNum" sz="quarter" idx="5"/>
          </p:nvPr>
        </p:nvSpPr>
        <p:spPr/>
        <p:txBody>
          <a:bodyPr/>
          <a:lstStyle/>
          <a:p>
            <a:fld id="{EEE24C00-34A9-3F4C-B5B2-07AE4CA98159}" type="slidenum">
              <a:rPr kumimoji="1" lang="zh-CN" altLang="en-US" smtClean="0"/>
              <a:t>10</a:t>
            </a:fld>
            <a:endParaRPr kumimoji="1" lang="zh-CN" altLang="en-US"/>
          </a:p>
        </p:txBody>
      </p:sp>
    </p:spTree>
    <p:extLst>
      <p:ext uri="{BB962C8B-B14F-4D97-AF65-F5344CB8AC3E}">
        <p14:creationId xmlns:p14="http://schemas.microsoft.com/office/powerpoint/2010/main" val="812543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CE19A-0209-AD0F-A625-46606A7842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C3F543-9BF4-0C9F-55EF-8DA337D565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B64D86-6BBE-D66B-CAC6-E5B807C43D00}"/>
              </a:ext>
            </a:extLst>
          </p:cNvPr>
          <p:cNvSpPr>
            <a:spLocks noGrp="1"/>
          </p:cNvSpPr>
          <p:nvPr>
            <p:ph type="body" idx="1"/>
          </p:nvPr>
        </p:nvSpPr>
        <p:spPr/>
        <p:txBody>
          <a:bodyPr/>
          <a:lstStyle/>
          <a:p>
            <a:r>
              <a:rPr lang="zh-CN" altLang="en-US" dirty="0"/>
              <a:t>第三部分是关于研究内容的介绍</a:t>
            </a:r>
          </a:p>
        </p:txBody>
      </p:sp>
      <p:sp>
        <p:nvSpPr>
          <p:cNvPr id="4" name="灯片编号占位符 3">
            <a:extLst>
              <a:ext uri="{FF2B5EF4-FFF2-40B4-BE49-F238E27FC236}">
                <a16:creationId xmlns:a16="http://schemas.microsoft.com/office/drawing/2014/main" id="{013AFA1F-0F83-CBF6-2713-6F095EEDEA95}"/>
              </a:ext>
            </a:extLst>
          </p:cNvPr>
          <p:cNvSpPr>
            <a:spLocks noGrp="1"/>
          </p:cNvSpPr>
          <p:nvPr>
            <p:ph type="sldNum" sz="quarter" idx="5"/>
          </p:nvPr>
        </p:nvSpPr>
        <p:spPr/>
        <p:txBody>
          <a:bodyPr/>
          <a:lstStyle/>
          <a:p>
            <a:fld id="{EEE24C00-34A9-3F4C-B5B2-07AE4CA98159}" type="slidenum">
              <a:rPr kumimoji="1" lang="zh-CN" altLang="en-US" smtClean="0"/>
              <a:t>11</a:t>
            </a:fld>
            <a:endParaRPr kumimoji="1" lang="zh-CN" altLang="en-US"/>
          </a:p>
        </p:txBody>
      </p:sp>
    </p:spTree>
    <p:extLst>
      <p:ext uri="{BB962C8B-B14F-4D97-AF65-F5344CB8AC3E}">
        <p14:creationId xmlns:p14="http://schemas.microsoft.com/office/powerpoint/2010/main" val="10788702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A3E66-6C8E-6203-BFF9-EBA422DE48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828023-43C8-291E-065E-3823993BB4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623731-08D5-B4BC-2D82-8CED7272C7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effectLst/>
                <a:latin typeface="PingFang SC" panose="020B0400000000000000" pitchFamily="34" charset="-122"/>
                <a:ea typeface="PingFang SC" panose="020B0400000000000000" pitchFamily="34" charset="-122"/>
              </a:rPr>
              <a:t>研究内容由以下四个部分组成：</a:t>
            </a:r>
            <a:endParaRPr lang="en-US" altLang="zh-CN" b="0" dirty="0">
              <a:effectLst/>
              <a:latin typeface="PingFang SC" panose="020B0400000000000000" pitchFamily="34" charset="-122"/>
              <a:ea typeface="PingFang SC" panose="020B04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PingFang SC" panose="020B0400000000000000" pitchFamily="34" charset="-122"/>
                <a:ea typeface="PingFang SC" panose="020B0400000000000000" pitchFamily="34" charset="-122"/>
              </a:rPr>
              <a:t>研究内容 </a:t>
            </a:r>
            <a:r>
              <a:rPr lang="en-US" altLang="zh-CN" b="1" dirty="0">
                <a:effectLst/>
                <a:latin typeface="PingFang SC" panose="020B0400000000000000" pitchFamily="34" charset="-122"/>
                <a:ea typeface="PingFang SC" panose="020B0400000000000000" pitchFamily="34" charset="-122"/>
              </a:rPr>
              <a:t>1</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PingFang SC" panose="020B0400000000000000" pitchFamily="34" charset="-122"/>
                <a:ea typeface="PingFang SC" panose="020B0400000000000000" pitchFamily="34" charset="-122"/>
              </a:rPr>
              <a:t>针对飞机脉动装配线生产过程中数据分布动态偏移的问题，提出一种融合特征偏移与概念偏移的双维度检测方法：通过量化分析多站位耦合特征的分布漂移（特征偏移）与工艺规则逻辑的结构性变更（概念偏移），实现对数据偏移类型、幅度及影响范围的精准识别，为后续调度知识演化提供靶向依据。</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PingFang SC" panose="020B0400000000000000" pitchFamily="34" charset="-122"/>
                <a:ea typeface="PingFang SC" panose="020B0400000000000000" pitchFamily="34" charset="-122"/>
              </a:rPr>
              <a:t>研究内容 </a:t>
            </a:r>
            <a:r>
              <a:rPr lang="en-US" altLang="zh-CN" b="1" dirty="0">
                <a:effectLst/>
                <a:latin typeface="PingFang SC" panose="020B0400000000000000" pitchFamily="34" charset="-122"/>
                <a:ea typeface="PingFang SC" panose="020B0400000000000000" pitchFamily="34" charset="-122"/>
              </a:rPr>
              <a:t>2</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PingFang SC" panose="020B0400000000000000" pitchFamily="34" charset="-122"/>
                <a:ea typeface="PingFang SC" panose="020B0400000000000000" pitchFamily="34" charset="-122"/>
              </a:rPr>
              <a:t>在研究内容 </a:t>
            </a:r>
            <a:r>
              <a:rPr lang="en-US" altLang="zh-CN" dirty="0">
                <a:effectLst/>
                <a:latin typeface="PingFang SC" panose="020B0400000000000000" pitchFamily="34" charset="-122"/>
                <a:ea typeface="PingFang SC" panose="020B0400000000000000" pitchFamily="34" charset="-122"/>
              </a:rPr>
              <a:t>1 </a:t>
            </a:r>
            <a:r>
              <a:rPr lang="zh-CN" altLang="en-US" dirty="0">
                <a:effectLst/>
                <a:latin typeface="PingFang SC" panose="020B0400000000000000" pitchFamily="34" charset="-122"/>
                <a:ea typeface="PingFang SC" panose="020B0400000000000000" pitchFamily="34" charset="-122"/>
              </a:rPr>
              <a:t>特征偏移检测的基础上，聚焦单机型生产场景下的数据偏移问题，引入梯度监测增量学习方法，实现调度知识在小样本偏移数据下的增量式演化，既保留历史有效知识，又快速适配单机型的动态生产变化。</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PingFang SC" panose="020B0400000000000000" pitchFamily="34" charset="-122"/>
                <a:ea typeface="PingFang SC" panose="020B0400000000000000" pitchFamily="34" charset="-122"/>
              </a:rPr>
              <a:t>研究内容 </a:t>
            </a:r>
            <a:r>
              <a:rPr lang="en-US" altLang="zh-CN" b="1" dirty="0">
                <a:effectLst/>
                <a:latin typeface="PingFang SC" panose="020B0400000000000000" pitchFamily="34" charset="-122"/>
                <a:ea typeface="PingFang SC" panose="020B0400000000000000" pitchFamily="34" charset="-122"/>
              </a:rPr>
              <a:t>3</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PingFang SC" panose="020B0400000000000000" pitchFamily="34" charset="-122"/>
                <a:ea typeface="PingFang SC" panose="020B0400000000000000" pitchFamily="34" charset="-122"/>
              </a:rPr>
              <a:t>在研究内容 </a:t>
            </a:r>
            <a:r>
              <a:rPr lang="en-US" altLang="zh-CN" dirty="0">
                <a:effectLst/>
                <a:latin typeface="PingFang SC" panose="020B0400000000000000" pitchFamily="34" charset="-122"/>
                <a:ea typeface="PingFang SC" panose="020B0400000000000000" pitchFamily="34" charset="-122"/>
              </a:rPr>
              <a:t>2 </a:t>
            </a:r>
            <a:r>
              <a:rPr lang="zh-CN" altLang="en-US" dirty="0">
                <a:effectLst/>
                <a:latin typeface="PingFang SC" panose="020B0400000000000000" pitchFamily="34" charset="-122"/>
                <a:ea typeface="PingFang SC" panose="020B0400000000000000" pitchFamily="34" charset="-122"/>
              </a:rPr>
              <a:t>单机型知识演化框架的基础上，进一步拓展至多机型工艺变更场景，结合研究内容 </a:t>
            </a:r>
            <a:r>
              <a:rPr lang="en-US" altLang="zh-CN" dirty="0">
                <a:effectLst/>
                <a:latin typeface="PingFang SC" panose="020B0400000000000000" pitchFamily="34" charset="-122"/>
                <a:ea typeface="PingFang SC" panose="020B0400000000000000" pitchFamily="34" charset="-122"/>
              </a:rPr>
              <a:t>1 </a:t>
            </a:r>
            <a:r>
              <a:rPr lang="zh-CN" altLang="en-US" dirty="0">
                <a:effectLst/>
                <a:latin typeface="PingFang SC" panose="020B0400000000000000" pitchFamily="34" charset="-122"/>
                <a:ea typeface="PingFang SC" panose="020B0400000000000000" pitchFamily="34" charset="-122"/>
              </a:rPr>
              <a:t>的概念偏移检测结果，引入动态神经网络分层演化方法：通过对核心层的冻结复用、适配层的增量微调与关联层的动态重构，实现多机型工艺变更下调度知识的精准重构式演化，解决跨机型知识适配难题。</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PingFang SC" panose="020B0400000000000000" pitchFamily="34" charset="-122"/>
                <a:ea typeface="PingFang SC" panose="020B0400000000000000" pitchFamily="34" charset="-122"/>
              </a:rPr>
              <a:t>研究内容 </a:t>
            </a:r>
            <a:r>
              <a:rPr lang="en-US" altLang="zh-CN" b="1" dirty="0">
                <a:effectLst/>
                <a:latin typeface="PingFang SC" panose="020B0400000000000000" pitchFamily="34" charset="-122"/>
                <a:ea typeface="PingFang SC" panose="020B0400000000000000" pitchFamily="34" charset="-122"/>
              </a:rPr>
              <a:t>4</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PingFang SC" panose="020B0400000000000000" pitchFamily="34" charset="-122"/>
                <a:ea typeface="PingFang SC" panose="020B0400000000000000" pitchFamily="34" charset="-122"/>
              </a:rPr>
              <a:t>集成研究内容 </a:t>
            </a:r>
            <a:r>
              <a:rPr lang="en-US" altLang="zh-CN" dirty="0">
                <a:effectLst/>
                <a:latin typeface="PingFang SC" panose="020B0400000000000000" pitchFamily="34" charset="-122"/>
                <a:ea typeface="PingFang SC" panose="020B0400000000000000" pitchFamily="34" charset="-122"/>
              </a:rPr>
              <a:t>1-3 </a:t>
            </a:r>
            <a:r>
              <a:rPr lang="zh-CN" altLang="en-US" dirty="0">
                <a:effectLst/>
                <a:latin typeface="PingFang SC" panose="020B0400000000000000" pitchFamily="34" charset="-122"/>
                <a:ea typeface="PingFang SC" panose="020B0400000000000000" pitchFamily="34" charset="-122"/>
              </a:rPr>
              <a:t>的模型算法，构建飞机脉动装配线调度知识演化原型系统：整合双维度偏移检测模块、单机型增量演化模块与多机型重构演化模块，实现 “数据偏移检测 </a:t>
            </a:r>
            <a:r>
              <a:rPr lang="en-US" altLang="zh-CN" dirty="0">
                <a:effectLst/>
                <a:latin typeface="PingFang SC" panose="020B0400000000000000" pitchFamily="34" charset="-122"/>
                <a:ea typeface="PingFang SC" panose="020B0400000000000000" pitchFamily="34" charset="-122"/>
              </a:rPr>
              <a:t>- </a:t>
            </a:r>
            <a:r>
              <a:rPr lang="zh-CN" altLang="en-US" dirty="0">
                <a:effectLst/>
                <a:latin typeface="PingFang SC" panose="020B0400000000000000" pitchFamily="34" charset="-122"/>
                <a:ea typeface="PingFang SC" panose="020B0400000000000000" pitchFamily="34" charset="-122"/>
              </a:rPr>
              <a:t>知识动态演化 </a:t>
            </a:r>
            <a:r>
              <a:rPr lang="en-US" altLang="zh-CN" dirty="0">
                <a:effectLst/>
                <a:latin typeface="PingFang SC" panose="020B0400000000000000" pitchFamily="34" charset="-122"/>
                <a:ea typeface="PingFang SC" panose="020B0400000000000000" pitchFamily="34" charset="-122"/>
              </a:rPr>
              <a:t>- </a:t>
            </a:r>
            <a:r>
              <a:rPr lang="zh-CN" altLang="en-US" dirty="0">
                <a:effectLst/>
                <a:latin typeface="PingFang SC" panose="020B0400000000000000" pitchFamily="34" charset="-122"/>
                <a:ea typeface="PingFang SC" panose="020B0400000000000000" pitchFamily="34" charset="-122"/>
              </a:rPr>
              <a:t>调度决策输出” 的全流程闭环，通过实体产线数据验证系统的有效性与工程适用性。</a:t>
            </a: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54F1836B-8B22-635A-7591-F23465836E0B}"/>
              </a:ext>
            </a:extLst>
          </p:cNvPr>
          <p:cNvSpPr>
            <a:spLocks noGrp="1"/>
          </p:cNvSpPr>
          <p:nvPr>
            <p:ph type="sldNum" sz="quarter" idx="5"/>
          </p:nvPr>
        </p:nvSpPr>
        <p:spPr/>
        <p:txBody>
          <a:bodyPr/>
          <a:lstStyle/>
          <a:p>
            <a:fld id="{EEE24C00-34A9-3F4C-B5B2-07AE4CA98159}" type="slidenum">
              <a:rPr kumimoji="1" lang="zh-CN" altLang="en-US" smtClean="0"/>
              <a:t>12</a:t>
            </a:fld>
            <a:endParaRPr kumimoji="1" lang="zh-CN" altLang="en-US"/>
          </a:p>
        </p:txBody>
      </p:sp>
    </p:spTree>
    <p:extLst>
      <p:ext uri="{BB962C8B-B14F-4D97-AF65-F5344CB8AC3E}">
        <p14:creationId xmlns:p14="http://schemas.microsoft.com/office/powerpoint/2010/main" val="3831785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EEB0D-43FC-012C-3410-D7F1C8ED37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D31EB7-F04C-82AB-D694-F6DB047C9CA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D40950-E24B-A5C7-8C94-6BA12051F842}"/>
              </a:ext>
            </a:extLst>
          </p:cNvPr>
          <p:cNvSpPr>
            <a:spLocks noGrp="1"/>
          </p:cNvSpPr>
          <p:nvPr>
            <p:ph type="body" idx="1"/>
          </p:nvPr>
        </p:nvSpPr>
        <p:spPr/>
        <p:txBody>
          <a:bodyPr/>
          <a:lstStyle/>
          <a:p>
            <a:r>
              <a:rPr lang="zh-CN" altLang="en-US" dirty="0"/>
              <a:t>第四部分是技术路线</a:t>
            </a:r>
          </a:p>
        </p:txBody>
      </p:sp>
      <p:sp>
        <p:nvSpPr>
          <p:cNvPr id="4" name="灯片编号占位符 3">
            <a:extLst>
              <a:ext uri="{FF2B5EF4-FFF2-40B4-BE49-F238E27FC236}">
                <a16:creationId xmlns:a16="http://schemas.microsoft.com/office/drawing/2014/main" id="{ABF419EB-DE7E-3EB0-F106-36BDC3555538}"/>
              </a:ext>
            </a:extLst>
          </p:cNvPr>
          <p:cNvSpPr>
            <a:spLocks noGrp="1"/>
          </p:cNvSpPr>
          <p:nvPr>
            <p:ph type="sldNum" sz="quarter" idx="5"/>
          </p:nvPr>
        </p:nvSpPr>
        <p:spPr/>
        <p:txBody>
          <a:bodyPr/>
          <a:lstStyle/>
          <a:p>
            <a:fld id="{EEE24C00-34A9-3F4C-B5B2-07AE4CA98159}" type="slidenum">
              <a:rPr kumimoji="1" lang="zh-CN" altLang="en-US" smtClean="0"/>
              <a:t>13</a:t>
            </a:fld>
            <a:endParaRPr kumimoji="1" lang="zh-CN" altLang="en-US"/>
          </a:p>
        </p:txBody>
      </p:sp>
    </p:spTree>
    <p:extLst>
      <p:ext uri="{BB962C8B-B14F-4D97-AF65-F5344CB8AC3E}">
        <p14:creationId xmlns:p14="http://schemas.microsoft.com/office/powerpoint/2010/main" val="1669616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D241F-0FAB-8F57-7C42-309D810715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56555B-9B8C-0ABF-7CCB-8AEE525B46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BC0354-3863-51CF-73E6-23E59CF6326E}"/>
              </a:ext>
            </a:extLst>
          </p:cNvPr>
          <p:cNvSpPr>
            <a:spLocks noGrp="1"/>
          </p:cNvSpPr>
          <p:nvPr>
            <p:ph type="body" idx="1"/>
          </p:nvPr>
        </p:nvSpPr>
        <p:spPr/>
        <p:txBody>
          <a:bodyPr/>
          <a:lstStyle/>
          <a:p>
            <a:r>
              <a:rPr lang="zh-CN" altLang="en-US"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飞机脉动装配线数据偏移检测的技术路线如下：包括数据采集、数据预处理、偏移检测和决策以及调度响应，重点介绍一下数据预处理和偏移检测：</a:t>
            </a:r>
            <a:endParaRPr lang="en-US" altLang="zh-CN"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数据预处理：</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基于装配节拍统一多源数据时间戳，关联跨站位工序逻辑；再通过残差卷积去噪（</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RCDAE</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指数加权平滑（</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EWMA</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）过滤耦合噪声；最后提取跨站位时序协同度、精度偏差传导值等耦合特征，为偏移检测提供高质量数据支撑。</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dirty="0">
              <a:solidFill>
                <a:srgbClr val="292934"/>
              </a:solidFill>
              <a:latin typeface="微软雅黑" panose="020B0503020204020204" pitchFamily="34" charset="-122"/>
              <a:ea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双维度检测机制：</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针对飞机装配两类偏移精准识别：特征偏移检测通过奇异谱分解（</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SSA</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）提取耦合特征趋势，结合多核最大均值差异（</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MK-MMD</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）量化分布差异，匹配工艺精度阈值识别人员疲劳、设备老化等特征偏移；概念偏移检测依托多机型工艺规则库，通过知识蒸馏（</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KD</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）比对实时数据与规则库相似度，低于检测阈值时判定机型切换、工艺更新等突变偏移，输出明确变更类型。</a:t>
            </a:r>
          </a:p>
        </p:txBody>
      </p:sp>
      <p:sp>
        <p:nvSpPr>
          <p:cNvPr id="4" name="灯片编号占位符 3">
            <a:extLst>
              <a:ext uri="{FF2B5EF4-FFF2-40B4-BE49-F238E27FC236}">
                <a16:creationId xmlns:a16="http://schemas.microsoft.com/office/drawing/2014/main" id="{945A60C5-0F4A-23FD-34B5-75439DC2A481}"/>
              </a:ext>
            </a:extLst>
          </p:cNvPr>
          <p:cNvSpPr>
            <a:spLocks noGrp="1"/>
          </p:cNvSpPr>
          <p:nvPr>
            <p:ph type="sldNum" sz="quarter" idx="5"/>
          </p:nvPr>
        </p:nvSpPr>
        <p:spPr/>
        <p:txBody>
          <a:bodyPr/>
          <a:lstStyle/>
          <a:p>
            <a:fld id="{EEE24C00-34A9-3F4C-B5B2-07AE4CA98159}" type="slidenum">
              <a:rPr kumimoji="1" lang="zh-CN" altLang="en-US" smtClean="0"/>
              <a:t>14</a:t>
            </a:fld>
            <a:endParaRPr kumimoji="1" lang="zh-CN" altLang="en-US"/>
          </a:p>
        </p:txBody>
      </p:sp>
    </p:spTree>
    <p:extLst>
      <p:ext uri="{BB962C8B-B14F-4D97-AF65-F5344CB8AC3E}">
        <p14:creationId xmlns:p14="http://schemas.microsoft.com/office/powerpoint/2010/main" val="27577008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10AD1-4906-5746-4563-BF5CE0581E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57BC72-6245-4BCE-3367-DE0CA22FE12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137FCC-12C0-34A3-0A66-630558509400}"/>
              </a:ext>
            </a:extLst>
          </p:cNvPr>
          <p:cNvSpPr>
            <a:spLocks noGrp="1"/>
          </p:cNvSpPr>
          <p:nvPr>
            <p:ph type="body" idx="1"/>
          </p:nvPr>
        </p:nvSpPr>
        <p:spPr/>
        <p:txBody>
          <a:bodyPr/>
          <a:lstStyle/>
          <a:p>
            <a:r>
              <a:rPr lang="zh-CN" altLang="en-US"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研究内容</a:t>
            </a:r>
            <a:r>
              <a:rPr lang="en-US" altLang="zh-CN"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是单机型数据偏移下的调度知识增量式演化，针对单机型数据偏移场景，首先基于实体车间进行仿真建模，构建包含数据偏移检测、调度方案执行、增量式强化学习的虚拟环境。实际运行时，先将脉动线各站位的实时数据输入数据偏移检测模块：若未检测到偏移，直接读取历史调度知识，通过调度方案执行模块生成适配的调度策略；若检测到数据偏移，则触发增量式强化学习，这里采用梯度监测方法，分阶段实现知识增量更新，最终将优化后的调度知识反馈至执行模块，确保单机型生产的调度适配性。</a:t>
            </a:r>
            <a:endPar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重点介绍一下梯度监测</a:t>
            </a:r>
            <a:r>
              <a:rPr lang="zh-CN" altLang="en-US" sz="1200" b="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增量学习，分为两个阶段：</a:t>
            </a:r>
            <a:endParaRPr lang="en-US" altLang="zh-CN" sz="1200" b="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预热阶段：</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对调度知识网络实施分层解构，划分为任务专属层与共享表征层。其中，任务专属层采用随机初始化策略构建，共享表征层则继承历史调度知识的参数分布；在此阶段，通过固定共享表征层参数（冻结权重更新），仅对任务专属层进行参数优化训练。</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dirty="0">
              <a:solidFill>
                <a:srgbClr val="292934"/>
              </a:solidFill>
              <a:latin typeface="微软雅黑" panose="020B0503020204020204" pitchFamily="34" charset="-122"/>
              <a:ea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联合训练阶段：</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在完成预热阶段后，解除共享表征层的参数冻结状态，启动任务专属层与共享表征层的协同优化过程。该阶段通过构建双损失函数（含当前任务损失与历史任务蒸馏损失）进行反向传播，生成各层梯度流；同时引入梯度监测机制，基于梯度 </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权重关联准则动态生成掩码矩阵，对共享表征层的梯度更新实施选择性调控 </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仅保留关键梯度用于参数迭代，抑制噪声梯度对历史知识的干扰，最终实现新旧任务知识在共享表征空间中的协同融合与稳定存储，从而更新调度知识网络并生成调度方案指导实体车间。</a:t>
            </a:r>
            <a:endParaRPr lang="zh-CN" alt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C69D642F-8874-9D3B-4635-1368A8D02CFB}"/>
              </a:ext>
            </a:extLst>
          </p:cNvPr>
          <p:cNvSpPr>
            <a:spLocks noGrp="1"/>
          </p:cNvSpPr>
          <p:nvPr>
            <p:ph type="sldNum" sz="quarter" idx="5"/>
          </p:nvPr>
        </p:nvSpPr>
        <p:spPr/>
        <p:txBody>
          <a:bodyPr/>
          <a:lstStyle/>
          <a:p>
            <a:fld id="{EEE24C00-34A9-3F4C-B5B2-07AE4CA98159}" type="slidenum">
              <a:rPr kumimoji="1" lang="zh-CN" altLang="en-US" smtClean="0"/>
              <a:t>15</a:t>
            </a:fld>
            <a:endParaRPr kumimoji="1" lang="zh-CN" altLang="en-US"/>
          </a:p>
        </p:txBody>
      </p:sp>
    </p:spTree>
    <p:extLst>
      <p:ext uri="{BB962C8B-B14F-4D97-AF65-F5344CB8AC3E}">
        <p14:creationId xmlns:p14="http://schemas.microsoft.com/office/powerpoint/2010/main" val="1069023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E43F7-68CA-8140-AA6F-AE7083E105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B9FEBE-6B56-B017-D61A-15356EC310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54FF1E-FFF4-5BEF-FFFC-6D4FB35808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effectLst/>
                <a:latin typeface="PingFang SC" panose="020B0400000000000000" pitchFamily="34" charset="-122"/>
                <a:ea typeface="PingFang SC" panose="020B0400000000000000" pitchFamily="34" charset="-122"/>
              </a:rPr>
              <a:t>研究内容</a:t>
            </a:r>
            <a:r>
              <a:rPr lang="en-US" altLang="zh-CN" b="0" dirty="0">
                <a:effectLst/>
                <a:latin typeface="PingFang SC" panose="020B0400000000000000" pitchFamily="34" charset="-122"/>
                <a:ea typeface="PingFang SC" panose="020B0400000000000000" pitchFamily="34" charset="-122"/>
              </a:rPr>
              <a:t>3</a:t>
            </a:r>
            <a:r>
              <a:rPr lang="zh-CN" altLang="en-US" b="0" dirty="0">
                <a:effectLst/>
                <a:latin typeface="PingFang SC" panose="020B0400000000000000" pitchFamily="34" charset="-122"/>
                <a:ea typeface="PingFang SC" panose="020B0400000000000000" pitchFamily="34" charset="-122"/>
              </a:rPr>
              <a:t>是针对多机型工艺变更下的调度知识重构式演化，针对多机型工艺变更场景，首先实时采集实体产线的工艺信息，与历史调度知识存储库中的工艺变更特征库进行检索比对；若未匹配到可复用的历史调度知识，便触发调度知识重构式演化。这一过程通过动态神经网络实现，将调度知识本体映射为核心层、适配层和关联层三层结构：知识迁移预演化阶段，核心层通过参数迁移复用多机型通用调度知识，适配层通过参数微调适配当前机型专属工艺；重构演化阶段，关联层依据实时多站位耦合特征进行结构重构，最终将演化后的三层神经网络整合为适配当前环境的调度知识，并存储到历史调度知识存储库，为后续同类工艺变更场景提供知识支撑。</a:t>
            </a:r>
            <a:endParaRPr lang="en-US" altLang="zh-CN" b="0" dirty="0">
              <a:effectLst/>
              <a:latin typeface="PingFang SC" panose="020B0400000000000000" pitchFamily="34" charset="-122"/>
              <a:ea typeface="PingFang SC" panose="020B04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dirty="0">
              <a:effectLst/>
              <a:latin typeface="PingFang SC" panose="020B0400000000000000" pitchFamily="34" charset="-122"/>
              <a:ea typeface="PingFang SC" panose="020B04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effectLst/>
                <a:latin typeface="PingFang SC" panose="020B0400000000000000" pitchFamily="34" charset="-122"/>
                <a:ea typeface="PingFang SC" panose="020B0400000000000000" pitchFamily="34" charset="-122"/>
              </a:rPr>
              <a:t>重点介绍一下</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PingFang SC" panose="020B0400000000000000" pitchFamily="34" charset="-122"/>
                <a:ea typeface="PingFang SC" panose="020B0400000000000000" pitchFamily="34" charset="-122"/>
              </a:rPr>
              <a:t>历史调度知识存储库：</a:t>
            </a:r>
            <a:r>
              <a:rPr lang="zh-CN" altLang="en-US" dirty="0">
                <a:effectLst/>
                <a:latin typeface="PingFang SC" panose="020B0400000000000000" pitchFamily="34" charset="-122"/>
                <a:ea typeface="PingFang SC" panose="020B0400000000000000" pitchFamily="34" charset="-122"/>
              </a:rPr>
              <a:t>聚焦多机型工艺变更下的知识复用需求，构建 “机型 </a:t>
            </a:r>
            <a:r>
              <a:rPr lang="en-US" altLang="zh-CN" dirty="0">
                <a:effectLst/>
                <a:latin typeface="PingFang SC" panose="020B0400000000000000" pitchFamily="34" charset="-122"/>
                <a:ea typeface="PingFang SC" panose="020B0400000000000000" pitchFamily="34" charset="-122"/>
              </a:rPr>
              <a:t>- </a:t>
            </a:r>
            <a:r>
              <a:rPr lang="zh-CN" altLang="en-US" dirty="0">
                <a:effectLst/>
                <a:latin typeface="PingFang SC" panose="020B0400000000000000" pitchFamily="34" charset="-122"/>
                <a:ea typeface="PingFang SC" panose="020B0400000000000000" pitchFamily="34" charset="-122"/>
              </a:rPr>
              <a:t>工艺 </a:t>
            </a:r>
            <a:r>
              <a:rPr lang="en-US" altLang="zh-CN" dirty="0">
                <a:effectLst/>
                <a:latin typeface="PingFang SC" panose="020B0400000000000000" pitchFamily="34" charset="-122"/>
                <a:ea typeface="PingFang SC" panose="020B0400000000000000" pitchFamily="34" charset="-122"/>
              </a:rPr>
              <a:t>- </a:t>
            </a:r>
            <a:r>
              <a:rPr lang="zh-CN" altLang="en-US" dirty="0">
                <a:effectLst/>
                <a:latin typeface="PingFang SC" panose="020B0400000000000000" pitchFamily="34" charset="-122"/>
                <a:ea typeface="PingFang SC" panose="020B0400000000000000" pitchFamily="34" charset="-122"/>
              </a:rPr>
              <a:t>参数” 三维存储架构，整合多机型核心层通用规则（如站位耦合系数）、适配层专属参数（如工序优先级矩阵）、关联层耦合网络拓扑，同时存储对应工艺变更特征库（如工序拓扑差异、参数偏差率）与输入输出分布基准；通过 “机型 </a:t>
            </a:r>
            <a:r>
              <a:rPr lang="en-US" altLang="zh-CN" dirty="0">
                <a:effectLst/>
                <a:latin typeface="PingFang SC" panose="020B0400000000000000" pitchFamily="34" charset="-122"/>
                <a:ea typeface="PingFang SC" panose="020B0400000000000000" pitchFamily="34" charset="-122"/>
              </a:rPr>
              <a:t>- </a:t>
            </a:r>
            <a:r>
              <a:rPr lang="zh-CN" altLang="en-US" dirty="0">
                <a:effectLst/>
                <a:latin typeface="PingFang SC" panose="020B0400000000000000" pitchFamily="34" charset="-122"/>
                <a:ea typeface="PingFang SC" panose="020B0400000000000000" pitchFamily="34" charset="-122"/>
              </a:rPr>
              <a:t>变更类型” 索引实现快速检索，为新机型演化提供相似知识源，避免从零构建知识，大幅降低演化成本。</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effectLst/>
                <a:latin typeface="PingFang SC" panose="020B0400000000000000" pitchFamily="34" charset="-122"/>
                <a:ea typeface="PingFang SC" panose="020B0400000000000000" pitchFamily="34" charset="-122"/>
              </a:rPr>
              <a:t>动态神经网络分层演化：</a:t>
            </a:r>
            <a:r>
              <a:rPr lang="zh-CN" altLang="en-US" dirty="0">
                <a:effectLst/>
                <a:latin typeface="PingFang SC" panose="020B0400000000000000" pitchFamily="34" charset="-122"/>
                <a:ea typeface="PingFang SC" panose="020B0400000000000000" pitchFamily="34" charset="-122"/>
              </a:rPr>
              <a:t>针对多机型工艺变更特性，将调度知识本体映射为三层神经网络结构，核心层冻结复用历史通用知识，适配层通过小批量梯度下降微调机型专属参数，关联层结合 </a:t>
            </a:r>
            <a:r>
              <a:rPr lang="en-US" altLang="zh-CN" dirty="0">
                <a:effectLst/>
                <a:latin typeface="PingFang SC" panose="020B0400000000000000" pitchFamily="34" charset="-122"/>
                <a:ea typeface="PingFang SC" panose="020B0400000000000000" pitchFamily="34" charset="-122"/>
              </a:rPr>
              <a:t>SSA </a:t>
            </a:r>
            <a:r>
              <a:rPr lang="zh-CN" altLang="en-US" dirty="0">
                <a:effectLst/>
                <a:latin typeface="PingFang SC" panose="020B0400000000000000" pitchFamily="34" charset="-122"/>
                <a:ea typeface="PingFang SC" panose="020B0400000000000000" pitchFamily="34" charset="-122"/>
              </a:rPr>
              <a:t>提取的耦合特征动态重构网络节点与权重；融合多目标损失函数平衡精度、效率与成本，实现 “冻结 </a:t>
            </a:r>
            <a:r>
              <a:rPr lang="en-US" altLang="zh-CN" dirty="0">
                <a:effectLst/>
                <a:latin typeface="PingFang SC" panose="020B0400000000000000" pitchFamily="34" charset="-122"/>
                <a:ea typeface="PingFang SC" panose="020B0400000000000000" pitchFamily="34" charset="-122"/>
              </a:rPr>
              <a:t>- </a:t>
            </a:r>
            <a:r>
              <a:rPr lang="zh-CN" altLang="en-US" dirty="0">
                <a:effectLst/>
                <a:latin typeface="PingFang SC" panose="020B0400000000000000" pitchFamily="34" charset="-122"/>
                <a:ea typeface="PingFang SC" panose="020B0400000000000000" pitchFamily="34" charset="-122"/>
              </a:rPr>
              <a:t>微调 </a:t>
            </a:r>
            <a:r>
              <a:rPr lang="en-US" altLang="zh-CN" dirty="0">
                <a:effectLst/>
                <a:latin typeface="PingFang SC" panose="020B0400000000000000" pitchFamily="34" charset="-122"/>
                <a:ea typeface="PingFang SC" panose="020B0400000000000000" pitchFamily="34" charset="-122"/>
              </a:rPr>
              <a:t>- </a:t>
            </a:r>
            <a:r>
              <a:rPr lang="zh-CN" altLang="en-US" dirty="0">
                <a:effectLst/>
                <a:latin typeface="PingFang SC" panose="020B0400000000000000" pitchFamily="34" charset="-122"/>
                <a:ea typeface="PingFang SC" panose="020B0400000000000000" pitchFamily="34" charset="-122"/>
              </a:rPr>
              <a:t>重构” 分层操作，精准适配工序结构调整、参数更新等场景，解决跨机型知识失效问题。</a:t>
            </a: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F9B0CAD6-B589-3D27-96D9-7CAF0B517B20}"/>
              </a:ext>
            </a:extLst>
          </p:cNvPr>
          <p:cNvSpPr>
            <a:spLocks noGrp="1"/>
          </p:cNvSpPr>
          <p:nvPr>
            <p:ph type="sldNum" sz="quarter" idx="5"/>
          </p:nvPr>
        </p:nvSpPr>
        <p:spPr/>
        <p:txBody>
          <a:bodyPr/>
          <a:lstStyle/>
          <a:p>
            <a:fld id="{EEE24C00-34A9-3F4C-B5B2-07AE4CA98159}" type="slidenum">
              <a:rPr kumimoji="1" lang="zh-CN" altLang="en-US" smtClean="0"/>
              <a:t>16</a:t>
            </a:fld>
            <a:endParaRPr kumimoji="1" lang="zh-CN" altLang="en-US"/>
          </a:p>
        </p:txBody>
      </p:sp>
    </p:spTree>
    <p:extLst>
      <p:ext uri="{BB962C8B-B14F-4D97-AF65-F5344CB8AC3E}">
        <p14:creationId xmlns:p14="http://schemas.microsoft.com/office/powerpoint/2010/main" val="409973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0E777-0581-AEDE-A0D6-521A16D231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746E85-2E63-4979-4164-D88D97EB51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A7CA18-713B-EDBA-DAAB-C4F34F0A24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研究内容</a:t>
            </a:r>
            <a:r>
              <a:rPr lang="en-US" altLang="zh-CN" dirty="0"/>
              <a:t>4</a:t>
            </a:r>
            <a:r>
              <a:rPr lang="zh-CN" altLang="en-US" dirty="0"/>
              <a:t>计划通过 </a:t>
            </a:r>
            <a:r>
              <a:rPr lang="en-US" altLang="zh-CN" dirty="0"/>
              <a:t>PyCharm</a:t>
            </a:r>
            <a:r>
              <a:rPr lang="zh-CN" altLang="en-US" dirty="0"/>
              <a:t>、</a:t>
            </a:r>
            <a:r>
              <a:rPr lang="en-US" altLang="zh-CN" dirty="0"/>
              <a:t>MATLAB </a:t>
            </a:r>
            <a:r>
              <a:rPr lang="zh-CN" altLang="en-US" dirty="0"/>
              <a:t>等平台开发原型系统核心模块，结合飞机脉动装配线模型与实体产线实测数据测试流程，验证系统实时性、准确性。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课题组具有</a:t>
            </a:r>
            <a:r>
              <a:rPr lang="zh-CN" altLang="en-US" b="0" dirty="0"/>
              <a:t>广泛的研究基础</a:t>
            </a:r>
            <a:r>
              <a:rPr lang="zh-CN" altLang="en-US" b="1" dirty="0"/>
              <a:t>，</a:t>
            </a:r>
            <a:r>
              <a:rPr lang="zh-CN" altLang="en-US" dirty="0"/>
              <a:t>与航空研究设计院合作，可实地调研脉动线生产场景、获取多机型真实工艺数据；课题组有强化学习与系统集成经验，成员可互助解决模块联动问题，实验室配备高性能服务器与工业级数据接口设备，支持系统开发、模型训练与部署测试。</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目前已发表陈凌韬、乔非、王怡琳、刘鹃、王冬源、艾家康、马玉敏</a:t>
            </a:r>
            <a:r>
              <a:rPr lang="en-US" altLang="zh-CN" dirty="0"/>
              <a:t>.</a:t>
            </a:r>
            <a:r>
              <a:rPr lang="zh-CN" altLang="zh-CN" dirty="0"/>
              <a:t>基于多智能体强化学习的飞机脉动装配线分布式调度方法</a:t>
            </a:r>
            <a:r>
              <a:rPr lang="en-US" altLang="zh-CN" dirty="0"/>
              <a:t>[C]//</a:t>
            </a:r>
            <a:r>
              <a:rPr lang="zh-CN" altLang="zh-CN" dirty="0"/>
              <a:t>中国自动化学会过程控制专业委员会，中国自动化学会</a:t>
            </a:r>
            <a:r>
              <a:rPr lang="en-US" altLang="zh-CN" dirty="0"/>
              <a:t>.</a:t>
            </a:r>
            <a:r>
              <a:rPr lang="zh-CN" altLang="zh-CN" dirty="0"/>
              <a:t>第</a:t>
            </a:r>
            <a:r>
              <a:rPr lang="en-US" altLang="zh-CN" dirty="0"/>
              <a:t>36</a:t>
            </a:r>
            <a:r>
              <a:rPr lang="zh-CN" altLang="zh-CN" dirty="0"/>
              <a:t>届中国过程控制会议论文集</a:t>
            </a:r>
            <a:r>
              <a:rPr lang="en-US" altLang="zh-CN" dirty="0"/>
              <a:t>.</a:t>
            </a:r>
            <a:r>
              <a:rPr lang="zh-CN" altLang="zh-CN" dirty="0"/>
              <a:t>对飞机脉动装配线的工序排序和人员派工有了一定的理论成果，考虑了一般动态环境下的脉动装配线调度应对措施，是进一步开展开放动态环境下脉动线调度的基础。在此基础上引入调度知识演化有望取得较好的工作进展。</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28628ED8-E6CF-C051-0AD7-77DA86646E1C}"/>
              </a:ext>
            </a:extLst>
          </p:cNvPr>
          <p:cNvSpPr>
            <a:spLocks noGrp="1"/>
          </p:cNvSpPr>
          <p:nvPr>
            <p:ph type="sldNum" sz="quarter" idx="5"/>
          </p:nvPr>
        </p:nvSpPr>
        <p:spPr/>
        <p:txBody>
          <a:bodyPr/>
          <a:lstStyle/>
          <a:p>
            <a:fld id="{EEE24C00-34A9-3F4C-B5B2-07AE4CA98159}" type="slidenum">
              <a:rPr kumimoji="1" lang="zh-CN" altLang="en-US" smtClean="0"/>
              <a:t>17</a:t>
            </a:fld>
            <a:endParaRPr kumimoji="1" lang="zh-CN" altLang="en-US"/>
          </a:p>
        </p:txBody>
      </p:sp>
    </p:spTree>
    <p:extLst>
      <p:ext uri="{BB962C8B-B14F-4D97-AF65-F5344CB8AC3E}">
        <p14:creationId xmlns:p14="http://schemas.microsoft.com/office/powerpoint/2010/main" val="23628354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773D8-E2AE-3483-0770-4A466E6D27F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7D1EBE-CED4-56EE-B640-BF67372021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2E4BCB-9B34-86C9-BBE7-B6D3612188D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FBBF7F3-DE43-C98E-C013-8FCA6254515E}"/>
              </a:ext>
            </a:extLst>
          </p:cNvPr>
          <p:cNvSpPr>
            <a:spLocks noGrp="1"/>
          </p:cNvSpPr>
          <p:nvPr>
            <p:ph type="sldNum" sz="quarter" idx="5"/>
          </p:nvPr>
        </p:nvSpPr>
        <p:spPr/>
        <p:txBody>
          <a:bodyPr/>
          <a:lstStyle/>
          <a:p>
            <a:fld id="{EEE24C00-34A9-3F4C-B5B2-07AE4CA98159}" type="slidenum">
              <a:rPr kumimoji="1" lang="zh-CN" altLang="en-US" smtClean="0"/>
              <a:t>18</a:t>
            </a:fld>
            <a:endParaRPr kumimoji="1" lang="zh-CN" altLang="en-US"/>
          </a:p>
        </p:txBody>
      </p:sp>
    </p:spTree>
    <p:extLst>
      <p:ext uri="{BB962C8B-B14F-4D97-AF65-F5344CB8AC3E}">
        <p14:creationId xmlns:p14="http://schemas.microsoft.com/office/powerpoint/2010/main" val="1524094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2053-7AAC-9B74-3377-7D186F8BEE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DEB8B1-E816-3AAA-2953-691EB2D6C0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A6C564-34EC-390F-3CB3-CAC51CC45F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effectLst/>
                <a:latin typeface="PingFang SC" panose="020B0400000000000000" pitchFamily="34" charset="-122"/>
                <a:ea typeface="PingFang SC" panose="020B0400000000000000" pitchFamily="34" charset="-122"/>
              </a:rPr>
              <a:t>以两个月时间为单位，各项任务时间规划如下，计划</a:t>
            </a:r>
            <a:r>
              <a:rPr lang="zh-CN" altLang="zh-CN" sz="1200" kern="100" dirty="0">
                <a:solidFill>
                  <a:schemeClr val="tx1"/>
                </a:solidFill>
                <a:effectLst/>
                <a:latin typeface="+mj-ea"/>
                <a:ea typeface="+mn-ea"/>
                <a:cs typeface="+mj-ea"/>
              </a:rPr>
              <a:t>发表</a:t>
            </a:r>
            <a:r>
              <a:rPr lang="zh-CN" altLang="en-US" sz="1200" kern="100" dirty="0">
                <a:solidFill>
                  <a:schemeClr val="tx1"/>
                </a:solidFill>
                <a:effectLst/>
                <a:latin typeface="+mj-ea"/>
                <a:ea typeface="+mn-ea"/>
                <a:cs typeface="+mj-ea"/>
              </a:rPr>
              <a:t>学术</a:t>
            </a:r>
            <a:r>
              <a:rPr lang="zh-CN" altLang="zh-CN" sz="1200" kern="100" dirty="0">
                <a:solidFill>
                  <a:schemeClr val="tx1"/>
                </a:solidFill>
                <a:effectLst/>
                <a:latin typeface="+mj-ea"/>
                <a:ea typeface="+mn-ea"/>
                <a:cs typeface="+mj-ea"/>
              </a:rPr>
              <a:t>论文</a:t>
            </a:r>
            <a:r>
              <a:rPr lang="en-US" altLang="zh-CN" sz="1200" kern="100" dirty="0">
                <a:solidFill>
                  <a:schemeClr val="tx1"/>
                </a:solidFill>
                <a:effectLst/>
                <a:latin typeface="+mj-ea"/>
                <a:ea typeface="+mn-ea"/>
                <a:cs typeface="+mj-ea"/>
              </a:rPr>
              <a:t>1-2</a:t>
            </a:r>
            <a:r>
              <a:rPr lang="zh-CN" altLang="zh-CN" sz="1200" kern="100" dirty="0">
                <a:solidFill>
                  <a:schemeClr val="tx1"/>
                </a:solidFill>
                <a:effectLst/>
                <a:latin typeface="+mj-ea"/>
                <a:ea typeface="+mn-ea"/>
                <a:cs typeface="+mj-ea"/>
              </a:rPr>
              <a:t>篇，申请专利</a:t>
            </a:r>
            <a:r>
              <a:rPr lang="zh-CN" altLang="en-US" sz="1200" kern="100" dirty="0">
                <a:solidFill>
                  <a:schemeClr val="tx1"/>
                </a:solidFill>
                <a:effectLst/>
                <a:latin typeface="+mj-ea"/>
                <a:ea typeface="+mn-ea"/>
                <a:cs typeface="+mj-ea"/>
              </a:rPr>
              <a:t>或软著</a:t>
            </a:r>
            <a:r>
              <a:rPr lang="en-US" altLang="zh-CN" sz="1200" kern="100" dirty="0">
                <a:solidFill>
                  <a:schemeClr val="tx1"/>
                </a:solidFill>
                <a:effectLst/>
                <a:latin typeface="+mj-ea"/>
                <a:ea typeface="+mn-ea"/>
                <a:cs typeface="+mj-ea"/>
              </a:rPr>
              <a:t>1</a:t>
            </a:r>
            <a:r>
              <a:rPr lang="zh-CN" altLang="zh-CN" sz="1200" kern="100" dirty="0">
                <a:solidFill>
                  <a:schemeClr val="tx1"/>
                </a:solidFill>
                <a:effectLst/>
                <a:latin typeface="+mj-ea"/>
                <a:ea typeface="+mn-ea"/>
                <a:cs typeface="+mj-ea"/>
              </a:rPr>
              <a:t>项</a:t>
            </a: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F3AF2A1F-1E03-0391-0F2E-923E86F29F11}"/>
              </a:ext>
            </a:extLst>
          </p:cNvPr>
          <p:cNvSpPr>
            <a:spLocks noGrp="1"/>
          </p:cNvSpPr>
          <p:nvPr>
            <p:ph type="sldNum" sz="quarter" idx="5"/>
          </p:nvPr>
        </p:nvSpPr>
        <p:spPr/>
        <p:txBody>
          <a:bodyPr/>
          <a:lstStyle/>
          <a:p>
            <a:fld id="{EEE24C00-34A9-3F4C-B5B2-07AE4CA98159}" type="slidenum">
              <a:rPr kumimoji="1" lang="zh-CN" altLang="en-US" smtClean="0"/>
              <a:t>19</a:t>
            </a:fld>
            <a:endParaRPr kumimoji="1" lang="zh-CN" altLang="en-US"/>
          </a:p>
        </p:txBody>
      </p:sp>
    </p:spTree>
    <p:extLst>
      <p:ext uri="{BB962C8B-B14F-4D97-AF65-F5344CB8AC3E}">
        <p14:creationId xmlns:p14="http://schemas.microsoft.com/office/powerpoint/2010/main" val="9743448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41538-47F5-CF83-D2DD-2D39B2FFE8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0A5B3C-0063-95D3-972A-438BB9AA36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6BAC20-3248-14A3-54AC-576E7B17B4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CC1D7827-8AE0-A948-1FF5-A10E0F6CA3D5}"/>
              </a:ext>
            </a:extLst>
          </p:cNvPr>
          <p:cNvSpPr>
            <a:spLocks noGrp="1"/>
          </p:cNvSpPr>
          <p:nvPr>
            <p:ph type="sldNum" sz="quarter" idx="5"/>
          </p:nvPr>
        </p:nvSpPr>
        <p:spPr/>
        <p:txBody>
          <a:bodyPr/>
          <a:lstStyle/>
          <a:p>
            <a:fld id="{EEE24C00-34A9-3F4C-B5B2-07AE4CA98159}" type="slidenum">
              <a:rPr kumimoji="1" lang="zh-CN" altLang="en-US" smtClean="0"/>
              <a:t>20</a:t>
            </a:fld>
            <a:endParaRPr kumimoji="1" lang="zh-CN" altLang="en-US"/>
          </a:p>
        </p:txBody>
      </p:sp>
    </p:spTree>
    <p:extLst>
      <p:ext uri="{BB962C8B-B14F-4D97-AF65-F5344CB8AC3E}">
        <p14:creationId xmlns:p14="http://schemas.microsoft.com/office/powerpoint/2010/main" val="2817495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5EA1F-708B-3821-B0F8-1CA101E204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B33856-381E-4256-2D4C-93706E320C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89C75E-4BC7-E314-4168-9016A1F37B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effectLst/>
              <a:latin typeface="PingFang SC" panose="020B0400000000000000" pitchFamily="34" charset="-122"/>
              <a:ea typeface="PingFang SC" panose="020B0400000000000000" pitchFamily="34" charset="-122"/>
            </a:endParaRPr>
          </a:p>
        </p:txBody>
      </p:sp>
      <p:sp>
        <p:nvSpPr>
          <p:cNvPr id="4" name="灯片编号占位符 3">
            <a:extLst>
              <a:ext uri="{FF2B5EF4-FFF2-40B4-BE49-F238E27FC236}">
                <a16:creationId xmlns:a16="http://schemas.microsoft.com/office/drawing/2014/main" id="{1E68D157-0E5B-9816-90AF-DE350BC111CE}"/>
              </a:ext>
            </a:extLst>
          </p:cNvPr>
          <p:cNvSpPr>
            <a:spLocks noGrp="1"/>
          </p:cNvSpPr>
          <p:nvPr>
            <p:ph type="sldNum" sz="quarter" idx="5"/>
          </p:nvPr>
        </p:nvSpPr>
        <p:spPr/>
        <p:txBody>
          <a:bodyPr/>
          <a:lstStyle/>
          <a:p>
            <a:fld id="{EEE24C00-34A9-3F4C-B5B2-07AE4CA98159}" type="slidenum">
              <a:rPr kumimoji="1" lang="zh-CN" altLang="en-US" smtClean="0"/>
              <a:t>21</a:t>
            </a:fld>
            <a:endParaRPr kumimoji="1" lang="zh-CN" altLang="en-US"/>
          </a:p>
        </p:txBody>
      </p:sp>
    </p:spTree>
    <p:extLst>
      <p:ext uri="{BB962C8B-B14F-4D97-AF65-F5344CB8AC3E}">
        <p14:creationId xmlns:p14="http://schemas.microsoft.com/office/powerpoint/2010/main" val="27991407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标题 1"/>
          <p:cNvSpPr>
            <a:spLocks noGrp="1"/>
          </p:cNvSpPr>
          <p:nvPr>
            <p:ph type="ctrTitle"/>
          </p:nvPr>
        </p:nvSpPr>
        <p:spPr>
          <a:xfrm>
            <a:off x="984899" y="1521398"/>
            <a:ext cx="6858000" cy="1790700"/>
          </a:xfrm>
        </p:spPr>
        <p:txBody>
          <a:bodyPr anchor="b">
            <a:normAutofit/>
          </a:bodyPr>
          <a:lstStyle>
            <a:lvl1pPr algn="ctr">
              <a:defRPr sz="3038" b="1">
                <a:solidFill>
                  <a:schemeClr val="bg1"/>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046845" y="3634625"/>
            <a:ext cx="4846938" cy="607361"/>
          </a:xfrm>
        </p:spPr>
        <p:txBody>
          <a:bodyPr>
            <a:normAutofit/>
          </a:bodyPr>
          <a:lstStyle>
            <a:lvl1pPr marL="0" indent="0" algn="ctr">
              <a:buNone/>
              <a:defRPr sz="1800">
                <a:solidFill>
                  <a:schemeClr val="bg1"/>
                </a:solidFill>
                <a:latin typeface="华文行楷" panose="02010800040101010101" pitchFamily="2" charset="-122"/>
                <a:ea typeface="华文行楷" panose="02010800040101010101" pitchFamily="2" charset="-122"/>
              </a:defRPr>
            </a:lvl1pPr>
            <a:lvl2pPr marL="257163" indent="0" algn="ctr">
              <a:buNone/>
              <a:defRPr sz="1125"/>
            </a:lvl2pPr>
            <a:lvl3pPr marL="514325" indent="0" algn="ctr">
              <a:buNone/>
              <a:defRPr sz="1013"/>
            </a:lvl3pPr>
            <a:lvl4pPr marL="771487" indent="0" algn="ctr">
              <a:buNone/>
              <a:defRPr sz="900"/>
            </a:lvl4pPr>
            <a:lvl5pPr marL="1028649" indent="0" algn="ctr">
              <a:buNone/>
              <a:defRPr sz="900"/>
            </a:lvl5pPr>
            <a:lvl6pPr marL="1285811" indent="0" algn="ctr">
              <a:buNone/>
              <a:defRPr sz="900"/>
            </a:lvl6pPr>
            <a:lvl7pPr marL="1542973" indent="0" algn="ctr">
              <a:buNone/>
              <a:defRPr sz="900"/>
            </a:lvl7pPr>
            <a:lvl8pPr marL="1800135" indent="0" algn="ctr">
              <a:buNone/>
              <a:defRPr sz="900"/>
            </a:lvl8pPr>
            <a:lvl9pPr marL="2057298" indent="0" algn="ctr">
              <a:buNone/>
              <a:defRPr sz="900"/>
            </a:lvl9pPr>
          </a:lstStyle>
          <a:p>
            <a:r>
              <a:rPr lang="zh-CN" altLang="en-US"/>
              <a:t>单击以编辑母版副标题样式</a:t>
            </a:r>
            <a:endParaRPr lang="zh-CN" altLang="en-US" dirty="0"/>
          </a:p>
        </p:txBody>
      </p:sp>
      <p:sp>
        <p:nvSpPr>
          <p:cNvPr id="4" name="日期占位符 3"/>
          <p:cNvSpPr>
            <a:spLocks noGrp="1"/>
          </p:cNvSpPr>
          <p:nvPr>
            <p:ph type="dt" sz="half" idx="10"/>
          </p:nvPr>
        </p:nvSpPr>
        <p:spPr/>
        <p:txBody>
          <a:bodyPr/>
          <a:lstStyle/>
          <a:p>
            <a:fld id="{E4B0015B-7B98-4738-B241-08F03F02F239}" type="datetimeFigureOut">
              <a:rPr lang="zh-CN" altLang="en-US" smtClean="0"/>
              <a:t>2025/10/22</a:t>
            </a:fld>
            <a:endParaRPr lang="zh-CN" altLang="en-US"/>
          </a:p>
        </p:txBody>
      </p:sp>
      <p:cxnSp>
        <p:nvCxnSpPr>
          <p:cNvPr id="12" name="直接连接符 11"/>
          <p:cNvCxnSpPr/>
          <p:nvPr/>
        </p:nvCxnSpPr>
        <p:spPr>
          <a:xfrm>
            <a:off x="3376307" y="4146340"/>
            <a:ext cx="5790108" cy="24206"/>
          </a:xfrm>
          <a:prstGeom prst="line">
            <a:avLst/>
          </a:prstGeom>
          <a:noFill/>
          <a:ln w="53975" cap="flat" cmpd="sng" algn="ctr">
            <a:solidFill>
              <a:sysClr val="window" lastClr="FFFFFF"/>
            </a:solidFill>
            <a:prstDash val="solid"/>
            <a:miter lim="800000"/>
          </a:ln>
          <a:effectLst/>
        </p:spPr>
      </p:cxnSp>
      <p:cxnSp>
        <p:nvCxnSpPr>
          <p:cNvPr id="13" name="直接连接符 12"/>
          <p:cNvCxnSpPr/>
          <p:nvPr/>
        </p:nvCxnSpPr>
        <p:spPr>
          <a:xfrm>
            <a:off x="-22415" y="4146338"/>
            <a:ext cx="3492729" cy="0"/>
          </a:xfrm>
          <a:prstGeom prst="line">
            <a:avLst/>
          </a:prstGeom>
          <a:noFill/>
          <a:ln w="53975" cap="flat" cmpd="sng" algn="ctr">
            <a:solidFill>
              <a:sysClr val="window" lastClr="FFFFFF"/>
            </a:solidFill>
            <a:prstDash val="solid"/>
            <a:miter lim="800000"/>
          </a:ln>
          <a:effectLst/>
        </p:spPr>
      </p:cxnSp>
      <p:cxnSp>
        <p:nvCxnSpPr>
          <p:cNvPr id="14" name="直接连接符 13"/>
          <p:cNvCxnSpPr>
            <a:cxnSpLocks/>
          </p:cNvCxnSpPr>
          <p:nvPr/>
        </p:nvCxnSpPr>
        <p:spPr>
          <a:xfrm flipV="1">
            <a:off x="5976380" y="3374967"/>
            <a:ext cx="0" cy="1768533"/>
          </a:xfrm>
          <a:prstGeom prst="line">
            <a:avLst/>
          </a:prstGeom>
          <a:noFill/>
          <a:ln w="53975" cap="flat" cmpd="sng" algn="ctr">
            <a:solidFill>
              <a:sysClr val="window" lastClr="FFFFFF"/>
            </a:solidFill>
            <a:prstDash val="solid"/>
            <a:miter lim="800000"/>
          </a:ln>
          <a:effectLst/>
        </p:spPr>
      </p:cxnSp>
    </p:spTree>
    <p:extLst>
      <p:ext uri="{BB962C8B-B14F-4D97-AF65-F5344CB8AC3E}">
        <p14:creationId xmlns:p14="http://schemas.microsoft.com/office/powerpoint/2010/main" val="2213254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4B0015B-7B98-4738-B241-08F03F02F239}" type="datetimeFigureOut">
              <a:rPr lang="zh-CN" altLang="en-US" smtClean="0"/>
              <a:t>2025/10/22</a:t>
            </a:fld>
            <a:endParaRPr lang="zh-CN" altLang="en-US"/>
          </a:p>
        </p:txBody>
      </p:sp>
      <p:sp>
        <p:nvSpPr>
          <p:cNvPr id="4" name="灯片编号占位符 3"/>
          <p:cNvSpPr>
            <a:spLocks noGrp="1"/>
          </p:cNvSpPr>
          <p:nvPr>
            <p:ph type="sldNum" sz="quarter" idx="11"/>
          </p:nvPr>
        </p:nvSpPr>
        <p:spPr/>
        <p:txBody>
          <a:bodyPr/>
          <a:lstStyle/>
          <a:p>
            <a:fld id="{D3271BCF-8F0B-4BA6-83E5-4FB40673BE8B}" type="slidenum">
              <a:rPr lang="zh-CN" altLang="en-US" smtClean="0"/>
              <a:t>‹#›</a:t>
            </a:fld>
            <a:endParaRPr lang="zh-CN" altLang="en-US"/>
          </a:p>
        </p:txBody>
      </p:sp>
      <p:pic>
        <p:nvPicPr>
          <p:cNvPr id="5" name="图片 4">
            <a:extLst>
              <a:ext uri="{FF2B5EF4-FFF2-40B4-BE49-F238E27FC236}">
                <a16:creationId xmlns:a16="http://schemas.microsoft.com/office/drawing/2014/main" id="{791FC7C9-AF74-A1CD-A8AF-30DC14F55BE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855"/>
          <a:stretch/>
        </p:blipFill>
        <p:spPr>
          <a:xfrm>
            <a:off x="7121592" y="37073"/>
            <a:ext cx="1875029" cy="545189"/>
          </a:xfrm>
          <a:prstGeom prst="rect">
            <a:avLst/>
          </a:prstGeom>
        </p:spPr>
      </p:pic>
      <p:sp>
        <p:nvSpPr>
          <p:cNvPr id="6" name="矩形 5">
            <a:extLst>
              <a:ext uri="{FF2B5EF4-FFF2-40B4-BE49-F238E27FC236}">
                <a16:creationId xmlns:a16="http://schemas.microsoft.com/office/drawing/2014/main" id="{CFA125FC-3828-BE4E-485E-FCBD95AB291E}"/>
              </a:ext>
            </a:extLst>
          </p:cNvPr>
          <p:cNvSpPr/>
          <p:nvPr userDrawn="1"/>
        </p:nvSpPr>
        <p:spPr>
          <a:xfrm>
            <a:off x="0" y="539540"/>
            <a:ext cx="7091999" cy="42722"/>
          </a:xfrm>
          <a:prstGeom prst="rect">
            <a:avLst/>
          </a:prstGeom>
          <a:solidFill>
            <a:srgbClr val="6780A9"/>
          </a:solidFill>
          <a:ln>
            <a:noFill/>
          </a:ln>
          <a:effectLst>
            <a:outerShdw blurRad="1905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Tree>
    <p:extLst>
      <p:ext uri="{BB962C8B-B14F-4D97-AF65-F5344CB8AC3E}">
        <p14:creationId xmlns:p14="http://schemas.microsoft.com/office/powerpoint/2010/main" val="496525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4B0015B-7B98-4738-B241-08F03F02F239}" type="datetimeFigureOut">
              <a:rPr lang="zh-CN" altLang="en-US" smtClean="0"/>
              <a:t>2025/10/22</a:t>
            </a:fld>
            <a:endParaRPr lang="zh-CN" altLang="en-US"/>
          </a:p>
        </p:txBody>
      </p:sp>
      <p:sp>
        <p:nvSpPr>
          <p:cNvPr id="4" name="灯片编号占位符 3"/>
          <p:cNvSpPr>
            <a:spLocks noGrp="1"/>
          </p:cNvSpPr>
          <p:nvPr>
            <p:ph type="sldNum" sz="quarter" idx="11"/>
          </p:nvPr>
        </p:nvSpPr>
        <p:spPr/>
        <p:txBody>
          <a:bodyPr/>
          <a:lstStyle/>
          <a:p>
            <a:fld id="{D3271BCF-8F0B-4BA6-83E5-4FB40673BE8B}" type="slidenum">
              <a:rPr lang="zh-CN" altLang="en-US" smtClean="0"/>
              <a:t>‹#›</a:t>
            </a:fld>
            <a:endParaRPr lang="zh-CN" altLang="en-US"/>
          </a:p>
        </p:txBody>
      </p:sp>
    </p:spTree>
    <p:extLst>
      <p:ext uri="{BB962C8B-B14F-4D97-AF65-F5344CB8AC3E}">
        <p14:creationId xmlns:p14="http://schemas.microsoft.com/office/powerpoint/2010/main" val="1992069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4B0015B-7B98-4738-B241-08F03F02F239}" type="datetimeFigureOut">
              <a:rPr lang="zh-CN" altLang="en-US" smtClean="0"/>
              <a:t>2025/10/22</a:t>
            </a:fld>
            <a:endParaRPr lang="zh-CN" altLang="en-US"/>
          </a:p>
        </p:txBody>
      </p:sp>
      <p:sp>
        <p:nvSpPr>
          <p:cNvPr id="4" name="灯片编号占位符 3"/>
          <p:cNvSpPr>
            <a:spLocks noGrp="1"/>
          </p:cNvSpPr>
          <p:nvPr>
            <p:ph type="sldNum" sz="quarter" idx="11"/>
          </p:nvPr>
        </p:nvSpPr>
        <p:spPr/>
        <p:txBody>
          <a:bodyPr/>
          <a:lstStyle/>
          <a:p>
            <a:fld id="{D3271BCF-8F0B-4BA6-83E5-4FB40673BE8B}" type="slidenum">
              <a:rPr lang="zh-CN" altLang="en-US" smtClean="0"/>
              <a:t>‹#›</a:t>
            </a:fld>
            <a:endParaRPr lang="zh-CN" altLang="en-US"/>
          </a:p>
        </p:txBody>
      </p:sp>
    </p:spTree>
    <p:extLst>
      <p:ext uri="{BB962C8B-B14F-4D97-AF65-F5344CB8AC3E}">
        <p14:creationId xmlns:p14="http://schemas.microsoft.com/office/powerpoint/2010/main" val="24738442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7"/>
            <a:ext cx="7886700" cy="99417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675">
                <a:solidFill>
                  <a:schemeClr val="tx1"/>
                </a:solidFill>
              </a:defRPr>
            </a:lvl1pPr>
          </a:lstStyle>
          <a:p>
            <a:fld id="{E4B0015B-7B98-4738-B241-08F03F02F239}" type="datetimeFigureOut">
              <a:rPr lang="zh-CN" altLang="en-US" smtClean="0"/>
              <a:t>2025/10/22</a:t>
            </a:fld>
            <a:endParaRPr lang="zh-CN" altLang="en-US"/>
          </a:p>
        </p:txBody>
      </p:sp>
      <p:sp>
        <p:nvSpPr>
          <p:cNvPr id="6" name="灯片编号占位符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675">
                <a:solidFill>
                  <a:schemeClr val="tx1"/>
                </a:solidFill>
              </a:defRPr>
            </a:lvl1pPr>
          </a:lstStyle>
          <a:p>
            <a:fld id="{D3271BCF-8F0B-4BA6-83E5-4FB40673BE8B}" type="slidenum">
              <a:rPr lang="zh-CN" altLang="en-US" smtClean="0"/>
              <a:t>‹#›</a:t>
            </a:fld>
            <a:endParaRPr lang="zh-CN" altLang="en-US"/>
          </a:p>
        </p:txBody>
      </p:sp>
      <p:sp>
        <p:nvSpPr>
          <p:cNvPr id="16" name="文本框 15"/>
          <p:cNvSpPr txBox="1"/>
          <p:nvPr/>
        </p:nvSpPr>
        <p:spPr>
          <a:xfrm>
            <a:off x="3121735" y="4764270"/>
            <a:ext cx="4498267" cy="248209"/>
          </a:xfrm>
          <a:prstGeom prst="rect">
            <a:avLst/>
          </a:prstGeom>
          <a:noFill/>
        </p:spPr>
        <p:txBody>
          <a:bodyPr wrap="square" rtlCol="0">
            <a:spAutoFit/>
          </a:bodyPr>
          <a:lstStyle/>
          <a:p>
            <a:r>
              <a:rPr lang="zh-CN" altLang="en-US" sz="1013">
                <a:solidFill>
                  <a:schemeClr val="bg1"/>
                </a:solidFill>
                <a:latin typeface="华文行楷" panose="02010800040101010101" pitchFamily="2" charset="-122"/>
                <a:ea typeface="华文行楷" panose="02010800040101010101" pitchFamily="2" charset="-122"/>
              </a:rPr>
              <a:t>同济大学       电子与信息工程学院</a:t>
            </a:r>
            <a:r>
              <a:rPr lang="en-US" altLang="zh-CN" sz="1013">
                <a:solidFill>
                  <a:schemeClr val="bg1"/>
                </a:solidFill>
                <a:latin typeface="Times New Roman" panose="02020603050405020304" pitchFamily="18" charset="0"/>
                <a:ea typeface="华文行楷" panose="02010800040101010101" pitchFamily="2" charset="-122"/>
                <a:cs typeface="Times New Roman" panose="02020603050405020304" pitchFamily="18" charset="0"/>
              </a:rPr>
              <a:t>CIMS</a:t>
            </a:r>
            <a:r>
              <a:rPr lang="zh-CN" altLang="en-US" sz="1013">
                <a:solidFill>
                  <a:schemeClr val="bg1"/>
                </a:solidFill>
                <a:latin typeface="华文行楷" panose="02010800040101010101" pitchFamily="2" charset="-122"/>
                <a:ea typeface="华文行楷" panose="02010800040101010101" pitchFamily="2" charset="-122"/>
              </a:rPr>
              <a:t>研究中心</a:t>
            </a:r>
          </a:p>
        </p:txBody>
      </p:sp>
    </p:spTree>
    <p:extLst>
      <p:ext uri="{BB962C8B-B14F-4D97-AF65-F5344CB8AC3E}">
        <p14:creationId xmlns:p14="http://schemas.microsoft.com/office/powerpoint/2010/main" val="6690881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defTabSz="514325" rtl="0" eaLnBrk="1" latinLnBrk="0" hangingPunct="1">
        <a:lnSpc>
          <a:spcPct val="90000"/>
        </a:lnSpc>
        <a:spcBef>
          <a:spcPct val="0"/>
        </a:spcBef>
        <a:buNone/>
        <a:defRPr sz="18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128582" indent="-128582" algn="l" defTabSz="514325" rtl="0" eaLnBrk="1" latinLnBrk="0" hangingPunct="1">
        <a:lnSpc>
          <a:spcPct val="120000"/>
        </a:lnSpc>
        <a:spcBef>
          <a:spcPts val="338"/>
        </a:spcBef>
        <a:buFont typeface="Arial" panose="020B0604020202020204" pitchFamily="34" charset="0"/>
        <a:buChar char="•"/>
        <a:defRPr sz="1575" kern="1200">
          <a:solidFill>
            <a:schemeClr val="tx1"/>
          </a:solidFill>
          <a:latin typeface="微软雅黑" panose="020B0503020204020204" pitchFamily="34" charset="-122"/>
          <a:ea typeface="微软雅黑" panose="020B0503020204020204" pitchFamily="34" charset="-122"/>
          <a:cs typeface="+mn-cs"/>
        </a:defRPr>
      </a:lvl1pPr>
      <a:lvl2pPr marL="385744" indent="-128582" algn="l" defTabSz="514325" rtl="0" eaLnBrk="1" latinLnBrk="0" hangingPunct="1">
        <a:lnSpc>
          <a:spcPct val="120000"/>
        </a:lnSpc>
        <a:spcBef>
          <a:spcPts val="338"/>
        </a:spcBef>
        <a:buFont typeface="Arial" panose="020B0604020202020204"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642905" indent="-128582" algn="l" defTabSz="514325" rtl="0" eaLnBrk="1" latinLnBrk="0" hangingPunct="1">
        <a:lnSpc>
          <a:spcPct val="120000"/>
        </a:lnSpc>
        <a:spcBef>
          <a:spcPts val="338"/>
        </a:spcBef>
        <a:buFont typeface="Arial" panose="020B0604020202020204" pitchFamily="34" charset="0"/>
        <a:buChar char="•"/>
        <a:defRPr sz="1125" kern="1200">
          <a:solidFill>
            <a:schemeClr val="tx1"/>
          </a:solidFill>
          <a:latin typeface="微软雅黑" panose="020B0503020204020204" pitchFamily="34" charset="-122"/>
          <a:ea typeface="微软雅黑" panose="020B0503020204020204" pitchFamily="34" charset="-122"/>
          <a:cs typeface="+mn-cs"/>
        </a:defRPr>
      </a:lvl3pPr>
      <a:lvl4pPr marL="900068" indent="-128582" algn="l" defTabSz="514325" rtl="0" eaLnBrk="1" latinLnBrk="0" hangingPunct="1">
        <a:lnSpc>
          <a:spcPct val="120000"/>
        </a:lnSpc>
        <a:spcBef>
          <a:spcPts val="338"/>
        </a:spcBef>
        <a:buFont typeface="Arial" panose="020B0604020202020204" pitchFamily="34" charset="0"/>
        <a:buChar char="•"/>
        <a:defRPr sz="1013" kern="1200">
          <a:solidFill>
            <a:schemeClr val="tx1"/>
          </a:solidFill>
          <a:latin typeface="微软雅黑" panose="020B0503020204020204" pitchFamily="34" charset="-122"/>
          <a:ea typeface="微软雅黑" panose="020B0503020204020204" pitchFamily="34" charset="-122"/>
          <a:cs typeface="+mn-cs"/>
        </a:defRPr>
      </a:lvl4pPr>
      <a:lvl5pPr marL="1157231" indent="-128582" algn="l" defTabSz="514325" rtl="0" eaLnBrk="1" latinLnBrk="0" hangingPunct="1">
        <a:lnSpc>
          <a:spcPct val="120000"/>
        </a:lnSpc>
        <a:spcBef>
          <a:spcPts val="338"/>
        </a:spcBef>
        <a:buFont typeface="Arial" panose="020B0604020202020204" pitchFamily="34" charset="0"/>
        <a:buChar char="•"/>
        <a:defRPr sz="1013" kern="1200">
          <a:solidFill>
            <a:schemeClr val="tx1"/>
          </a:solidFill>
          <a:latin typeface="微软雅黑" panose="020B0503020204020204" pitchFamily="34" charset="-122"/>
          <a:ea typeface="微软雅黑" panose="020B0503020204020204" pitchFamily="34" charset="-122"/>
          <a:cs typeface="+mn-cs"/>
        </a:defRPr>
      </a:lvl5pPr>
      <a:lvl6pPr marL="1414392" indent="-128582" algn="l" defTabSz="514325"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554" indent="-128582" algn="l" defTabSz="514325"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717" indent="-128582" algn="l" defTabSz="514325"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879" indent="-128582" algn="l" defTabSz="514325"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zh-CN"/>
      </a:defPPr>
      <a:lvl1pPr marL="0" algn="l" defTabSz="514325" rtl="0" eaLnBrk="1" latinLnBrk="0" hangingPunct="1">
        <a:defRPr sz="1013" kern="1200">
          <a:solidFill>
            <a:schemeClr val="tx1"/>
          </a:solidFill>
          <a:latin typeface="+mn-lt"/>
          <a:ea typeface="+mn-ea"/>
          <a:cs typeface="+mn-cs"/>
        </a:defRPr>
      </a:lvl1pPr>
      <a:lvl2pPr marL="257163" algn="l" defTabSz="514325" rtl="0" eaLnBrk="1" latinLnBrk="0" hangingPunct="1">
        <a:defRPr sz="1013" kern="1200">
          <a:solidFill>
            <a:schemeClr val="tx1"/>
          </a:solidFill>
          <a:latin typeface="+mn-lt"/>
          <a:ea typeface="+mn-ea"/>
          <a:cs typeface="+mn-cs"/>
        </a:defRPr>
      </a:lvl2pPr>
      <a:lvl3pPr marL="514325" algn="l" defTabSz="514325" rtl="0" eaLnBrk="1" latinLnBrk="0" hangingPunct="1">
        <a:defRPr sz="1013" kern="1200">
          <a:solidFill>
            <a:schemeClr val="tx1"/>
          </a:solidFill>
          <a:latin typeface="+mn-lt"/>
          <a:ea typeface="+mn-ea"/>
          <a:cs typeface="+mn-cs"/>
        </a:defRPr>
      </a:lvl3pPr>
      <a:lvl4pPr marL="771487" algn="l" defTabSz="514325" rtl="0" eaLnBrk="1" latinLnBrk="0" hangingPunct="1">
        <a:defRPr sz="1013" kern="1200">
          <a:solidFill>
            <a:schemeClr val="tx1"/>
          </a:solidFill>
          <a:latin typeface="+mn-lt"/>
          <a:ea typeface="+mn-ea"/>
          <a:cs typeface="+mn-cs"/>
        </a:defRPr>
      </a:lvl4pPr>
      <a:lvl5pPr marL="1028649" algn="l" defTabSz="514325" rtl="0" eaLnBrk="1" latinLnBrk="0" hangingPunct="1">
        <a:defRPr sz="1013" kern="1200">
          <a:solidFill>
            <a:schemeClr val="tx1"/>
          </a:solidFill>
          <a:latin typeface="+mn-lt"/>
          <a:ea typeface="+mn-ea"/>
          <a:cs typeface="+mn-cs"/>
        </a:defRPr>
      </a:lvl5pPr>
      <a:lvl6pPr marL="1285811" algn="l" defTabSz="514325" rtl="0" eaLnBrk="1" latinLnBrk="0" hangingPunct="1">
        <a:defRPr sz="1013" kern="1200">
          <a:solidFill>
            <a:schemeClr val="tx1"/>
          </a:solidFill>
          <a:latin typeface="+mn-lt"/>
          <a:ea typeface="+mn-ea"/>
          <a:cs typeface="+mn-cs"/>
        </a:defRPr>
      </a:lvl6pPr>
      <a:lvl7pPr marL="1542973" algn="l" defTabSz="514325" rtl="0" eaLnBrk="1" latinLnBrk="0" hangingPunct="1">
        <a:defRPr sz="1013" kern="1200">
          <a:solidFill>
            <a:schemeClr val="tx1"/>
          </a:solidFill>
          <a:latin typeface="+mn-lt"/>
          <a:ea typeface="+mn-ea"/>
          <a:cs typeface="+mn-cs"/>
        </a:defRPr>
      </a:lvl7pPr>
      <a:lvl8pPr marL="1800135" algn="l" defTabSz="514325" rtl="0" eaLnBrk="1" latinLnBrk="0" hangingPunct="1">
        <a:defRPr sz="1013" kern="1200">
          <a:solidFill>
            <a:schemeClr val="tx1"/>
          </a:solidFill>
          <a:latin typeface="+mn-lt"/>
          <a:ea typeface="+mn-ea"/>
          <a:cs typeface="+mn-cs"/>
        </a:defRPr>
      </a:lvl8pPr>
      <a:lvl9pPr marL="2057298" algn="l" defTabSz="514325"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gif"/><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eg"/><Relationship Id="rId5" Type="http://schemas.microsoft.com/office/2007/relationships/hdphoto" Target="../media/hdphoto1.wdp"/><Relationship Id="rId4" Type="http://schemas.openxmlformats.org/officeDocument/2006/relationships/image" Target="../media/image6.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0" y="1166739"/>
            <a:ext cx="9144000" cy="1668415"/>
          </a:xfrm>
        </p:spPr>
        <p:txBody>
          <a:bodyPr>
            <a:normAutofit/>
          </a:bodyPr>
          <a:lstStyle/>
          <a:p>
            <a:pPr>
              <a:lnSpc>
                <a:spcPct val="130000"/>
              </a:lnSpc>
            </a:pPr>
            <a:r>
              <a:rPr lang="zh-CN" altLang="en-US" sz="3600" dirty="0"/>
              <a:t>基于调度知识演化的</a:t>
            </a:r>
            <a:br>
              <a:rPr lang="en-US" altLang="zh-CN" sz="3600" dirty="0"/>
            </a:br>
            <a:r>
              <a:rPr lang="zh-CN" altLang="en-US" sz="3600" dirty="0"/>
              <a:t>飞机脉动装配线动态调度研究</a:t>
            </a:r>
          </a:p>
        </p:txBody>
      </p:sp>
      <p:sp>
        <p:nvSpPr>
          <p:cNvPr id="4" name="副标题 4"/>
          <p:cNvSpPr txBox="1">
            <a:spLocks noChangeArrowheads="1"/>
          </p:cNvSpPr>
          <p:nvPr/>
        </p:nvSpPr>
        <p:spPr bwMode="auto">
          <a:xfrm>
            <a:off x="6299665" y="3492924"/>
            <a:ext cx="1780365" cy="367784"/>
          </a:xfrm>
          <a:prstGeom prst="rect">
            <a:avLst/>
          </a:prstGeom>
          <a:noFill/>
          <a:ln w="9525">
            <a:noFill/>
            <a:miter lim="800000"/>
            <a:headEnd/>
            <a:tailEnd/>
          </a:ln>
        </p:spPr>
        <p:txBody>
          <a:bodyPr vert="horz" wrap="square" lIns="51435" tIns="25718" rIns="51435" bIns="25718" numCol="1" anchor="t" anchorCtr="0" compatLnSpc="1">
            <a:prstTxWarp prst="textNoShape">
              <a:avLst/>
            </a:prstTxWarp>
          </a:bodyPr>
          <a:lstStyle>
            <a:lvl1pPr marL="342900" indent="-342900" algn="l" defTabSz="0" rtl="0" eaLnBrk="0" fontAlgn="base" hangingPunct="0">
              <a:lnSpc>
                <a:spcPct val="120000"/>
              </a:lnSpc>
              <a:spcBef>
                <a:spcPts val="300"/>
              </a:spcBef>
              <a:spcAft>
                <a:spcPct val="0"/>
              </a:spcAft>
              <a:buFont typeface="Arial" charset="0"/>
              <a:buChar char="•"/>
              <a:defRPr sz="2800">
                <a:solidFill>
                  <a:schemeClr val="tx1"/>
                </a:solidFill>
                <a:latin typeface="+mn-lt"/>
                <a:ea typeface="+mn-ea"/>
                <a:cs typeface="+mn-cs"/>
                <a:sym typeface="Arial" charset="0"/>
              </a:defRPr>
            </a:lvl1pPr>
            <a:lvl2pPr marL="742950" indent="-285750" algn="l" defTabSz="0" rtl="0" eaLnBrk="0" fontAlgn="base" hangingPunct="0">
              <a:lnSpc>
                <a:spcPct val="120000"/>
              </a:lnSpc>
              <a:spcBef>
                <a:spcPts val="300"/>
              </a:spcBef>
              <a:spcAft>
                <a:spcPct val="0"/>
              </a:spcAft>
              <a:buFont typeface="Arial" charset="0"/>
              <a:buChar char="–"/>
              <a:defRPr sz="2400" b="1">
                <a:solidFill>
                  <a:schemeClr val="tx1"/>
                </a:solidFill>
                <a:latin typeface="楷体" pitchFamily="49" charset="-122"/>
                <a:ea typeface="楷体" pitchFamily="49" charset="-122"/>
                <a:sym typeface="Arial" charset="0"/>
              </a:defRPr>
            </a:lvl2pPr>
            <a:lvl3pPr marL="1143000" indent="-228600" algn="l" defTabSz="0" rtl="0" eaLnBrk="0" fontAlgn="base" hangingPunct="0">
              <a:lnSpc>
                <a:spcPct val="120000"/>
              </a:lnSpc>
              <a:spcBef>
                <a:spcPts val="300"/>
              </a:spcBef>
              <a:spcAft>
                <a:spcPct val="0"/>
              </a:spcAft>
              <a:buFont typeface="Arial" charset="0"/>
              <a:buChar char="•"/>
              <a:defRPr b="1">
                <a:solidFill>
                  <a:schemeClr val="tx1"/>
                </a:solidFill>
                <a:latin typeface="微软雅黑" pitchFamily="34" charset="-122"/>
                <a:ea typeface="微软雅黑" pitchFamily="34" charset="-122"/>
                <a:sym typeface="Arial" charset="0"/>
              </a:defRPr>
            </a:lvl3pPr>
            <a:lvl4pPr marL="1600200" indent="-228600" algn="l" defTabSz="0" rtl="0" eaLnBrk="0" fontAlgn="base" hangingPunct="0">
              <a:lnSpc>
                <a:spcPct val="120000"/>
              </a:lnSpc>
              <a:spcBef>
                <a:spcPts val="300"/>
              </a:spcBef>
              <a:spcAft>
                <a:spcPct val="0"/>
              </a:spcAft>
              <a:buFont typeface="Arial" charset="0"/>
              <a:buChar char="–"/>
              <a:defRPr sz="2000" b="1">
                <a:solidFill>
                  <a:schemeClr val="tx1"/>
                </a:solidFill>
                <a:latin typeface="Arial" pitchFamily="34" charset="0"/>
                <a:ea typeface="宋体" pitchFamily="2" charset="-122"/>
                <a:sym typeface="Arial" charset="0"/>
              </a:defRPr>
            </a:lvl4pPr>
            <a:lvl5pPr marL="2057400" indent="-228600" algn="l" defTabSz="0" rtl="0" eaLnBrk="0" fontAlgn="base" hangingPunct="0">
              <a:lnSpc>
                <a:spcPct val="120000"/>
              </a:lnSpc>
              <a:spcBef>
                <a:spcPts val="300"/>
              </a:spcBef>
              <a:spcAft>
                <a:spcPct val="0"/>
              </a:spcAft>
              <a:buFont typeface="Arial" charset="0"/>
              <a:buChar char="»"/>
              <a:defRPr sz="2000" b="1">
                <a:solidFill>
                  <a:schemeClr val="tx1"/>
                </a:solidFill>
                <a:latin typeface="Arial" pitchFamily="34" charset="0"/>
                <a:ea typeface="宋体" pitchFamily="2" charset="-122"/>
                <a:sym typeface="Arial" charset="0"/>
              </a:defRPr>
            </a:lvl5pPr>
            <a:lvl6pPr marL="2514600" indent="-228600" algn="l" defTabSz="0" rtl="0" eaLnBrk="0" fontAlgn="base" hangingPunct="0">
              <a:lnSpc>
                <a:spcPct val="120000"/>
              </a:lnSpc>
              <a:spcBef>
                <a:spcPts val="300"/>
              </a:spcBef>
              <a:spcAft>
                <a:spcPct val="0"/>
              </a:spcAft>
              <a:buFont typeface="Arial" pitchFamily="34" charset="0"/>
              <a:buChar char="»"/>
              <a:defRPr sz="2000" b="1">
                <a:solidFill>
                  <a:schemeClr val="tx1"/>
                </a:solidFill>
                <a:latin typeface="Arial" pitchFamily="34" charset="0"/>
                <a:ea typeface="宋体" pitchFamily="2" charset="-122"/>
                <a:sym typeface="Arial" pitchFamily="34" charset="0"/>
              </a:defRPr>
            </a:lvl6pPr>
            <a:lvl7pPr marL="2971800" indent="-228600" algn="l" defTabSz="0" rtl="0" eaLnBrk="0" fontAlgn="base" hangingPunct="0">
              <a:lnSpc>
                <a:spcPct val="120000"/>
              </a:lnSpc>
              <a:spcBef>
                <a:spcPts val="300"/>
              </a:spcBef>
              <a:spcAft>
                <a:spcPct val="0"/>
              </a:spcAft>
              <a:buFont typeface="Arial" pitchFamily="34" charset="0"/>
              <a:buChar char="»"/>
              <a:defRPr sz="2000" b="1">
                <a:solidFill>
                  <a:schemeClr val="tx1"/>
                </a:solidFill>
                <a:latin typeface="Arial" pitchFamily="34" charset="0"/>
                <a:ea typeface="宋体" pitchFamily="2" charset="-122"/>
                <a:sym typeface="Arial" pitchFamily="34" charset="0"/>
              </a:defRPr>
            </a:lvl7pPr>
            <a:lvl8pPr marL="3429000" indent="-228600" algn="l" defTabSz="0" rtl="0" eaLnBrk="0" fontAlgn="base" hangingPunct="0">
              <a:lnSpc>
                <a:spcPct val="120000"/>
              </a:lnSpc>
              <a:spcBef>
                <a:spcPts val="300"/>
              </a:spcBef>
              <a:spcAft>
                <a:spcPct val="0"/>
              </a:spcAft>
              <a:buFont typeface="Arial" pitchFamily="34" charset="0"/>
              <a:buChar char="»"/>
              <a:defRPr sz="2000" b="1">
                <a:solidFill>
                  <a:schemeClr val="tx1"/>
                </a:solidFill>
                <a:latin typeface="Arial" pitchFamily="34" charset="0"/>
                <a:ea typeface="宋体" pitchFamily="2" charset="-122"/>
                <a:sym typeface="Arial" pitchFamily="34" charset="0"/>
              </a:defRPr>
            </a:lvl8pPr>
            <a:lvl9pPr marL="3886200" indent="-228600" algn="l" defTabSz="0" rtl="0" eaLnBrk="0" fontAlgn="base" hangingPunct="0">
              <a:lnSpc>
                <a:spcPct val="120000"/>
              </a:lnSpc>
              <a:spcBef>
                <a:spcPts val="300"/>
              </a:spcBef>
              <a:spcAft>
                <a:spcPct val="0"/>
              </a:spcAft>
              <a:buFont typeface="Arial" pitchFamily="34" charset="0"/>
              <a:buChar char="»"/>
              <a:defRPr sz="2000" b="1">
                <a:solidFill>
                  <a:schemeClr val="tx1"/>
                </a:solidFill>
                <a:latin typeface="Arial" pitchFamily="34" charset="0"/>
                <a:ea typeface="宋体" pitchFamily="2" charset="-122"/>
                <a:sym typeface="Arial" pitchFamily="34" charset="0"/>
              </a:defRPr>
            </a:lvl9pPr>
          </a:lstStyle>
          <a:p>
            <a:pPr marL="0" indent="0" eaLnBrk="1" hangingPunct="1">
              <a:spcBef>
                <a:spcPts val="169"/>
              </a:spcBef>
              <a:buNone/>
            </a:pPr>
            <a:r>
              <a:rPr lang="zh-CN" altLang="en-US" sz="1600" b="1" kern="0" dirty="0">
                <a:solidFill>
                  <a:schemeClr val="bg1"/>
                </a:solidFill>
                <a:latin typeface="Times New Roman" panose="02020603050405020304" pitchFamily="18" charset="0"/>
                <a:ea typeface="黑体"/>
                <a:cs typeface="Times New Roman" panose="02020603050405020304" pitchFamily="18" charset="0"/>
              </a:rPr>
              <a:t>答辩人：陈凌韬</a:t>
            </a:r>
            <a:endParaRPr lang="en-US" altLang="zh-CN" sz="1600" b="1" kern="0" dirty="0">
              <a:solidFill>
                <a:schemeClr val="bg1"/>
              </a:solidFill>
              <a:latin typeface="Times New Roman" panose="02020603050405020304" pitchFamily="18" charset="0"/>
              <a:ea typeface="黑体"/>
              <a:cs typeface="Times New Roman" panose="02020603050405020304" pitchFamily="18" charset="0"/>
            </a:endParaRPr>
          </a:p>
          <a:p>
            <a:pPr marL="0" indent="0" eaLnBrk="1" hangingPunct="1">
              <a:spcBef>
                <a:spcPts val="169"/>
              </a:spcBef>
              <a:buNone/>
            </a:pPr>
            <a:r>
              <a:rPr lang="zh-CN" altLang="en-US" sz="1600" b="1" kern="0" dirty="0">
                <a:solidFill>
                  <a:schemeClr val="bg1"/>
                </a:solidFill>
                <a:latin typeface="Times New Roman" panose="02020603050405020304" pitchFamily="18" charset="0"/>
                <a:ea typeface="黑体"/>
                <a:cs typeface="Times New Roman" panose="02020603050405020304" pitchFamily="18" charset="0"/>
              </a:rPr>
              <a:t>学号：</a:t>
            </a:r>
            <a:r>
              <a:rPr lang="en-US" altLang="zh-CN" sz="1600" b="1" kern="0" dirty="0">
                <a:solidFill>
                  <a:schemeClr val="bg1"/>
                </a:solidFill>
                <a:latin typeface="Times New Roman" panose="02020603050405020304" pitchFamily="18" charset="0"/>
                <a:ea typeface="黑体"/>
                <a:cs typeface="Times New Roman" panose="02020603050405020304" pitchFamily="18" charset="0"/>
              </a:rPr>
              <a:t>2431999</a:t>
            </a:r>
          </a:p>
          <a:p>
            <a:pPr marL="0" indent="0" eaLnBrk="1" hangingPunct="1">
              <a:spcBef>
                <a:spcPts val="169"/>
              </a:spcBef>
              <a:buNone/>
            </a:pPr>
            <a:r>
              <a:rPr lang="zh-CN" altLang="en-US" sz="1600" b="1" kern="0" dirty="0">
                <a:solidFill>
                  <a:schemeClr val="bg1"/>
                </a:solidFill>
                <a:latin typeface="Times New Roman" panose="02020603050405020304" pitchFamily="18" charset="0"/>
                <a:ea typeface="黑体"/>
                <a:cs typeface="Times New Roman" panose="02020603050405020304" pitchFamily="18" charset="0"/>
              </a:rPr>
              <a:t>导师：乔非</a:t>
            </a:r>
          </a:p>
        </p:txBody>
      </p:sp>
      <p:pic>
        <p:nvPicPr>
          <p:cNvPr id="5" name="图片 4">
            <a:extLst>
              <a:ext uri="{FF2B5EF4-FFF2-40B4-BE49-F238E27FC236}">
                <a16:creationId xmlns:a16="http://schemas.microsoft.com/office/drawing/2014/main" id="{8F4F5F5B-3700-4A73-BBA8-79EB4DA68B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86335" y="97113"/>
            <a:ext cx="1157665" cy="1161068"/>
          </a:xfrm>
          <a:prstGeom prst="rect">
            <a:avLst/>
          </a:prstGeom>
        </p:spPr>
      </p:pic>
      <p:sp>
        <p:nvSpPr>
          <p:cNvPr id="6" name="文本框 5"/>
          <p:cNvSpPr txBox="1"/>
          <p:nvPr/>
        </p:nvSpPr>
        <p:spPr>
          <a:xfrm>
            <a:off x="1154798" y="4886262"/>
            <a:ext cx="2128227" cy="246221"/>
          </a:xfrm>
          <a:prstGeom prst="rect">
            <a:avLst/>
          </a:prstGeom>
          <a:noFill/>
        </p:spPr>
        <p:txBody>
          <a:bodyPr wrap="square" rtlCol="0">
            <a:spAutoFit/>
          </a:bodyPr>
          <a:lstStyle/>
          <a:p>
            <a:r>
              <a:rPr lang="zh-CN" altLang="en-US" sz="1000" dirty="0">
                <a:solidFill>
                  <a:schemeClr val="bg1"/>
                </a:solidFill>
                <a:latin typeface="华文行楷" panose="02010800040101010101" pitchFamily="2" charset="-122"/>
                <a:ea typeface="华文行楷" panose="02010800040101010101" pitchFamily="2" charset="-122"/>
              </a:rPr>
              <a:t>同济大学   电子与信息工程学院</a:t>
            </a:r>
          </a:p>
        </p:txBody>
      </p:sp>
    </p:spTree>
    <p:extLst>
      <p:ext uri="{BB962C8B-B14F-4D97-AF65-F5344CB8AC3E}">
        <p14:creationId xmlns:p14="http://schemas.microsoft.com/office/powerpoint/2010/main" val="38895477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433"/>
    </mc:Choice>
    <mc:Fallback xmlns="">
      <p:transition spd="slow" advTm="14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ABB0F23A-1655-2B8C-14CB-85FFEC65B279}"/>
              </a:ext>
            </a:extLst>
          </p:cNvPr>
          <p:cNvGrpSpPr/>
          <p:nvPr/>
        </p:nvGrpSpPr>
        <p:grpSpPr>
          <a:xfrm>
            <a:off x="-2" y="0"/>
            <a:ext cx="3200402" cy="5143500"/>
            <a:chOff x="0" y="0"/>
            <a:chExt cx="4594690" cy="7432121"/>
          </a:xfrm>
        </p:grpSpPr>
        <p:grpSp>
          <p:nvGrpSpPr>
            <p:cNvPr id="17" name="组合 16">
              <a:extLst>
                <a:ext uri="{FF2B5EF4-FFF2-40B4-BE49-F238E27FC236}">
                  <a16:creationId xmlns:a16="http://schemas.microsoft.com/office/drawing/2014/main" id="{FF39B19D-F565-7A00-B313-BD5BDC1382E9}"/>
                </a:ext>
              </a:extLst>
            </p:cNvPr>
            <p:cNvGrpSpPr/>
            <p:nvPr/>
          </p:nvGrpSpPr>
          <p:grpSpPr>
            <a:xfrm>
              <a:off x="0" y="0"/>
              <a:ext cx="4594690" cy="7432121"/>
              <a:chOff x="0" y="0"/>
              <a:chExt cx="4594690" cy="7432121"/>
            </a:xfrm>
          </p:grpSpPr>
          <p:sp>
            <p:nvSpPr>
              <p:cNvPr id="27" name="等腰三角形 77">
                <a:extLst>
                  <a:ext uri="{FF2B5EF4-FFF2-40B4-BE49-F238E27FC236}">
                    <a16:creationId xmlns:a16="http://schemas.microsoft.com/office/drawing/2014/main" id="{C092374F-C0A8-F1C7-D1E1-4B0E6D468662}"/>
                  </a:ext>
                </a:extLst>
              </p:cNvPr>
              <p:cNvSpPr/>
              <p:nvPr/>
            </p:nvSpPr>
            <p:spPr>
              <a:xfrm rot="5400000">
                <a:off x="3835529" y="2888903"/>
                <a:ext cx="815395" cy="702927"/>
              </a:xfrm>
              <a:prstGeom prst="triangle">
                <a:avLst/>
              </a:prstGeom>
              <a:solidFill>
                <a:schemeClr val="accent5">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28" name="矩形 27">
                <a:extLst>
                  <a:ext uri="{FF2B5EF4-FFF2-40B4-BE49-F238E27FC236}">
                    <a16:creationId xmlns:a16="http://schemas.microsoft.com/office/drawing/2014/main" id="{00DD7436-7CBB-0506-66F9-4EC9DFCD4EFB}"/>
                  </a:ext>
                </a:extLst>
              </p:cNvPr>
              <p:cNvSpPr/>
              <p:nvPr/>
            </p:nvSpPr>
            <p:spPr>
              <a:xfrm>
                <a:off x="0" y="0"/>
                <a:ext cx="4027471" cy="7432121"/>
              </a:xfrm>
              <a:prstGeom prst="rect">
                <a:avLst/>
              </a:prstGeom>
              <a:solidFill>
                <a:schemeClr val="accent5">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sp>
          <p:nvSpPr>
            <p:cNvPr id="18" name="椭圆 17">
              <a:extLst>
                <a:ext uri="{FF2B5EF4-FFF2-40B4-BE49-F238E27FC236}">
                  <a16:creationId xmlns:a16="http://schemas.microsoft.com/office/drawing/2014/main" id="{B8603368-34FF-9871-7995-17C5EF9B52E6}"/>
                </a:ext>
              </a:extLst>
            </p:cNvPr>
            <p:cNvSpPr/>
            <p:nvPr/>
          </p:nvSpPr>
          <p:spPr>
            <a:xfrm>
              <a:off x="1058238" y="1181528"/>
              <a:ext cx="2126751" cy="2126751"/>
            </a:xfrm>
            <a:prstGeom prst="ellipse">
              <a:avLst/>
            </a:prstGeom>
            <a:noFill/>
            <a:ln w="1111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19" name="文本框 18">
              <a:extLst>
                <a:ext uri="{FF2B5EF4-FFF2-40B4-BE49-F238E27FC236}">
                  <a16:creationId xmlns:a16="http://schemas.microsoft.com/office/drawing/2014/main" id="{715020C1-4551-D519-373B-6CE5BBEAFF59}"/>
                </a:ext>
              </a:extLst>
            </p:cNvPr>
            <p:cNvSpPr txBox="1"/>
            <p:nvPr/>
          </p:nvSpPr>
          <p:spPr>
            <a:xfrm>
              <a:off x="1577816" y="4194987"/>
              <a:ext cx="1135218" cy="533668"/>
            </a:xfrm>
            <a:prstGeom prst="rect">
              <a:avLst/>
            </a:prstGeom>
            <a:noFill/>
          </p:spPr>
          <p:txBody>
            <a:bodyPr wrap="none" rtlCol="0">
              <a:spAutoFit/>
            </a:bodyPr>
            <a:lstStyle/>
            <a:p>
              <a:r>
                <a:rPr lang="zh-CN" altLang="en-US" sz="1800" b="1" spc="563">
                  <a:solidFill>
                    <a:schemeClr val="bg1"/>
                  </a:solidFill>
                  <a:latin typeface="微软雅黑" panose="020B0503020204020204" pitchFamily="34" charset="-122"/>
                  <a:ea typeface="微软雅黑" panose="020B0503020204020204" pitchFamily="34" charset="-122"/>
                </a:rPr>
                <a:t>目录</a:t>
              </a:r>
            </a:p>
          </p:txBody>
        </p:sp>
        <p:sp>
          <p:nvSpPr>
            <p:cNvPr id="20" name="文本框 19">
              <a:extLst>
                <a:ext uri="{FF2B5EF4-FFF2-40B4-BE49-F238E27FC236}">
                  <a16:creationId xmlns:a16="http://schemas.microsoft.com/office/drawing/2014/main" id="{F1C2BD61-A513-3CE6-9D78-B43DCFA95417}"/>
                </a:ext>
              </a:extLst>
            </p:cNvPr>
            <p:cNvSpPr txBox="1"/>
            <p:nvPr/>
          </p:nvSpPr>
          <p:spPr>
            <a:xfrm>
              <a:off x="1239052" y="4682950"/>
              <a:ext cx="1866869" cy="533668"/>
            </a:xfrm>
            <a:prstGeom prst="rect">
              <a:avLst/>
            </a:prstGeom>
            <a:noFill/>
          </p:spPr>
          <p:txBody>
            <a:bodyPr wrap="none" rtlCol="0">
              <a:spAutoFit/>
            </a:bodyPr>
            <a:lstStyle/>
            <a:p>
              <a:r>
                <a:rPr lang="en-US" altLang="zh-CN" sz="1800" dirty="0">
                  <a:solidFill>
                    <a:schemeClr val="bg1"/>
                  </a:solidFill>
                  <a:latin typeface="Arial Black" panose="020B0A04020102020204" pitchFamily="34" charset="0"/>
                  <a:ea typeface="Kozuka Gothic Pro B" panose="020B0800000000000000" pitchFamily="34" charset="-128"/>
                </a:rPr>
                <a:t>contents</a:t>
              </a:r>
              <a:endParaRPr lang="zh-CN" altLang="en-US" sz="1800">
                <a:solidFill>
                  <a:schemeClr val="bg1"/>
                </a:solidFill>
                <a:latin typeface="Arial Black" panose="020B0A04020102020204" pitchFamily="34" charset="0"/>
                <a:ea typeface="Kozuka Gothic Pro B" panose="020B0800000000000000" pitchFamily="34" charset="-128"/>
              </a:endParaRPr>
            </a:p>
          </p:txBody>
        </p:sp>
        <p:grpSp>
          <p:nvGrpSpPr>
            <p:cNvPr id="21" name="组合 20">
              <a:extLst>
                <a:ext uri="{FF2B5EF4-FFF2-40B4-BE49-F238E27FC236}">
                  <a16:creationId xmlns:a16="http://schemas.microsoft.com/office/drawing/2014/main" id="{2F39A022-A01D-89D2-C44B-BB929C52D371}"/>
                </a:ext>
              </a:extLst>
            </p:cNvPr>
            <p:cNvGrpSpPr/>
            <p:nvPr/>
          </p:nvGrpSpPr>
          <p:grpSpPr>
            <a:xfrm flipH="1">
              <a:off x="722518" y="4925660"/>
              <a:ext cx="637650" cy="48248"/>
              <a:chOff x="2782883" y="4944533"/>
              <a:chExt cx="637650" cy="48248"/>
            </a:xfrm>
          </p:grpSpPr>
          <p:cxnSp>
            <p:nvCxnSpPr>
              <p:cNvPr id="25" name="直接连接符 75">
                <a:extLst>
                  <a:ext uri="{FF2B5EF4-FFF2-40B4-BE49-F238E27FC236}">
                    <a16:creationId xmlns:a16="http://schemas.microsoft.com/office/drawing/2014/main" id="{C1DAC47D-EDB4-008A-8197-0C5499A6AEB7}"/>
                  </a:ext>
                </a:extLst>
              </p:cNvPr>
              <p:cNvCxnSpPr/>
              <p:nvPr/>
            </p:nvCxnSpPr>
            <p:spPr>
              <a:xfrm>
                <a:off x="2806655" y="4968658"/>
                <a:ext cx="61387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0DB9B419-BB1B-137E-F499-7B2FEDA31AB9}"/>
                  </a:ext>
                </a:extLst>
              </p:cNvPr>
              <p:cNvSpPr/>
              <p:nvPr/>
            </p:nvSpPr>
            <p:spPr>
              <a:xfrm flipH="1">
                <a:off x="2782883" y="4944533"/>
                <a:ext cx="53139" cy="482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grpSp>
          <p:nvGrpSpPr>
            <p:cNvPr id="22" name="组合 21">
              <a:extLst>
                <a:ext uri="{FF2B5EF4-FFF2-40B4-BE49-F238E27FC236}">
                  <a16:creationId xmlns:a16="http://schemas.microsoft.com/office/drawing/2014/main" id="{F864FC8F-E58C-18F1-EB22-CAE86075B8A8}"/>
                </a:ext>
              </a:extLst>
            </p:cNvPr>
            <p:cNvGrpSpPr/>
            <p:nvPr/>
          </p:nvGrpSpPr>
          <p:grpSpPr>
            <a:xfrm>
              <a:off x="2962426" y="4925660"/>
              <a:ext cx="640448" cy="48249"/>
              <a:chOff x="3028447" y="4944533"/>
              <a:chExt cx="640448" cy="48249"/>
            </a:xfrm>
          </p:grpSpPr>
          <p:cxnSp>
            <p:nvCxnSpPr>
              <p:cNvPr id="23" name="直接连接符 73">
                <a:extLst>
                  <a:ext uri="{FF2B5EF4-FFF2-40B4-BE49-F238E27FC236}">
                    <a16:creationId xmlns:a16="http://schemas.microsoft.com/office/drawing/2014/main" id="{7569DC47-3AF0-C920-3FB8-ED8A6F2A0190}"/>
                  </a:ext>
                </a:extLst>
              </p:cNvPr>
              <p:cNvCxnSpPr/>
              <p:nvPr/>
            </p:nvCxnSpPr>
            <p:spPr>
              <a:xfrm>
                <a:off x="3055017" y="4968656"/>
                <a:ext cx="61387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074C0A14-117B-B48F-3995-E220220BC2A9}"/>
                  </a:ext>
                </a:extLst>
              </p:cNvPr>
              <p:cNvSpPr/>
              <p:nvPr/>
            </p:nvSpPr>
            <p:spPr>
              <a:xfrm flipH="1">
                <a:off x="3028447" y="4944533"/>
                <a:ext cx="53140" cy="482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grpSp>
      <p:pic>
        <p:nvPicPr>
          <p:cNvPr id="29" name="图片 28">
            <a:extLst>
              <a:ext uri="{FF2B5EF4-FFF2-40B4-BE49-F238E27FC236}">
                <a16:creationId xmlns:a16="http://schemas.microsoft.com/office/drawing/2014/main" id="{A1933CEE-2543-9E51-B36D-6D5BEF9A8B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4981" y="1162546"/>
            <a:ext cx="809198" cy="809198"/>
          </a:xfrm>
          <a:prstGeom prst="rect">
            <a:avLst/>
          </a:prstGeom>
        </p:spPr>
      </p:pic>
      <p:grpSp>
        <p:nvGrpSpPr>
          <p:cNvPr id="8" name="组合 7">
            <a:extLst>
              <a:ext uri="{FF2B5EF4-FFF2-40B4-BE49-F238E27FC236}">
                <a16:creationId xmlns:a16="http://schemas.microsoft.com/office/drawing/2014/main" id="{166846F3-4FBE-22FB-AAB6-309F6F8C8847}"/>
              </a:ext>
            </a:extLst>
          </p:cNvPr>
          <p:cNvGrpSpPr/>
          <p:nvPr/>
        </p:nvGrpSpPr>
        <p:grpSpPr>
          <a:xfrm>
            <a:off x="4571998" y="695350"/>
            <a:ext cx="2325514" cy="3658684"/>
            <a:chOff x="4600514" y="730902"/>
            <a:chExt cx="2325514" cy="3658684"/>
          </a:xfrm>
        </p:grpSpPr>
        <p:grpSp>
          <p:nvGrpSpPr>
            <p:cNvPr id="30" name="组合 29">
              <a:extLst>
                <a:ext uri="{FF2B5EF4-FFF2-40B4-BE49-F238E27FC236}">
                  <a16:creationId xmlns:a16="http://schemas.microsoft.com/office/drawing/2014/main" id="{B91F93AB-F6C2-AB23-A7FB-901FB1E09F50}"/>
                </a:ext>
              </a:extLst>
            </p:cNvPr>
            <p:cNvGrpSpPr/>
            <p:nvPr/>
          </p:nvGrpSpPr>
          <p:grpSpPr>
            <a:xfrm>
              <a:off x="4600528" y="730902"/>
              <a:ext cx="2307910" cy="540664"/>
              <a:chOff x="7343421" y="1218073"/>
              <a:chExt cx="2492611" cy="613458"/>
            </a:xfrm>
          </p:grpSpPr>
          <p:sp>
            <p:nvSpPr>
              <p:cNvPr id="31" name="椭圆 30">
                <a:extLst>
                  <a:ext uri="{FF2B5EF4-FFF2-40B4-BE49-F238E27FC236}">
                    <a16:creationId xmlns:a16="http://schemas.microsoft.com/office/drawing/2014/main" id="{D6D5F7E0-0EBB-1931-B877-09DD89D3F562}"/>
                  </a:ext>
                </a:extLst>
              </p:cNvPr>
              <p:cNvSpPr/>
              <p:nvPr/>
            </p:nvSpPr>
            <p:spPr>
              <a:xfrm>
                <a:off x="7343421" y="1218073"/>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01</a:t>
                </a:r>
                <a:endParaRPr lang="zh-CN" altLang="en-US" sz="140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474D8F94-54FC-6AA8-26A2-017303828B05}"/>
                  </a:ext>
                </a:extLst>
              </p:cNvPr>
              <p:cNvSpPr txBox="1"/>
              <p:nvPr/>
            </p:nvSpPr>
            <p:spPr>
              <a:xfrm>
                <a:off x="8528561" y="1298124"/>
                <a:ext cx="1307471" cy="453980"/>
              </a:xfrm>
              <a:prstGeom prst="rect">
                <a:avLst/>
              </a:prstGeom>
              <a:noFill/>
            </p:spPr>
            <p:txBody>
              <a:bodyPr wrap="none" rtlCol="0">
                <a:spAutoFit/>
              </a:bodyPr>
              <a:lstStyle/>
              <a:p>
                <a:r>
                  <a:rPr lang="zh-CN" altLang="en-US" sz="2000" b="1" dirty="0">
                    <a:solidFill>
                      <a:schemeClr val="accent1">
                        <a:lumMod val="50000"/>
                      </a:schemeClr>
                    </a:solidFill>
                    <a:latin typeface="微软雅黑" panose="020B0503020204020204" pitchFamily="34" charset="-122"/>
                    <a:ea typeface="微软雅黑" panose="020B0503020204020204" pitchFamily="34" charset="-122"/>
                  </a:rPr>
                  <a:t>研究背景</a:t>
                </a:r>
              </a:p>
            </p:txBody>
          </p:sp>
        </p:grpSp>
        <p:grpSp>
          <p:nvGrpSpPr>
            <p:cNvPr id="33" name="组合 32">
              <a:extLst>
                <a:ext uri="{FF2B5EF4-FFF2-40B4-BE49-F238E27FC236}">
                  <a16:creationId xmlns:a16="http://schemas.microsoft.com/office/drawing/2014/main" id="{44E4F485-3C3F-8AE6-967F-6828ACCCDE1C}"/>
                </a:ext>
              </a:extLst>
            </p:cNvPr>
            <p:cNvGrpSpPr/>
            <p:nvPr/>
          </p:nvGrpSpPr>
          <p:grpSpPr>
            <a:xfrm>
              <a:off x="4600532" y="1510408"/>
              <a:ext cx="2325496" cy="540663"/>
              <a:chOff x="7343420" y="2320799"/>
              <a:chExt cx="2511597" cy="613458"/>
            </a:xfrm>
          </p:grpSpPr>
          <p:sp>
            <p:nvSpPr>
              <p:cNvPr id="34" name="文本框 33">
                <a:extLst>
                  <a:ext uri="{FF2B5EF4-FFF2-40B4-BE49-F238E27FC236}">
                    <a16:creationId xmlns:a16="http://schemas.microsoft.com/office/drawing/2014/main" id="{3241E80C-9F59-D430-B07D-18A4D97C7D04}"/>
                  </a:ext>
                </a:extLst>
              </p:cNvPr>
              <p:cNvSpPr txBox="1"/>
              <p:nvPr/>
            </p:nvSpPr>
            <p:spPr>
              <a:xfrm>
                <a:off x="8547550" y="2407954"/>
                <a:ext cx="1307467"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文献综述</a:t>
                </a:r>
              </a:p>
            </p:txBody>
          </p:sp>
          <p:sp>
            <p:nvSpPr>
              <p:cNvPr id="35" name="椭圆 34">
                <a:extLst>
                  <a:ext uri="{FF2B5EF4-FFF2-40B4-BE49-F238E27FC236}">
                    <a16:creationId xmlns:a16="http://schemas.microsoft.com/office/drawing/2014/main" id="{80C6D2B9-6154-CDB2-7BCA-0E8C637F6CBC}"/>
                  </a:ext>
                </a:extLst>
              </p:cNvPr>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02</a:t>
                </a:r>
                <a:endParaRPr lang="zh-CN" altLang="en-US" sz="1400">
                  <a:latin typeface="微软雅黑" panose="020B0503020204020204" pitchFamily="34" charset="-122"/>
                  <a:ea typeface="微软雅黑" panose="020B0503020204020204" pitchFamily="34" charset="-122"/>
                </a:endParaRPr>
              </a:p>
            </p:txBody>
          </p:sp>
        </p:grpSp>
        <p:grpSp>
          <p:nvGrpSpPr>
            <p:cNvPr id="39" name="组合 38">
              <a:extLst>
                <a:ext uri="{FF2B5EF4-FFF2-40B4-BE49-F238E27FC236}">
                  <a16:creationId xmlns:a16="http://schemas.microsoft.com/office/drawing/2014/main" id="{16766D43-BC02-1AE7-C3D8-DE878C6C1E21}"/>
                </a:ext>
              </a:extLst>
            </p:cNvPr>
            <p:cNvGrpSpPr/>
            <p:nvPr/>
          </p:nvGrpSpPr>
          <p:grpSpPr>
            <a:xfrm>
              <a:off x="4600540" y="2289913"/>
              <a:ext cx="2325485" cy="540663"/>
              <a:chOff x="7343421" y="4735237"/>
              <a:chExt cx="2511587" cy="613458"/>
            </a:xfrm>
          </p:grpSpPr>
          <p:sp>
            <p:nvSpPr>
              <p:cNvPr id="40" name="文本框 39">
                <a:extLst>
                  <a:ext uri="{FF2B5EF4-FFF2-40B4-BE49-F238E27FC236}">
                    <a16:creationId xmlns:a16="http://schemas.microsoft.com/office/drawing/2014/main" id="{7AE20D46-D9B3-7598-F73D-7C5F1051B914}"/>
                  </a:ext>
                </a:extLst>
              </p:cNvPr>
              <p:cNvSpPr txBox="1"/>
              <p:nvPr/>
            </p:nvSpPr>
            <p:spPr>
              <a:xfrm>
                <a:off x="8547540" y="4812008"/>
                <a:ext cx="1307468"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研究内容</a:t>
                </a:r>
              </a:p>
            </p:txBody>
          </p:sp>
          <p:sp>
            <p:nvSpPr>
              <p:cNvPr id="41" name="椭圆 40">
                <a:extLst>
                  <a:ext uri="{FF2B5EF4-FFF2-40B4-BE49-F238E27FC236}">
                    <a16:creationId xmlns:a16="http://schemas.microsoft.com/office/drawing/2014/main" id="{9932E549-7215-646F-F365-1BE4676B5F75}"/>
                  </a:ext>
                </a:extLst>
              </p:cNvPr>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03</a:t>
                </a:r>
                <a:endParaRPr lang="zh-CN" altLang="en-US" sz="1400" dirty="0">
                  <a:latin typeface="微软雅黑" panose="020B0503020204020204" pitchFamily="34" charset="-122"/>
                  <a:ea typeface="微软雅黑" panose="020B0503020204020204" pitchFamily="34" charset="-122"/>
                </a:endParaRPr>
              </a:p>
            </p:txBody>
          </p:sp>
        </p:grpSp>
        <p:grpSp>
          <p:nvGrpSpPr>
            <p:cNvPr id="2" name="组合 1">
              <a:extLst>
                <a:ext uri="{FF2B5EF4-FFF2-40B4-BE49-F238E27FC236}">
                  <a16:creationId xmlns:a16="http://schemas.microsoft.com/office/drawing/2014/main" id="{14EFCB8C-F040-61B8-ADF8-E117B6A19BE5}"/>
                </a:ext>
              </a:extLst>
            </p:cNvPr>
            <p:cNvGrpSpPr/>
            <p:nvPr/>
          </p:nvGrpSpPr>
          <p:grpSpPr>
            <a:xfrm>
              <a:off x="4600514" y="3069418"/>
              <a:ext cx="2325493" cy="540663"/>
              <a:chOff x="7343420" y="2320799"/>
              <a:chExt cx="2511595" cy="613458"/>
            </a:xfrm>
          </p:grpSpPr>
          <p:sp>
            <p:nvSpPr>
              <p:cNvPr id="3" name="文本框 2">
                <a:extLst>
                  <a:ext uri="{FF2B5EF4-FFF2-40B4-BE49-F238E27FC236}">
                    <a16:creationId xmlns:a16="http://schemas.microsoft.com/office/drawing/2014/main" id="{9A7211A5-CE15-C340-0523-3D7C2DA99959}"/>
                  </a:ext>
                </a:extLst>
              </p:cNvPr>
              <p:cNvSpPr txBox="1"/>
              <p:nvPr/>
            </p:nvSpPr>
            <p:spPr>
              <a:xfrm>
                <a:off x="8547548" y="2407954"/>
                <a:ext cx="1307467"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技术路线</a:t>
                </a:r>
              </a:p>
            </p:txBody>
          </p:sp>
          <p:sp>
            <p:nvSpPr>
              <p:cNvPr id="4" name="椭圆 3">
                <a:extLst>
                  <a:ext uri="{FF2B5EF4-FFF2-40B4-BE49-F238E27FC236}">
                    <a16:creationId xmlns:a16="http://schemas.microsoft.com/office/drawing/2014/main" id="{ADE50E50-DBBF-D377-58A8-212BA56A4947}"/>
                  </a:ext>
                </a:extLst>
              </p:cNvPr>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04</a:t>
                </a:r>
                <a:endParaRPr lang="zh-CN" altLang="en-US" sz="1400" dirty="0">
                  <a:latin typeface="微软雅黑" panose="020B0503020204020204" pitchFamily="34" charset="-122"/>
                  <a:ea typeface="微软雅黑" panose="020B0503020204020204" pitchFamily="34" charset="-122"/>
                </a:endParaRPr>
              </a:p>
            </p:txBody>
          </p:sp>
        </p:grpSp>
        <p:grpSp>
          <p:nvGrpSpPr>
            <p:cNvPr id="5" name="组合 4">
              <a:extLst>
                <a:ext uri="{FF2B5EF4-FFF2-40B4-BE49-F238E27FC236}">
                  <a16:creationId xmlns:a16="http://schemas.microsoft.com/office/drawing/2014/main" id="{D1251E0C-B413-6E48-FBF7-C500A185F700}"/>
                </a:ext>
              </a:extLst>
            </p:cNvPr>
            <p:cNvGrpSpPr/>
            <p:nvPr/>
          </p:nvGrpSpPr>
          <p:grpSpPr>
            <a:xfrm>
              <a:off x="4600527" y="3848923"/>
              <a:ext cx="2325485" cy="540663"/>
              <a:chOff x="7343421" y="4735237"/>
              <a:chExt cx="2511587" cy="613458"/>
            </a:xfrm>
          </p:grpSpPr>
          <p:sp>
            <p:nvSpPr>
              <p:cNvPr id="6" name="文本框 5">
                <a:extLst>
                  <a:ext uri="{FF2B5EF4-FFF2-40B4-BE49-F238E27FC236}">
                    <a16:creationId xmlns:a16="http://schemas.microsoft.com/office/drawing/2014/main" id="{466FCC2F-2FD7-1621-55F5-70AA438B1856}"/>
                  </a:ext>
                </a:extLst>
              </p:cNvPr>
              <p:cNvSpPr txBox="1"/>
              <p:nvPr/>
            </p:nvSpPr>
            <p:spPr>
              <a:xfrm>
                <a:off x="8547540" y="4812008"/>
                <a:ext cx="1307468"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工作计划</a:t>
                </a:r>
              </a:p>
            </p:txBody>
          </p:sp>
          <p:sp>
            <p:nvSpPr>
              <p:cNvPr id="7" name="椭圆 6">
                <a:extLst>
                  <a:ext uri="{FF2B5EF4-FFF2-40B4-BE49-F238E27FC236}">
                    <a16:creationId xmlns:a16="http://schemas.microsoft.com/office/drawing/2014/main" id="{ACEB9EA2-628A-D69D-1457-5AFFEE8B55E1}"/>
                  </a:ext>
                </a:extLst>
              </p:cNvPr>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05</a:t>
                </a:r>
                <a:endParaRPr lang="zh-CN" altLang="en-US" sz="1400" dirty="0">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4240427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AE980-0E88-461A-FE40-60E2369ECA0A}"/>
            </a:ext>
          </a:extLst>
        </p:cNvPr>
        <p:cNvGrpSpPr/>
        <p:nvPr/>
      </p:nvGrpSpPr>
      <p:grpSpPr>
        <a:xfrm>
          <a:off x="0" y="0"/>
          <a:ext cx="0" cy="0"/>
          <a:chOff x="0" y="0"/>
          <a:chExt cx="0" cy="0"/>
        </a:xfrm>
      </p:grpSpPr>
      <p:sp>
        <p:nvSpPr>
          <p:cNvPr id="67" name="任意多边形: 形状 11">
            <a:extLst>
              <a:ext uri="{FF2B5EF4-FFF2-40B4-BE49-F238E27FC236}">
                <a16:creationId xmlns:a16="http://schemas.microsoft.com/office/drawing/2014/main" id="{9100B7B6-B3C5-D942-2E88-FA4CBAAC0A2D}"/>
              </a:ext>
            </a:extLst>
          </p:cNvPr>
          <p:cNvSpPr/>
          <p:nvPr/>
        </p:nvSpPr>
        <p:spPr>
          <a:xfrm flipV="1">
            <a:off x="5661254" y="1884596"/>
            <a:ext cx="2248432" cy="847550"/>
          </a:xfrm>
          <a:custGeom>
            <a:avLst/>
            <a:gdLst>
              <a:gd name="connsiteX0" fmla="*/ 1829836 w 3659671"/>
              <a:gd name="connsiteY0" fmla="*/ 0 h 5221922"/>
              <a:gd name="connsiteX1" fmla="*/ 2744236 w 3659671"/>
              <a:gd name="connsiteY1" fmla="*/ 1025479 h 5221922"/>
              <a:gd name="connsiteX2" fmla="*/ 2186407 w 3659671"/>
              <a:gd name="connsiteY2" fmla="*/ 1025479 h 5221922"/>
              <a:gd name="connsiteX3" fmla="*/ 2185603 w 3659671"/>
              <a:gd name="connsiteY3" fmla="*/ 1093353 h 5221922"/>
              <a:gd name="connsiteX4" fmla="*/ 2727829 w 3659671"/>
              <a:gd name="connsiteY4" fmla="*/ 3563174 h 5221922"/>
              <a:gd name="connsiteX5" fmla="*/ 3563896 w 3659671"/>
              <a:gd name="connsiteY5" fmla="*/ 5096147 h 5221922"/>
              <a:gd name="connsiteX6" fmla="*/ 3659671 w 3659671"/>
              <a:gd name="connsiteY6" fmla="*/ 5221922 h 5221922"/>
              <a:gd name="connsiteX7" fmla="*/ 0 w 3659671"/>
              <a:gd name="connsiteY7" fmla="*/ 5221922 h 5221922"/>
              <a:gd name="connsiteX8" fmla="*/ 95777 w 3659671"/>
              <a:gd name="connsiteY8" fmla="*/ 5096145 h 5221922"/>
              <a:gd name="connsiteX9" fmla="*/ 931844 w 3659671"/>
              <a:gd name="connsiteY9" fmla="*/ 3563172 h 5221922"/>
              <a:gd name="connsiteX10" fmla="*/ 1474070 w 3659671"/>
              <a:gd name="connsiteY10" fmla="*/ 1093351 h 5221922"/>
              <a:gd name="connsiteX11" fmla="*/ 1473265 w 3659671"/>
              <a:gd name="connsiteY11" fmla="*/ 1025479 h 5221922"/>
              <a:gd name="connsiteX12" fmla="*/ 915436 w 3659671"/>
              <a:gd name="connsiteY12" fmla="*/ 1025479 h 522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9671" h="5221922">
                <a:moveTo>
                  <a:pt x="1829836" y="0"/>
                </a:moveTo>
                <a:lnTo>
                  <a:pt x="2744236" y="1025479"/>
                </a:lnTo>
                <a:lnTo>
                  <a:pt x="2186407" y="1025479"/>
                </a:lnTo>
                <a:lnTo>
                  <a:pt x="2185603" y="1093353"/>
                </a:lnTo>
                <a:cubicBezTo>
                  <a:pt x="2203211" y="1854161"/>
                  <a:pt x="2380074" y="2708036"/>
                  <a:pt x="2727829" y="3563174"/>
                </a:cubicBezTo>
                <a:cubicBezTo>
                  <a:pt x="2959665" y="4133266"/>
                  <a:pt x="3245505" y="4649949"/>
                  <a:pt x="3563896" y="5096147"/>
                </a:cubicBezTo>
                <a:lnTo>
                  <a:pt x="3659671" y="5221922"/>
                </a:lnTo>
                <a:lnTo>
                  <a:pt x="0" y="5221922"/>
                </a:lnTo>
                <a:lnTo>
                  <a:pt x="95777" y="5096145"/>
                </a:lnTo>
                <a:cubicBezTo>
                  <a:pt x="414167" y="4649947"/>
                  <a:pt x="700007" y="4133264"/>
                  <a:pt x="931844" y="3563172"/>
                </a:cubicBezTo>
                <a:cubicBezTo>
                  <a:pt x="1279598" y="2708034"/>
                  <a:pt x="1456462" y="1854159"/>
                  <a:pt x="1474070" y="1093351"/>
                </a:cubicBezTo>
                <a:lnTo>
                  <a:pt x="1473265" y="1025479"/>
                </a:lnTo>
                <a:lnTo>
                  <a:pt x="915436" y="1025479"/>
                </a:lnTo>
                <a:close/>
              </a:path>
            </a:pathLst>
          </a:custGeom>
          <a:gradFill>
            <a:gsLst>
              <a:gs pos="2000">
                <a:srgbClr val="000F82"/>
              </a:gs>
              <a:gs pos="35000">
                <a:schemeClr val="accent1">
                  <a:lumMod val="20000"/>
                  <a:lumOff val="80000"/>
                </a:schemeClr>
              </a:gs>
              <a:gs pos="53000">
                <a:schemeClr val="bg1"/>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77">
              <a:defRPr/>
            </a:pPr>
            <a:endParaRPr lang="zh-CN" altLang="en-US" sz="1350" dirty="0">
              <a:solidFill>
                <a:prstClr val="white"/>
              </a:solidFill>
              <a:latin typeface="Times New Roman" panose="02020603050405020304" pitchFamily="18" charset="0"/>
              <a:ea typeface="微软雅黑 Light" panose="020B0502040204020203"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C55CB658-8A0B-7D89-6486-B351A2C188D8}"/>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研究背景</a:t>
            </a:r>
          </a:p>
        </p:txBody>
      </p:sp>
      <p:sp>
        <p:nvSpPr>
          <p:cNvPr id="43" name="文本框 42">
            <a:extLst>
              <a:ext uri="{FF2B5EF4-FFF2-40B4-BE49-F238E27FC236}">
                <a16:creationId xmlns:a16="http://schemas.microsoft.com/office/drawing/2014/main" id="{E6639682-A941-34F9-0688-AD5B8D2FA551}"/>
              </a:ext>
            </a:extLst>
          </p:cNvPr>
          <p:cNvSpPr txBox="1"/>
          <p:nvPr/>
        </p:nvSpPr>
        <p:spPr>
          <a:xfrm>
            <a:off x="120025" y="584650"/>
            <a:ext cx="1499128"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飞机制造业</a:t>
            </a:r>
          </a:p>
        </p:txBody>
      </p:sp>
      <p:pic>
        <p:nvPicPr>
          <p:cNvPr id="6" name="图片 5" descr="图片包含 室内, 飞机, 桌子, 镜子">
            <a:extLst>
              <a:ext uri="{FF2B5EF4-FFF2-40B4-BE49-F238E27FC236}">
                <a16:creationId xmlns:a16="http://schemas.microsoft.com/office/drawing/2014/main" id="{0C6CFF4F-6D92-4318-2B20-B556DBF250AA}"/>
              </a:ext>
            </a:extLst>
          </p:cNvPr>
          <p:cNvPicPr>
            <a:picLocks noChangeAspect="1"/>
          </p:cNvPicPr>
          <p:nvPr/>
        </p:nvPicPr>
        <p:blipFill>
          <a:blip r:embed="rId3"/>
          <a:stretch>
            <a:fillRect/>
          </a:stretch>
        </p:blipFill>
        <p:spPr>
          <a:xfrm>
            <a:off x="644243" y="1570592"/>
            <a:ext cx="3443874" cy="1801486"/>
          </a:xfrm>
          <a:prstGeom prst="rect">
            <a:avLst/>
          </a:prstGeom>
          <a:effectLst>
            <a:outerShdw blurRad="50800" dist="38100" dir="2700000" algn="tl" rotWithShape="0">
              <a:prstClr val="black">
                <a:alpha val="40000"/>
              </a:prstClr>
            </a:outerShdw>
          </a:effectLst>
        </p:spPr>
      </p:pic>
      <p:sp>
        <p:nvSpPr>
          <p:cNvPr id="7" name="矩形 6">
            <a:extLst>
              <a:ext uri="{FF2B5EF4-FFF2-40B4-BE49-F238E27FC236}">
                <a16:creationId xmlns:a16="http://schemas.microsoft.com/office/drawing/2014/main" id="{160B3F1B-BD60-A755-78C0-B0FC0DF052B8}"/>
              </a:ext>
            </a:extLst>
          </p:cNvPr>
          <p:cNvSpPr/>
          <p:nvPr/>
        </p:nvSpPr>
        <p:spPr>
          <a:xfrm>
            <a:off x="636686" y="3372078"/>
            <a:ext cx="3451431" cy="338554"/>
          </a:xfrm>
          <a:prstGeom prst="rect">
            <a:avLst/>
          </a:prstGeom>
          <a:solidFill>
            <a:srgbClr val="002E89"/>
          </a:solidFill>
          <a:ln w="26425" cap="flat" cmpd="sng" algn="ctr">
            <a:noFill/>
            <a:prstDash val="solid"/>
          </a:ln>
          <a:effectLst>
            <a:outerShdw blurRad="50800" dist="38100" dir="2700000" algn="tl" rotWithShape="0">
              <a:prstClr val="black">
                <a:alpha val="40000"/>
              </a:prstClr>
            </a:outerShdw>
          </a:effectLst>
        </p:spPr>
        <p:txBody>
          <a:bodyPr rtlCol="0" anchor="ctr"/>
          <a:lstStyle/>
          <a:p>
            <a:pPr algn="ctr" defTabSz="914126"/>
            <a:r>
              <a:rPr kumimoji="1" lang="zh-CN" altLang="en-US" sz="1400" b="1" kern="0"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飞机制造是航空制造的典型代表</a:t>
            </a:r>
          </a:p>
        </p:txBody>
      </p:sp>
      <p:pic>
        <p:nvPicPr>
          <p:cNvPr id="8" name="图片 7">
            <a:extLst>
              <a:ext uri="{FF2B5EF4-FFF2-40B4-BE49-F238E27FC236}">
                <a16:creationId xmlns:a16="http://schemas.microsoft.com/office/drawing/2014/main" id="{F9000536-5C3B-510E-BB41-2791ADF9B130}"/>
              </a:ext>
            </a:extLst>
          </p:cNvPr>
          <p:cNvPicPr>
            <a:picLocks noChangeAspect="1"/>
          </p:cNvPicPr>
          <p:nvPr/>
        </p:nvPicPr>
        <p:blipFill>
          <a:blip r:embed="rId4">
            <a:alphaModFix amt="70000"/>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644244" y="3788364"/>
            <a:ext cx="1065582" cy="647245"/>
          </a:xfrm>
          <a:prstGeom prst="rect">
            <a:avLst/>
          </a:prstGeom>
          <a:ln w="38100">
            <a:noFill/>
          </a:ln>
        </p:spPr>
      </p:pic>
      <p:sp>
        <p:nvSpPr>
          <p:cNvPr id="9" name="矩形 8">
            <a:extLst>
              <a:ext uri="{FF2B5EF4-FFF2-40B4-BE49-F238E27FC236}">
                <a16:creationId xmlns:a16="http://schemas.microsoft.com/office/drawing/2014/main" id="{23519882-C0E0-AF79-A4B4-CF7C8E3C6B49}"/>
              </a:ext>
            </a:extLst>
          </p:cNvPr>
          <p:cNvSpPr/>
          <p:nvPr/>
        </p:nvSpPr>
        <p:spPr>
          <a:xfrm>
            <a:off x="720375" y="4453397"/>
            <a:ext cx="913319" cy="228188"/>
          </a:xfrm>
          <a:prstGeom prst="rect">
            <a:avLst/>
          </a:prstGeom>
          <a:noFill/>
          <a:ln w="19050" cap="flat" cmpd="sng" algn="ctr">
            <a:noFill/>
            <a:prstDash val="solid"/>
          </a:ln>
          <a:effectLst/>
        </p:spPr>
        <p:txBody>
          <a:bodyPr rtlCol="0" anchor="ctr"/>
          <a:lstStyle/>
          <a:p>
            <a:pPr algn="ctr" defTabSz="914126">
              <a:defRPr/>
            </a:pPr>
            <a:r>
              <a:rPr lang="en-US" altLang="zh-CN" sz="1200" b="1" kern="0" dirty="0">
                <a:solidFill>
                  <a:srgbClr val="000F82"/>
                </a:solidFill>
                <a:latin typeface="微软雅黑" panose="020B0503020204020204" pitchFamily="34" charset="-122"/>
                <a:ea typeface="微软雅黑" panose="020B0503020204020204" pitchFamily="34" charset="-122"/>
              </a:rPr>
              <a:t>C919</a:t>
            </a:r>
            <a:endParaRPr lang="zh-CN" altLang="en-US" sz="1200" b="1" kern="0" dirty="0">
              <a:solidFill>
                <a:srgbClr val="000F82"/>
              </a:solidFill>
              <a:latin typeface="微软雅黑" panose="020B0503020204020204" pitchFamily="34" charset="-122"/>
              <a:ea typeface="微软雅黑" panose="020B0503020204020204" pitchFamily="34" charset="-122"/>
            </a:endParaRPr>
          </a:p>
        </p:txBody>
      </p:sp>
      <p:pic>
        <p:nvPicPr>
          <p:cNvPr id="30" name="Picture 12">
            <a:extLst>
              <a:ext uri="{FF2B5EF4-FFF2-40B4-BE49-F238E27FC236}">
                <a16:creationId xmlns:a16="http://schemas.microsoft.com/office/drawing/2014/main" id="{B3DB0D0F-8CA1-0D18-ED92-972C02AE5118}"/>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9806"/>
          <a:stretch/>
        </p:blipFill>
        <p:spPr bwMode="auto">
          <a:xfrm>
            <a:off x="1836150" y="3788364"/>
            <a:ext cx="1036761" cy="647245"/>
          </a:xfrm>
          <a:prstGeom prst="rect">
            <a:avLst/>
          </a:prstGeom>
          <a:noFill/>
          <a:extLst>
            <a:ext uri="{909E8E84-426E-40DD-AFC4-6F175D3DCCD1}">
              <a14:hiddenFill xmlns:a14="http://schemas.microsoft.com/office/drawing/2010/main">
                <a:solidFill>
                  <a:srgbClr val="FFFFFF"/>
                </a:solidFill>
              </a14:hiddenFill>
            </a:ext>
          </a:extLst>
        </p:spPr>
      </p:pic>
      <p:sp>
        <p:nvSpPr>
          <p:cNvPr id="44" name="矩形 43">
            <a:extLst>
              <a:ext uri="{FF2B5EF4-FFF2-40B4-BE49-F238E27FC236}">
                <a16:creationId xmlns:a16="http://schemas.microsoft.com/office/drawing/2014/main" id="{D19B1EB1-85DE-11CE-652F-34DA8EABA31A}"/>
              </a:ext>
            </a:extLst>
          </p:cNvPr>
          <p:cNvSpPr/>
          <p:nvPr/>
        </p:nvSpPr>
        <p:spPr>
          <a:xfrm>
            <a:off x="1897870" y="4453397"/>
            <a:ext cx="913319" cy="228188"/>
          </a:xfrm>
          <a:prstGeom prst="rect">
            <a:avLst/>
          </a:prstGeom>
          <a:noFill/>
          <a:ln w="19050" cap="flat" cmpd="sng" algn="ctr">
            <a:noFill/>
            <a:prstDash val="solid"/>
          </a:ln>
          <a:effectLst/>
        </p:spPr>
        <p:txBody>
          <a:bodyPr rtlCol="0" anchor="ctr"/>
          <a:lstStyle/>
          <a:p>
            <a:pPr algn="ctr" defTabSz="914126">
              <a:defRPr/>
            </a:pPr>
            <a:r>
              <a:rPr lang="zh-CN" altLang="en-US" sz="1200" b="1" kern="0" dirty="0">
                <a:solidFill>
                  <a:srgbClr val="000F82"/>
                </a:solidFill>
                <a:latin typeface="微软雅黑" panose="020B0503020204020204" pitchFamily="34" charset="-122"/>
                <a:ea typeface="微软雅黑" panose="020B0503020204020204" pitchFamily="34" charset="-122"/>
              </a:rPr>
              <a:t>歼</a:t>
            </a:r>
            <a:r>
              <a:rPr lang="en-US" altLang="zh-CN" sz="1200" b="1" kern="0" dirty="0">
                <a:solidFill>
                  <a:srgbClr val="000F82"/>
                </a:solidFill>
                <a:latin typeface="微软雅黑" panose="020B0503020204020204" pitchFamily="34" charset="-122"/>
                <a:ea typeface="微软雅黑" panose="020B0503020204020204" pitchFamily="34" charset="-122"/>
              </a:rPr>
              <a:t>-20</a:t>
            </a:r>
            <a:endParaRPr lang="zh-CN" altLang="en-US" sz="1200" b="1" kern="0" dirty="0">
              <a:solidFill>
                <a:srgbClr val="000F82"/>
              </a:solidFill>
              <a:latin typeface="微软雅黑" panose="020B0503020204020204" pitchFamily="34" charset="-122"/>
              <a:ea typeface="微软雅黑" panose="020B0503020204020204" pitchFamily="34" charset="-122"/>
            </a:endParaRPr>
          </a:p>
        </p:txBody>
      </p:sp>
      <p:pic>
        <p:nvPicPr>
          <p:cNvPr id="45" name="图片 44">
            <a:extLst>
              <a:ext uri="{FF2B5EF4-FFF2-40B4-BE49-F238E27FC236}">
                <a16:creationId xmlns:a16="http://schemas.microsoft.com/office/drawing/2014/main" id="{AD5A5D99-87B4-C8B1-4059-73F4CBD9B7F5}"/>
              </a:ext>
            </a:extLst>
          </p:cNvPr>
          <p:cNvPicPr>
            <a:picLocks noChangeAspect="1"/>
          </p:cNvPicPr>
          <p:nvPr/>
        </p:nvPicPr>
        <p:blipFill>
          <a:blip r:embed="rId7"/>
          <a:stretch>
            <a:fillRect/>
          </a:stretch>
        </p:blipFill>
        <p:spPr>
          <a:xfrm>
            <a:off x="2999235" y="3788324"/>
            <a:ext cx="1088882" cy="642475"/>
          </a:xfrm>
          <a:prstGeom prst="rect">
            <a:avLst/>
          </a:prstGeom>
        </p:spPr>
      </p:pic>
      <p:sp>
        <p:nvSpPr>
          <p:cNvPr id="46" name="矩形 45">
            <a:extLst>
              <a:ext uri="{FF2B5EF4-FFF2-40B4-BE49-F238E27FC236}">
                <a16:creationId xmlns:a16="http://schemas.microsoft.com/office/drawing/2014/main" id="{6ED2FAB5-A2C9-F985-63DF-424BE85731C2}"/>
              </a:ext>
            </a:extLst>
          </p:cNvPr>
          <p:cNvSpPr/>
          <p:nvPr/>
        </p:nvSpPr>
        <p:spPr>
          <a:xfrm>
            <a:off x="3087016" y="4453397"/>
            <a:ext cx="913319" cy="228188"/>
          </a:xfrm>
          <a:prstGeom prst="rect">
            <a:avLst/>
          </a:prstGeom>
          <a:noFill/>
          <a:ln w="19050" cap="flat" cmpd="sng" algn="ctr">
            <a:noFill/>
            <a:prstDash val="solid"/>
          </a:ln>
          <a:effectLst/>
        </p:spPr>
        <p:txBody>
          <a:bodyPr rtlCol="0" anchor="ctr"/>
          <a:lstStyle/>
          <a:p>
            <a:pPr algn="ctr" defTabSz="914126">
              <a:defRPr/>
            </a:pPr>
            <a:r>
              <a:rPr lang="zh-CN" altLang="en-US" sz="1200" b="1" kern="0" dirty="0">
                <a:solidFill>
                  <a:srgbClr val="000F82"/>
                </a:solidFill>
                <a:latin typeface="微软雅黑" panose="020B0503020204020204" pitchFamily="34" charset="-122"/>
                <a:ea typeface="微软雅黑" panose="020B0503020204020204" pitchFamily="34" charset="-122"/>
              </a:rPr>
              <a:t>运</a:t>
            </a:r>
            <a:r>
              <a:rPr lang="en-US" altLang="zh-CN" sz="1200" b="1" kern="0" dirty="0">
                <a:solidFill>
                  <a:srgbClr val="000F82"/>
                </a:solidFill>
                <a:latin typeface="微软雅黑" panose="020B0503020204020204" pitchFamily="34" charset="-122"/>
                <a:ea typeface="微软雅黑" panose="020B0503020204020204" pitchFamily="34" charset="-122"/>
              </a:rPr>
              <a:t>-20</a:t>
            </a:r>
            <a:endParaRPr lang="zh-CN" altLang="en-US" sz="1200" b="1" kern="0" dirty="0">
              <a:solidFill>
                <a:srgbClr val="000F82"/>
              </a:solidFill>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E163F3A7-1A55-4323-DF1D-BDCE76E4E7D0}"/>
              </a:ext>
            </a:extLst>
          </p:cNvPr>
          <p:cNvSpPr txBox="1"/>
          <p:nvPr/>
        </p:nvSpPr>
        <p:spPr>
          <a:xfrm>
            <a:off x="628813" y="915059"/>
            <a:ext cx="3451431" cy="635559"/>
          </a:xfrm>
          <a:prstGeom prst="rect">
            <a:avLst/>
          </a:prstGeom>
          <a:noFill/>
        </p:spPr>
        <p:txBody>
          <a:bodyPr wrap="square" rtlCol="0" anchor="t">
            <a:spAutoFit/>
          </a:bodyPr>
          <a:lstStyle/>
          <a:p>
            <a:pPr defTabSz="914126">
              <a:lnSpc>
                <a:spcPct val="120000"/>
              </a:lnSpc>
            </a:pPr>
            <a:r>
              <a:rPr lang="zh-CN" altLang="en-US" sz="14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1" lang="zh-CN" altLang="en-US" sz="1400" b="1" dirty="0">
                <a:solidFill>
                  <a:srgbClr val="292934"/>
                </a:solidFill>
                <a:latin typeface="Microsoft YaHei" panose="020B0503020204020204" pitchFamily="34" charset="-122"/>
                <a:ea typeface="Microsoft YaHei" panose="020B0503020204020204" pitchFamily="34" charset="-122"/>
              </a:rPr>
              <a:t>飞机制造业关乎</a:t>
            </a:r>
            <a:r>
              <a:rPr kumimoji="1" lang="zh-CN" altLang="en-US" sz="1400" b="1" dirty="0">
                <a:solidFill>
                  <a:srgbClr val="C00000"/>
                </a:solidFill>
                <a:latin typeface="Microsoft YaHei" panose="020B0503020204020204" pitchFamily="34" charset="-122"/>
                <a:ea typeface="Microsoft YaHei" panose="020B0503020204020204" pitchFamily="34" charset="-122"/>
              </a:rPr>
              <a:t>国防实力</a:t>
            </a:r>
            <a:r>
              <a:rPr kumimoji="1" lang="zh-CN" altLang="en-US" sz="1400" b="1" dirty="0">
                <a:solidFill>
                  <a:srgbClr val="292934"/>
                </a:solidFill>
                <a:latin typeface="Microsoft YaHei" panose="020B0503020204020204" pitchFamily="34" charset="-122"/>
                <a:ea typeface="Microsoft YaHei" panose="020B0503020204020204" pitchFamily="34" charset="-122"/>
              </a:rPr>
              <a:t>和</a:t>
            </a:r>
            <a:r>
              <a:rPr kumimoji="1" lang="zh-CN" altLang="en-US" sz="1400" b="1" dirty="0">
                <a:solidFill>
                  <a:srgbClr val="C00000"/>
                </a:solidFill>
                <a:latin typeface="Microsoft YaHei" panose="020B0503020204020204" pitchFamily="34" charset="-122"/>
                <a:ea typeface="Microsoft YaHei" panose="020B0503020204020204" pitchFamily="34" charset="-122"/>
              </a:rPr>
              <a:t>国家安全</a:t>
            </a:r>
            <a:endParaRPr kumimoji="1" lang="en-US" altLang="zh-CN" sz="1400" b="1" dirty="0">
              <a:solidFill>
                <a:srgbClr val="C00000"/>
              </a:solidFill>
              <a:latin typeface="Microsoft YaHei" panose="020B0503020204020204" pitchFamily="34" charset="-122"/>
              <a:ea typeface="Microsoft YaHei" panose="020B0503020204020204" pitchFamily="34" charset="-122"/>
            </a:endParaRPr>
          </a:p>
          <a:p>
            <a:pPr defTabSz="914126">
              <a:lnSpc>
                <a:spcPct val="150000"/>
              </a:lnSpc>
            </a:pPr>
            <a:r>
              <a:rPr lang="zh-CN" altLang="en-US" sz="14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rPr>
              <a:t>◉ 亟需</a:t>
            </a:r>
            <a:r>
              <a:rPr kumimoji="1" lang="zh-CN" altLang="en-US" sz="1400" b="1" dirty="0">
                <a:solidFill>
                  <a:srgbClr val="292934"/>
                </a:solidFill>
                <a:latin typeface="Microsoft YaHei" panose="020B0503020204020204" pitchFamily="34" charset="-122"/>
                <a:ea typeface="Microsoft YaHei" panose="020B0503020204020204" pitchFamily="34" charset="-122"/>
                <a:cs typeface="微软雅黑" panose="020B0503020204020204" pitchFamily="34" charset="-122"/>
              </a:rPr>
              <a:t>突破</a:t>
            </a:r>
            <a:r>
              <a:rPr kumimoji="1" lang="zh-CN" altLang="en-US" sz="1400" b="1" dirty="0">
                <a:solidFill>
                  <a:srgbClr val="292934"/>
                </a:solidFill>
                <a:latin typeface="Microsoft YaHei" panose="020B0503020204020204" pitchFamily="34" charset="-122"/>
                <a:ea typeface="Microsoft YaHei" panose="020B0503020204020204" pitchFamily="34" charset="-122"/>
              </a:rPr>
              <a:t>飞机制造过程</a:t>
            </a:r>
            <a:r>
              <a:rPr kumimoji="1" lang="zh-CN" altLang="en-US" sz="1400" b="1" dirty="0">
                <a:solidFill>
                  <a:srgbClr val="C00000"/>
                </a:solidFill>
                <a:latin typeface="Microsoft YaHei" panose="020B0503020204020204" pitchFamily="34" charset="-122"/>
                <a:ea typeface="Microsoft YaHei" panose="020B0503020204020204" pitchFamily="34" charset="-122"/>
              </a:rPr>
              <a:t>智能化</a:t>
            </a:r>
            <a:r>
              <a:rPr kumimoji="1" lang="zh-CN" altLang="en-US" sz="1400" b="1" dirty="0">
                <a:solidFill>
                  <a:srgbClr val="292934"/>
                </a:solidFill>
                <a:latin typeface="Microsoft YaHei" panose="020B0503020204020204" pitchFamily="34" charset="-122"/>
                <a:ea typeface="Microsoft YaHei" panose="020B0503020204020204" pitchFamily="34" charset="-122"/>
              </a:rPr>
              <a:t>提升</a:t>
            </a:r>
          </a:p>
        </p:txBody>
      </p:sp>
      <p:sp>
        <p:nvSpPr>
          <p:cNvPr id="49" name="矩形 48">
            <a:extLst>
              <a:ext uri="{FF2B5EF4-FFF2-40B4-BE49-F238E27FC236}">
                <a16:creationId xmlns:a16="http://schemas.microsoft.com/office/drawing/2014/main" id="{D5D5DE92-3DD2-3332-54B2-BA265C7DD2EA}"/>
              </a:ext>
            </a:extLst>
          </p:cNvPr>
          <p:cNvSpPr/>
          <p:nvPr/>
        </p:nvSpPr>
        <p:spPr>
          <a:xfrm>
            <a:off x="457757" y="923204"/>
            <a:ext cx="3801549" cy="3758381"/>
          </a:xfrm>
          <a:prstGeom prst="rect">
            <a:avLst/>
          </a:prstGeom>
          <a:noFill/>
          <a:ln w="19050" cap="flat" cmpd="sng" algn="ctr">
            <a:solidFill>
              <a:srgbClr val="000F82"/>
            </a:solidFill>
            <a:prstDash val="solid"/>
          </a:ln>
          <a:effectLst/>
        </p:spPr>
        <p:txBody>
          <a:bodyPr rtlCol="0" anchor="ctr"/>
          <a:lstStyle/>
          <a:p>
            <a:pPr algn="ctr" defTabSz="914126">
              <a:defRPr/>
            </a:pPr>
            <a:endParaRPr kumimoji="1" lang="zh-CN" altLang="en-US" sz="1799" kern="0">
              <a:solidFill>
                <a:srgbClr val="FFFFFF"/>
              </a:solidFill>
              <a:latin typeface="微软雅黑" panose="020B0503020204020204" pitchFamily="34" charset="-122"/>
              <a:ea typeface="微软雅黑" panose="020B0503020204020204" pitchFamily="34" charset="-122"/>
            </a:endParaRPr>
          </a:p>
        </p:txBody>
      </p:sp>
      <p:sp>
        <p:nvSpPr>
          <p:cNvPr id="50" name="矩形 49">
            <a:extLst>
              <a:ext uri="{FF2B5EF4-FFF2-40B4-BE49-F238E27FC236}">
                <a16:creationId xmlns:a16="http://schemas.microsoft.com/office/drawing/2014/main" id="{315F2F4B-7DBA-1237-5E22-49873AE7698C}"/>
              </a:ext>
            </a:extLst>
          </p:cNvPr>
          <p:cNvSpPr/>
          <p:nvPr/>
        </p:nvSpPr>
        <p:spPr>
          <a:xfrm>
            <a:off x="4884696" y="923204"/>
            <a:ext cx="3801549" cy="3758381"/>
          </a:xfrm>
          <a:prstGeom prst="rect">
            <a:avLst/>
          </a:prstGeom>
          <a:noFill/>
          <a:ln w="19050" cap="flat" cmpd="sng" algn="ctr">
            <a:solidFill>
              <a:srgbClr val="000F82"/>
            </a:solidFill>
            <a:prstDash val="solid"/>
          </a:ln>
          <a:effectLst/>
        </p:spPr>
        <p:txBody>
          <a:bodyPr rtlCol="0" anchor="ctr"/>
          <a:lstStyle/>
          <a:p>
            <a:pPr algn="ctr" defTabSz="914126">
              <a:defRPr/>
            </a:pPr>
            <a:endParaRPr kumimoji="1" lang="zh-CN" altLang="en-US" sz="1799" kern="0">
              <a:solidFill>
                <a:srgbClr val="FFFFFF"/>
              </a:solidFill>
              <a:latin typeface="微软雅黑" panose="020B0503020204020204" pitchFamily="34" charset="-122"/>
              <a:ea typeface="微软雅黑" panose="020B0503020204020204" pitchFamily="34" charset="-122"/>
            </a:endParaRPr>
          </a:p>
        </p:txBody>
      </p:sp>
      <p:pic>
        <p:nvPicPr>
          <p:cNvPr id="57" name="图片 56">
            <a:extLst>
              <a:ext uri="{FF2B5EF4-FFF2-40B4-BE49-F238E27FC236}">
                <a16:creationId xmlns:a16="http://schemas.microsoft.com/office/drawing/2014/main" id="{2EB2A68B-F4BF-7A91-7F94-D51D0D75D10F}"/>
              </a:ext>
            </a:extLst>
          </p:cNvPr>
          <p:cNvPicPr>
            <a:picLocks noChangeAspect="1"/>
          </p:cNvPicPr>
          <p:nvPr/>
        </p:nvPicPr>
        <p:blipFill>
          <a:blip r:embed="rId8"/>
          <a:stretch>
            <a:fillRect/>
          </a:stretch>
        </p:blipFill>
        <p:spPr>
          <a:xfrm>
            <a:off x="5069467" y="1027125"/>
            <a:ext cx="1630475" cy="1097298"/>
          </a:xfrm>
          <a:prstGeom prst="rect">
            <a:avLst/>
          </a:prstGeom>
          <a:ln>
            <a:solidFill>
              <a:schemeClr val="tx1"/>
            </a:solidFill>
          </a:ln>
        </p:spPr>
      </p:pic>
      <p:pic>
        <p:nvPicPr>
          <p:cNvPr id="58" name="图片 57">
            <a:extLst>
              <a:ext uri="{FF2B5EF4-FFF2-40B4-BE49-F238E27FC236}">
                <a16:creationId xmlns:a16="http://schemas.microsoft.com/office/drawing/2014/main" id="{7058B8B7-86AA-10AB-8EB3-AB7575BC6C42}"/>
              </a:ext>
            </a:extLst>
          </p:cNvPr>
          <p:cNvPicPr>
            <a:picLocks noChangeAspect="1"/>
          </p:cNvPicPr>
          <p:nvPr/>
        </p:nvPicPr>
        <p:blipFill>
          <a:blip r:embed="rId9"/>
          <a:stretch>
            <a:fillRect/>
          </a:stretch>
        </p:blipFill>
        <p:spPr>
          <a:xfrm>
            <a:off x="6884713" y="1032307"/>
            <a:ext cx="1630475" cy="1092116"/>
          </a:xfrm>
          <a:prstGeom prst="rect">
            <a:avLst/>
          </a:prstGeom>
          <a:ln>
            <a:solidFill>
              <a:schemeClr val="tx1"/>
            </a:solidFill>
          </a:ln>
        </p:spPr>
      </p:pic>
      <p:sp>
        <p:nvSpPr>
          <p:cNvPr id="59" name="矩形 58">
            <a:extLst>
              <a:ext uri="{FF2B5EF4-FFF2-40B4-BE49-F238E27FC236}">
                <a16:creationId xmlns:a16="http://schemas.microsoft.com/office/drawing/2014/main" id="{EFA9C059-5304-090B-C246-FF4E4B994231}"/>
              </a:ext>
            </a:extLst>
          </p:cNvPr>
          <p:cNvSpPr/>
          <p:nvPr/>
        </p:nvSpPr>
        <p:spPr>
          <a:xfrm>
            <a:off x="5428044" y="2152774"/>
            <a:ext cx="913319" cy="228188"/>
          </a:xfrm>
          <a:prstGeom prst="rect">
            <a:avLst/>
          </a:prstGeom>
          <a:noFill/>
          <a:ln w="19050" cap="flat" cmpd="sng" algn="ctr">
            <a:noFill/>
            <a:prstDash val="solid"/>
          </a:ln>
          <a:effectLst/>
        </p:spPr>
        <p:txBody>
          <a:bodyPr rtlCol="0" anchor="ctr"/>
          <a:lstStyle/>
          <a:p>
            <a:pPr algn="ctr" defTabSz="914126">
              <a:defRPr/>
            </a:pPr>
            <a:r>
              <a:rPr lang="zh-CN" altLang="en-US" sz="1200" b="1" kern="0" dirty="0">
                <a:solidFill>
                  <a:srgbClr val="000F82"/>
                </a:solidFill>
                <a:latin typeface="微软雅黑" panose="020B0503020204020204" pitchFamily="34" charset="-122"/>
                <a:ea typeface="微软雅黑" panose="020B0503020204020204" pitchFamily="34" charset="-122"/>
              </a:rPr>
              <a:t>部件装配</a:t>
            </a:r>
          </a:p>
        </p:txBody>
      </p:sp>
      <p:sp>
        <p:nvSpPr>
          <p:cNvPr id="60" name="矩形 59">
            <a:extLst>
              <a:ext uri="{FF2B5EF4-FFF2-40B4-BE49-F238E27FC236}">
                <a16:creationId xmlns:a16="http://schemas.microsoft.com/office/drawing/2014/main" id="{7700A37D-1707-BE7C-A383-C6DD8D9E9C0B}"/>
              </a:ext>
            </a:extLst>
          </p:cNvPr>
          <p:cNvSpPr/>
          <p:nvPr/>
        </p:nvSpPr>
        <p:spPr>
          <a:xfrm>
            <a:off x="7243290" y="2152774"/>
            <a:ext cx="913319" cy="228188"/>
          </a:xfrm>
          <a:prstGeom prst="rect">
            <a:avLst/>
          </a:prstGeom>
          <a:noFill/>
          <a:ln w="19050" cap="flat" cmpd="sng" algn="ctr">
            <a:noFill/>
            <a:prstDash val="solid"/>
          </a:ln>
          <a:effectLst/>
        </p:spPr>
        <p:txBody>
          <a:bodyPr rtlCol="0" anchor="ctr"/>
          <a:lstStyle/>
          <a:p>
            <a:pPr algn="ctr" defTabSz="914126">
              <a:defRPr/>
            </a:pPr>
            <a:r>
              <a:rPr lang="zh-CN" altLang="en-US" sz="1200" b="1" kern="0" dirty="0">
                <a:solidFill>
                  <a:srgbClr val="000F82"/>
                </a:solidFill>
                <a:latin typeface="微软雅黑" panose="020B0503020204020204" pitchFamily="34" charset="-122"/>
                <a:ea typeface="微软雅黑" panose="020B0503020204020204" pitchFamily="34" charset="-122"/>
              </a:rPr>
              <a:t>整机装配</a:t>
            </a:r>
          </a:p>
        </p:txBody>
      </p:sp>
      <p:sp>
        <p:nvSpPr>
          <p:cNvPr id="61" name="矩形: 圆角 60">
            <a:extLst>
              <a:ext uri="{FF2B5EF4-FFF2-40B4-BE49-F238E27FC236}">
                <a16:creationId xmlns:a16="http://schemas.microsoft.com/office/drawing/2014/main" id="{AE2375F9-4C84-08FB-8076-84098EEC0AEA}"/>
              </a:ext>
            </a:extLst>
          </p:cNvPr>
          <p:cNvSpPr/>
          <p:nvPr/>
        </p:nvSpPr>
        <p:spPr>
          <a:xfrm>
            <a:off x="5061910" y="2776821"/>
            <a:ext cx="1070842" cy="55441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工作量 </a:t>
            </a:r>
            <a:r>
              <a:rPr lang="zh-CN" altLang="en-US" sz="1600" b="1" dirty="0">
                <a:latin typeface="微软雅黑" panose="020B0503020204020204" pitchFamily="34" charset="-122"/>
                <a:ea typeface="微软雅黑" panose="020B0503020204020204" pitchFamily="34" charset="-122"/>
              </a:rPr>
              <a:t>大</a:t>
            </a:r>
          </a:p>
        </p:txBody>
      </p:sp>
      <p:sp>
        <p:nvSpPr>
          <p:cNvPr id="62" name="矩形: 圆角 61">
            <a:extLst>
              <a:ext uri="{FF2B5EF4-FFF2-40B4-BE49-F238E27FC236}">
                <a16:creationId xmlns:a16="http://schemas.microsoft.com/office/drawing/2014/main" id="{5FEB2DA6-7D77-E32B-BE21-82B073E150DF}"/>
              </a:ext>
            </a:extLst>
          </p:cNvPr>
          <p:cNvSpPr/>
          <p:nvPr/>
        </p:nvSpPr>
        <p:spPr>
          <a:xfrm>
            <a:off x="5061910" y="3420580"/>
            <a:ext cx="1070842" cy="55441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重要性 </a:t>
            </a:r>
            <a:r>
              <a:rPr lang="zh-CN" altLang="en-US" sz="1600" b="1" dirty="0">
                <a:latin typeface="微软雅黑" panose="020B0503020204020204" pitchFamily="34" charset="-122"/>
                <a:ea typeface="微软雅黑" panose="020B0503020204020204" pitchFamily="34" charset="-122"/>
              </a:rPr>
              <a:t>高</a:t>
            </a:r>
          </a:p>
        </p:txBody>
      </p:sp>
      <p:sp>
        <p:nvSpPr>
          <p:cNvPr id="63" name="矩形: 圆角 62">
            <a:extLst>
              <a:ext uri="{FF2B5EF4-FFF2-40B4-BE49-F238E27FC236}">
                <a16:creationId xmlns:a16="http://schemas.microsoft.com/office/drawing/2014/main" id="{E90BA0D1-DE43-3693-DD7F-18412F629F63}"/>
              </a:ext>
            </a:extLst>
          </p:cNvPr>
          <p:cNvSpPr/>
          <p:nvPr/>
        </p:nvSpPr>
        <p:spPr>
          <a:xfrm>
            <a:off x="5061910" y="4056221"/>
            <a:ext cx="1070842" cy="554414"/>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 周期  </a:t>
            </a:r>
            <a:r>
              <a:rPr lang="zh-CN" altLang="en-US" sz="1600" b="1" dirty="0">
                <a:latin typeface="微软雅黑" panose="020B0503020204020204" pitchFamily="34" charset="-122"/>
                <a:ea typeface="微软雅黑" panose="020B0503020204020204" pitchFamily="34" charset="-122"/>
              </a:rPr>
              <a:t>长</a:t>
            </a:r>
          </a:p>
        </p:txBody>
      </p:sp>
      <p:sp>
        <p:nvSpPr>
          <p:cNvPr id="64" name="矩形: 圆角 63">
            <a:extLst>
              <a:ext uri="{FF2B5EF4-FFF2-40B4-BE49-F238E27FC236}">
                <a16:creationId xmlns:a16="http://schemas.microsoft.com/office/drawing/2014/main" id="{DC35D08A-9910-F639-4E5D-8AE94D0A5F13}"/>
              </a:ext>
            </a:extLst>
          </p:cNvPr>
          <p:cNvSpPr/>
          <p:nvPr/>
        </p:nvSpPr>
        <p:spPr>
          <a:xfrm>
            <a:off x="6132752" y="2776819"/>
            <a:ext cx="2462441" cy="554415"/>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F82"/>
                </a:solidFill>
                <a:latin typeface="微软雅黑" panose="020B0503020204020204" pitchFamily="34" charset="-122"/>
                <a:ea typeface="微软雅黑" panose="020B0503020204020204" pitchFamily="34" charset="-122"/>
              </a:rPr>
              <a:t>机体构造复杂，涉及数百万以上个零件和紧固件</a:t>
            </a:r>
          </a:p>
        </p:txBody>
      </p:sp>
      <p:sp>
        <p:nvSpPr>
          <p:cNvPr id="65" name="矩形: 圆角 64">
            <a:extLst>
              <a:ext uri="{FF2B5EF4-FFF2-40B4-BE49-F238E27FC236}">
                <a16:creationId xmlns:a16="http://schemas.microsoft.com/office/drawing/2014/main" id="{D62B1F8A-8CB4-5064-3F7E-7F3E796A6BCD}"/>
              </a:ext>
            </a:extLst>
          </p:cNvPr>
          <p:cNvSpPr/>
          <p:nvPr/>
        </p:nvSpPr>
        <p:spPr>
          <a:xfrm>
            <a:off x="6132752" y="4056221"/>
            <a:ext cx="2462441" cy="554414"/>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F82"/>
                </a:solidFill>
                <a:latin typeface="微软雅黑" panose="020B0503020204020204" pitchFamily="34" charset="-122"/>
                <a:ea typeface="微软雅黑" panose="020B0503020204020204" pitchFamily="34" charset="-122"/>
              </a:rPr>
              <a:t>装配时间总全机生产时间的</a:t>
            </a:r>
            <a:r>
              <a:rPr lang="en-US" altLang="zh-CN" sz="1200" b="1" dirty="0">
                <a:solidFill>
                  <a:srgbClr val="000F82"/>
                </a:solidFill>
                <a:latin typeface="微软雅黑" panose="020B0503020204020204" pitchFamily="34" charset="-122"/>
                <a:ea typeface="微软雅黑" panose="020B0503020204020204" pitchFamily="34" charset="-122"/>
              </a:rPr>
              <a:t>50~75%</a:t>
            </a:r>
            <a:endParaRPr lang="zh-CN" altLang="en-US" sz="1200" b="1" dirty="0">
              <a:solidFill>
                <a:srgbClr val="000F82"/>
              </a:solidFill>
              <a:latin typeface="微软雅黑" panose="020B0503020204020204" pitchFamily="34" charset="-122"/>
              <a:ea typeface="微软雅黑" panose="020B0503020204020204" pitchFamily="34" charset="-122"/>
            </a:endParaRPr>
          </a:p>
        </p:txBody>
      </p:sp>
      <p:sp>
        <p:nvSpPr>
          <p:cNvPr id="66" name="矩形: 圆角 65">
            <a:extLst>
              <a:ext uri="{FF2B5EF4-FFF2-40B4-BE49-F238E27FC236}">
                <a16:creationId xmlns:a16="http://schemas.microsoft.com/office/drawing/2014/main" id="{65A48206-EA57-AAAE-E425-A92A434BE30A}"/>
              </a:ext>
            </a:extLst>
          </p:cNvPr>
          <p:cNvSpPr/>
          <p:nvPr/>
        </p:nvSpPr>
        <p:spPr>
          <a:xfrm>
            <a:off x="6132752" y="3420580"/>
            <a:ext cx="2462441" cy="554414"/>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F82"/>
                </a:solidFill>
                <a:latin typeface="微软雅黑" panose="020B0503020204020204" pitchFamily="34" charset="-122"/>
                <a:ea typeface="微软雅黑" panose="020B0503020204020204" pitchFamily="34" charset="-122"/>
              </a:rPr>
              <a:t>气动力外形、外廓尺寸等重要指标由装配环节确定；占总制造成本的比例高达</a:t>
            </a:r>
            <a:r>
              <a:rPr lang="en-US" altLang="zh-CN" sz="1200" b="1" dirty="0">
                <a:solidFill>
                  <a:srgbClr val="000F82"/>
                </a:solidFill>
                <a:latin typeface="微软雅黑" panose="020B0503020204020204" pitchFamily="34" charset="-122"/>
                <a:ea typeface="微软雅黑" panose="020B0503020204020204" pitchFamily="34" charset="-122"/>
              </a:rPr>
              <a:t>40%</a:t>
            </a:r>
            <a:endParaRPr lang="zh-CN" altLang="en-US" sz="1200" b="1" dirty="0">
              <a:solidFill>
                <a:srgbClr val="000F82"/>
              </a:solidFill>
              <a:latin typeface="微软雅黑" panose="020B0503020204020204" pitchFamily="34" charset="-122"/>
              <a:ea typeface="微软雅黑" panose="020B0503020204020204" pitchFamily="34" charset="-122"/>
            </a:endParaRPr>
          </a:p>
        </p:txBody>
      </p:sp>
      <p:sp>
        <p:nvSpPr>
          <p:cNvPr id="68" name="矩形 67">
            <a:extLst>
              <a:ext uri="{FF2B5EF4-FFF2-40B4-BE49-F238E27FC236}">
                <a16:creationId xmlns:a16="http://schemas.microsoft.com/office/drawing/2014/main" id="{0E63E0AC-7D5A-91F2-BDD1-741D1A63B078}"/>
              </a:ext>
            </a:extLst>
          </p:cNvPr>
          <p:cNvSpPr/>
          <p:nvPr/>
        </p:nvSpPr>
        <p:spPr>
          <a:xfrm>
            <a:off x="457757" y="4727809"/>
            <a:ext cx="8228488" cy="362792"/>
          </a:xfrm>
          <a:prstGeom prst="rect">
            <a:avLst/>
          </a:prstGeom>
          <a:solidFill>
            <a:schemeClr val="bg1"/>
          </a:solidFill>
          <a:ln w="38100">
            <a:solidFill>
              <a:srgbClr val="C00000"/>
            </a:solidFill>
          </a:ln>
          <a:effectLst/>
        </p:spPr>
        <p:txBody>
          <a:bodyPr wrap="square" anchor="ctr">
            <a:spAutoFit/>
          </a:bodyPr>
          <a:lstStyle/>
          <a:p>
            <a:pPr algn="ctr" defTabSz="914126">
              <a:lnSpc>
                <a:spcPct val="120000"/>
              </a:lnSpc>
            </a:pPr>
            <a:r>
              <a:rPr lang="zh-CN" altLang="en-US" sz="1600" b="1" dirty="0">
                <a:solidFill>
                  <a:srgbClr val="000F82"/>
                </a:solidFill>
                <a:latin typeface="微软雅黑" panose="020B0503020204020204" pitchFamily="34" charset="-122"/>
                <a:ea typeface="微软雅黑" panose="020B0503020204020204" pitchFamily="34" charset="-122"/>
              </a:rPr>
              <a:t>装配直接影响飞机制造的</a:t>
            </a:r>
            <a:r>
              <a:rPr lang="zh-CN" altLang="en-US" sz="1600" b="1" dirty="0">
                <a:solidFill>
                  <a:srgbClr val="C00000"/>
                </a:solidFill>
                <a:latin typeface="微软雅黑" panose="020B0503020204020204" pitchFamily="34" charset="-122"/>
                <a:ea typeface="微软雅黑" panose="020B0503020204020204" pitchFamily="34" charset="-122"/>
              </a:rPr>
              <a:t>效率</a:t>
            </a:r>
            <a:r>
              <a:rPr lang="zh-CN" altLang="en-US" sz="1600" b="1" dirty="0">
                <a:solidFill>
                  <a:srgbClr val="000F82"/>
                </a:solidFill>
                <a:latin typeface="微软雅黑" panose="020B0503020204020204" pitchFamily="34" charset="-122"/>
                <a:ea typeface="微软雅黑" panose="020B0503020204020204" pitchFamily="34" charset="-122"/>
              </a:rPr>
              <a:t>和</a:t>
            </a:r>
            <a:r>
              <a:rPr lang="zh-CN" altLang="en-US" sz="1600" b="1" dirty="0">
                <a:solidFill>
                  <a:srgbClr val="C00000"/>
                </a:solidFill>
                <a:latin typeface="微软雅黑" panose="020B0503020204020204" pitchFamily="34" charset="-122"/>
                <a:ea typeface="微软雅黑" panose="020B0503020204020204" pitchFamily="34" charset="-122"/>
              </a:rPr>
              <a:t>质量</a:t>
            </a:r>
            <a:r>
              <a:rPr lang="zh-CN" altLang="en-US" sz="1600" b="1" dirty="0">
                <a:solidFill>
                  <a:srgbClr val="000F82"/>
                </a:solidFill>
                <a:latin typeface="微软雅黑" panose="020B0503020204020204" pitchFamily="34" charset="-122"/>
                <a:ea typeface="微软雅黑" panose="020B0503020204020204" pitchFamily="34" charset="-122"/>
              </a:rPr>
              <a:t>，是飞机制造中至关重要的环节</a:t>
            </a:r>
          </a:p>
        </p:txBody>
      </p:sp>
    </p:spTree>
    <p:extLst>
      <p:ext uri="{BB962C8B-B14F-4D97-AF65-F5344CB8AC3E}">
        <p14:creationId xmlns:p14="http://schemas.microsoft.com/office/powerpoint/2010/main" val="2372582818"/>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EE77248-BCB3-0111-3D80-2DE0E7D2EF4C}"/>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研究背景</a:t>
            </a:r>
          </a:p>
        </p:txBody>
      </p:sp>
      <p:sp>
        <p:nvSpPr>
          <p:cNvPr id="6" name="文本框 5">
            <a:extLst>
              <a:ext uri="{FF2B5EF4-FFF2-40B4-BE49-F238E27FC236}">
                <a16:creationId xmlns:a16="http://schemas.microsoft.com/office/drawing/2014/main" id="{A2D3C342-7F7B-0293-93AA-7427223A3E52}"/>
              </a:ext>
            </a:extLst>
          </p:cNvPr>
          <p:cNvSpPr txBox="1"/>
          <p:nvPr/>
        </p:nvSpPr>
        <p:spPr>
          <a:xfrm>
            <a:off x="120025" y="584650"/>
            <a:ext cx="1499128"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脉动装配线</a:t>
            </a:r>
          </a:p>
        </p:txBody>
      </p:sp>
      <p:pic>
        <p:nvPicPr>
          <p:cNvPr id="7" name="内容占位符 4" descr="航空制造">
            <a:extLst>
              <a:ext uri="{FF2B5EF4-FFF2-40B4-BE49-F238E27FC236}">
                <a16:creationId xmlns:a16="http://schemas.microsoft.com/office/drawing/2014/main" id="{9C9C431C-192F-FD5F-ADF2-B83A8B45386A}"/>
              </a:ext>
              <a:ext uri="{C183D7F6-B498-43B3-948B-1728B52AA6E4}">
                <adec:decorative xmlns:adec="http://schemas.microsoft.com/office/drawing/2017/decorative" val="0"/>
              </a:ext>
            </a:extLst>
          </p:cNvPr>
          <p:cNvPicPr>
            <a:picLocks noChangeAspect="1"/>
          </p:cNvPicPr>
          <p:nvPr/>
        </p:nvPicPr>
        <p:blipFill rotWithShape="1">
          <a:blip r:embed="rId3"/>
          <a:srcRect r="227"/>
          <a:stretch/>
        </p:blipFill>
        <p:spPr>
          <a:xfrm>
            <a:off x="756733" y="1062101"/>
            <a:ext cx="2339713" cy="1465846"/>
          </a:xfrm>
          <a:prstGeom prst="rect">
            <a:avLst/>
          </a:prstGeom>
          <a:ln>
            <a:noFill/>
          </a:ln>
          <a:effectLst/>
        </p:spPr>
      </p:pic>
      <p:pic>
        <p:nvPicPr>
          <p:cNvPr id="8" name="图片 7">
            <a:extLst>
              <a:ext uri="{FF2B5EF4-FFF2-40B4-BE49-F238E27FC236}">
                <a16:creationId xmlns:a16="http://schemas.microsoft.com/office/drawing/2014/main" id="{8B4A6BF8-4408-FEB9-98C7-C125A2BA1B81}"/>
              </a:ext>
            </a:extLst>
          </p:cNvPr>
          <p:cNvPicPr>
            <a:picLocks noChangeAspect="1"/>
          </p:cNvPicPr>
          <p:nvPr/>
        </p:nvPicPr>
        <p:blipFill>
          <a:blip r:embed="rId4"/>
          <a:srcRect l="3982" t="19976" r="4206" b="6617"/>
          <a:stretch/>
        </p:blipFill>
        <p:spPr>
          <a:xfrm>
            <a:off x="3490127" y="1070654"/>
            <a:ext cx="4844844" cy="990064"/>
          </a:xfrm>
          <a:prstGeom prst="rect">
            <a:avLst/>
          </a:prstGeom>
          <a:ln w="12700">
            <a:solidFill>
              <a:srgbClr val="41719C"/>
            </a:solidFill>
          </a:ln>
        </p:spPr>
      </p:pic>
      <p:sp>
        <p:nvSpPr>
          <p:cNvPr id="9" name="矩形 8">
            <a:extLst>
              <a:ext uri="{FF2B5EF4-FFF2-40B4-BE49-F238E27FC236}">
                <a16:creationId xmlns:a16="http://schemas.microsoft.com/office/drawing/2014/main" id="{1E5436BD-D1D1-7245-CC88-3DFA558FB4BB}"/>
              </a:ext>
            </a:extLst>
          </p:cNvPr>
          <p:cNvSpPr/>
          <p:nvPr/>
        </p:nvSpPr>
        <p:spPr>
          <a:xfrm>
            <a:off x="363051" y="923206"/>
            <a:ext cx="8417897" cy="1743636"/>
          </a:xfrm>
          <a:prstGeom prst="rect">
            <a:avLst/>
          </a:prstGeom>
          <a:noFill/>
          <a:ln w="19050" cap="flat" cmpd="sng" algn="ctr">
            <a:solidFill>
              <a:srgbClr val="000F82"/>
            </a:solidFill>
            <a:prstDash val="solid"/>
          </a:ln>
          <a:effectLst/>
        </p:spPr>
        <p:txBody>
          <a:bodyPr rtlCol="0" anchor="ctr"/>
          <a:lstStyle/>
          <a:p>
            <a:pPr algn="ctr" defTabSz="914126">
              <a:defRPr/>
            </a:pPr>
            <a:endParaRPr kumimoji="1" lang="zh-CN" altLang="en-US" sz="1799" kern="0">
              <a:solidFill>
                <a:srgbClr val="FFFFFF"/>
              </a:solidFill>
              <a:latin typeface="微软雅黑" panose="020B0503020204020204" pitchFamily="34" charset="-122"/>
              <a:ea typeface="微软雅黑" panose="020B0503020204020204" pitchFamily="34" charset="-122"/>
            </a:endParaRPr>
          </a:p>
        </p:txBody>
      </p:sp>
      <p:sp>
        <p:nvSpPr>
          <p:cNvPr id="65" name="文本框 64">
            <a:extLst>
              <a:ext uri="{FF2B5EF4-FFF2-40B4-BE49-F238E27FC236}">
                <a16:creationId xmlns:a16="http://schemas.microsoft.com/office/drawing/2014/main" id="{E4E0A1D0-B04D-2971-2F8B-91461857B0FD}"/>
              </a:ext>
            </a:extLst>
          </p:cNvPr>
          <p:cNvSpPr txBox="1"/>
          <p:nvPr/>
        </p:nvSpPr>
        <p:spPr>
          <a:xfrm>
            <a:off x="3096446" y="2174016"/>
            <a:ext cx="5583008" cy="328551"/>
          </a:xfrm>
          <a:prstGeom prst="rect">
            <a:avLst/>
          </a:prstGeom>
          <a:noFill/>
        </p:spPr>
        <p:txBody>
          <a:bodyPr wrap="square" rtlCol="0" anchor="t">
            <a:spAutoFit/>
          </a:bodyPr>
          <a:lstStyle/>
          <a:p>
            <a:pPr defTabSz="914126">
              <a:lnSpc>
                <a:spcPct val="120000"/>
              </a:lnSpc>
            </a:pPr>
            <a:r>
              <a:rPr lang="zh-CN" altLang="en-US" sz="14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脉动式装配线：多个站位并行装配；装配时不移动，移动时不装配</a:t>
            </a:r>
            <a:endParaRPr kumimoji="1" lang="en-US" altLang="zh-CN" sz="1400" b="1" dirty="0">
              <a:solidFill>
                <a:srgbClr val="C00000"/>
              </a:solidFill>
              <a:latin typeface="Microsoft YaHei" panose="020B0503020204020204" pitchFamily="34" charset="-122"/>
              <a:ea typeface="Microsoft YaHei" panose="020B0503020204020204" pitchFamily="34" charset="-122"/>
            </a:endParaRPr>
          </a:p>
        </p:txBody>
      </p:sp>
      <p:sp>
        <p:nvSpPr>
          <p:cNvPr id="2" name="矩形 1">
            <a:extLst>
              <a:ext uri="{FF2B5EF4-FFF2-40B4-BE49-F238E27FC236}">
                <a16:creationId xmlns:a16="http://schemas.microsoft.com/office/drawing/2014/main" id="{0ED216FC-07B9-F83B-9D6A-1B3113BCD2E8}"/>
              </a:ext>
            </a:extLst>
          </p:cNvPr>
          <p:cNvSpPr/>
          <p:nvPr/>
        </p:nvSpPr>
        <p:spPr>
          <a:xfrm>
            <a:off x="363051" y="2780141"/>
            <a:ext cx="8417897" cy="2184824"/>
          </a:xfrm>
          <a:prstGeom prst="rect">
            <a:avLst/>
          </a:prstGeom>
          <a:noFill/>
          <a:ln w="19050" cap="flat" cmpd="sng" algn="ctr">
            <a:solidFill>
              <a:srgbClr val="000F82"/>
            </a:solidFill>
            <a:prstDash val="solid"/>
          </a:ln>
          <a:effectLst/>
        </p:spPr>
        <p:txBody>
          <a:bodyPr rtlCol="0" anchor="ctr"/>
          <a:lstStyle/>
          <a:p>
            <a:pPr algn="ctr" defTabSz="914126">
              <a:defRPr/>
            </a:pPr>
            <a:endParaRPr kumimoji="1" lang="zh-CN" altLang="en-US" sz="1799" kern="0">
              <a:solidFill>
                <a:srgbClr val="FFFFFF"/>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B9059A6C-7488-C5B5-2217-5020B4C18B17}"/>
              </a:ext>
            </a:extLst>
          </p:cNvPr>
          <p:cNvSpPr txBox="1"/>
          <p:nvPr/>
        </p:nvSpPr>
        <p:spPr>
          <a:xfrm>
            <a:off x="1802428" y="2854032"/>
            <a:ext cx="1921134" cy="1998689"/>
          </a:xfrm>
          <a:prstGeom prst="rect">
            <a:avLst/>
          </a:prstGeom>
          <a:noFill/>
        </p:spPr>
        <p:txBody>
          <a:bodyPr wrap="square" rtlCol="0">
            <a:spAutoFit/>
          </a:bodyPr>
          <a:lstStyle/>
          <a:p>
            <a:pPr>
              <a:lnSpc>
                <a:spcPct val="150000"/>
              </a:lnSpc>
            </a:pPr>
            <a:r>
              <a:rPr kumimoji="1" lang="zh-CN" altLang="en-US" sz="1200" b="1" dirty="0">
                <a:solidFill>
                  <a:prstClr val="black"/>
                </a:solidFill>
                <a:latin typeface="Microsoft YaHei" panose="020B0503020204020204" pitchFamily="34" charset="-122"/>
                <a:ea typeface="Microsoft YaHei" panose="020B0503020204020204" pitchFamily="34" charset="-122"/>
              </a:rPr>
              <a:t>高复杂性</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200" dirty="0">
                <a:solidFill>
                  <a:prstClr val="black"/>
                </a:solidFill>
                <a:latin typeface="Microsoft YaHei" panose="020B0503020204020204" pitchFamily="34" charset="-122"/>
                <a:ea typeface="Microsoft YaHei" panose="020B0503020204020204" pitchFamily="34" charset="-122"/>
              </a:rPr>
              <a:t>大规模</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200" dirty="0">
                <a:solidFill>
                  <a:prstClr val="black"/>
                </a:solidFill>
                <a:latin typeface="Microsoft YaHei" panose="020B0503020204020204" pitchFamily="34" charset="-122"/>
                <a:ea typeface="Microsoft YaHei" panose="020B0503020204020204" pitchFamily="34" charset="-122"/>
              </a:rPr>
              <a:t>紧前约束稀疏</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200" dirty="0">
                <a:solidFill>
                  <a:prstClr val="black"/>
                </a:solidFill>
                <a:latin typeface="Microsoft YaHei" panose="020B0503020204020204" pitchFamily="34" charset="-122"/>
                <a:ea typeface="Microsoft YaHei" panose="020B0503020204020204" pitchFamily="34" charset="-122"/>
              </a:rPr>
              <a:t>手工装配工序占比高</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200" dirty="0">
                <a:solidFill>
                  <a:prstClr val="black"/>
                </a:solidFill>
                <a:latin typeface="Microsoft YaHei" panose="020B0503020204020204" pitchFamily="34" charset="-122"/>
                <a:ea typeface="Microsoft YaHei" panose="020B0503020204020204" pitchFamily="34" charset="-122"/>
              </a:rPr>
              <a:t>试制与批产并存</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200" dirty="0">
                <a:solidFill>
                  <a:prstClr val="black"/>
                </a:solidFill>
                <a:latin typeface="Microsoft YaHei" panose="020B0503020204020204" pitchFamily="34" charset="-122"/>
                <a:ea typeface="Microsoft YaHei" panose="020B0503020204020204" pitchFamily="34" charset="-122"/>
              </a:rPr>
              <a:t>多型号共线</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en-US" altLang="zh-CN" sz="1200" dirty="0">
                <a:solidFill>
                  <a:prstClr val="black"/>
                </a:solidFill>
                <a:latin typeface="Microsoft YaHei" panose="020B0503020204020204" pitchFamily="34" charset="-122"/>
                <a:ea typeface="Microsoft YaHei" panose="020B0503020204020204" pitchFamily="34" charset="-122"/>
              </a:rPr>
              <a:t>…</a:t>
            </a:r>
          </a:p>
        </p:txBody>
      </p:sp>
      <p:sp>
        <p:nvSpPr>
          <p:cNvPr id="5" name="箭头: 右 4">
            <a:extLst>
              <a:ext uri="{FF2B5EF4-FFF2-40B4-BE49-F238E27FC236}">
                <a16:creationId xmlns:a16="http://schemas.microsoft.com/office/drawing/2014/main" id="{C61FF050-3E7F-F2AF-80D5-273134076C87}"/>
              </a:ext>
            </a:extLst>
          </p:cNvPr>
          <p:cNvSpPr/>
          <p:nvPr/>
        </p:nvSpPr>
        <p:spPr>
          <a:xfrm>
            <a:off x="4149045" y="3603177"/>
            <a:ext cx="740292" cy="484075"/>
          </a:xfrm>
          <a:prstGeom prst="rightArrow">
            <a:avLst/>
          </a:prstGeom>
          <a:solidFill>
            <a:srgbClr val="4A66AC"/>
          </a:solidFill>
          <a:ln w="25400" cap="flat" cmpd="sng" algn="ctr">
            <a:solidFill>
              <a:srgbClr val="4A66A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 name="文本框 9">
            <a:extLst>
              <a:ext uri="{FF2B5EF4-FFF2-40B4-BE49-F238E27FC236}">
                <a16:creationId xmlns:a16="http://schemas.microsoft.com/office/drawing/2014/main" id="{5685F7FC-06B9-FB68-1ED1-7593A7087A60}"/>
              </a:ext>
            </a:extLst>
          </p:cNvPr>
          <p:cNvSpPr txBox="1"/>
          <p:nvPr/>
        </p:nvSpPr>
        <p:spPr>
          <a:xfrm>
            <a:off x="5420439" y="2854035"/>
            <a:ext cx="3050986" cy="1998689"/>
          </a:xfrm>
          <a:prstGeom prst="rect">
            <a:avLst/>
          </a:prstGeom>
          <a:noFill/>
        </p:spPr>
        <p:txBody>
          <a:bodyPr wrap="square" rtlCol="0">
            <a:spAutoFit/>
          </a:bodyPr>
          <a:lstStyle/>
          <a:p>
            <a:pPr>
              <a:lnSpc>
                <a:spcPct val="150000"/>
              </a:lnSpc>
            </a:pPr>
            <a:r>
              <a:rPr kumimoji="1" lang="zh-CN" altLang="en-US" sz="1200" b="1" dirty="0">
                <a:solidFill>
                  <a:prstClr val="black"/>
                </a:solidFill>
                <a:latin typeface="Microsoft YaHei" panose="020B0503020204020204" pitchFamily="34" charset="-122"/>
                <a:ea typeface="Microsoft YaHei" panose="020B0503020204020204" pitchFamily="34" charset="-122"/>
              </a:rPr>
              <a:t>高动态性</a:t>
            </a:r>
            <a:endParaRPr kumimoji="1" lang="en-US" altLang="zh-CN" sz="1200" b="1"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200" dirty="0">
                <a:solidFill>
                  <a:prstClr val="black"/>
                </a:solidFill>
                <a:latin typeface="Microsoft YaHei" panose="020B0503020204020204" pitchFamily="34" charset="-122"/>
                <a:ea typeface="Microsoft YaHei" panose="020B0503020204020204" pitchFamily="34" charset="-122"/>
              </a:rPr>
              <a:t>工序的装配时间波动</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200" dirty="0">
                <a:solidFill>
                  <a:prstClr val="black"/>
                </a:solidFill>
                <a:latin typeface="Microsoft YaHei" panose="020B0503020204020204" pitchFamily="34" charset="-122"/>
                <a:ea typeface="Microsoft YaHei" panose="020B0503020204020204" pitchFamily="34" charset="-122"/>
              </a:rPr>
              <a:t>人员技能差异、疲劳、缺勤等因素</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200" dirty="0">
                <a:solidFill>
                  <a:prstClr val="black"/>
                </a:solidFill>
                <a:latin typeface="Microsoft YaHei" panose="020B0503020204020204" pitchFamily="34" charset="-122"/>
                <a:ea typeface="Microsoft YaHei" panose="020B0503020204020204" pitchFamily="34" charset="-122"/>
              </a:rPr>
              <a:t>装配设备老化、故障等</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200" dirty="0">
                <a:solidFill>
                  <a:prstClr val="black"/>
                </a:solidFill>
                <a:latin typeface="Microsoft YaHei" panose="020B0503020204020204" pitchFamily="34" charset="-122"/>
                <a:ea typeface="Microsoft YaHei" panose="020B0503020204020204" pitchFamily="34" charset="-122"/>
              </a:rPr>
              <a:t>物料到达延迟</a:t>
            </a:r>
            <a:r>
              <a:rPr kumimoji="1" lang="en-US" altLang="zh-CN" sz="1200" dirty="0">
                <a:solidFill>
                  <a:prstClr val="black"/>
                </a:solidFill>
                <a:latin typeface="Microsoft YaHei" panose="020B0503020204020204" pitchFamily="34" charset="-122"/>
                <a:ea typeface="Microsoft YaHei" panose="020B0503020204020204" pitchFamily="34" charset="-122"/>
              </a:rPr>
              <a:t>/</a:t>
            </a:r>
            <a:r>
              <a:rPr kumimoji="1" lang="zh-CN" altLang="en-US" sz="1200" dirty="0">
                <a:solidFill>
                  <a:prstClr val="black"/>
                </a:solidFill>
                <a:latin typeface="Microsoft YaHei" panose="020B0503020204020204" pitchFamily="34" charset="-122"/>
                <a:ea typeface="Microsoft YaHei" panose="020B0503020204020204" pitchFamily="34" charset="-122"/>
              </a:rPr>
              <a:t>提前、质量不合格等</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zh-CN" altLang="en-US" sz="1200" dirty="0">
                <a:solidFill>
                  <a:prstClr val="black"/>
                </a:solidFill>
                <a:latin typeface="Microsoft YaHei" panose="020B0503020204020204" pitchFamily="34" charset="-122"/>
                <a:ea typeface="Microsoft YaHei" panose="020B0503020204020204" pitchFamily="34" charset="-122"/>
              </a:rPr>
              <a:t>产品换型、工艺变更</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anose="05000000000000000000" pitchFamily="2" charset="2"/>
              <a:buChar char="p"/>
            </a:pPr>
            <a:r>
              <a:rPr kumimoji="1" lang="en-US" altLang="zh-CN" sz="1200" dirty="0">
                <a:solidFill>
                  <a:prstClr val="black"/>
                </a:solidFill>
                <a:latin typeface="Microsoft YaHei" panose="020B0503020204020204" pitchFamily="34" charset="-122"/>
                <a:ea typeface="Microsoft YaHei" panose="020B0503020204020204" pitchFamily="34" charset="-122"/>
              </a:rPr>
              <a:t>…</a:t>
            </a:r>
          </a:p>
        </p:txBody>
      </p:sp>
      <p:sp>
        <p:nvSpPr>
          <p:cNvPr id="14" name="矩形: 圆角 13">
            <a:extLst>
              <a:ext uri="{FF2B5EF4-FFF2-40B4-BE49-F238E27FC236}">
                <a16:creationId xmlns:a16="http://schemas.microsoft.com/office/drawing/2014/main" id="{7BEEF777-9DE3-7137-0C08-E53EEFFABB8A}"/>
              </a:ext>
            </a:extLst>
          </p:cNvPr>
          <p:cNvSpPr/>
          <p:nvPr/>
        </p:nvSpPr>
        <p:spPr>
          <a:xfrm>
            <a:off x="650332" y="2854035"/>
            <a:ext cx="528563" cy="199868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飞机脉动装配线特点</a:t>
            </a:r>
            <a:endParaRPr lang="zh-CN" altLang="en-US" sz="1600" b="1" dirty="0">
              <a:latin typeface="微软雅黑" panose="020B0503020204020204" pitchFamily="34" charset="-122"/>
              <a:ea typeface="微软雅黑" panose="020B0503020204020204" pitchFamily="34" charset="-122"/>
            </a:endParaRPr>
          </a:p>
        </p:txBody>
      </p:sp>
      <p:sp>
        <p:nvSpPr>
          <p:cNvPr id="15" name="矩形: 圆角 14">
            <a:extLst>
              <a:ext uri="{FF2B5EF4-FFF2-40B4-BE49-F238E27FC236}">
                <a16:creationId xmlns:a16="http://schemas.microsoft.com/office/drawing/2014/main" id="{B6729037-CF63-FC55-976D-54DD2F28AB8D}"/>
              </a:ext>
            </a:extLst>
          </p:cNvPr>
          <p:cNvSpPr/>
          <p:nvPr/>
        </p:nvSpPr>
        <p:spPr>
          <a:xfrm>
            <a:off x="1601313" y="2854031"/>
            <a:ext cx="2184423" cy="1998689"/>
          </a:xfrm>
          <a:prstGeom prst="roundRect">
            <a:avLst/>
          </a:prstGeom>
          <a:solidFill>
            <a:srgbClr val="0070C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sp>
        <p:nvSpPr>
          <p:cNvPr id="16" name="矩形: 圆角 15">
            <a:extLst>
              <a:ext uri="{FF2B5EF4-FFF2-40B4-BE49-F238E27FC236}">
                <a16:creationId xmlns:a16="http://schemas.microsoft.com/office/drawing/2014/main" id="{20CAD61E-BEC6-A8B8-93C4-81EE5336C32F}"/>
              </a:ext>
            </a:extLst>
          </p:cNvPr>
          <p:cNvSpPr/>
          <p:nvPr/>
        </p:nvSpPr>
        <p:spPr>
          <a:xfrm>
            <a:off x="5314820" y="2854034"/>
            <a:ext cx="2945164" cy="1998689"/>
          </a:xfrm>
          <a:prstGeom prst="roundRect">
            <a:avLst/>
          </a:prstGeom>
          <a:solidFill>
            <a:srgbClr val="0070C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4208953"/>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2CFC5-7DA3-9B50-B7C3-B6A91DB14F22}"/>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5E401F88-E7BF-7863-4EDA-BD53A549703A}"/>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研究背景</a:t>
            </a:r>
          </a:p>
        </p:txBody>
      </p:sp>
      <p:sp>
        <p:nvSpPr>
          <p:cNvPr id="6" name="文本框 5">
            <a:extLst>
              <a:ext uri="{FF2B5EF4-FFF2-40B4-BE49-F238E27FC236}">
                <a16:creationId xmlns:a16="http://schemas.microsoft.com/office/drawing/2014/main" id="{AC466BC1-5DCA-398B-5C69-EAD62623E940}"/>
              </a:ext>
            </a:extLst>
          </p:cNvPr>
          <p:cNvSpPr txBox="1"/>
          <p:nvPr/>
        </p:nvSpPr>
        <p:spPr>
          <a:xfrm>
            <a:off x="120025" y="584650"/>
            <a:ext cx="1704313"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调度知识演化</a:t>
            </a:r>
          </a:p>
        </p:txBody>
      </p:sp>
      <p:sp>
        <p:nvSpPr>
          <p:cNvPr id="13" name="矩形: 圆角 12">
            <a:extLst>
              <a:ext uri="{FF2B5EF4-FFF2-40B4-BE49-F238E27FC236}">
                <a16:creationId xmlns:a16="http://schemas.microsoft.com/office/drawing/2014/main" id="{3C1B250E-AF78-8D6E-40CF-780D457E9EDD}"/>
              </a:ext>
            </a:extLst>
          </p:cNvPr>
          <p:cNvSpPr/>
          <p:nvPr/>
        </p:nvSpPr>
        <p:spPr>
          <a:xfrm>
            <a:off x="492692" y="1397858"/>
            <a:ext cx="528563" cy="118267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环境动态性</a:t>
            </a:r>
            <a:endParaRPr lang="zh-CN" altLang="en-US" sz="1600" b="1" dirty="0">
              <a:latin typeface="微软雅黑" panose="020B0503020204020204" pitchFamily="34" charset="-122"/>
              <a:ea typeface="微软雅黑" panose="020B0503020204020204" pitchFamily="34" charset="-122"/>
            </a:endParaRPr>
          </a:p>
        </p:txBody>
      </p:sp>
      <p:sp>
        <p:nvSpPr>
          <p:cNvPr id="14" name="矩形: 圆角 13">
            <a:extLst>
              <a:ext uri="{FF2B5EF4-FFF2-40B4-BE49-F238E27FC236}">
                <a16:creationId xmlns:a16="http://schemas.microsoft.com/office/drawing/2014/main" id="{E87D45CC-D05A-EA7B-7F34-AECE4A5D22C6}"/>
              </a:ext>
            </a:extLst>
          </p:cNvPr>
          <p:cNvSpPr/>
          <p:nvPr/>
        </p:nvSpPr>
        <p:spPr>
          <a:xfrm>
            <a:off x="1309053" y="1401823"/>
            <a:ext cx="663331" cy="1182678"/>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数据驱动的动态调度方法</a:t>
            </a:r>
            <a:endParaRPr lang="zh-CN" altLang="en-US" sz="1600" b="1" dirty="0">
              <a:latin typeface="微软雅黑" panose="020B0503020204020204" pitchFamily="34" charset="-122"/>
              <a:ea typeface="微软雅黑" panose="020B0503020204020204" pitchFamily="34" charset="-122"/>
            </a:endParaRPr>
          </a:p>
        </p:txBody>
      </p:sp>
      <p:sp>
        <p:nvSpPr>
          <p:cNvPr id="15" name="矩形: 圆角 14">
            <a:extLst>
              <a:ext uri="{FF2B5EF4-FFF2-40B4-BE49-F238E27FC236}">
                <a16:creationId xmlns:a16="http://schemas.microsoft.com/office/drawing/2014/main" id="{62941E32-1610-B802-B652-F6190B83AA15}"/>
              </a:ext>
            </a:extLst>
          </p:cNvPr>
          <p:cNvSpPr/>
          <p:nvPr/>
        </p:nvSpPr>
        <p:spPr>
          <a:xfrm>
            <a:off x="2274009" y="1397858"/>
            <a:ext cx="663331" cy="47231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深度学习</a:t>
            </a:r>
          </a:p>
        </p:txBody>
      </p:sp>
      <p:sp>
        <p:nvSpPr>
          <p:cNvPr id="16" name="矩形: 圆角 15">
            <a:extLst>
              <a:ext uri="{FF2B5EF4-FFF2-40B4-BE49-F238E27FC236}">
                <a16:creationId xmlns:a16="http://schemas.microsoft.com/office/drawing/2014/main" id="{4A8EF5B0-E5AB-92C5-A228-FAFDDFE29E4D}"/>
              </a:ext>
            </a:extLst>
          </p:cNvPr>
          <p:cNvSpPr/>
          <p:nvPr/>
        </p:nvSpPr>
        <p:spPr>
          <a:xfrm>
            <a:off x="2274009" y="2116144"/>
            <a:ext cx="663331" cy="472319"/>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强化学习</a:t>
            </a:r>
          </a:p>
        </p:txBody>
      </p:sp>
      <p:sp>
        <p:nvSpPr>
          <p:cNvPr id="20" name="左大括号 88">
            <a:extLst>
              <a:ext uri="{FF2B5EF4-FFF2-40B4-BE49-F238E27FC236}">
                <a16:creationId xmlns:a16="http://schemas.microsoft.com/office/drawing/2014/main" id="{9ABCE217-329B-D6EC-D0A3-B81AABFECBEF}"/>
              </a:ext>
            </a:extLst>
          </p:cNvPr>
          <p:cNvSpPr/>
          <p:nvPr/>
        </p:nvSpPr>
        <p:spPr>
          <a:xfrm>
            <a:off x="1972384" y="1476412"/>
            <a:ext cx="301625" cy="1033499"/>
          </a:xfrm>
          <a:prstGeom prst="leftBrace">
            <a:avLst>
              <a:gd name="adj1" fmla="val 47767"/>
              <a:gd name="adj2" fmla="val 50000"/>
            </a:avLst>
          </a:prstGeom>
          <a:ln w="19050">
            <a:solidFill>
              <a:srgbClr val="5B9BD5"/>
            </a:solidFill>
          </a:ln>
        </p:spPr>
        <p:style>
          <a:lnRef idx="1">
            <a:schemeClr val="accent1"/>
          </a:lnRef>
          <a:fillRef idx="0">
            <a:schemeClr val="accent1"/>
          </a:fillRef>
          <a:effectRef idx="0">
            <a:schemeClr val="accent1"/>
          </a:effectRef>
          <a:fontRef idx="minor">
            <a:schemeClr val="tx1"/>
          </a:fontRef>
        </p:style>
        <p:txBody>
          <a:bodyPr lIns="121917" tIns="60958" rIns="121917" bIns="60958" rtlCol="0" anchor="ctr"/>
          <a:lstStyle/>
          <a:p>
            <a:pPr algn="ctr"/>
            <a:endParaRPr lang="zh-CN" altLang="en-US" dirty="0">
              <a:latin typeface="Times New Roman" panose="02020603050405020304" pitchFamily="18" charset="0"/>
              <a:cs typeface="Times New Roman" panose="02020603050405020304" pitchFamily="18" charset="0"/>
            </a:endParaRPr>
          </a:p>
        </p:txBody>
      </p:sp>
      <p:sp>
        <p:nvSpPr>
          <p:cNvPr id="22" name="圆角矩形 99">
            <a:extLst>
              <a:ext uri="{FF2B5EF4-FFF2-40B4-BE49-F238E27FC236}">
                <a16:creationId xmlns:a16="http://schemas.microsoft.com/office/drawing/2014/main" id="{7F3494D8-68FB-37C4-36EB-ECBA0E86BBE6}"/>
              </a:ext>
            </a:extLst>
          </p:cNvPr>
          <p:cNvSpPr/>
          <p:nvPr/>
        </p:nvSpPr>
        <p:spPr>
          <a:xfrm>
            <a:off x="264496" y="923204"/>
            <a:ext cx="8386812" cy="2137391"/>
          </a:xfrm>
          <a:prstGeom prst="roundRect">
            <a:avLst>
              <a:gd name="adj" fmla="val 8503"/>
            </a:avLst>
          </a:prstGeom>
          <a:noFill/>
          <a:ln w="22225">
            <a:solidFill>
              <a:srgbClr val="5B9BD5"/>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 name="圆角矩形 89">
            <a:extLst>
              <a:ext uri="{FF2B5EF4-FFF2-40B4-BE49-F238E27FC236}">
                <a16:creationId xmlns:a16="http://schemas.microsoft.com/office/drawing/2014/main" id="{5E2BE667-3CCD-76DF-72E1-130D9EA8A022}"/>
              </a:ext>
            </a:extLst>
          </p:cNvPr>
          <p:cNvSpPr/>
          <p:nvPr/>
        </p:nvSpPr>
        <p:spPr>
          <a:xfrm>
            <a:off x="3399572" y="1744807"/>
            <a:ext cx="784356" cy="639919"/>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历史生产数据</a:t>
            </a:r>
          </a:p>
        </p:txBody>
      </p:sp>
      <p:sp>
        <p:nvSpPr>
          <p:cNvPr id="24" name="圆角矩形 89">
            <a:extLst>
              <a:ext uri="{FF2B5EF4-FFF2-40B4-BE49-F238E27FC236}">
                <a16:creationId xmlns:a16="http://schemas.microsoft.com/office/drawing/2014/main" id="{EFB0299A-E5F3-471F-CA55-2C0BD106C529}"/>
              </a:ext>
            </a:extLst>
          </p:cNvPr>
          <p:cNvSpPr/>
          <p:nvPr/>
        </p:nvSpPr>
        <p:spPr>
          <a:xfrm>
            <a:off x="4646161" y="1301864"/>
            <a:ext cx="784357" cy="639918"/>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最优调度</a:t>
            </a:r>
            <a:r>
              <a:rPr lang="zh-CN" altLang="en-US" sz="12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方案</a:t>
            </a:r>
          </a:p>
        </p:txBody>
      </p:sp>
      <p:sp>
        <p:nvSpPr>
          <p:cNvPr id="25" name="圆角矩形 89">
            <a:extLst>
              <a:ext uri="{FF2B5EF4-FFF2-40B4-BE49-F238E27FC236}">
                <a16:creationId xmlns:a16="http://schemas.microsoft.com/office/drawing/2014/main" id="{01898C04-86C9-FD59-743E-5A41EFA93B4E}"/>
              </a:ext>
            </a:extLst>
          </p:cNvPr>
          <p:cNvSpPr/>
          <p:nvPr/>
        </p:nvSpPr>
        <p:spPr>
          <a:xfrm>
            <a:off x="6072196" y="2191248"/>
            <a:ext cx="784356" cy="640526"/>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实时生产状态</a:t>
            </a:r>
          </a:p>
        </p:txBody>
      </p:sp>
      <p:sp>
        <p:nvSpPr>
          <p:cNvPr id="26" name="圆角矩形 89">
            <a:extLst>
              <a:ext uri="{FF2B5EF4-FFF2-40B4-BE49-F238E27FC236}">
                <a16:creationId xmlns:a16="http://schemas.microsoft.com/office/drawing/2014/main" id="{BB0E53E6-3D7F-DBA7-D8AF-D11AFEF8734D}"/>
              </a:ext>
            </a:extLst>
          </p:cNvPr>
          <p:cNvSpPr/>
          <p:nvPr/>
        </p:nvSpPr>
        <p:spPr>
          <a:xfrm>
            <a:off x="4652818" y="2191248"/>
            <a:ext cx="770143" cy="639918"/>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调度知识</a:t>
            </a:r>
          </a:p>
        </p:txBody>
      </p:sp>
      <p:sp>
        <p:nvSpPr>
          <p:cNvPr id="27" name="圆角矩形 89">
            <a:extLst>
              <a:ext uri="{FF2B5EF4-FFF2-40B4-BE49-F238E27FC236}">
                <a16:creationId xmlns:a16="http://schemas.microsoft.com/office/drawing/2014/main" id="{4C9963A5-7ADD-3D19-8FA1-4455F9A3DF0D}"/>
              </a:ext>
            </a:extLst>
          </p:cNvPr>
          <p:cNvSpPr/>
          <p:nvPr/>
        </p:nvSpPr>
        <p:spPr>
          <a:xfrm>
            <a:off x="6068579" y="1301864"/>
            <a:ext cx="784356" cy="639918"/>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调度方案</a:t>
            </a:r>
          </a:p>
        </p:txBody>
      </p:sp>
      <p:sp>
        <p:nvSpPr>
          <p:cNvPr id="28" name="圆角矩形 89">
            <a:extLst>
              <a:ext uri="{FF2B5EF4-FFF2-40B4-BE49-F238E27FC236}">
                <a16:creationId xmlns:a16="http://schemas.microsoft.com/office/drawing/2014/main" id="{4DA44FB0-0BD5-0DB8-C8CC-706171E4F51E}"/>
              </a:ext>
            </a:extLst>
          </p:cNvPr>
          <p:cNvSpPr/>
          <p:nvPr/>
        </p:nvSpPr>
        <p:spPr>
          <a:xfrm>
            <a:off x="7384134" y="1744807"/>
            <a:ext cx="770143" cy="639918"/>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生产执行</a:t>
            </a:r>
          </a:p>
        </p:txBody>
      </p:sp>
      <p:sp>
        <p:nvSpPr>
          <p:cNvPr id="31" name="文本框 30">
            <a:extLst>
              <a:ext uri="{FF2B5EF4-FFF2-40B4-BE49-F238E27FC236}">
                <a16:creationId xmlns:a16="http://schemas.microsoft.com/office/drawing/2014/main" id="{DBC3F73A-AD4F-ED4C-7C02-D2DB19A36B02}"/>
              </a:ext>
            </a:extLst>
          </p:cNvPr>
          <p:cNvSpPr txBox="1"/>
          <p:nvPr/>
        </p:nvSpPr>
        <p:spPr>
          <a:xfrm>
            <a:off x="3855518" y="970602"/>
            <a:ext cx="1367889" cy="307777"/>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离线学习阶段</a:t>
            </a:r>
          </a:p>
        </p:txBody>
      </p:sp>
      <p:sp>
        <p:nvSpPr>
          <p:cNvPr id="32" name="文本框 31">
            <a:extLst>
              <a:ext uri="{FF2B5EF4-FFF2-40B4-BE49-F238E27FC236}">
                <a16:creationId xmlns:a16="http://schemas.microsoft.com/office/drawing/2014/main" id="{9D70E6DB-AB85-484E-DEC7-708D43B6BD68}"/>
              </a:ext>
            </a:extLst>
          </p:cNvPr>
          <p:cNvSpPr txBox="1"/>
          <p:nvPr/>
        </p:nvSpPr>
        <p:spPr>
          <a:xfrm>
            <a:off x="6317960" y="956897"/>
            <a:ext cx="1367889" cy="307777"/>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在线学习阶段</a:t>
            </a:r>
          </a:p>
        </p:txBody>
      </p:sp>
      <p:cxnSp>
        <p:nvCxnSpPr>
          <p:cNvPr id="34" name="直接箭头连接符 33">
            <a:extLst>
              <a:ext uri="{FF2B5EF4-FFF2-40B4-BE49-F238E27FC236}">
                <a16:creationId xmlns:a16="http://schemas.microsoft.com/office/drawing/2014/main" id="{4D4AA934-D810-67A5-452E-2F1456760ABA}"/>
              </a:ext>
            </a:extLst>
          </p:cNvPr>
          <p:cNvCxnSpPr>
            <a:cxnSpLocks/>
            <a:stCxn id="23" idx="3"/>
            <a:endCxn id="24" idx="1"/>
          </p:cNvCxnSpPr>
          <p:nvPr/>
        </p:nvCxnSpPr>
        <p:spPr>
          <a:xfrm flipV="1">
            <a:off x="4183928" y="1621823"/>
            <a:ext cx="462233" cy="442944"/>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直接箭头连接符 38">
            <a:extLst>
              <a:ext uri="{FF2B5EF4-FFF2-40B4-BE49-F238E27FC236}">
                <a16:creationId xmlns:a16="http://schemas.microsoft.com/office/drawing/2014/main" id="{98B7F0B5-969F-8A4D-BA71-54A1EC5D7B5D}"/>
              </a:ext>
            </a:extLst>
          </p:cNvPr>
          <p:cNvCxnSpPr>
            <a:cxnSpLocks/>
            <a:stCxn id="26" idx="3"/>
            <a:endCxn id="25" idx="1"/>
          </p:cNvCxnSpPr>
          <p:nvPr/>
        </p:nvCxnSpPr>
        <p:spPr>
          <a:xfrm>
            <a:off x="5422961" y="2511207"/>
            <a:ext cx="649235" cy="304"/>
          </a:xfrm>
          <a:prstGeom prst="straightConnector1">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直接箭头连接符 41">
            <a:extLst>
              <a:ext uri="{FF2B5EF4-FFF2-40B4-BE49-F238E27FC236}">
                <a16:creationId xmlns:a16="http://schemas.microsoft.com/office/drawing/2014/main" id="{AB0AD357-1879-3B34-9955-EF71929FFA94}"/>
              </a:ext>
            </a:extLst>
          </p:cNvPr>
          <p:cNvCxnSpPr>
            <a:cxnSpLocks/>
            <a:stCxn id="25" idx="0"/>
            <a:endCxn id="27" idx="2"/>
          </p:cNvCxnSpPr>
          <p:nvPr/>
        </p:nvCxnSpPr>
        <p:spPr>
          <a:xfrm flipH="1" flipV="1">
            <a:off x="6460757" y="1941782"/>
            <a:ext cx="3617" cy="249466"/>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5" name="直接箭头连接符 44">
            <a:extLst>
              <a:ext uri="{FF2B5EF4-FFF2-40B4-BE49-F238E27FC236}">
                <a16:creationId xmlns:a16="http://schemas.microsoft.com/office/drawing/2014/main" id="{DB0FC57F-1E5D-91DD-EE42-E38FDD5F7C67}"/>
              </a:ext>
            </a:extLst>
          </p:cNvPr>
          <p:cNvCxnSpPr>
            <a:cxnSpLocks/>
            <a:stCxn id="27" idx="3"/>
            <a:endCxn id="28" idx="1"/>
          </p:cNvCxnSpPr>
          <p:nvPr/>
        </p:nvCxnSpPr>
        <p:spPr>
          <a:xfrm>
            <a:off x="6852935" y="1621823"/>
            <a:ext cx="531199" cy="442943"/>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8" name="矩形: 圆角 47">
            <a:extLst>
              <a:ext uri="{FF2B5EF4-FFF2-40B4-BE49-F238E27FC236}">
                <a16:creationId xmlns:a16="http://schemas.microsoft.com/office/drawing/2014/main" id="{C02C50D3-C0B2-AE5D-4E5C-8CF32F938C0F}"/>
              </a:ext>
            </a:extLst>
          </p:cNvPr>
          <p:cNvSpPr/>
          <p:nvPr/>
        </p:nvSpPr>
        <p:spPr>
          <a:xfrm>
            <a:off x="264496" y="3182939"/>
            <a:ext cx="528563" cy="70462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局限性</a:t>
            </a:r>
          </a:p>
        </p:txBody>
      </p:sp>
      <p:sp>
        <p:nvSpPr>
          <p:cNvPr id="49" name="圆角矩形 89">
            <a:extLst>
              <a:ext uri="{FF2B5EF4-FFF2-40B4-BE49-F238E27FC236}">
                <a16:creationId xmlns:a16="http://schemas.microsoft.com/office/drawing/2014/main" id="{DF857A09-C553-C105-9FE6-81232339A478}"/>
              </a:ext>
            </a:extLst>
          </p:cNvPr>
          <p:cNvSpPr/>
          <p:nvPr/>
        </p:nvSpPr>
        <p:spPr>
          <a:xfrm>
            <a:off x="793058" y="3182939"/>
            <a:ext cx="3469104" cy="704620"/>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现有研究中的调度知识是</a:t>
            </a:r>
            <a:r>
              <a:rPr lang="zh-CN" altLang="en-US" sz="12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事先确定</a:t>
            </a: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的，且局限于单一知识来源，不能在生产过程中持续学习新知识，无法有效应对</a:t>
            </a:r>
            <a:r>
              <a:rPr lang="zh-CN" altLang="en-US" sz="12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开放</a:t>
            </a: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的动态环境。</a:t>
            </a:r>
          </a:p>
        </p:txBody>
      </p:sp>
      <p:sp>
        <p:nvSpPr>
          <p:cNvPr id="51" name="任意多边形: 形状 11">
            <a:extLst>
              <a:ext uri="{FF2B5EF4-FFF2-40B4-BE49-F238E27FC236}">
                <a16:creationId xmlns:a16="http://schemas.microsoft.com/office/drawing/2014/main" id="{834DBD48-EE8B-EDC0-BCF3-EC9FE8AEE8C5}"/>
              </a:ext>
            </a:extLst>
          </p:cNvPr>
          <p:cNvSpPr/>
          <p:nvPr/>
        </p:nvSpPr>
        <p:spPr>
          <a:xfrm flipV="1">
            <a:off x="4278107" y="3570239"/>
            <a:ext cx="587785" cy="448104"/>
          </a:xfrm>
          <a:custGeom>
            <a:avLst/>
            <a:gdLst>
              <a:gd name="connsiteX0" fmla="*/ 1829836 w 3659671"/>
              <a:gd name="connsiteY0" fmla="*/ 0 h 5221922"/>
              <a:gd name="connsiteX1" fmla="*/ 2744236 w 3659671"/>
              <a:gd name="connsiteY1" fmla="*/ 1025479 h 5221922"/>
              <a:gd name="connsiteX2" fmla="*/ 2186407 w 3659671"/>
              <a:gd name="connsiteY2" fmla="*/ 1025479 h 5221922"/>
              <a:gd name="connsiteX3" fmla="*/ 2185603 w 3659671"/>
              <a:gd name="connsiteY3" fmla="*/ 1093353 h 5221922"/>
              <a:gd name="connsiteX4" fmla="*/ 2727829 w 3659671"/>
              <a:gd name="connsiteY4" fmla="*/ 3563174 h 5221922"/>
              <a:gd name="connsiteX5" fmla="*/ 3563896 w 3659671"/>
              <a:gd name="connsiteY5" fmla="*/ 5096147 h 5221922"/>
              <a:gd name="connsiteX6" fmla="*/ 3659671 w 3659671"/>
              <a:gd name="connsiteY6" fmla="*/ 5221922 h 5221922"/>
              <a:gd name="connsiteX7" fmla="*/ 0 w 3659671"/>
              <a:gd name="connsiteY7" fmla="*/ 5221922 h 5221922"/>
              <a:gd name="connsiteX8" fmla="*/ 95777 w 3659671"/>
              <a:gd name="connsiteY8" fmla="*/ 5096145 h 5221922"/>
              <a:gd name="connsiteX9" fmla="*/ 931844 w 3659671"/>
              <a:gd name="connsiteY9" fmla="*/ 3563172 h 5221922"/>
              <a:gd name="connsiteX10" fmla="*/ 1474070 w 3659671"/>
              <a:gd name="connsiteY10" fmla="*/ 1093351 h 5221922"/>
              <a:gd name="connsiteX11" fmla="*/ 1473265 w 3659671"/>
              <a:gd name="connsiteY11" fmla="*/ 1025479 h 5221922"/>
              <a:gd name="connsiteX12" fmla="*/ 915436 w 3659671"/>
              <a:gd name="connsiteY12" fmla="*/ 1025479 h 5221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9671" h="5221922">
                <a:moveTo>
                  <a:pt x="1829836" y="0"/>
                </a:moveTo>
                <a:lnTo>
                  <a:pt x="2744236" y="1025479"/>
                </a:lnTo>
                <a:lnTo>
                  <a:pt x="2186407" y="1025479"/>
                </a:lnTo>
                <a:lnTo>
                  <a:pt x="2185603" y="1093353"/>
                </a:lnTo>
                <a:cubicBezTo>
                  <a:pt x="2203211" y="1854161"/>
                  <a:pt x="2380074" y="2708036"/>
                  <a:pt x="2727829" y="3563174"/>
                </a:cubicBezTo>
                <a:cubicBezTo>
                  <a:pt x="2959665" y="4133266"/>
                  <a:pt x="3245505" y="4649949"/>
                  <a:pt x="3563896" y="5096147"/>
                </a:cubicBezTo>
                <a:lnTo>
                  <a:pt x="3659671" y="5221922"/>
                </a:lnTo>
                <a:lnTo>
                  <a:pt x="0" y="5221922"/>
                </a:lnTo>
                <a:lnTo>
                  <a:pt x="95777" y="5096145"/>
                </a:lnTo>
                <a:cubicBezTo>
                  <a:pt x="414167" y="4649947"/>
                  <a:pt x="700007" y="4133264"/>
                  <a:pt x="931844" y="3563172"/>
                </a:cubicBezTo>
                <a:cubicBezTo>
                  <a:pt x="1279598" y="2708034"/>
                  <a:pt x="1456462" y="1854159"/>
                  <a:pt x="1474070" y="1093351"/>
                </a:cubicBezTo>
                <a:lnTo>
                  <a:pt x="1473265" y="1025479"/>
                </a:lnTo>
                <a:lnTo>
                  <a:pt x="915436" y="1025479"/>
                </a:lnTo>
                <a:close/>
              </a:path>
            </a:pathLst>
          </a:custGeom>
          <a:gradFill>
            <a:gsLst>
              <a:gs pos="0">
                <a:srgbClr val="5B9BD5"/>
              </a:gs>
              <a:gs pos="81000">
                <a:schemeClr val="bg1">
                  <a:alpha val="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Light" panose="020B0502040204020203" pitchFamily="34" charset="-122"/>
              <a:cs typeface="Times New Roman" panose="02020603050405020304" pitchFamily="18" charset="0"/>
            </a:endParaRPr>
          </a:p>
        </p:txBody>
      </p:sp>
      <p:grpSp>
        <p:nvGrpSpPr>
          <p:cNvPr id="52" name="组合 1">
            <a:extLst>
              <a:ext uri="{FF2B5EF4-FFF2-40B4-BE49-F238E27FC236}">
                <a16:creationId xmlns:a16="http://schemas.microsoft.com/office/drawing/2014/main" id="{22616D40-BA57-6D66-04B2-05E6C7A4A737}"/>
              </a:ext>
            </a:extLst>
          </p:cNvPr>
          <p:cNvGrpSpPr/>
          <p:nvPr/>
        </p:nvGrpSpPr>
        <p:grpSpPr>
          <a:xfrm>
            <a:off x="1594532" y="4005808"/>
            <a:ext cx="6158976" cy="1106083"/>
            <a:chOff x="2586421" y="4457695"/>
            <a:chExt cx="7569835" cy="1708428"/>
          </a:xfrm>
        </p:grpSpPr>
        <p:sp>
          <p:nvSpPr>
            <p:cNvPr id="53" name="矩形: 圆角 447">
              <a:extLst>
                <a:ext uri="{FF2B5EF4-FFF2-40B4-BE49-F238E27FC236}">
                  <a16:creationId xmlns:a16="http://schemas.microsoft.com/office/drawing/2014/main" id="{10BA4D56-A858-1DE0-D336-4C603C81FC7B}"/>
                </a:ext>
              </a:extLst>
            </p:cNvPr>
            <p:cNvSpPr/>
            <p:nvPr>
              <p:custDataLst>
                <p:tags r:id="rId1"/>
              </p:custDataLst>
            </p:nvPr>
          </p:nvSpPr>
          <p:spPr>
            <a:xfrm>
              <a:off x="2586421" y="4860967"/>
              <a:ext cx="7569835" cy="1305156"/>
            </a:xfrm>
            <a:prstGeom prst="roundRect">
              <a:avLst>
                <a:gd name="adj" fmla="val 6534"/>
              </a:avLst>
            </a:prstGeom>
            <a:solidFill>
              <a:schemeClr val="bg1"/>
            </a:solidFill>
            <a:ln w="12700">
              <a:solidFill>
                <a:schemeClr val="accent1"/>
              </a:solidFill>
            </a:ln>
            <a:effectLst>
              <a:outerShdw blurRad="127000" dist="50800" dir="2700000" algn="tl" rotWithShape="0">
                <a:srgbClr val="02377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400" b="1">
                <a:solidFill>
                  <a:schemeClr val="bg1"/>
                </a:solidFill>
                <a:latin typeface="Times New Roman" panose="02020603050405020304" pitchFamily="18" charset="0"/>
                <a:cs typeface="Times New Roman" panose="02020603050405020304" pitchFamily="18" charset="0"/>
                <a:sym typeface="+mn-lt"/>
              </a:endParaRPr>
            </a:p>
          </p:txBody>
        </p:sp>
        <p:sp>
          <p:nvSpPr>
            <p:cNvPr id="54" name="文本框 96">
              <a:extLst>
                <a:ext uri="{FF2B5EF4-FFF2-40B4-BE49-F238E27FC236}">
                  <a16:creationId xmlns:a16="http://schemas.microsoft.com/office/drawing/2014/main" id="{80E7BEC1-4852-5FB9-AF63-6D7D3614315E}"/>
                </a:ext>
              </a:extLst>
            </p:cNvPr>
            <p:cNvSpPr txBox="1"/>
            <p:nvPr/>
          </p:nvSpPr>
          <p:spPr>
            <a:xfrm>
              <a:off x="3759752" y="4983936"/>
              <a:ext cx="4504315" cy="1059215"/>
            </a:xfrm>
            <a:prstGeom prst="rect">
              <a:avLst/>
            </a:prstGeom>
            <a:noFill/>
          </p:spPr>
          <p:txBody>
            <a:bodyPr wrap="square">
              <a:spAutoFit/>
            </a:bodyPr>
            <a:lstStyle>
              <a:defPPr>
                <a:defRPr lang="zh-CN"/>
              </a:defPPr>
              <a:lvl1pPr algn="ctr">
                <a:lnSpc>
                  <a:spcPts val="2000"/>
                </a:lnSpc>
                <a:defRPr sz="1400" kern="100">
                  <a:effectLst/>
                  <a:latin typeface="微软雅黑" panose="020B0503020204020204" charset="-122"/>
                  <a:ea typeface="微软雅黑" panose="020B0503020204020204" charset="-122"/>
                  <a:cs typeface="Times New Roman" panose="02020603050405020304" pitchFamily="18" charset="0"/>
                </a:defRPr>
              </a:lvl1pPr>
            </a:lstStyle>
            <a:p>
              <a:pPr marL="285750" indent="-285750" algn="l">
                <a:lnSpc>
                  <a:spcPct val="125000"/>
                </a:lnSpc>
                <a:buFont typeface="Wingdings" panose="05000000000000000000" pitchFamily="2" charset="2"/>
                <a:buChar char="Ø"/>
              </a:pPr>
              <a:r>
                <a:rPr lang="zh-CN" altLang="en-US" sz="1600" b="1" dirty="0">
                  <a:latin typeface="+mn-ea"/>
                  <a:ea typeface="+mn-ea"/>
                  <a:cs typeface="+mn-ea"/>
                </a:rPr>
                <a:t>何时进行调度知识演化（</a:t>
              </a:r>
              <a:r>
                <a:rPr lang="en-US" altLang="zh-CN" sz="1600" b="1" dirty="0">
                  <a:latin typeface="+mn-ea"/>
                  <a:ea typeface="+mn-ea"/>
                  <a:cs typeface="+mn-ea"/>
                </a:rPr>
                <a:t>when</a:t>
              </a:r>
              <a:r>
                <a:rPr lang="zh-CN" altLang="en-US" sz="1600" b="1" dirty="0">
                  <a:latin typeface="+mn-ea"/>
                  <a:ea typeface="+mn-ea"/>
                  <a:cs typeface="+mn-ea"/>
                </a:rPr>
                <a:t>？）</a:t>
              </a:r>
              <a:endParaRPr lang="en-US" altLang="zh-CN" sz="1600" b="1" dirty="0">
                <a:latin typeface="+mn-ea"/>
                <a:ea typeface="+mn-ea"/>
                <a:cs typeface="+mn-ea"/>
              </a:endParaRPr>
            </a:p>
            <a:p>
              <a:pPr marL="285750" indent="-285750" algn="l">
                <a:lnSpc>
                  <a:spcPct val="125000"/>
                </a:lnSpc>
                <a:buFont typeface="Wingdings" panose="05000000000000000000" pitchFamily="2" charset="2"/>
                <a:buChar char="Ø"/>
              </a:pPr>
              <a:r>
                <a:rPr lang="zh-CN" altLang="zh-CN" sz="1600" b="1" dirty="0">
                  <a:latin typeface="+mn-ea"/>
                  <a:ea typeface="+mn-ea"/>
                  <a:cs typeface="+mn-ea"/>
                </a:rPr>
                <a:t>如何</a:t>
              </a:r>
              <a:r>
                <a:rPr lang="zh-CN" altLang="en-US" sz="1600" b="1" dirty="0">
                  <a:latin typeface="+mn-ea"/>
                  <a:ea typeface="+mn-ea"/>
                  <a:cs typeface="+mn-ea"/>
                </a:rPr>
                <a:t>实现调度知识演化（</a:t>
              </a:r>
              <a:r>
                <a:rPr lang="en-US" altLang="zh-CN" sz="1600" b="1" dirty="0">
                  <a:latin typeface="+mn-ea"/>
                  <a:ea typeface="+mn-ea"/>
                  <a:cs typeface="+mn-ea"/>
                </a:rPr>
                <a:t>how</a:t>
              </a:r>
              <a:r>
                <a:rPr lang="zh-CN" altLang="en-US" sz="1600" b="1" dirty="0">
                  <a:latin typeface="+mn-ea"/>
                  <a:ea typeface="+mn-ea"/>
                  <a:cs typeface="+mn-ea"/>
                </a:rPr>
                <a:t>？）</a:t>
              </a:r>
            </a:p>
          </p:txBody>
        </p:sp>
        <p:sp>
          <p:nvSpPr>
            <p:cNvPr id="55" name="矩形: 圆角 164">
              <a:extLst>
                <a:ext uri="{FF2B5EF4-FFF2-40B4-BE49-F238E27FC236}">
                  <a16:creationId xmlns:a16="http://schemas.microsoft.com/office/drawing/2014/main" id="{A555BD89-6378-51FD-EFA4-C23EA3E0F555}"/>
                </a:ext>
              </a:extLst>
            </p:cNvPr>
            <p:cNvSpPr/>
            <p:nvPr/>
          </p:nvSpPr>
          <p:spPr>
            <a:xfrm>
              <a:off x="4993976" y="4457695"/>
              <a:ext cx="2478704" cy="430420"/>
            </a:xfrm>
            <a:prstGeom prst="roundRect">
              <a:avLst>
                <a:gd name="adj" fmla="val 31641"/>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关键研究问题</a:t>
              </a:r>
            </a:p>
          </p:txBody>
        </p:sp>
      </p:grpSp>
      <p:sp>
        <p:nvSpPr>
          <p:cNvPr id="57" name="圆角矩形 89">
            <a:extLst>
              <a:ext uri="{FF2B5EF4-FFF2-40B4-BE49-F238E27FC236}">
                <a16:creationId xmlns:a16="http://schemas.microsoft.com/office/drawing/2014/main" id="{5CDE3CE4-5529-E260-7DDF-00CF6B52335C}"/>
              </a:ext>
            </a:extLst>
          </p:cNvPr>
          <p:cNvSpPr/>
          <p:nvPr/>
        </p:nvSpPr>
        <p:spPr>
          <a:xfrm>
            <a:off x="4931380" y="3182939"/>
            <a:ext cx="3192273" cy="704620"/>
          </a:xfrm>
          <a:prstGeom prst="roundRect">
            <a:avLst/>
          </a:prstGeom>
          <a:noFill/>
          <a:ln w="22225">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当调度知识不再适用于当前开放动态环境时，实现调度知识的</a:t>
            </a:r>
            <a:r>
              <a:rPr lang="zh-CN" altLang="en-US" sz="12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持续学习和演化</a:t>
            </a:r>
            <a:r>
              <a:rPr lang="zh-CN" altLang="en-US" sz="12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以适应未知变化的环境。</a:t>
            </a:r>
          </a:p>
        </p:txBody>
      </p:sp>
      <p:sp>
        <p:nvSpPr>
          <p:cNvPr id="58" name="矩形: 圆角 57">
            <a:extLst>
              <a:ext uri="{FF2B5EF4-FFF2-40B4-BE49-F238E27FC236}">
                <a16:creationId xmlns:a16="http://schemas.microsoft.com/office/drawing/2014/main" id="{A4FB0F73-32BE-1BAB-491C-8A3E89044B73}"/>
              </a:ext>
            </a:extLst>
          </p:cNvPr>
          <p:cNvSpPr/>
          <p:nvPr/>
        </p:nvSpPr>
        <p:spPr>
          <a:xfrm>
            <a:off x="8123655" y="3182939"/>
            <a:ext cx="528563" cy="704620"/>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优化方向</a:t>
            </a:r>
          </a:p>
        </p:txBody>
      </p:sp>
      <p:sp>
        <p:nvSpPr>
          <p:cNvPr id="59" name="左右箭头 151">
            <a:extLst>
              <a:ext uri="{FF2B5EF4-FFF2-40B4-BE49-F238E27FC236}">
                <a16:creationId xmlns:a16="http://schemas.microsoft.com/office/drawing/2014/main" id="{C618A14E-7F3A-6F48-1897-5C400759E12A}"/>
              </a:ext>
            </a:extLst>
          </p:cNvPr>
          <p:cNvSpPr/>
          <p:nvPr/>
        </p:nvSpPr>
        <p:spPr>
          <a:xfrm>
            <a:off x="4278107" y="3384091"/>
            <a:ext cx="662441" cy="288032"/>
          </a:xfrm>
          <a:prstGeom prst="leftRightArrow">
            <a:avLst/>
          </a:prstGeom>
          <a:solidFill>
            <a:srgbClr val="5B9BD5"/>
          </a:solid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CB12403D-2A92-EA34-70FC-9AFEDF411723}"/>
              </a:ext>
            </a:extLst>
          </p:cNvPr>
          <p:cNvSpPr/>
          <p:nvPr/>
        </p:nvSpPr>
        <p:spPr>
          <a:xfrm>
            <a:off x="1021255" y="1876174"/>
            <a:ext cx="309358" cy="249466"/>
          </a:xfrm>
          <a:prstGeom prst="rightArrow">
            <a:avLst/>
          </a:prstGeom>
          <a:solidFill>
            <a:srgbClr val="5B9BD5"/>
          </a:solidFill>
          <a:ln w="9525" cap="flat">
            <a:noFill/>
            <a:prstDash val="solid"/>
            <a:miter/>
          </a:ln>
        </p:spPr>
        <p:txBody>
          <a:bodyPr rtlCol="0" anchor="ctr"/>
          <a:lstStyle/>
          <a:p>
            <a:pPr algn="l"/>
            <a:endParaRPr lang="zh-CN" altLang="en-US" dirty="0"/>
          </a:p>
        </p:txBody>
      </p:sp>
      <p:sp>
        <p:nvSpPr>
          <p:cNvPr id="61" name="箭头: 右 60">
            <a:extLst>
              <a:ext uri="{FF2B5EF4-FFF2-40B4-BE49-F238E27FC236}">
                <a16:creationId xmlns:a16="http://schemas.microsoft.com/office/drawing/2014/main" id="{F1EA3A07-A992-01DC-16A1-DB10AEE5A94D}"/>
              </a:ext>
            </a:extLst>
          </p:cNvPr>
          <p:cNvSpPr/>
          <p:nvPr/>
        </p:nvSpPr>
        <p:spPr>
          <a:xfrm>
            <a:off x="3009961" y="1876174"/>
            <a:ext cx="309358" cy="249466"/>
          </a:xfrm>
          <a:prstGeom prst="rightArrow">
            <a:avLst/>
          </a:prstGeom>
          <a:solidFill>
            <a:srgbClr val="5B9BD5"/>
          </a:solidFill>
          <a:ln w="9525" cap="flat">
            <a:noFill/>
            <a:prstDash val="solid"/>
            <a:miter/>
          </a:ln>
        </p:spPr>
        <p:txBody>
          <a:bodyPr rtlCol="0" anchor="ctr"/>
          <a:lstStyle/>
          <a:p>
            <a:pPr algn="l"/>
            <a:endParaRPr lang="zh-CN" altLang="en-US" dirty="0"/>
          </a:p>
        </p:txBody>
      </p:sp>
      <p:sp>
        <p:nvSpPr>
          <p:cNvPr id="62" name="文本框 61">
            <a:extLst>
              <a:ext uri="{FF2B5EF4-FFF2-40B4-BE49-F238E27FC236}">
                <a16:creationId xmlns:a16="http://schemas.microsoft.com/office/drawing/2014/main" id="{35D099DA-8D78-9225-957E-533572CEFDD2}"/>
              </a:ext>
            </a:extLst>
          </p:cNvPr>
          <p:cNvSpPr txBox="1"/>
          <p:nvPr/>
        </p:nvSpPr>
        <p:spPr>
          <a:xfrm>
            <a:off x="2913716" y="1689280"/>
            <a:ext cx="561356" cy="246221"/>
          </a:xfrm>
          <a:prstGeom prst="rect">
            <a:avLst/>
          </a:prstGeom>
          <a:noFill/>
        </p:spPr>
        <p:txBody>
          <a:bodyPr wrap="square" rtlCol="0">
            <a:spAutoFit/>
          </a:bodyPr>
          <a:lstStyle/>
          <a:p>
            <a:r>
              <a:rPr lang="zh-CN" altLang="en-US" sz="1000" b="1" dirty="0">
                <a:latin typeface="微软雅黑" panose="020B0503020204020204" pitchFamily="34" charset="-122"/>
                <a:ea typeface="微软雅黑" panose="020B0503020204020204" pitchFamily="34" charset="-122"/>
              </a:rPr>
              <a:t>应用</a:t>
            </a:r>
          </a:p>
        </p:txBody>
      </p:sp>
      <p:sp>
        <p:nvSpPr>
          <p:cNvPr id="63" name="文本框 62">
            <a:extLst>
              <a:ext uri="{FF2B5EF4-FFF2-40B4-BE49-F238E27FC236}">
                <a16:creationId xmlns:a16="http://schemas.microsoft.com/office/drawing/2014/main" id="{7FA85DDD-5268-FD80-0227-5DCB2861F168}"/>
              </a:ext>
            </a:extLst>
          </p:cNvPr>
          <p:cNvSpPr txBox="1"/>
          <p:nvPr/>
        </p:nvSpPr>
        <p:spPr>
          <a:xfrm>
            <a:off x="4149130" y="1558493"/>
            <a:ext cx="561356" cy="246221"/>
          </a:xfrm>
          <a:prstGeom prst="rect">
            <a:avLst/>
          </a:prstGeom>
          <a:noFill/>
        </p:spPr>
        <p:txBody>
          <a:bodyPr wrap="square" rtlCol="0">
            <a:spAutoFit/>
          </a:bodyPr>
          <a:lstStyle/>
          <a:p>
            <a:r>
              <a:rPr lang="zh-CN" altLang="en-US" sz="1000" b="1" dirty="0">
                <a:latin typeface="微软雅黑" panose="020B0503020204020204" pitchFamily="34" charset="-122"/>
                <a:ea typeface="微软雅黑" panose="020B0503020204020204" pitchFamily="34" charset="-122"/>
              </a:rPr>
              <a:t>生成</a:t>
            </a:r>
          </a:p>
        </p:txBody>
      </p:sp>
      <p:cxnSp>
        <p:nvCxnSpPr>
          <p:cNvPr id="66" name="直接箭头连接符 65">
            <a:extLst>
              <a:ext uri="{FF2B5EF4-FFF2-40B4-BE49-F238E27FC236}">
                <a16:creationId xmlns:a16="http://schemas.microsoft.com/office/drawing/2014/main" id="{7B2951DA-FA13-8C5A-EEB2-6B6D15E4BFCC}"/>
              </a:ext>
            </a:extLst>
          </p:cNvPr>
          <p:cNvCxnSpPr>
            <a:cxnSpLocks/>
            <a:stCxn id="24" idx="2"/>
            <a:endCxn id="26" idx="0"/>
          </p:cNvCxnSpPr>
          <p:nvPr/>
        </p:nvCxnSpPr>
        <p:spPr>
          <a:xfrm flipH="1">
            <a:off x="5037890" y="1941782"/>
            <a:ext cx="450" cy="249466"/>
          </a:xfrm>
          <a:prstGeom prst="straightConnector1">
            <a:avLst/>
          </a:prstGeom>
          <a:ln w="19050" cap="flat" cmpd="sng" algn="ctr">
            <a:solidFill>
              <a:schemeClr val="accent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91" name="文本框 90">
            <a:extLst>
              <a:ext uri="{FF2B5EF4-FFF2-40B4-BE49-F238E27FC236}">
                <a16:creationId xmlns:a16="http://schemas.microsoft.com/office/drawing/2014/main" id="{6BED8AF6-1E9B-1877-5378-85305DCD8462}"/>
              </a:ext>
            </a:extLst>
          </p:cNvPr>
          <p:cNvSpPr txBox="1"/>
          <p:nvPr/>
        </p:nvSpPr>
        <p:spPr>
          <a:xfrm>
            <a:off x="6485860" y="1962427"/>
            <a:ext cx="561356" cy="246221"/>
          </a:xfrm>
          <a:prstGeom prst="rect">
            <a:avLst/>
          </a:prstGeom>
          <a:noFill/>
        </p:spPr>
        <p:txBody>
          <a:bodyPr wrap="square" rtlCol="0">
            <a:spAutoFit/>
          </a:bodyPr>
          <a:lstStyle/>
          <a:p>
            <a:r>
              <a:rPr lang="zh-CN" altLang="en-US" sz="1000" b="1" dirty="0">
                <a:latin typeface="微软雅黑" panose="020B0503020204020204" pitchFamily="34" charset="-122"/>
                <a:ea typeface="微软雅黑" panose="020B0503020204020204" pitchFamily="34" charset="-122"/>
              </a:rPr>
              <a:t>输出</a:t>
            </a:r>
          </a:p>
        </p:txBody>
      </p:sp>
      <p:sp>
        <p:nvSpPr>
          <p:cNvPr id="92" name="文本框 91">
            <a:extLst>
              <a:ext uri="{FF2B5EF4-FFF2-40B4-BE49-F238E27FC236}">
                <a16:creationId xmlns:a16="http://schemas.microsoft.com/office/drawing/2014/main" id="{BDE8227D-22B5-E319-AC65-D7BCB2BDEE81}"/>
              </a:ext>
            </a:extLst>
          </p:cNvPr>
          <p:cNvSpPr txBox="1"/>
          <p:nvPr/>
        </p:nvSpPr>
        <p:spPr>
          <a:xfrm>
            <a:off x="6957328" y="1525763"/>
            <a:ext cx="561356" cy="246221"/>
          </a:xfrm>
          <a:prstGeom prst="rect">
            <a:avLst/>
          </a:prstGeom>
          <a:noFill/>
        </p:spPr>
        <p:txBody>
          <a:bodyPr wrap="square" rtlCol="0">
            <a:spAutoFit/>
          </a:bodyPr>
          <a:lstStyle/>
          <a:p>
            <a:r>
              <a:rPr lang="zh-CN" altLang="en-US" sz="1000" b="1" dirty="0">
                <a:latin typeface="微软雅黑" panose="020B0503020204020204" pitchFamily="34" charset="-122"/>
                <a:ea typeface="微软雅黑" panose="020B0503020204020204" pitchFamily="34" charset="-122"/>
              </a:rPr>
              <a:t>指导</a:t>
            </a:r>
          </a:p>
        </p:txBody>
      </p:sp>
    </p:spTree>
    <p:extLst>
      <p:ext uri="{BB962C8B-B14F-4D97-AF65-F5344CB8AC3E}">
        <p14:creationId xmlns:p14="http://schemas.microsoft.com/office/powerpoint/2010/main" val="1829096319"/>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9458F-30D0-CD33-6040-5F33E443D240}"/>
            </a:ext>
          </a:extLst>
        </p:cNvPr>
        <p:cNvGrpSpPr/>
        <p:nvPr/>
      </p:nvGrpSpPr>
      <p:grpSpPr>
        <a:xfrm>
          <a:off x="0" y="0"/>
          <a:ext cx="0" cy="0"/>
          <a:chOff x="0" y="0"/>
          <a:chExt cx="0" cy="0"/>
        </a:xfrm>
      </p:grpSpPr>
      <p:grpSp>
        <p:nvGrpSpPr>
          <p:cNvPr id="16" name="组合 15">
            <a:extLst>
              <a:ext uri="{FF2B5EF4-FFF2-40B4-BE49-F238E27FC236}">
                <a16:creationId xmlns:a16="http://schemas.microsoft.com/office/drawing/2014/main" id="{6EF26039-16FB-D0D0-A12C-1579DFB2CB81}"/>
              </a:ext>
            </a:extLst>
          </p:cNvPr>
          <p:cNvGrpSpPr/>
          <p:nvPr/>
        </p:nvGrpSpPr>
        <p:grpSpPr>
          <a:xfrm>
            <a:off x="-2" y="0"/>
            <a:ext cx="3200402" cy="5143500"/>
            <a:chOff x="0" y="0"/>
            <a:chExt cx="4594690" cy="7432121"/>
          </a:xfrm>
        </p:grpSpPr>
        <p:grpSp>
          <p:nvGrpSpPr>
            <p:cNvPr id="17" name="组合 16">
              <a:extLst>
                <a:ext uri="{FF2B5EF4-FFF2-40B4-BE49-F238E27FC236}">
                  <a16:creationId xmlns:a16="http://schemas.microsoft.com/office/drawing/2014/main" id="{3C6199E8-0FB8-3D8A-B203-D397B92C4E1C}"/>
                </a:ext>
              </a:extLst>
            </p:cNvPr>
            <p:cNvGrpSpPr/>
            <p:nvPr/>
          </p:nvGrpSpPr>
          <p:grpSpPr>
            <a:xfrm>
              <a:off x="0" y="0"/>
              <a:ext cx="4594690" cy="7432121"/>
              <a:chOff x="0" y="0"/>
              <a:chExt cx="4594690" cy="7432121"/>
            </a:xfrm>
          </p:grpSpPr>
          <p:sp>
            <p:nvSpPr>
              <p:cNvPr id="27" name="等腰三角形 77">
                <a:extLst>
                  <a:ext uri="{FF2B5EF4-FFF2-40B4-BE49-F238E27FC236}">
                    <a16:creationId xmlns:a16="http://schemas.microsoft.com/office/drawing/2014/main" id="{9EF483F9-5915-BFE7-437C-631D6C2AAEAC}"/>
                  </a:ext>
                </a:extLst>
              </p:cNvPr>
              <p:cNvSpPr/>
              <p:nvPr/>
            </p:nvSpPr>
            <p:spPr>
              <a:xfrm rot="5400000">
                <a:off x="3835529" y="2888903"/>
                <a:ext cx="815395" cy="702927"/>
              </a:xfrm>
              <a:prstGeom prst="triangle">
                <a:avLst/>
              </a:prstGeom>
              <a:solidFill>
                <a:schemeClr val="accent5">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28" name="矩形 27">
                <a:extLst>
                  <a:ext uri="{FF2B5EF4-FFF2-40B4-BE49-F238E27FC236}">
                    <a16:creationId xmlns:a16="http://schemas.microsoft.com/office/drawing/2014/main" id="{A288EB95-6877-5DD3-D682-019ECA9E4BCB}"/>
                  </a:ext>
                </a:extLst>
              </p:cNvPr>
              <p:cNvSpPr/>
              <p:nvPr/>
            </p:nvSpPr>
            <p:spPr>
              <a:xfrm>
                <a:off x="0" y="0"/>
                <a:ext cx="4027471" cy="7432121"/>
              </a:xfrm>
              <a:prstGeom prst="rect">
                <a:avLst/>
              </a:prstGeom>
              <a:solidFill>
                <a:schemeClr val="accent5">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sp>
          <p:nvSpPr>
            <p:cNvPr id="18" name="椭圆 17">
              <a:extLst>
                <a:ext uri="{FF2B5EF4-FFF2-40B4-BE49-F238E27FC236}">
                  <a16:creationId xmlns:a16="http://schemas.microsoft.com/office/drawing/2014/main" id="{D55C07C6-8D78-1708-8726-CF8B9DF56963}"/>
                </a:ext>
              </a:extLst>
            </p:cNvPr>
            <p:cNvSpPr/>
            <p:nvPr/>
          </p:nvSpPr>
          <p:spPr>
            <a:xfrm>
              <a:off x="1058238" y="1181528"/>
              <a:ext cx="2126751" cy="2126751"/>
            </a:xfrm>
            <a:prstGeom prst="ellipse">
              <a:avLst/>
            </a:prstGeom>
            <a:noFill/>
            <a:ln w="1111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19" name="文本框 18">
              <a:extLst>
                <a:ext uri="{FF2B5EF4-FFF2-40B4-BE49-F238E27FC236}">
                  <a16:creationId xmlns:a16="http://schemas.microsoft.com/office/drawing/2014/main" id="{D2A107DF-2442-FBB9-8E94-92C27A5289EA}"/>
                </a:ext>
              </a:extLst>
            </p:cNvPr>
            <p:cNvSpPr txBox="1"/>
            <p:nvPr/>
          </p:nvSpPr>
          <p:spPr>
            <a:xfrm>
              <a:off x="1577816" y="4194987"/>
              <a:ext cx="1135218" cy="533668"/>
            </a:xfrm>
            <a:prstGeom prst="rect">
              <a:avLst/>
            </a:prstGeom>
            <a:noFill/>
          </p:spPr>
          <p:txBody>
            <a:bodyPr wrap="none" rtlCol="0">
              <a:spAutoFit/>
            </a:bodyPr>
            <a:lstStyle/>
            <a:p>
              <a:r>
                <a:rPr lang="zh-CN" altLang="en-US" sz="1800" b="1" spc="563">
                  <a:solidFill>
                    <a:schemeClr val="bg1"/>
                  </a:solidFill>
                  <a:latin typeface="微软雅黑" panose="020B0503020204020204" pitchFamily="34" charset="-122"/>
                  <a:ea typeface="微软雅黑" panose="020B0503020204020204" pitchFamily="34" charset="-122"/>
                </a:rPr>
                <a:t>目录</a:t>
              </a:r>
            </a:p>
          </p:txBody>
        </p:sp>
        <p:sp>
          <p:nvSpPr>
            <p:cNvPr id="20" name="文本框 19">
              <a:extLst>
                <a:ext uri="{FF2B5EF4-FFF2-40B4-BE49-F238E27FC236}">
                  <a16:creationId xmlns:a16="http://schemas.microsoft.com/office/drawing/2014/main" id="{2F0CE48A-B81D-3560-03AB-6576CD2AAE02}"/>
                </a:ext>
              </a:extLst>
            </p:cNvPr>
            <p:cNvSpPr txBox="1"/>
            <p:nvPr/>
          </p:nvSpPr>
          <p:spPr>
            <a:xfrm>
              <a:off x="1239052" y="4682950"/>
              <a:ext cx="1866869" cy="533668"/>
            </a:xfrm>
            <a:prstGeom prst="rect">
              <a:avLst/>
            </a:prstGeom>
            <a:noFill/>
          </p:spPr>
          <p:txBody>
            <a:bodyPr wrap="none" rtlCol="0">
              <a:spAutoFit/>
            </a:bodyPr>
            <a:lstStyle/>
            <a:p>
              <a:r>
                <a:rPr lang="en-US" altLang="zh-CN" sz="1800" dirty="0">
                  <a:solidFill>
                    <a:schemeClr val="bg1"/>
                  </a:solidFill>
                  <a:latin typeface="Arial Black" panose="020B0A04020102020204" pitchFamily="34" charset="0"/>
                  <a:ea typeface="Kozuka Gothic Pro B" panose="020B0800000000000000" pitchFamily="34" charset="-128"/>
                </a:rPr>
                <a:t>contents</a:t>
              </a:r>
              <a:endParaRPr lang="zh-CN" altLang="en-US" sz="1800">
                <a:solidFill>
                  <a:schemeClr val="bg1"/>
                </a:solidFill>
                <a:latin typeface="Arial Black" panose="020B0A04020102020204" pitchFamily="34" charset="0"/>
                <a:ea typeface="Kozuka Gothic Pro B" panose="020B0800000000000000" pitchFamily="34" charset="-128"/>
              </a:endParaRPr>
            </a:p>
          </p:txBody>
        </p:sp>
        <p:grpSp>
          <p:nvGrpSpPr>
            <p:cNvPr id="21" name="组合 20">
              <a:extLst>
                <a:ext uri="{FF2B5EF4-FFF2-40B4-BE49-F238E27FC236}">
                  <a16:creationId xmlns:a16="http://schemas.microsoft.com/office/drawing/2014/main" id="{50A48F4A-AAE4-92DB-D13E-0FA841B454E0}"/>
                </a:ext>
              </a:extLst>
            </p:cNvPr>
            <p:cNvGrpSpPr/>
            <p:nvPr/>
          </p:nvGrpSpPr>
          <p:grpSpPr>
            <a:xfrm flipH="1">
              <a:off x="722518" y="4925660"/>
              <a:ext cx="637650" cy="48248"/>
              <a:chOff x="2782883" y="4944533"/>
              <a:chExt cx="637650" cy="48248"/>
            </a:xfrm>
          </p:grpSpPr>
          <p:cxnSp>
            <p:nvCxnSpPr>
              <p:cNvPr id="25" name="直接连接符 75">
                <a:extLst>
                  <a:ext uri="{FF2B5EF4-FFF2-40B4-BE49-F238E27FC236}">
                    <a16:creationId xmlns:a16="http://schemas.microsoft.com/office/drawing/2014/main" id="{2C10A80A-E66B-6EC8-0533-D283F005E7CA}"/>
                  </a:ext>
                </a:extLst>
              </p:cNvPr>
              <p:cNvCxnSpPr/>
              <p:nvPr/>
            </p:nvCxnSpPr>
            <p:spPr>
              <a:xfrm>
                <a:off x="2806655" y="4968658"/>
                <a:ext cx="61387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E6A474B9-B9EF-699B-61E5-CB8BDC4A0C8D}"/>
                  </a:ext>
                </a:extLst>
              </p:cNvPr>
              <p:cNvSpPr/>
              <p:nvPr/>
            </p:nvSpPr>
            <p:spPr>
              <a:xfrm flipH="1">
                <a:off x="2782883" y="4944533"/>
                <a:ext cx="53139" cy="482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grpSp>
          <p:nvGrpSpPr>
            <p:cNvPr id="22" name="组合 21">
              <a:extLst>
                <a:ext uri="{FF2B5EF4-FFF2-40B4-BE49-F238E27FC236}">
                  <a16:creationId xmlns:a16="http://schemas.microsoft.com/office/drawing/2014/main" id="{CDFC5CF4-E7E3-4215-B9B4-5A32008C05D3}"/>
                </a:ext>
              </a:extLst>
            </p:cNvPr>
            <p:cNvGrpSpPr/>
            <p:nvPr/>
          </p:nvGrpSpPr>
          <p:grpSpPr>
            <a:xfrm>
              <a:off x="2962426" y="4925660"/>
              <a:ext cx="640448" cy="48249"/>
              <a:chOff x="3028447" y="4944533"/>
              <a:chExt cx="640448" cy="48249"/>
            </a:xfrm>
          </p:grpSpPr>
          <p:cxnSp>
            <p:nvCxnSpPr>
              <p:cNvPr id="23" name="直接连接符 73">
                <a:extLst>
                  <a:ext uri="{FF2B5EF4-FFF2-40B4-BE49-F238E27FC236}">
                    <a16:creationId xmlns:a16="http://schemas.microsoft.com/office/drawing/2014/main" id="{BE692A57-82C2-7D81-AEE1-06263722F40D}"/>
                  </a:ext>
                </a:extLst>
              </p:cNvPr>
              <p:cNvCxnSpPr/>
              <p:nvPr/>
            </p:nvCxnSpPr>
            <p:spPr>
              <a:xfrm>
                <a:off x="3055017" y="4968656"/>
                <a:ext cx="61387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BE2B5115-36BF-5CCE-1C61-DC75D53F8A04}"/>
                  </a:ext>
                </a:extLst>
              </p:cNvPr>
              <p:cNvSpPr/>
              <p:nvPr/>
            </p:nvSpPr>
            <p:spPr>
              <a:xfrm flipH="1">
                <a:off x="3028447" y="4944533"/>
                <a:ext cx="53140" cy="482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grpSp>
      <p:pic>
        <p:nvPicPr>
          <p:cNvPr id="29" name="图片 28">
            <a:extLst>
              <a:ext uri="{FF2B5EF4-FFF2-40B4-BE49-F238E27FC236}">
                <a16:creationId xmlns:a16="http://schemas.microsoft.com/office/drawing/2014/main" id="{1F2827FA-B2D2-D07B-4F8F-75680BF781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4981" y="1162546"/>
            <a:ext cx="809198" cy="809198"/>
          </a:xfrm>
          <a:prstGeom prst="rect">
            <a:avLst/>
          </a:prstGeom>
        </p:spPr>
      </p:pic>
      <p:grpSp>
        <p:nvGrpSpPr>
          <p:cNvPr id="8" name="组合 7">
            <a:extLst>
              <a:ext uri="{FF2B5EF4-FFF2-40B4-BE49-F238E27FC236}">
                <a16:creationId xmlns:a16="http://schemas.microsoft.com/office/drawing/2014/main" id="{1A501C21-A8A6-015A-338D-CCDA0D0652F1}"/>
              </a:ext>
            </a:extLst>
          </p:cNvPr>
          <p:cNvGrpSpPr/>
          <p:nvPr/>
        </p:nvGrpSpPr>
        <p:grpSpPr>
          <a:xfrm>
            <a:off x="4571998" y="695350"/>
            <a:ext cx="2325514" cy="3658684"/>
            <a:chOff x="4600514" y="730902"/>
            <a:chExt cx="2325514" cy="3658684"/>
          </a:xfrm>
        </p:grpSpPr>
        <p:grpSp>
          <p:nvGrpSpPr>
            <p:cNvPr id="30" name="组合 29">
              <a:extLst>
                <a:ext uri="{FF2B5EF4-FFF2-40B4-BE49-F238E27FC236}">
                  <a16:creationId xmlns:a16="http://schemas.microsoft.com/office/drawing/2014/main" id="{5F59B568-3D58-982D-65A2-5D4EB1D49F76}"/>
                </a:ext>
              </a:extLst>
            </p:cNvPr>
            <p:cNvGrpSpPr/>
            <p:nvPr/>
          </p:nvGrpSpPr>
          <p:grpSpPr>
            <a:xfrm>
              <a:off x="4600528" y="730902"/>
              <a:ext cx="2307910" cy="540664"/>
              <a:chOff x="7343421" y="1218073"/>
              <a:chExt cx="2492611" cy="613458"/>
            </a:xfrm>
          </p:grpSpPr>
          <p:sp>
            <p:nvSpPr>
              <p:cNvPr id="31" name="椭圆 30">
                <a:extLst>
                  <a:ext uri="{FF2B5EF4-FFF2-40B4-BE49-F238E27FC236}">
                    <a16:creationId xmlns:a16="http://schemas.microsoft.com/office/drawing/2014/main" id="{9DAE46B0-D980-2EB2-8D44-DBDD15266A67}"/>
                  </a:ext>
                </a:extLst>
              </p:cNvPr>
              <p:cNvSpPr/>
              <p:nvPr/>
            </p:nvSpPr>
            <p:spPr>
              <a:xfrm>
                <a:off x="7343421" y="1218073"/>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01</a:t>
                </a:r>
                <a:endParaRPr lang="zh-CN" altLang="en-US" sz="140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18EEB9C2-1CB5-A85B-40E7-C800B884A67B}"/>
                  </a:ext>
                </a:extLst>
              </p:cNvPr>
              <p:cNvSpPr txBox="1"/>
              <p:nvPr/>
            </p:nvSpPr>
            <p:spPr>
              <a:xfrm>
                <a:off x="8528561" y="1298124"/>
                <a:ext cx="1307471" cy="453980"/>
              </a:xfrm>
              <a:prstGeom prst="rect">
                <a:avLst/>
              </a:prstGeom>
              <a:noFill/>
            </p:spPr>
            <p:txBody>
              <a:bodyPr wrap="none" rtlCol="0">
                <a:spAutoFit/>
              </a:bodyPr>
              <a:lstStyle/>
              <a:p>
                <a:r>
                  <a:rPr lang="zh-CN" altLang="en-US" sz="2000" dirty="0">
                    <a:solidFill>
                      <a:schemeClr val="accent1">
                        <a:lumMod val="50000"/>
                      </a:schemeClr>
                    </a:solidFill>
                    <a:latin typeface="微软雅黑" panose="020B0503020204020204" pitchFamily="34" charset="-122"/>
                    <a:ea typeface="微软雅黑" panose="020B0503020204020204" pitchFamily="34" charset="-122"/>
                  </a:rPr>
                  <a:t>研究背景</a:t>
                </a:r>
              </a:p>
            </p:txBody>
          </p:sp>
        </p:grpSp>
        <p:grpSp>
          <p:nvGrpSpPr>
            <p:cNvPr id="33" name="组合 32">
              <a:extLst>
                <a:ext uri="{FF2B5EF4-FFF2-40B4-BE49-F238E27FC236}">
                  <a16:creationId xmlns:a16="http://schemas.microsoft.com/office/drawing/2014/main" id="{11C14E29-AF20-FB50-B007-E1B358602FF6}"/>
                </a:ext>
              </a:extLst>
            </p:cNvPr>
            <p:cNvGrpSpPr/>
            <p:nvPr/>
          </p:nvGrpSpPr>
          <p:grpSpPr>
            <a:xfrm>
              <a:off x="4600532" y="1510408"/>
              <a:ext cx="2325496" cy="540663"/>
              <a:chOff x="7343420" y="2320799"/>
              <a:chExt cx="2511597" cy="613458"/>
            </a:xfrm>
          </p:grpSpPr>
          <p:sp>
            <p:nvSpPr>
              <p:cNvPr id="34" name="文本框 33">
                <a:extLst>
                  <a:ext uri="{FF2B5EF4-FFF2-40B4-BE49-F238E27FC236}">
                    <a16:creationId xmlns:a16="http://schemas.microsoft.com/office/drawing/2014/main" id="{BBD15F3F-F698-3C80-9A28-5B97AF254A31}"/>
                  </a:ext>
                </a:extLst>
              </p:cNvPr>
              <p:cNvSpPr txBox="1"/>
              <p:nvPr/>
            </p:nvSpPr>
            <p:spPr>
              <a:xfrm>
                <a:off x="8547550" y="2407954"/>
                <a:ext cx="1307467" cy="453981"/>
              </a:xfrm>
              <a:prstGeom prst="rect">
                <a:avLst/>
              </a:prstGeom>
              <a:noFill/>
            </p:spPr>
            <p:txBody>
              <a:bodyPr wrap="none" rtlCol="0">
                <a:spAutoFit/>
              </a:bodyPr>
              <a:lstStyle/>
              <a:p>
                <a:r>
                  <a:rPr lang="zh-CN" altLang="en-US" sz="2000" b="1" dirty="0">
                    <a:solidFill>
                      <a:srgbClr val="2F5597"/>
                    </a:solidFill>
                    <a:latin typeface="微软雅黑" panose="020B0503020204020204" pitchFamily="34" charset="-122"/>
                    <a:ea typeface="微软雅黑" panose="020B0503020204020204" pitchFamily="34" charset="-122"/>
                  </a:rPr>
                  <a:t>文献综述</a:t>
                </a:r>
              </a:p>
            </p:txBody>
          </p:sp>
          <p:sp>
            <p:nvSpPr>
              <p:cNvPr id="35" name="椭圆 34">
                <a:extLst>
                  <a:ext uri="{FF2B5EF4-FFF2-40B4-BE49-F238E27FC236}">
                    <a16:creationId xmlns:a16="http://schemas.microsoft.com/office/drawing/2014/main" id="{DB56DE81-A4A3-E58B-2725-41912DC6ADA6}"/>
                  </a:ext>
                </a:extLst>
              </p:cNvPr>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02</a:t>
                </a:r>
                <a:endParaRPr lang="zh-CN" altLang="en-US" sz="1400">
                  <a:latin typeface="微软雅黑" panose="020B0503020204020204" pitchFamily="34" charset="-122"/>
                  <a:ea typeface="微软雅黑" panose="020B0503020204020204" pitchFamily="34" charset="-122"/>
                </a:endParaRPr>
              </a:p>
            </p:txBody>
          </p:sp>
        </p:grpSp>
        <p:grpSp>
          <p:nvGrpSpPr>
            <p:cNvPr id="39" name="组合 38">
              <a:extLst>
                <a:ext uri="{FF2B5EF4-FFF2-40B4-BE49-F238E27FC236}">
                  <a16:creationId xmlns:a16="http://schemas.microsoft.com/office/drawing/2014/main" id="{093659B0-167A-D632-885A-FAB6203C81B2}"/>
                </a:ext>
              </a:extLst>
            </p:cNvPr>
            <p:cNvGrpSpPr/>
            <p:nvPr/>
          </p:nvGrpSpPr>
          <p:grpSpPr>
            <a:xfrm>
              <a:off x="4600540" y="2289913"/>
              <a:ext cx="2325485" cy="540663"/>
              <a:chOff x="7343421" y="4735237"/>
              <a:chExt cx="2511587" cy="613458"/>
            </a:xfrm>
          </p:grpSpPr>
          <p:sp>
            <p:nvSpPr>
              <p:cNvPr id="40" name="文本框 39">
                <a:extLst>
                  <a:ext uri="{FF2B5EF4-FFF2-40B4-BE49-F238E27FC236}">
                    <a16:creationId xmlns:a16="http://schemas.microsoft.com/office/drawing/2014/main" id="{3DF94FA3-8C81-82F2-DF3C-586D5D2ADE76}"/>
                  </a:ext>
                </a:extLst>
              </p:cNvPr>
              <p:cNvSpPr txBox="1"/>
              <p:nvPr/>
            </p:nvSpPr>
            <p:spPr>
              <a:xfrm>
                <a:off x="8547540" y="4812008"/>
                <a:ext cx="1307468"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研究内容</a:t>
                </a:r>
              </a:p>
            </p:txBody>
          </p:sp>
          <p:sp>
            <p:nvSpPr>
              <p:cNvPr id="41" name="椭圆 40">
                <a:extLst>
                  <a:ext uri="{FF2B5EF4-FFF2-40B4-BE49-F238E27FC236}">
                    <a16:creationId xmlns:a16="http://schemas.microsoft.com/office/drawing/2014/main" id="{5D78C8EF-AB8A-EF93-FFDC-B6F2F43F3B02}"/>
                  </a:ext>
                </a:extLst>
              </p:cNvPr>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03</a:t>
                </a:r>
                <a:endParaRPr lang="zh-CN" altLang="en-US" sz="1400" dirty="0">
                  <a:latin typeface="微软雅黑" panose="020B0503020204020204" pitchFamily="34" charset="-122"/>
                  <a:ea typeface="微软雅黑" panose="020B0503020204020204" pitchFamily="34" charset="-122"/>
                </a:endParaRPr>
              </a:p>
            </p:txBody>
          </p:sp>
        </p:grpSp>
        <p:grpSp>
          <p:nvGrpSpPr>
            <p:cNvPr id="2" name="组合 1">
              <a:extLst>
                <a:ext uri="{FF2B5EF4-FFF2-40B4-BE49-F238E27FC236}">
                  <a16:creationId xmlns:a16="http://schemas.microsoft.com/office/drawing/2014/main" id="{AC1CA0B6-1480-E894-C2A9-BCF30596318E}"/>
                </a:ext>
              </a:extLst>
            </p:cNvPr>
            <p:cNvGrpSpPr/>
            <p:nvPr/>
          </p:nvGrpSpPr>
          <p:grpSpPr>
            <a:xfrm>
              <a:off x="4600514" y="3069418"/>
              <a:ext cx="2325493" cy="540663"/>
              <a:chOff x="7343420" y="2320799"/>
              <a:chExt cx="2511595" cy="613458"/>
            </a:xfrm>
          </p:grpSpPr>
          <p:sp>
            <p:nvSpPr>
              <p:cNvPr id="3" name="文本框 2">
                <a:extLst>
                  <a:ext uri="{FF2B5EF4-FFF2-40B4-BE49-F238E27FC236}">
                    <a16:creationId xmlns:a16="http://schemas.microsoft.com/office/drawing/2014/main" id="{D187179E-FA58-3876-D15F-BD0574BDC7FA}"/>
                  </a:ext>
                </a:extLst>
              </p:cNvPr>
              <p:cNvSpPr txBox="1"/>
              <p:nvPr/>
            </p:nvSpPr>
            <p:spPr>
              <a:xfrm>
                <a:off x="8547548" y="2407954"/>
                <a:ext cx="1307467"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技术路线</a:t>
                </a:r>
              </a:p>
            </p:txBody>
          </p:sp>
          <p:sp>
            <p:nvSpPr>
              <p:cNvPr id="4" name="椭圆 3">
                <a:extLst>
                  <a:ext uri="{FF2B5EF4-FFF2-40B4-BE49-F238E27FC236}">
                    <a16:creationId xmlns:a16="http://schemas.microsoft.com/office/drawing/2014/main" id="{7B8051A4-59D8-EE0B-2007-D77730EE9D30}"/>
                  </a:ext>
                </a:extLst>
              </p:cNvPr>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04</a:t>
                </a:r>
                <a:endParaRPr lang="zh-CN" altLang="en-US" sz="1400" dirty="0">
                  <a:latin typeface="微软雅黑" panose="020B0503020204020204" pitchFamily="34" charset="-122"/>
                  <a:ea typeface="微软雅黑" panose="020B0503020204020204" pitchFamily="34" charset="-122"/>
                </a:endParaRPr>
              </a:p>
            </p:txBody>
          </p:sp>
        </p:grpSp>
        <p:grpSp>
          <p:nvGrpSpPr>
            <p:cNvPr id="5" name="组合 4">
              <a:extLst>
                <a:ext uri="{FF2B5EF4-FFF2-40B4-BE49-F238E27FC236}">
                  <a16:creationId xmlns:a16="http://schemas.microsoft.com/office/drawing/2014/main" id="{6A3AA392-783F-6858-A6FB-E02E7D53E616}"/>
                </a:ext>
              </a:extLst>
            </p:cNvPr>
            <p:cNvGrpSpPr/>
            <p:nvPr/>
          </p:nvGrpSpPr>
          <p:grpSpPr>
            <a:xfrm>
              <a:off x="4600527" y="3848923"/>
              <a:ext cx="2325485" cy="540663"/>
              <a:chOff x="7343421" y="4735237"/>
              <a:chExt cx="2511587" cy="613458"/>
            </a:xfrm>
          </p:grpSpPr>
          <p:sp>
            <p:nvSpPr>
              <p:cNvPr id="6" name="文本框 5">
                <a:extLst>
                  <a:ext uri="{FF2B5EF4-FFF2-40B4-BE49-F238E27FC236}">
                    <a16:creationId xmlns:a16="http://schemas.microsoft.com/office/drawing/2014/main" id="{9FB96D02-DB1B-0B98-724F-11D3219457D1}"/>
                  </a:ext>
                </a:extLst>
              </p:cNvPr>
              <p:cNvSpPr txBox="1"/>
              <p:nvPr/>
            </p:nvSpPr>
            <p:spPr>
              <a:xfrm>
                <a:off x="8547540" y="4812008"/>
                <a:ext cx="1307468"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工作计划</a:t>
                </a:r>
              </a:p>
            </p:txBody>
          </p:sp>
          <p:sp>
            <p:nvSpPr>
              <p:cNvPr id="7" name="椭圆 6">
                <a:extLst>
                  <a:ext uri="{FF2B5EF4-FFF2-40B4-BE49-F238E27FC236}">
                    <a16:creationId xmlns:a16="http://schemas.microsoft.com/office/drawing/2014/main" id="{8089799F-8D03-E8C5-7EE1-EA5B175038F5}"/>
                  </a:ext>
                </a:extLst>
              </p:cNvPr>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05</a:t>
                </a:r>
                <a:endParaRPr lang="zh-CN" altLang="en-US" sz="1400" dirty="0">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1352908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6D528-6553-61CC-0A40-D5FAEBB76CFF}"/>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A1A5E242-30CA-E420-9D39-8727152C4EF0}"/>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文献综述</a:t>
            </a:r>
          </a:p>
        </p:txBody>
      </p:sp>
      <p:graphicFrame>
        <p:nvGraphicFramePr>
          <p:cNvPr id="6" name="表格 5">
            <a:extLst>
              <a:ext uri="{FF2B5EF4-FFF2-40B4-BE49-F238E27FC236}">
                <a16:creationId xmlns:a16="http://schemas.microsoft.com/office/drawing/2014/main" id="{AE29825E-0E11-F990-CAE3-FB0303CF59C1}"/>
              </a:ext>
            </a:extLst>
          </p:cNvPr>
          <p:cNvGraphicFramePr>
            <a:graphicFrameLocks noGrp="1"/>
          </p:cNvGraphicFramePr>
          <p:nvPr>
            <p:extLst>
              <p:ext uri="{D42A27DB-BD31-4B8C-83A1-F6EECF244321}">
                <p14:modId xmlns:p14="http://schemas.microsoft.com/office/powerpoint/2010/main" val="586200727"/>
              </p:ext>
            </p:extLst>
          </p:nvPr>
        </p:nvGraphicFramePr>
        <p:xfrm>
          <a:off x="226710" y="930761"/>
          <a:ext cx="8690580" cy="3132030"/>
        </p:xfrm>
        <a:graphic>
          <a:graphicData uri="http://schemas.openxmlformats.org/drawingml/2006/table">
            <a:tbl>
              <a:tblPr firstRow="1" bandRow="1">
                <a:tableStyleId>{5C22544A-7EE6-4342-B048-85BDC9FD1C3A}</a:tableStyleId>
              </a:tblPr>
              <a:tblGrid>
                <a:gridCol w="1167377">
                  <a:extLst>
                    <a:ext uri="{9D8B030D-6E8A-4147-A177-3AD203B41FA5}">
                      <a16:colId xmlns:a16="http://schemas.microsoft.com/office/drawing/2014/main" val="3200958756"/>
                    </a:ext>
                  </a:extLst>
                </a:gridCol>
                <a:gridCol w="2269143">
                  <a:extLst>
                    <a:ext uri="{9D8B030D-6E8A-4147-A177-3AD203B41FA5}">
                      <a16:colId xmlns:a16="http://schemas.microsoft.com/office/drawing/2014/main" val="2558780751"/>
                    </a:ext>
                  </a:extLst>
                </a:gridCol>
                <a:gridCol w="1718260">
                  <a:extLst>
                    <a:ext uri="{9D8B030D-6E8A-4147-A177-3AD203B41FA5}">
                      <a16:colId xmlns:a16="http://schemas.microsoft.com/office/drawing/2014/main" val="976705468"/>
                    </a:ext>
                  </a:extLst>
                </a:gridCol>
                <a:gridCol w="1718260">
                  <a:extLst>
                    <a:ext uri="{9D8B030D-6E8A-4147-A177-3AD203B41FA5}">
                      <a16:colId xmlns:a16="http://schemas.microsoft.com/office/drawing/2014/main" val="164999836"/>
                    </a:ext>
                  </a:extLst>
                </a:gridCol>
                <a:gridCol w="1817540">
                  <a:extLst>
                    <a:ext uri="{9D8B030D-6E8A-4147-A177-3AD203B41FA5}">
                      <a16:colId xmlns:a16="http://schemas.microsoft.com/office/drawing/2014/main" val="4207384403"/>
                    </a:ext>
                  </a:extLst>
                </a:gridCol>
              </a:tblGrid>
              <a:tr h="423015">
                <a:tc>
                  <a:txBody>
                    <a:bodyPr/>
                    <a:lstStyle/>
                    <a:p>
                      <a:pPr algn="ctr"/>
                      <a:r>
                        <a:rPr lang="zh-CN" altLang="en-US" sz="1200" dirty="0"/>
                        <a:t>文献来源</a:t>
                      </a:r>
                    </a:p>
                  </a:txBody>
                  <a:tcPr anchor="ctr"/>
                </a:tc>
                <a:tc>
                  <a:txBody>
                    <a:bodyPr/>
                    <a:lstStyle/>
                    <a:p>
                      <a:pPr algn="ctr"/>
                      <a:r>
                        <a:rPr lang="zh-CN" altLang="en-US" sz="1200" dirty="0"/>
                        <a:t>文献名称</a:t>
                      </a:r>
                    </a:p>
                  </a:txBody>
                  <a:tcPr anchor="ctr"/>
                </a:tc>
                <a:tc>
                  <a:txBody>
                    <a:bodyPr/>
                    <a:lstStyle/>
                    <a:p>
                      <a:pPr algn="ctr"/>
                      <a:r>
                        <a:rPr lang="zh-CN" altLang="en-US" sz="1200" dirty="0"/>
                        <a:t>求解方法</a:t>
                      </a:r>
                    </a:p>
                  </a:txBody>
                  <a:tcPr anchor="ctr"/>
                </a:tc>
                <a:tc>
                  <a:txBody>
                    <a:bodyPr/>
                    <a:lstStyle/>
                    <a:p>
                      <a:pPr algn="ctr"/>
                      <a:r>
                        <a:rPr lang="zh-CN" altLang="en-US" sz="1200" dirty="0"/>
                        <a:t>优化目标</a:t>
                      </a:r>
                    </a:p>
                  </a:txBody>
                  <a:tcPr anchor="ctr"/>
                </a:tc>
                <a:tc>
                  <a:txBody>
                    <a:bodyPr/>
                    <a:lstStyle/>
                    <a:p>
                      <a:pPr algn="ctr"/>
                      <a:r>
                        <a:rPr lang="zh-CN" altLang="en-US" sz="1200" dirty="0"/>
                        <a:t>是否为脉动线动态调度</a:t>
                      </a:r>
                    </a:p>
                  </a:txBody>
                  <a:tcPr anchor="ctr"/>
                </a:tc>
                <a:extLst>
                  <a:ext uri="{0D108BD9-81ED-4DB2-BD59-A6C34878D82A}">
                    <a16:rowId xmlns:a16="http://schemas.microsoft.com/office/drawing/2014/main" val="1114089464"/>
                  </a:ext>
                </a:extLst>
              </a:tr>
              <a:tr h="423015">
                <a:tc>
                  <a:txBody>
                    <a:bodyPr/>
                    <a:lstStyle/>
                    <a:p>
                      <a:pPr algn="ctr"/>
                      <a:r>
                        <a:rPr lang="en-US" altLang="zh-CN" sz="800" dirty="0">
                          <a:latin typeface="+mn-lt"/>
                        </a:rPr>
                        <a:t>Journal of Industrial Information Integration</a:t>
                      </a:r>
                      <a:r>
                        <a:rPr lang="zh-CN" altLang="en-US" sz="800" dirty="0">
                          <a:latin typeface="+mn-lt"/>
                        </a:rPr>
                        <a:t>，</a:t>
                      </a:r>
                      <a:r>
                        <a:rPr lang="en-US" altLang="zh-CN" sz="800" dirty="0">
                          <a:latin typeface="+mn-lt"/>
                        </a:rPr>
                        <a:t>2024</a:t>
                      </a:r>
                      <a:endParaRPr lang="zh-CN" altLang="en-US" sz="800" dirty="0">
                        <a:latin typeface="+mn-lt"/>
                      </a:endParaRPr>
                    </a:p>
                  </a:txBody>
                  <a:tcPr anchor="ctr"/>
                </a:tc>
                <a:tc>
                  <a:txBody>
                    <a:bodyPr/>
                    <a:lstStyle/>
                    <a:p>
                      <a:pPr algn="ctr"/>
                      <a:r>
                        <a:rPr lang="en-US" altLang="zh-CN" sz="800" dirty="0"/>
                        <a:t>Human-Robot Collaboration in Mixed-Flow Assembly Line Balancing under Uncertainty: An Efficient Discrete Bees Algorithm </a:t>
                      </a:r>
                      <a:r>
                        <a:rPr lang="en-US" altLang="zh-CN" sz="800" b="1" dirty="0"/>
                        <a:t>[1]</a:t>
                      </a:r>
                      <a:endParaRPr lang="zh-CN" altLang="en-US" sz="800" b="1" dirty="0"/>
                    </a:p>
                  </a:txBody>
                  <a:tcPr anchor="ctr"/>
                </a:tc>
                <a:tc>
                  <a:txBody>
                    <a:bodyPr/>
                    <a:lstStyle/>
                    <a:p>
                      <a:pPr algn="ctr"/>
                      <a:r>
                        <a:rPr lang="zh-CN" altLang="en-US" sz="800" dirty="0"/>
                        <a:t>多目标离散蜜蜂算法</a:t>
                      </a:r>
                    </a:p>
                  </a:txBody>
                  <a:tcPr anchor="ctr"/>
                </a:tc>
                <a:tc>
                  <a:txBody>
                    <a:bodyPr/>
                    <a:lstStyle/>
                    <a:p>
                      <a:pPr algn="ctr"/>
                      <a:r>
                        <a:rPr lang="zh-CN" altLang="en-US" sz="800" dirty="0"/>
                        <a:t>最小化工作站数量、最小化工作站空闲时间差异、最小化能源消耗、最小化运营成本</a:t>
                      </a:r>
                    </a:p>
                  </a:txBody>
                  <a:tcPr anchor="ctr"/>
                </a:tc>
                <a:tc>
                  <a:txBody>
                    <a:bodyPr/>
                    <a:lstStyle/>
                    <a:p>
                      <a:pPr algn="ctr"/>
                      <a:r>
                        <a:rPr lang="en-US" altLang="zh-CN" sz="800" b="1" dirty="0"/>
                        <a:t>×</a:t>
                      </a:r>
                      <a:endParaRPr lang="zh-CN" altLang="en-US" sz="800" b="1" dirty="0"/>
                    </a:p>
                  </a:txBody>
                  <a:tcPr anchor="ctr"/>
                </a:tc>
                <a:extLst>
                  <a:ext uri="{0D108BD9-81ED-4DB2-BD59-A6C34878D82A}">
                    <a16:rowId xmlns:a16="http://schemas.microsoft.com/office/drawing/2014/main" val="218716088"/>
                  </a:ext>
                </a:extLst>
              </a:tr>
              <a:tr h="423015">
                <a:tc>
                  <a:txBody>
                    <a:bodyPr/>
                    <a:lstStyle/>
                    <a:p>
                      <a:pPr algn="ctr"/>
                      <a:r>
                        <a:rPr lang="en-US" altLang="zh-CN" sz="800" dirty="0">
                          <a:latin typeface="+mn-lt"/>
                        </a:rPr>
                        <a:t>Journal of Manufacturing Systems,2025</a:t>
                      </a:r>
                      <a:endParaRPr lang="zh-CN" altLang="en-US" sz="800" dirty="0">
                        <a:latin typeface="+mn-lt"/>
                      </a:endParaRPr>
                    </a:p>
                  </a:txBody>
                  <a:tcPr anchor="ctr"/>
                </a:tc>
                <a:tc>
                  <a:txBody>
                    <a:bodyPr/>
                    <a:lstStyle/>
                    <a:p>
                      <a:pPr algn="ctr"/>
                      <a:r>
                        <a:rPr lang="en-US" altLang="zh-CN" sz="800" dirty="0"/>
                        <a:t>A dynamic task allocation framework for human-robot collaborative assembly based on digital twin and IGA-TS </a:t>
                      </a:r>
                      <a:r>
                        <a:rPr lang="en-US" altLang="zh-CN" sz="800" b="1" dirty="0"/>
                        <a:t>[2]</a:t>
                      </a:r>
                      <a:endParaRPr lang="zh-CN" altLang="en-US" sz="800" b="1" dirty="0"/>
                    </a:p>
                  </a:txBody>
                  <a:tcPr anchor="ctr"/>
                </a:tc>
                <a:tc>
                  <a:txBody>
                    <a:bodyPr/>
                    <a:lstStyle/>
                    <a:p>
                      <a:pPr algn="ctr"/>
                      <a:r>
                        <a:rPr lang="zh-CN" altLang="en-US" sz="800" dirty="0"/>
                        <a:t>带有禁忌搜索的改进遗传算法 （</a:t>
                      </a:r>
                      <a:r>
                        <a:rPr lang="en-US" altLang="zh-CN" sz="800" dirty="0"/>
                        <a:t>IGA-TS</a:t>
                      </a:r>
                      <a:r>
                        <a:rPr lang="zh-CN" altLang="en-US" sz="800" dirty="0"/>
                        <a:t>）</a:t>
                      </a:r>
                    </a:p>
                  </a:txBody>
                  <a:tcPr anchor="ctr"/>
                </a:tc>
                <a:tc>
                  <a:txBody>
                    <a:bodyPr/>
                    <a:lstStyle/>
                    <a:p>
                      <a:pPr algn="ctr"/>
                      <a:r>
                        <a:rPr lang="zh-CN" altLang="en-US" sz="800" dirty="0"/>
                        <a:t>最小化总装配时间、最小化装配体复杂性、最小化工人工作量</a:t>
                      </a:r>
                    </a:p>
                  </a:txBody>
                  <a:tcPr anchor="ctr"/>
                </a:tc>
                <a:tc>
                  <a:txBody>
                    <a:bodyPr/>
                    <a:lstStyle/>
                    <a:p>
                      <a:pPr algn="ctr"/>
                      <a:r>
                        <a:rPr lang="en-US" altLang="zh-CN" sz="800" b="1" dirty="0"/>
                        <a:t>×</a:t>
                      </a:r>
                      <a:endParaRPr lang="zh-CN" altLang="en-US" sz="800" b="1" dirty="0"/>
                    </a:p>
                  </a:txBody>
                  <a:tcPr anchor="ctr"/>
                </a:tc>
                <a:extLst>
                  <a:ext uri="{0D108BD9-81ED-4DB2-BD59-A6C34878D82A}">
                    <a16:rowId xmlns:a16="http://schemas.microsoft.com/office/drawing/2014/main" val="1413357797"/>
                  </a:ext>
                </a:extLst>
              </a:tr>
              <a:tr h="423015">
                <a:tc>
                  <a:txBody>
                    <a:bodyPr/>
                    <a:lstStyle/>
                    <a:p>
                      <a:pPr algn="ctr"/>
                      <a:r>
                        <a:rPr lang="en-US" altLang="zh-CN" sz="800" dirty="0">
                          <a:latin typeface="+mn-lt"/>
                        </a:rPr>
                        <a:t>Robotics and Computer-Integrated Manufacturing</a:t>
                      </a:r>
                      <a:r>
                        <a:rPr lang="zh-CN" altLang="en-US" sz="800" dirty="0">
                          <a:latin typeface="+mn-lt"/>
                        </a:rPr>
                        <a:t>，</a:t>
                      </a:r>
                      <a:r>
                        <a:rPr lang="en-US" altLang="zh-CN" sz="800" dirty="0">
                          <a:latin typeface="+mn-lt"/>
                        </a:rPr>
                        <a:t>2024</a:t>
                      </a:r>
                      <a:endParaRPr lang="zh-CN" altLang="en-US" sz="800" dirty="0">
                        <a:latin typeface="+mn-lt"/>
                      </a:endParaRPr>
                    </a:p>
                  </a:txBody>
                  <a:tcPr anchor="ctr"/>
                </a:tc>
                <a:tc>
                  <a:txBody>
                    <a:bodyPr/>
                    <a:lstStyle/>
                    <a:p>
                      <a:pPr algn="ctr"/>
                      <a:r>
                        <a:rPr lang="en-US" altLang="zh-CN" sz="800" dirty="0"/>
                        <a:t>Digital twin-driven dynamic scheduling for the assembly workshop of complex products with workers allocation </a:t>
                      </a:r>
                      <a:r>
                        <a:rPr lang="en-US" altLang="zh-CN" sz="800" b="1" dirty="0"/>
                        <a:t>[3]</a:t>
                      </a:r>
                      <a:endParaRPr lang="zh-CN" altLang="en-US" sz="800" b="1" dirty="0"/>
                    </a:p>
                  </a:txBody>
                  <a:tcPr anchor="ctr"/>
                </a:tc>
                <a:tc>
                  <a:txBody>
                    <a:bodyPr/>
                    <a:lstStyle/>
                    <a:p>
                      <a:pPr algn="ctr"/>
                      <a:r>
                        <a:rPr lang="zh-CN" altLang="en-US" sz="800" dirty="0"/>
                        <a:t>多目标进化算法</a:t>
                      </a:r>
                    </a:p>
                  </a:txBody>
                  <a:tcPr anchor="ctr"/>
                </a:tc>
                <a:tc>
                  <a:txBody>
                    <a:bodyPr/>
                    <a:lstStyle/>
                    <a:p>
                      <a:pPr algn="ctr"/>
                      <a:r>
                        <a:rPr lang="zh-CN" altLang="en-US" sz="800" dirty="0"/>
                        <a:t>最小化完成时间、最小化重调度前后时间偏差</a:t>
                      </a:r>
                    </a:p>
                  </a:txBody>
                  <a:tcPr anchor="ctr"/>
                </a:tc>
                <a:tc>
                  <a:txBody>
                    <a:bodyPr/>
                    <a:lstStyle/>
                    <a:p>
                      <a:pPr algn="ctr"/>
                      <a:r>
                        <a:rPr lang="en-US" altLang="zh-CN" sz="800" b="1" dirty="0"/>
                        <a:t>×</a:t>
                      </a:r>
                      <a:endParaRPr lang="zh-CN" altLang="en-US" sz="800" b="1" dirty="0"/>
                    </a:p>
                  </a:txBody>
                  <a:tcPr anchor="ctr"/>
                </a:tc>
                <a:extLst>
                  <a:ext uri="{0D108BD9-81ED-4DB2-BD59-A6C34878D82A}">
                    <a16:rowId xmlns:a16="http://schemas.microsoft.com/office/drawing/2014/main" val="2487588742"/>
                  </a:ext>
                </a:extLst>
              </a:tr>
              <a:tr h="423015">
                <a:tc>
                  <a:txBody>
                    <a:bodyPr/>
                    <a:lstStyle/>
                    <a:p>
                      <a:pPr algn="ctr"/>
                      <a:r>
                        <a:rPr lang="en-US" altLang="zh-CN" sz="800" dirty="0"/>
                        <a:t>Advanced Engineering Informatics</a:t>
                      </a:r>
                      <a:r>
                        <a:rPr lang="zh-CN" altLang="en-US" sz="800" dirty="0"/>
                        <a:t>，</a:t>
                      </a:r>
                      <a:r>
                        <a:rPr lang="en-US" altLang="zh-CN" sz="800" dirty="0"/>
                        <a:t>2024</a:t>
                      </a:r>
                      <a:endParaRPr lang="zh-CN" altLang="en-US" sz="800" dirty="0"/>
                    </a:p>
                  </a:txBody>
                  <a:tcPr anchor="ctr"/>
                </a:tc>
                <a:tc>
                  <a:txBody>
                    <a:bodyPr/>
                    <a:lstStyle/>
                    <a:p>
                      <a:pPr algn="ctr"/>
                      <a:r>
                        <a:rPr lang="en-US" altLang="zh-CN" sz="800" dirty="0"/>
                        <a:t>Real-time scheduling for two-stage assembly </a:t>
                      </a:r>
                      <a:r>
                        <a:rPr lang="en-US" altLang="zh-CN" sz="800" dirty="0" err="1"/>
                        <a:t>flowshop</a:t>
                      </a:r>
                      <a:r>
                        <a:rPr lang="en-US" altLang="zh-CN" sz="800" dirty="0"/>
                        <a:t> with dynamic job arrivals by deep reinforcement learning </a:t>
                      </a:r>
                      <a:r>
                        <a:rPr lang="en-US" altLang="zh-CN" sz="800" b="1" dirty="0"/>
                        <a:t>[4]</a:t>
                      </a:r>
                      <a:endParaRPr lang="zh-CN" altLang="en-US" sz="800" b="1" dirty="0"/>
                    </a:p>
                  </a:txBody>
                  <a:tcPr anchor="ctr"/>
                </a:tc>
                <a:tc>
                  <a:txBody>
                    <a:bodyPr/>
                    <a:lstStyle/>
                    <a:p>
                      <a:pPr algn="ctr"/>
                      <a:r>
                        <a:rPr lang="zh-CN" altLang="en-US" sz="800" dirty="0"/>
                        <a:t>深度强化学习</a:t>
                      </a:r>
                    </a:p>
                  </a:txBody>
                  <a:tcPr anchor="ctr"/>
                </a:tc>
                <a:tc>
                  <a:txBody>
                    <a:bodyPr/>
                    <a:lstStyle/>
                    <a:p>
                      <a:pPr algn="ctr"/>
                      <a:r>
                        <a:rPr lang="zh-CN" altLang="en-US" sz="800" dirty="0"/>
                        <a:t>最小化作业延迟</a:t>
                      </a:r>
                    </a:p>
                  </a:txBody>
                  <a:tcPr anchor="ctr"/>
                </a:tc>
                <a:tc>
                  <a:txBody>
                    <a:bodyPr/>
                    <a:lstStyle/>
                    <a:p>
                      <a:pPr algn="ctr"/>
                      <a:r>
                        <a:rPr lang="en-US" altLang="zh-CN" sz="800" b="1" dirty="0"/>
                        <a:t>×</a:t>
                      </a:r>
                      <a:endParaRPr lang="zh-CN" altLang="en-US" sz="800" b="1" dirty="0"/>
                    </a:p>
                  </a:txBody>
                  <a:tcPr anchor="ctr"/>
                </a:tc>
                <a:extLst>
                  <a:ext uri="{0D108BD9-81ED-4DB2-BD59-A6C34878D82A}">
                    <a16:rowId xmlns:a16="http://schemas.microsoft.com/office/drawing/2014/main" val="2197446836"/>
                  </a:ext>
                </a:extLst>
              </a:tr>
              <a:tr h="423015">
                <a:tc>
                  <a:txBody>
                    <a:bodyPr/>
                    <a:lstStyle/>
                    <a:p>
                      <a:pPr algn="ctr"/>
                      <a:r>
                        <a:rPr lang="en-US" altLang="zh-CN" sz="800" dirty="0">
                          <a:latin typeface="+mn-lt"/>
                        </a:rPr>
                        <a:t>SCIENTIA SINICA </a:t>
                      </a:r>
                      <a:r>
                        <a:rPr lang="en-US" altLang="zh-CN" sz="800" dirty="0" err="1">
                          <a:latin typeface="+mn-lt"/>
                        </a:rPr>
                        <a:t>Informationis</a:t>
                      </a:r>
                      <a:r>
                        <a:rPr lang="zh-CN" altLang="en-US" sz="800" dirty="0">
                          <a:latin typeface="+mn-lt"/>
                        </a:rPr>
                        <a:t>，</a:t>
                      </a:r>
                      <a:r>
                        <a:rPr lang="en-US" altLang="zh-CN" sz="800" dirty="0">
                          <a:latin typeface="+mn-lt"/>
                        </a:rPr>
                        <a:t>2023</a:t>
                      </a:r>
                      <a:endParaRPr lang="zh-CN" altLang="en-US" sz="800" dirty="0">
                        <a:latin typeface="+mn-lt"/>
                      </a:endParaRPr>
                    </a:p>
                  </a:txBody>
                  <a:tcPr anchor="ctr"/>
                </a:tc>
                <a:tc>
                  <a:txBody>
                    <a:bodyPr/>
                    <a:lstStyle/>
                    <a:p>
                      <a:pPr algn="ctr"/>
                      <a:r>
                        <a:rPr lang="zh-CN" altLang="en-US" sz="800" dirty="0"/>
                        <a:t>基于深度强化学习和知识迁移的飞机装配脉动生产线调度方法 </a:t>
                      </a:r>
                      <a:r>
                        <a:rPr lang="en-US" altLang="zh-CN" sz="800" b="1" dirty="0"/>
                        <a:t>[5]</a:t>
                      </a:r>
                      <a:endParaRPr lang="zh-CN" altLang="en-US" sz="800" b="1" dirty="0"/>
                    </a:p>
                  </a:txBody>
                  <a:tcPr anchor="ctr"/>
                </a:tc>
                <a:tc>
                  <a:txBody>
                    <a:bodyPr/>
                    <a:lstStyle/>
                    <a:p>
                      <a:pPr algn="ctr"/>
                      <a:r>
                        <a:rPr lang="zh-CN" altLang="en-US" sz="800" dirty="0"/>
                        <a:t>深度强化学习、迁移学习</a:t>
                      </a:r>
                    </a:p>
                  </a:txBody>
                  <a:tcPr anchor="ctr"/>
                </a:tc>
                <a:tc>
                  <a:txBody>
                    <a:bodyPr/>
                    <a:lstStyle/>
                    <a:p>
                      <a:pPr algn="ctr"/>
                      <a:r>
                        <a:rPr lang="zh-CN" altLang="en-US" sz="800" dirty="0"/>
                        <a:t>最小化人力负载</a:t>
                      </a:r>
                    </a:p>
                  </a:txBody>
                  <a:tcPr anchor="ctr"/>
                </a:tc>
                <a:tc>
                  <a:txBody>
                    <a:bodyPr/>
                    <a:lstStyle/>
                    <a:p>
                      <a:pPr algn="ctr"/>
                      <a:r>
                        <a:rPr lang="zh-CN" altLang="en-US" sz="800" b="1" dirty="0"/>
                        <a:t>✔</a:t>
                      </a:r>
                    </a:p>
                  </a:txBody>
                  <a:tcPr anchor="ctr"/>
                </a:tc>
                <a:extLst>
                  <a:ext uri="{0D108BD9-81ED-4DB2-BD59-A6C34878D82A}">
                    <a16:rowId xmlns:a16="http://schemas.microsoft.com/office/drawing/2014/main" val="1249590708"/>
                  </a:ext>
                </a:extLst>
              </a:tr>
              <a:tr h="423015">
                <a:tc>
                  <a:txBody>
                    <a:bodyPr/>
                    <a:lstStyle/>
                    <a:p>
                      <a:pPr algn="ctr"/>
                      <a:r>
                        <a:rPr lang="en-US" altLang="zh-CN" sz="800" dirty="0">
                          <a:latin typeface="+mn-lt"/>
                        </a:rPr>
                        <a:t>Computers &amp; Industrial Engineering</a:t>
                      </a:r>
                      <a:r>
                        <a:rPr lang="zh-CN" altLang="en-US" sz="800" dirty="0">
                          <a:latin typeface="+mn-lt"/>
                        </a:rPr>
                        <a:t>，</a:t>
                      </a:r>
                      <a:r>
                        <a:rPr lang="en-US" altLang="zh-CN" sz="800" dirty="0">
                          <a:latin typeface="+mn-lt"/>
                        </a:rPr>
                        <a:t>2024</a:t>
                      </a:r>
                      <a:endParaRPr lang="zh-CN" altLang="en-US" sz="800" dirty="0">
                        <a:latin typeface="+mn-lt"/>
                      </a:endParaRPr>
                    </a:p>
                  </a:txBody>
                  <a:tcPr anchor="ctr"/>
                </a:tc>
                <a:tc>
                  <a:txBody>
                    <a:bodyPr/>
                    <a:lstStyle/>
                    <a:p>
                      <a:pPr algn="ctr"/>
                      <a:r>
                        <a:rPr lang="en-US" altLang="zh-CN" sz="800" dirty="0"/>
                        <a:t>Human–machine collaborative optimization method for dynamic worker allocation in aircraft final assembly lines </a:t>
                      </a:r>
                      <a:r>
                        <a:rPr lang="en-US" altLang="zh-CN" sz="800" b="1" dirty="0"/>
                        <a:t>[6]</a:t>
                      </a:r>
                      <a:endParaRPr lang="zh-CN" altLang="en-US" sz="800" b="1" dirty="0"/>
                    </a:p>
                  </a:txBody>
                  <a:tcPr anchor="ctr"/>
                </a:tc>
                <a:tc>
                  <a:txBody>
                    <a:bodyPr/>
                    <a:lstStyle/>
                    <a:p>
                      <a:pPr algn="ctr"/>
                      <a:r>
                        <a:rPr lang="zh-CN" altLang="en-US" sz="800" dirty="0"/>
                        <a:t>人机协同优化算法</a:t>
                      </a:r>
                    </a:p>
                  </a:txBody>
                  <a:tcPr anchor="ctr"/>
                </a:tc>
                <a:tc>
                  <a:txBody>
                    <a:bodyPr/>
                    <a:lstStyle/>
                    <a:p>
                      <a:pPr algn="ctr"/>
                      <a:r>
                        <a:rPr lang="zh-CN" altLang="en-US" sz="800" dirty="0"/>
                        <a:t>最小化节拍、最小化平滑指数、最小化总移动步数</a:t>
                      </a:r>
                    </a:p>
                  </a:txBody>
                  <a:tcPr anchor="ctr"/>
                </a:tc>
                <a:tc>
                  <a:txBody>
                    <a:bodyPr/>
                    <a:lstStyle/>
                    <a:p>
                      <a:pPr algn="ctr"/>
                      <a:r>
                        <a:rPr lang="zh-CN" altLang="en-US" sz="800" b="1" dirty="0"/>
                        <a:t>✔</a:t>
                      </a:r>
                    </a:p>
                  </a:txBody>
                  <a:tcPr anchor="ctr"/>
                </a:tc>
                <a:extLst>
                  <a:ext uri="{0D108BD9-81ED-4DB2-BD59-A6C34878D82A}">
                    <a16:rowId xmlns:a16="http://schemas.microsoft.com/office/drawing/2014/main" val="2386963863"/>
                  </a:ext>
                </a:extLst>
              </a:tr>
            </a:tbl>
          </a:graphicData>
        </a:graphic>
      </p:graphicFrame>
      <p:sp>
        <p:nvSpPr>
          <p:cNvPr id="8" name="文本框 7">
            <a:extLst>
              <a:ext uri="{FF2B5EF4-FFF2-40B4-BE49-F238E27FC236}">
                <a16:creationId xmlns:a16="http://schemas.microsoft.com/office/drawing/2014/main" id="{A7BE2E92-D7B7-2031-8599-CB6739999413}"/>
              </a:ext>
            </a:extLst>
          </p:cNvPr>
          <p:cNvSpPr txBox="1"/>
          <p:nvPr/>
        </p:nvSpPr>
        <p:spPr>
          <a:xfrm>
            <a:off x="120025" y="592207"/>
            <a:ext cx="3583032"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文献综述</a:t>
            </a:r>
            <a:r>
              <a:rPr kumimoji="1" lang="en-US" altLang="zh-CN" sz="1600" b="1" dirty="0">
                <a:solidFill>
                  <a:srgbClr val="5B9BD5"/>
                </a:solidFill>
                <a:latin typeface="Microsoft YaHei" panose="020B0503020204020204" pitchFamily="34" charset="-122"/>
                <a:ea typeface="Microsoft YaHei" panose="020B0503020204020204" pitchFamily="34" charset="-122"/>
              </a:rPr>
              <a:t>——</a:t>
            </a:r>
            <a:r>
              <a:rPr kumimoji="1" lang="zh-CN" altLang="en-US" sz="1600" b="1" dirty="0">
                <a:solidFill>
                  <a:srgbClr val="5B9BD5"/>
                </a:solidFill>
                <a:latin typeface="Microsoft YaHei" panose="020B0503020204020204" pitchFamily="34" charset="-122"/>
                <a:ea typeface="Microsoft YaHei" panose="020B0503020204020204" pitchFamily="34" charset="-122"/>
              </a:rPr>
              <a:t>飞机脉动装配线调度</a:t>
            </a:r>
          </a:p>
        </p:txBody>
      </p:sp>
      <p:sp>
        <p:nvSpPr>
          <p:cNvPr id="2" name="矩形 1">
            <a:extLst>
              <a:ext uri="{FF2B5EF4-FFF2-40B4-BE49-F238E27FC236}">
                <a16:creationId xmlns:a16="http://schemas.microsoft.com/office/drawing/2014/main" id="{88E631B1-8E46-6A86-19A5-2EBE184DEEE5}"/>
              </a:ext>
            </a:extLst>
          </p:cNvPr>
          <p:cNvSpPr/>
          <p:nvPr/>
        </p:nvSpPr>
        <p:spPr>
          <a:xfrm>
            <a:off x="211597" y="4131576"/>
            <a:ext cx="8690580" cy="839433"/>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gn="just"/>
            <a:r>
              <a:rPr lang="zh-CN" altLang="en-US" sz="1200" b="1" dirty="0">
                <a:solidFill>
                  <a:schemeClr val="tx1"/>
                </a:solidFill>
                <a:ea typeface="Microsoft YaHei" panose="020B0503020204020204" pitchFamily="34" charset="-122"/>
              </a:rPr>
              <a:t>小结：</a:t>
            </a:r>
            <a:endParaRPr lang="en-US" altLang="zh-CN" sz="1200" b="1" dirty="0">
              <a:solidFill>
                <a:schemeClr val="tx1"/>
              </a:solidFill>
              <a:ea typeface="Microsoft YaHei" panose="020B0503020204020204" pitchFamily="34" charset="-122"/>
            </a:endParaRPr>
          </a:p>
          <a:p>
            <a:pPr algn="just"/>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对脉动线动态调度的关注不足，相关理论研究与实际生产需求存在较大差距。</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多数动态调度研究聚焦于调度方案调整，未充分考虑脉动线 “多站位耦合” 的独特特征。</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耦合特性导致脉动线在动态环境下易面临显著的调度知识失效挑战，传统调度方法应对时时效性不足。</a:t>
            </a:r>
            <a:endParaRPr lang="en-US" altLang="zh-CN" sz="1200" dirty="0">
              <a:solidFill>
                <a:schemeClr val="tx1"/>
              </a:solidFill>
              <a:ea typeface="Microsoft YaHei" panose="020B0503020204020204" pitchFamily="34" charset="-122"/>
            </a:endParaRPr>
          </a:p>
        </p:txBody>
      </p:sp>
    </p:spTree>
    <p:extLst>
      <p:ext uri="{BB962C8B-B14F-4D97-AF65-F5344CB8AC3E}">
        <p14:creationId xmlns:p14="http://schemas.microsoft.com/office/powerpoint/2010/main" val="1703590893"/>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5CF0C-189C-E526-A390-A7CE149ED489}"/>
            </a:ext>
          </a:extLst>
        </p:cNvPr>
        <p:cNvGrpSpPr/>
        <p:nvPr/>
      </p:nvGrpSpPr>
      <p:grpSpPr>
        <a:xfrm>
          <a:off x="0" y="0"/>
          <a:ext cx="0" cy="0"/>
          <a:chOff x="0" y="0"/>
          <a:chExt cx="0" cy="0"/>
        </a:xfrm>
      </p:grpSpPr>
      <p:sp>
        <p:nvSpPr>
          <p:cNvPr id="87" name="流程图: 过程 86">
            <a:extLst>
              <a:ext uri="{FF2B5EF4-FFF2-40B4-BE49-F238E27FC236}">
                <a16:creationId xmlns:a16="http://schemas.microsoft.com/office/drawing/2014/main" id="{DADFABEE-4179-8AC4-A7C7-7C9365339D76}"/>
              </a:ext>
            </a:extLst>
          </p:cNvPr>
          <p:cNvSpPr/>
          <p:nvPr/>
        </p:nvSpPr>
        <p:spPr>
          <a:xfrm>
            <a:off x="226710" y="930761"/>
            <a:ext cx="8690580" cy="3102152"/>
          </a:xfrm>
          <a:prstGeom prst="flowChartProcess">
            <a:avLst/>
          </a:prstGeom>
          <a:solidFill>
            <a:schemeClr val="accent1">
              <a:alpha val="15000"/>
            </a:schemeClr>
          </a:solidFill>
          <a:ln w="9525" cap="flat">
            <a:noFill/>
            <a:prstDash val="solid"/>
            <a:miter/>
          </a:ln>
        </p:spPr>
        <p:txBody>
          <a:bodyPr rtlCol="0" anchor="ctr"/>
          <a:lstStyle/>
          <a:p>
            <a:pPr algn="l"/>
            <a:endParaRPr lang="zh-CN" altLang="en-US" dirty="0"/>
          </a:p>
        </p:txBody>
      </p:sp>
      <p:sp>
        <p:nvSpPr>
          <p:cNvPr id="88" name="流程图: 过程 87">
            <a:extLst>
              <a:ext uri="{FF2B5EF4-FFF2-40B4-BE49-F238E27FC236}">
                <a16:creationId xmlns:a16="http://schemas.microsoft.com/office/drawing/2014/main" id="{78FC1EAD-CB38-99E0-30B0-B0D6D40428AD}"/>
              </a:ext>
            </a:extLst>
          </p:cNvPr>
          <p:cNvSpPr/>
          <p:nvPr/>
        </p:nvSpPr>
        <p:spPr>
          <a:xfrm>
            <a:off x="3015357" y="930761"/>
            <a:ext cx="5901931" cy="3102152"/>
          </a:xfrm>
          <a:prstGeom prst="flowChartProcess">
            <a:avLst/>
          </a:prstGeom>
          <a:solidFill>
            <a:schemeClr val="accent1">
              <a:alpha val="15000"/>
            </a:schemeClr>
          </a:solidFill>
          <a:ln w="9525" cap="flat">
            <a:noFill/>
            <a:prstDash val="solid"/>
            <a:miter/>
          </a:ln>
        </p:spPr>
        <p:txBody>
          <a:bodyPr rtlCol="0" anchor="ctr"/>
          <a:lstStyle/>
          <a:p>
            <a:pPr algn="l"/>
            <a:endParaRPr lang="zh-CN" altLang="en-US" dirty="0"/>
          </a:p>
        </p:txBody>
      </p:sp>
      <p:sp>
        <p:nvSpPr>
          <p:cNvPr id="89" name="流程图: 过程 88">
            <a:extLst>
              <a:ext uri="{FF2B5EF4-FFF2-40B4-BE49-F238E27FC236}">
                <a16:creationId xmlns:a16="http://schemas.microsoft.com/office/drawing/2014/main" id="{27340CE5-7E94-564F-39BD-7760E7CB12EE}"/>
              </a:ext>
            </a:extLst>
          </p:cNvPr>
          <p:cNvSpPr/>
          <p:nvPr/>
        </p:nvSpPr>
        <p:spPr>
          <a:xfrm>
            <a:off x="6128642" y="930761"/>
            <a:ext cx="2788649" cy="3102152"/>
          </a:xfrm>
          <a:prstGeom prst="flowChartProcess">
            <a:avLst/>
          </a:prstGeom>
          <a:solidFill>
            <a:schemeClr val="accent1">
              <a:alpha val="15000"/>
            </a:schemeClr>
          </a:solidFill>
          <a:ln w="9525" cap="flat">
            <a:noFill/>
            <a:prstDash val="solid"/>
            <a:miter/>
          </a:ln>
        </p:spPr>
        <p:txBody>
          <a:bodyPr rtlCol="0" anchor="ctr"/>
          <a:lstStyle/>
          <a:p>
            <a:pPr algn="l"/>
            <a:endParaRPr lang="zh-CN" altLang="en-US" dirty="0"/>
          </a:p>
        </p:txBody>
      </p:sp>
      <p:sp>
        <p:nvSpPr>
          <p:cNvPr id="4" name="文本框 3">
            <a:extLst>
              <a:ext uri="{FF2B5EF4-FFF2-40B4-BE49-F238E27FC236}">
                <a16:creationId xmlns:a16="http://schemas.microsoft.com/office/drawing/2014/main" id="{2D71720B-9F99-A802-94B1-AA250FF7F988}"/>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文献综述</a:t>
            </a:r>
          </a:p>
        </p:txBody>
      </p:sp>
      <p:sp>
        <p:nvSpPr>
          <p:cNvPr id="8" name="文本框 7">
            <a:extLst>
              <a:ext uri="{FF2B5EF4-FFF2-40B4-BE49-F238E27FC236}">
                <a16:creationId xmlns:a16="http://schemas.microsoft.com/office/drawing/2014/main" id="{6307398E-C173-1700-9EB2-1FCD0E8C5AC7}"/>
              </a:ext>
            </a:extLst>
          </p:cNvPr>
          <p:cNvSpPr txBox="1"/>
          <p:nvPr/>
        </p:nvSpPr>
        <p:spPr>
          <a:xfrm>
            <a:off x="120025" y="592207"/>
            <a:ext cx="3377848"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文献综述</a:t>
            </a:r>
            <a:r>
              <a:rPr kumimoji="1" lang="en-US" altLang="zh-CN" sz="1600" b="1" dirty="0">
                <a:solidFill>
                  <a:srgbClr val="5B9BD5"/>
                </a:solidFill>
                <a:latin typeface="Microsoft YaHei" panose="020B0503020204020204" pitchFamily="34" charset="-122"/>
                <a:ea typeface="Microsoft YaHei" panose="020B0503020204020204" pitchFamily="34" charset="-122"/>
              </a:rPr>
              <a:t>——</a:t>
            </a:r>
            <a:r>
              <a:rPr kumimoji="1" lang="zh-CN" altLang="en-US" sz="1600" b="1" dirty="0">
                <a:solidFill>
                  <a:srgbClr val="5B9BD5"/>
                </a:solidFill>
                <a:latin typeface="Microsoft YaHei" panose="020B0503020204020204" pitchFamily="34" charset="-122"/>
                <a:ea typeface="Microsoft YaHei" panose="020B0503020204020204" pitchFamily="34" charset="-122"/>
              </a:rPr>
              <a:t>生产数据偏移检测</a:t>
            </a:r>
          </a:p>
        </p:txBody>
      </p:sp>
      <p:cxnSp>
        <p:nvCxnSpPr>
          <p:cNvPr id="5" name="连接符: 肘形 4">
            <a:extLst>
              <a:ext uri="{FF2B5EF4-FFF2-40B4-BE49-F238E27FC236}">
                <a16:creationId xmlns:a16="http://schemas.microsoft.com/office/drawing/2014/main" id="{128468DA-E595-7ED6-C2DD-F8356B63A4A8}"/>
              </a:ext>
            </a:extLst>
          </p:cNvPr>
          <p:cNvCxnSpPr>
            <a:cxnSpLocks/>
          </p:cNvCxnSpPr>
          <p:nvPr/>
        </p:nvCxnSpPr>
        <p:spPr>
          <a:xfrm rot="10800000">
            <a:off x="1587684" y="1892374"/>
            <a:ext cx="1" cy="1576610"/>
          </a:xfrm>
          <a:prstGeom prst="bentConnector3">
            <a:avLst>
              <a:gd name="adj1" fmla="val 22860100000"/>
            </a:avLst>
          </a:prstGeom>
          <a:ln w="1270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1F3EEEF3-861E-6CDC-6E51-3451093F1020}"/>
              </a:ext>
            </a:extLst>
          </p:cNvPr>
          <p:cNvCxnSpPr>
            <a:cxnSpLocks/>
          </p:cNvCxnSpPr>
          <p:nvPr/>
        </p:nvCxnSpPr>
        <p:spPr>
          <a:xfrm>
            <a:off x="1050585" y="2681878"/>
            <a:ext cx="309637"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C1F22978-EDCA-7CCB-E5E0-8D5872379303}"/>
              </a:ext>
            </a:extLst>
          </p:cNvPr>
          <p:cNvCxnSpPr>
            <a:cxnSpLocks/>
          </p:cNvCxnSpPr>
          <p:nvPr/>
        </p:nvCxnSpPr>
        <p:spPr>
          <a:xfrm rot="10800000">
            <a:off x="3607049" y="1460101"/>
            <a:ext cx="12700" cy="399581"/>
          </a:xfrm>
          <a:prstGeom prst="bentConnector3">
            <a:avLst>
              <a:gd name="adj1" fmla="val 1800000"/>
            </a:avLst>
          </a:prstGeom>
          <a:ln w="12700"/>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53F75928-2D0E-4A03-5466-CAD509CC9897}"/>
              </a:ext>
            </a:extLst>
          </p:cNvPr>
          <p:cNvCxnSpPr>
            <a:cxnSpLocks/>
          </p:cNvCxnSpPr>
          <p:nvPr/>
        </p:nvCxnSpPr>
        <p:spPr>
          <a:xfrm rot="10800000">
            <a:off x="3607997" y="3041662"/>
            <a:ext cx="12700" cy="812522"/>
          </a:xfrm>
          <a:prstGeom prst="bentConnector3">
            <a:avLst>
              <a:gd name="adj1" fmla="val 1800000"/>
            </a:avLst>
          </a:prstGeom>
          <a:ln w="12700"/>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8D2DC50C-3D10-3BE8-D258-EC923E8C50AB}"/>
              </a:ext>
            </a:extLst>
          </p:cNvPr>
          <p:cNvCxnSpPr>
            <a:cxnSpLocks/>
          </p:cNvCxnSpPr>
          <p:nvPr/>
        </p:nvCxnSpPr>
        <p:spPr>
          <a:xfrm>
            <a:off x="3070899" y="3464362"/>
            <a:ext cx="530746"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1D25C060-9059-BD78-F2FE-5AFF895513E8}"/>
              </a:ext>
            </a:extLst>
          </p:cNvPr>
          <p:cNvSpPr txBox="1"/>
          <p:nvPr/>
        </p:nvSpPr>
        <p:spPr>
          <a:xfrm>
            <a:off x="191064" y="2531837"/>
            <a:ext cx="900753" cy="300082"/>
          </a:xfrm>
          <a:prstGeom prst="rect">
            <a:avLst/>
          </a:prstGeom>
          <a:noFill/>
        </p:spPr>
        <p:txBody>
          <a:bodyPr wrap="square" rtlCol="0">
            <a:spAutoFit/>
          </a:bodyPr>
          <a:lstStyle/>
          <a:p>
            <a:r>
              <a:rPr lang="zh-CN" altLang="en-US" b="1" dirty="0"/>
              <a:t>偏移检测</a:t>
            </a:r>
          </a:p>
        </p:txBody>
      </p:sp>
      <p:sp>
        <p:nvSpPr>
          <p:cNvPr id="44" name="文本框 43">
            <a:extLst>
              <a:ext uri="{FF2B5EF4-FFF2-40B4-BE49-F238E27FC236}">
                <a16:creationId xmlns:a16="http://schemas.microsoft.com/office/drawing/2014/main" id="{1E349407-EE4B-14BC-8141-ECD464AB3907}"/>
              </a:ext>
            </a:extLst>
          </p:cNvPr>
          <p:cNvSpPr txBox="1"/>
          <p:nvPr/>
        </p:nvSpPr>
        <p:spPr>
          <a:xfrm>
            <a:off x="1549013" y="3155167"/>
            <a:ext cx="900753" cy="300082"/>
          </a:xfrm>
          <a:prstGeom prst="rect">
            <a:avLst/>
          </a:prstGeom>
          <a:noFill/>
        </p:spPr>
        <p:txBody>
          <a:bodyPr wrap="square" rtlCol="0">
            <a:spAutoFit/>
          </a:bodyPr>
          <a:lstStyle/>
          <a:p>
            <a:pPr algn="ctr"/>
            <a:r>
              <a:rPr lang="zh-CN" altLang="en-US" b="1" dirty="0"/>
              <a:t>概念偏移</a:t>
            </a:r>
          </a:p>
        </p:txBody>
      </p:sp>
      <p:sp>
        <p:nvSpPr>
          <p:cNvPr id="45" name="文本框 44">
            <a:extLst>
              <a:ext uri="{FF2B5EF4-FFF2-40B4-BE49-F238E27FC236}">
                <a16:creationId xmlns:a16="http://schemas.microsoft.com/office/drawing/2014/main" id="{955B951E-3846-DEBD-3E02-D8F008DB9A9F}"/>
              </a:ext>
            </a:extLst>
          </p:cNvPr>
          <p:cNvSpPr txBox="1"/>
          <p:nvPr/>
        </p:nvSpPr>
        <p:spPr>
          <a:xfrm>
            <a:off x="1555836" y="1473604"/>
            <a:ext cx="900753" cy="300082"/>
          </a:xfrm>
          <a:prstGeom prst="rect">
            <a:avLst/>
          </a:prstGeom>
          <a:noFill/>
        </p:spPr>
        <p:txBody>
          <a:bodyPr wrap="square" rtlCol="0">
            <a:spAutoFit/>
          </a:bodyPr>
          <a:lstStyle/>
          <a:p>
            <a:pPr algn="ctr"/>
            <a:r>
              <a:rPr lang="zh-CN" altLang="en-US" b="1" dirty="0"/>
              <a:t>特征偏移</a:t>
            </a:r>
          </a:p>
        </p:txBody>
      </p:sp>
      <p:sp>
        <p:nvSpPr>
          <p:cNvPr id="47" name="文本框 46">
            <a:extLst>
              <a:ext uri="{FF2B5EF4-FFF2-40B4-BE49-F238E27FC236}">
                <a16:creationId xmlns:a16="http://schemas.microsoft.com/office/drawing/2014/main" id="{ECE091A0-BC51-0FA0-2E60-16A1FDCE2193}"/>
              </a:ext>
            </a:extLst>
          </p:cNvPr>
          <p:cNvSpPr txBox="1"/>
          <p:nvPr/>
        </p:nvSpPr>
        <p:spPr>
          <a:xfrm>
            <a:off x="1522341" y="1765930"/>
            <a:ext cx="1542679" cy="707886"/>
          </a:xfrm>
          <a:prstGeom prst="rect">
            <a:avLst/>
          </a:prstGeom>
          <a:noFill/>
        </p:spPr>
        <p:txBody>
          <a:bodyPr wrap="square">
            <a:spAutoFit/>
          </a:bodyPr>
          <a:lstStyle/>
          <a:p>
            <a:r>
              <a:rPr lang="zh-CN" altLang="en-US" sz="1000" dirty="0"/>
              <a:t>新样本的</a:t>
            </a:r>
            <a:r>
              <a:rPr lang="zh-CN" altLang="en-US" sz="1000" dirty="0">
                <a:solidFill>
                  <a:srgbClr val="FF0000"/>
                </a:solidFill>
              </a:rPr>
              <a:t>生产状态分布</a:t>
            </a:r>
            <a:r>
              <a:rPr lang="zh-CN" altLang="en-US" sz="1000" dirty="0"/>
              <a:t>发生了变化，生产状态和调度策略之间的关系不变。</a:t>
            </a:r>
          </a:p>
        </p:txBody>
      </p:sp>
      <p:sp>
        <p:nvSpPr>
          <p:cNvPr id="48" name="文本框 47">
            <a:extLst>
              <a:ext uri="{FF2B5EF4-FFF2-40B4-BE49-F238E27FC236}">
                <a16:creationId xmlns:a16="http://schemas.microsoft.com/office/drawing/2014/main" id="{AF620538-649A-C5CA-0730-CC2AFED017D0}"/>
              </a:ext>
            </a:extLst>
          </p:cNvPr>
          <p:cNvSpPr txBox="1"/>
          <p:nvPr/>
        </p:nvSpPr>
        <p:spPr>
          <a:xfrm>
            <a:off x="1549012" y="3417604"/>
            <a:ext cx="1516008" cy="553998"/>
          </a:xfrm>
          <a:prstGeom prst="rect">
            <a:avLst/>
          </a:prstGeom>
          <a:noFill/>
        </p:spPr>
        <p:txBody>
          <a:bodyPr wrap="square">
            <a:spAutoFit/>
          </a:bodyPr>
          <a:lstStyle/>
          <a:p>
            <a:r>
              <a:rPr lang="zh-CN" altLang="en-US" sz="1000" dirty="0"/>
              <a:t>新样本中</a:t>
            </a:r>
            <a:r>
              <a:rPr lang="zh-CN" altLang="en-US" sz="1000" dirty="0">
                <a:solidFill>
                  <a:srgbClr val="FF0000"/>
                </a:solidFill>
              </a:rPr>
              <a:t>生产状态和调度策略</a:t>
            </a:r>
            <a:r>
              <a:rPr lang="zh-CN" altLang="en-US" sz="1000" dirty="0"/>
              <a:t>之间的关系发生了变化。</a:t>
            </a:r>
          </a:p>
        </p:txBody>
      </p:sp>
      <p:sp>
        <p:nvSpPr>
          <p:cNvPr id="49" name="文本框 48">
            <a:extLst>
              <a:ext uri="{FF2B5EF4-FFF2-40B4-BE49-F238E27FC236}">
                <a16:creationId xmlns:a16="http://schemas.microsoft.com/office/drawing/2014/main" id="{D4AF444B-6BFD-8DA6-0BF7-81C5F1EBFB9E}"/>
              </a:ext>
            </a:extLst>
          </p:cNvPr>
          <p:cNvSpPr txBox="1"/>
          <p:nvPr/>
        </p:nvSpPr>
        <p:spPr>
          <a:xfrm>
            <a:off x="1293063" y="968273"/>
            <a:ext cx="595035" cy="338554"/>
          </a:xfrm>
          <a:prstGeom prst="rect">
            <a:avLst/>
          </a:prstGeom>
          <a:noFill/>
        </p:spPr>
        <p:txBody>
          <a:bodyPr wrap="none" rtlCol="0">
            <a:spAutoFit/>
          </a:bodyPr>
          <a:lstStyle/>
          <a:p>
            <a:r>
              <a:rPr kumimoji="1" lang="zh-CN" altLang="en-US" sz="1600" b="1" dirty="0">
                <a:latin typeface="Microsoft YaHei" panose="020B0503020204020204" pitchFamily="34" charset="-122"/>
                <a:ea typeface="Microsoft YaHei" panose="020B0503020204020204" pitchFamily="34" charset="-122"/>
              </a:rPr>
              <a:t>分类</a:t>
            </a:r>
          </a:p>
        </p:txBody>
      </p:sp>
      <p:sp>
        <p:nvSpPr>
          <p:cNvPr id="50" name="文本框 49">
            <a:extLst>
              <a:ext uri="{FF2B5EF4-FFF2-40B4-BE49-F238E27FC236}">
                <a16:creationId xmlns:a16="http://schemas.microsoft.com/office/drawing/2014/main" id="{6D57E35E-0FE4-7F74-800A-75DB795A42D5}"/>
              </a:ext>
            </a:extLst>
          </p:cNvPr>
          <p:cNvSpPr txBox="1"/>
          <p:nvPr/>
        </p:nvSpPr>
        <p:spPr>
          <a:xfrm>
            <a:off x="3994234" y="959137"/>
            <a:ext cx="1005403" cy="338554"/>
          </a:xfrm>
          <a:prstGeom prst="rect">
            <a:avLst/>
          </a:prstGeom>
          <a:noFill/>
        </p:spPr>
        <p:txBody>
          <a:bodyPr wrap="none" rtlCol="0">
            <a:spAutoFit/>
          </a:bodyPr>
          <a:lstStyle/>
          <a:p>
            <a:r>
              <a:rPr kumimoji="1" lang="zh-CN" altLang="en-US" sz="1600" b="1" dirty="0">
                <a:latin typeface="Microsoft YaHei" panose="020B0503020204020204" pitchFamily="34" charset="-122"/>
                <a:ea typeface="Microsoft YaHei" panose="020B0503020204020204" pitchFamily="34" charset="-122"/>
              </a:rPr>
              <a:t>相关文献</a:t>
            </a:r>
          </a:p>
        </p:txBody>
      </p:sp>
      <p:sp>
        <p:nvSpPr>
          <p:cNvPr id="51" name="文本框 50">
            <a:extLst>
              <a:ext uri="{FF2B5EF4-FFF2-40B4-BE49-F238E27FC236}">
                <a16:creationId xmlns:a16="http://schemas.microsoft.com/office/drawing/2014/main" id="{3026B01C-6D09-EF1C-82BA-B60A4FA8B7D7}"/>
              </a:ext>
            </a:extLst>
          </p:cNvPr>
          <p:cNvSpPr txBox="1"/>
          <p:nvPr/>
        </p:nvSpPr>
        <p:spPr>
          <a:xfrm>
            <a:off x="7225448" y="968273"/>
            <a:ext cx="595035" cy="338554"/>
          </a:xfrm>
          <a:prstGeom prst="rect">
            <a:avLst/>
          </a:prstGeom>
          <a:noFill/>
        </p:spPr>
        <p:txBody>
          <a:bodyPr wrap="none" rtlCol="0">
            <a:spAutoFit/>
          </a:bodyPr>
          <a:lstStyle/>
          <a:p>
            <a:r>
              <a:rPr kumimoji="1" lang="zh-CN" altLang="en-US" sz="1600" b="1" dirty="0">
                <a:latin typeface="Microsoft YaHei" panose="020B0503020204020204" pitchFamily="34" charset="-122"/>
                <a:ea typeface="Microsoft YaHei" panose="020B0503020204020204" pitchFamily="34" charset="-122"/>
              </a:rPr>
              <a:t>启发</a:t>
            </a:r>
          </a:p>
        </p:txBody>
      </p:sp>
      <p:sp>
        <p:nvSpPr>
          <p:cNvPr id="52" name="矩形 51">
            <a:extLst>
              <a:ext uri="{FF2B5EF4-FFF2-40B4-BE49-F238E27FC236}">
                <a16:creationId xmlns:a16="http://schemas.microsoft.com/office/drawing/2014/main" id="{429E76E3-2FAF-F02A-3D9C-5A866EE77367}"/>
              </a:ext>
            </a:extLst>
          </p:cNvPr>
          <p:cNvSpPr/>
          <p:nvPr/>
        </p:nvSpPr>
        <p:spPr>
          <a:xfrm>
            <a:off x="226710" y="4142536"/>
            <a:ext cx="8690580" cy="839433"/>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gn="just"/>
            <a:r>
              <a:rPr lang="zh-CN" altLang="en-US" sz="1200" b="1" dirty="0">
                <a:solidFill>
                  <a:schemeClr val="tx1"/>
                </a:solidFill>
                <a:ea typeface="Microsoft YaHei" panose="020B0503020204020204" pitchFamily="34" charset="-122"/>
              </a:rPr>
              <a:t>小结：</a:t>
            </a:r>
            <a:endParaRPr lang="en-US" altLang="zh-CN" sz="1200" b="1" dirty="0">
              <a:solidFill>
                <a:schemeClr val="tx1"/>
              </a:solidFill>
              <a:ea typeface="Microsoft YaHei" panose="020B0503020204020204" pitchFamily="34" charset="-122"/>
            </a:endParaRPr>
          </a:p>
          <a:p>
            <a:pPr algn="just"/>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现有研究未充分考虑脉动线 “多站位数据耦合、高工艺精度约束” 核心特性，难以精准识别装配线特有偏移。</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缺乏 “偏移检测 </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调度响应” 联动设计，未建立适配装配节拍与工艺要求的偏移阈值标准，检测结果无法直接触发调度知识演化，难以支撑动态环境下的实时调度决策。</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4" name="文本框 53">
            <a:extLst>
              <a:ext uri="{FF2B5EF4-FFF2-40B4-BE49-F238E27FC236}">
                <a16:creationId xmlns:a16="http://schemas.microsoft.com/office/drawing/2014/main" id="{7DBE4282-31DF-B44A-A683-CCC9260C119B}"/>
              </a:ext>
            </a:extLst>
          </p:cNvPr>
          <p:cNvSpPr txBox="1"/>
          <p:nvPr/>
        </p:nvSpPr>
        <p:spPr>
          <a:xfrm>
            <a:off x="3620697" y="1336989"/>
            <a:ext cx="2544037" cy="246221"/>
          </a:xfrm>
          <a:prstGeom prst="rect">
            <a:avLst/>
          </a:prstGeom>
          <a:noFill/>
        </p:spPr>
        <p:txBody>
          <a:bodyPr wrap="square">
            <a:spAutoFit/>
          </a:bodyPr>
          <a:lstStyle/>
          <a:p>
            <a:r>
              <a:rPr lang="en-US" altLang="zh-CN" sz="1000" dirty="0"/>
              <a:t>Expert Systems with Applications</a:t>
            </a:r>
            <a:r>
              <a:rPr lang="zh-CN" altLang="en-US" sz="1000" dirty="0"/>
              <a:t>，</a:t>
            </a:r>
            <a:r>
              <a:rPr lang="en-US" altLang="zh-CN" sz="1000" dirty="0"/>
              <a:t>2025 </a:t>
            </a:r>
            <a:r>
              <a:rPr lang="en-US" altLang="zh-CN" sz="1000" b="1" dirty="0"/>
              <a:t>[7]</a:t>
            </a:r>
          </a:p>
        </p:txBody>
      </p:sp>
      <p:sp>
        <p:nvSpPr>
          <p:cNvPr id="56" name="文本框 55">
            <a:extLst>
              <a:ext uri="{FF2B5EF4-FFF2-40B4-BE49-F238E27FC236}">
                <a16:creationId xmlns:a16="http://schemas.microsoft.com/office/drawing/2014/main" id="{C2E5C618-03BB-0D2B-3973-F3F51C68D7A5}"/>
              </a:ext>
            </a:extLst>
          </p:cNvPr>
          <p:cNvSpPr txBox="1"/>
          <p:nvPr/>
        </p:nvSpPr>
        <p:spPr>
          <a:xfrm>
            <a:off x="3620697" y="1736570"/>
            <a:ext cx="2544037" cy="246221"/>
          </a:xfrm>
          <a:prstGeom prst="rect">
            <a:avLst/>
          </a:prstGeom>
          <a:noFill/>
        </p:spPr>
        <p:txBody>
          <a:bodyPr wrap="square">
            <a:spAutoFit/>
          </a:bodyPr>
          <a:lstStyle/>
          <a:p>
            <a:r>
              <a:rPr lang="en-US" altLang="zh-CN" sz="1000" dirty="0"/>
              <a:t>Journal of Systems and Software</a:t>
            </a:r>
            <a:r>
              <a:rPr lang="zh-CN" altLang="en-US" sz="1000" dirty="0"/>
              <a:t>，</a:t>
            </a:r>
            <a:r>
              <a:rPr lang="en-US" altLang="zh-CN" sz="1000" dirty="0"/>
              <a:t>2024 </a:t>
            </a:r>
            <a:r>
              <a:rPr lang="en-US" altLang="zh-CN" sz="1000" b="1" dirty="0"/>
              <a:t>[8]</a:t>
            </a:r>
          </a:p>
        </p:txBody>
      </p:sp>
      <p:sp>
        <p:nvSpPr>
          <p:cNvPr id="58" name="文本框 57">
            <a:extLst>
              <a:ext uri="{FF2B5EF4-FFF2-40B4-BE49-F238E27FC236}">
                <a16:creationId xmlns:a16="http://schemas.microsoft.com/office/drawing/2014/main" id="{9848A566-9C12-B861-AAA8-2C321373D021}"/>
              </a:ext>
            </a:extLst>
          </p:cNvPr>
          <p:cNvSpPr txBox="1"/>
          <p:nvPr/>
        </p:nvSpPr>
        <p:spPr>
          <a:xfrm>
            <a:off x="3625697" y="2908315"/>
            <a:ext cx="2544037" cy="400110"/>
          </a:xfrm>
          <a:prstGeom prst="rect">
            <a:avLst/>
          </a:prstGeom>
          <a:noFill/>
        </p:spPr>
        <p:txBody>
          <a:bodyPr wrap="square">
            <a:spAutoFit/>
          </a:bodyPr>
          <a:lstStyle/>
          <a:p>
            <a:r>
              <a:rPr lang="en-US" altLang="zh-CN" sz="1000" dirty="0"/>
              <a:t>Engineering Applications of Artificial Intelligence,2025 </a:t>
            </a:r>
            <a:r>
              <a:rPr lang="en-US" altLang="zh-CN" sz="1000" b="1" dirty="0"/>
              <a:t>[10]</a:t>
            </a:r>
          </a:p>
        </p:txBody>
      </p:sp>
      <p:sp>
        <p:nvSpPr>
          <p:cNvPr id="60" name="文本框 59">
            <a:extLst>
              <a:ext uri="{FF2B5EF4-FFF2-40B4-BE49-F238E27FC236}">
                <a16:creationId xmlns:a16="http://schemas.microsoft.com/office/drawing/2014/main" id="{6ACAF289-2302-754E-2674-EA7EAF482D41}"/>
              </a:ext>
            </a:extLst>
          </p:cNvPr>
          <p:cNvSpPr txBox="1"/>
          <p:nvPr/>
        </p:nvSpPr>
        <p:spPr>
          <a:xfrm>
            <a:off x="3627048" y="3341251"/>
            <a:ext cx="2563089" cy="246221"/>
          </a:xfrm>
          <a:prstGeom prst="rect">
            <a:avLst/>
          </a:prstGeom>
          <a:noFill/>
        </p:spPr>
        <p:txBody>
          <a:bodyPr wrap="square">
            <a:spAutoFit/>
          </a:bodyPr>
          <a:lstStyle/>
          <a:p>
            <a:r>
              <a:rPr lang="en-US" altLang="zh-CN" sz="1000" dirty="0"/>
              <a:t>Journal of Process Control</a:t>
            </a:r>
            <a:r>
              <a:rPr lang="zh-CN" altLang="en-US" sz="1000" dirty="0"/>
              <a:t>，</a:t>
            </a:r>
            <a:r>
              <a:rPr lang="en-US" altLang="zh-CN" sz="1000" dirty="0"/>
              <a:t>2025 </a:t>
            </a:r>
            <a:r>
              <a:rPr lang="en-US" altLang="zh-CN" sz="1000" b="1" dirty="0"/>
              <a:t>[11]</a:t>
            </a:r>
          </a:p>
        </p:txBody>
      </p:sp>
      <p:sp>
        <p:nvSpPr>
          <p:cNvPr id="64" name="文本框 63">
            <a:extLst>
              <a:ext uri="{FF2B5EF4-FFF2-40B4-BE49-F238E27FC236}">
                <a16:creationId xmlns:a16="http://schemas.microsoft.com/office/drawing/2014/main" id="{E46BA4D8-B3C0-BEE4-C7C2-D093205C7CD3}"/>
              </a:ext>
            </a:extLst>
          </p:cNvPr>
          <p:cNvSpPr txBox="1"/>
          <p:nvPr/>
        </p:nvSpPr>
        <p:spPr>
          <a:xfrm>
            <a:off x="3702111" y="2535352"/>
            <a:ext cx="4647062" cy="246221"/>
          </a:xfrm>
          <a:prstGeom prst="rect">
            <a:avLst/>
          </a:prstGeom>
          <a:noFill/>
        </p:spPr>
        <p:txBody>
          <a:bodyPr wrap="square">
            <a:spAutoFit/>
          </a:bodyPr>
          <a:lstStyle/>
          <a:p>
            <a:r>
              <a:rPr lang="en-US" altLang="zh-CN" sz="1000" dirty="0"/>
              <a:t>Knowledge-Based Systems, 2024 </a:t>
            </a:r>
            <a:r>
              <a:rPr lang="en-US" altLang="zh-CN" sz="1000" b="1" dirty="0"/>
              <a:t>[9]</a:t>
            </a:r>
            <a:endParaRPr lang="zh-CN" altLang="en-US" sz="1000" b="1" dirty="0"/>
          </a:p>
        </p:txBody>
      </p:sp>
      <p:sp>
        <p:nvSpPr>
          <p:cNvPr id="66" name="文本框 65">
            <a:extLst>
              <a:ext uri="{FF2B5EF4-FFF2-40B4-BE49-F238E27FC236}">
                <a16:creationId xmlns:a16="http://schemas.microsoft.com/office/drawing/2014/main" id="{8440738D-32F3-4EF9-06DD-8B6736678A09}"/>
              </a:ext>
            </a:extLst>
          </p:cNvPr>
          <p:cNvSpPr txBox="1"/>
          <p:nvPr/>
        </p:nvSpPr>
        <p:spPr>
          <a:xfrm>
            <a:off x="3627048" y="3717568"/>
            <a:ext cx="2537686" cy="246221"/>
          </a:xfrm>
          <a:prstGeom prst="rect">
            <a:avLst/>
          </a:prstGeom>
          <a:noFill/>
        </p:spPr>
        <p:txBody>
          <a:bodyPr wrap="square">
            <a:spAutoFit/>
          </a:bodyPr>
          <a:lstStyle/>
          <a:p>
            <a:r>
              <a:rPr lang="en-US" altLang="zh-CN" sz="1000" dirty="0"/>
              <a:t>Expert Systems with Applications, 2024 </a:t>
            </a:r>
            <a:r>
              <a:rPr lang="en-US" altLang="zh-CN" sz="1000" b="1" dirty="0"/>
              <a:t>[12]</a:t>
            </a:r>
            <a:endParaRPr lang="zh-CN" altLang="en-US" sz="1000" b="1" dirty="0"/>
          </a:p>
        </p:txBody>
      </p:sp>
      <p:cxnSp>
        <p:nvCxnSpPr>
          <p:cNvPr id="72" name="连接符: 肘形 71">
            <a:extLst>
              <a:ext uri="{FF2B5EF4-FFF2-40B4-BE49-F238E27FC236}">
                <a16:creationId xmlns:a16="http://schemas.microsoft.com/office/drawing/2014/main" id="{54521E38-989A-8A3F-62AE-D97DCD48F058}"/>
              </a:ext>
            </a:extLst>
          </p:cNvPr>
          <p:cNvCxnSpPr>
            <a:cxnSpLocks/>
          </p:cNvCxnSpPr>
          <p:nvPr/>
        </p:nvCxnSpPr>
        <p:spPr>
          <a:xfrm rot="5400000" flipH="1" flipV="1">
            <a:off x="3248229" y="2772932"/>
            <a:ext cx="491124" cy="202060"/>
          </a:xfrm>
          <a:prstGeom prst="bentConnector3">
            <a:avLst>
              <a:gd name="adj1" fmla="val 98630"/>
            </a:avLst>
          </a:prstGeom>
        </p:spPr>
        <p:style>
          <a:lnRef idx="2">
            <a:schemeClr val="accent1"/>
          </a:lnRef>
          <a:fillRef idx="0">
            <a:schemeClr val="accent1"/>
          </a:fillRef>
          <a:effectRef idx="1">
            <a:schemeClr val="accent1"/>
          </a:effectRef>
          <a:fontRef idx="minor">
            <a:schemeClr val="tx1"/>
          </a:fontRef>
        </p:style>
      </p:cxnSp>
      <p:cxnSp>
        <p:nvCxnSpPr>
          <p:cNvPr id="85" name="直接连接符 84">
            <a:extLst>
              <a:ext uri="{FF2B5EF4-FFF2-40B4-BE49-F238E27FC236}">
                <a16:creationId xmlns:a16="http://schemas.microsoft.com/office/drawing/2014/main" id="{857898C9-6A69-1BF2-A73C-0CFE1BB5C6A0}"/>
              </a:ext>
            </a:extLst>
          </p:cNvPr>
          <p:cNvCxnSpPr>
            <a:cxnSpLocks/>
          </p:cNvCxnSpPr>
          <p:nvPr/>
        </p:nvCxnSpPr>
        <p:spPr>
          <a:xfrm>
            <a:off x="3057251" y="1659891"/>
            <a:ext cx="334565"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0" name="文本框 89">
            <a:extLst>
              <a:ext uri="{FF2B5EF4-FFF2-40B4-BE49-F238E27FC236}">
                <a16:creationId xmlns:a16="http://schemas.microsoft.com/office/drawing/2014/main" id="{B7364146-C0DD-8E26-B9A2-DCA665288A67}"/>
              </a:ext>
            </a:extLst>
          </p:cNvPr>
          <p:cNvSpPr txBox="1"/>
          <p:nvPr/>
        </p:nvSpPr>
        <p:spPr>
          <a:xfrm>
            <a:off x="6366349" y="1248311"/>
            <a:ext cx="2544037" cy="1323439"/>
          </a:xfrm>
          <a:prstGeom prst="rect">
            <a:avLst/>
          </a:prstGeom>
          <a:noFill/>
        </p:spPr>
        <p:txBody>
          <a:bodyPr wrap="square">
            <a:spAutoFit/>
          </a:bodyPr>
          <a:lstStyle/>
          <a:p>
            <a:r>
              <a:rPr lang="zh-CN" altLang="en-US" sz="1000" b="1" dirty="0">
                <a:solidFill>
                  <a:srgbClr val="292934"/>
                </a:solidFill>
                <a:ea typeface="微软雅黑" panose="020B0503020204020204" pitchFamily="34" charset="-122"/>
                <a:cs typeface="微软雅黑" panose="020B0503020204020204" pitchFamily="34" charset="-122"/>
                <a:sym typeface="+mn-ea"/>
              </a:rPr>
              <a:t>◉ </a:t>
            </a:r>
            <a:r>
              <a:rPr lang="zh-CN" altLang="en-US" sz="1000" dirty="0">
                <a:solidFill>
                  <a:srgbClr val="292934"/>
                </a:solidFill>
                <a:ea typeface="微软雅黑" panose="020B0503020204020204" pitchFamily="34" charset="-122"/>
                <a:cs typeface="微软雅黑" panose="020B0503020204020204" pitchFamily="34" charset="-122"/>
                <a:sym typeface="+mn-ea"/>
              </a:rPr>
              <a:t>多源数据时空对齐：构建装配线数据统一标准。</a:t>
            </a:r>
            <a:endParaRPr lang="en-US" altLang="zh-CN" sz="1000" dirty="0">
              <a:solidFill>
                <a:srgbClr val="292934"/>
              </a:solidFill>
              <a:ea typeface="微软雅黑" panose="020B0503020204020204" pitchFamily="34" charset="-122"/>
              <a:cs typeface="微软雅黑" panose="020B0503020204020204" pitchFamily="34" charset="-122"/>
              <a:sym typeface="+mn-ea"/>
            </a:endParaRPr>
          </a:p>
          <a:p>
            <a:endParaRPr lang="en-US" altLang="zh-CN" sz="1000" dirty="0">
              <a:solidFill>
                <a:srgbClr val="292934"/>
              </a:solidFill>
              <a:ea typeface="微软雅黑" panose="020B0503020204020204" pitchFamily="34" charset="-122"/>
              <a:cs typeface="微软雅黑" panose="020B0503020204020204" pitchFamily="34" charset="-122"/>
              <a:sym typeface="+mn-ea"/>
            </a:endParaRPr>
          </a:p>
          <a:p>
            <a:r>
              <a:rPr lang="zh-CN" altLang="en-US" sz="1000" b="1" dirty="0">
                <a:solidFill>
                  <a:srgbClr val="292934"/>
                </a:solidFill>
                <a:ea typeface="微软雅黑" panose="020B0503020204020204" pitchFamily="34" charset="-122"/>
                <a:cs typeface="微软雅黑" panose="020B0503020204020204" pitchFamily="34" charset="-122"/>
                <a:sym typeface="+mn-ea"/>
              </a:rPr>
              <a:t>◉ </a:t>
            </a:r>
            <a:r>
              <a:rPr lang="zh-CN" altLang="en-US" sz="1000" dirty="0">
                <a:ea typeface="微软雅黑" panose="020B0503020204020204" pitchFamily="34" charset="-122"/>
              </a:rPr>
              <a:t>耦合噪声过滤：抑制干扰信号，精准捕捉真实特征偏移信号。</a:t>
            </a:r>
            <a:endParaRPr lang="en-US" altLang="zh-CN" sz="1000" dirty="0">
              <a:ea typeface="微软雅黑" panose="020B0503020204020204" pitchFamily="34" charset="-122"/>
            </a:endParaRPr>
          </a:p>
          <a:p>
            <a:endParaRPr lang="en-US" altLang="zh-CN" sz="1000" dirty="0">
              <a:ea typeface="微软雅黑" panose="020B0503020204020204" pitchFamily="34" charset="-122"/>
            </a:endParaRPr>
          </a:p>
          <a:p>
            <a:r>
              <a:rPr lang="zh-CN" altLang="en-US" sz="1000" b="1" dirty="0">
                <a:solidFill>
                  <a:srgbClr val="292934"/>
                </a:solidFill>
                <a:ea typeface="微软雅黑" panose="020B0503020204020204" pitchFamily="34" charset="-122"/>
                <a:cs typeface="微软雅黑" panose="020B0503020204020204" pitchFamily="34" charset="-122"/>
                <a:sym typeface="+mn-ea"/>
              </a:rPr>
              <a:t>◉ </a:t>
            </a:r>
            <a:r>
              <a:rPr lang="zh-CN" altLang="en-US" sz="1000" dirty="0">
                <a:solidFill>
                  <a:srgbClr val="292934"/>
                </a:solidFill>
                <a:ea typeface="微软雅黑" panose="020B0503020204020204" pitchFamily="34" charset="-122"/>
                <a:cs typeface="微软雅黑" panose="020B0503020204020204" pitchFamily="34" charset="-122"/>
                <a:sym typeface="+mn-ea"/>
              </a:rPr>
              <a:t>动态调整检测阈值：适配装配线动态环境，降低特征偏移误检与漏检。</a:t>
            </a:r>
            <a:endParaRPr lang="en-US" altLang="zh-CN" sz="1000" dirty="0"/>
          </a:p>
        </p:txBody>
      </p:sp>
      <p:sp>
        <p:nvSpPr>
          <p:cNvPr id="91" name="文本框 90">
            <a:extLst>
              <a:ext uri="{FF2B5EF4-FFF2-40B4-BE49-F238E27FC236}">
                <a16:creationId xmlns:a16="http://schemas.microsoft.com/office/drawing/2014/main" id="{D0F57058-012F-A741-225C-01082F3EEA0B}"/>
              </a:ext>
            </a:extLst>
          </p:cNvPr>
          <p:cNvSpPr txBox="1"/>
          <p:nvPr/>
        </p:nvSpPr>
        <p:spPr>
          <a:xfrm>
            <a:off x="6361011" y="2673425"/>
            <a:ext cx="2544037" cy="1323439"/>
          </a:xfrm>
          <a:prstGeom prst="rect">
            <a:avLst/>
          </a:prstGeom>
          <a:noFill/>
        </p:spPr>
        <p:txBody>
          <a:bodyPr wrap="square">
            <a:spAutoFit/>
          </a:bodyPr>
          <a:lstStyle/>
          <a:p>
            <a:r>
              <a:rPr lang="zh-CN" altLang="en-US" sz="1000" b="1" dirty="0">
                <a:solidFill>
                  <a:srgbClr val="292934"/>
                </a:solidFill>
                <a:ea typeface="微软雅黑" panose="020B0503020204020204" pitchFamily="34" charset="-122"/>
                <a:cs typeface="微软雅黑" panose="020B0503020204020204" pitchFamily="34" charset="-122"/>
                <a:sym typeface="+mn-ea"/>
              </a:rPr>
              <a:t>◉ </a:t>
            </a:r>
            <a:r>
              <a:rPr lang="zh-CN" altLang="en-US" sz="1000" dirty="0">
                <a:solidFill>
                  <a:srgbClr val="292934"/>
                </a:solidFill>
                <a:ea typeface="微软雅黑" panose="020B0503020204020204" pitchFamily="34" charset="-122"/>
                <a:cs typeface="微软雅黑" panose="020B0503020204020204" pitchFamily="34" charset="-122"/>
                <a:sym typeface="+mn-ea"/>
              </a:rPr>
              <a:t>奇异谱分解：捕捉多站位耦合动态变化，精准定位概念偏移根源。</a:t>
            </a:r>
            <a:endParaRPr lang="en-US" altLang="zh-CN" sz="1000" dirty="0">
              <a:solidFill>
                <a:srgbClr val="292934"/>
              </a:solidFill>
              <a:ea typeface="微软雅黑" panose="020B0503020204020204" pitchFamily="34" charset="-122"/>
              <a:cs typeface="微软雅黑" panose="020B0503020204020204" pitchFamily="34" charset="-122"/>
              <a:sym typeface="+mn-ea"/>
            </a:endParaRPr>
          </a:p>
          <a:p>
            <a:endParaRPr lang="en-US" altLang="zh-CN" sz="1000" dirty="0">
              <a:solidFill>
                <a:srgbClr val="292934"/>
              </a:solidFill>
              <a:ea typeface="微软雅黑" panose="020B0503020204020204" pitchFamily="34" charset="-122"/>
              <a:cs typeface="微软雅黑" panose="020B0503020204020204" pitchFamily="34" charset="-122"/>
              <a:sym typeface="+mn-ea"/>
            </a:endParaRPr>
          </a:p>
          <a:p>
            <a:r>
              <a:rPr lang="zh-CN" altLang="en-US" sz="1000" b="1" dirty="0">
                <a:solidFill>
                  <a:srgbClr val="292934"/>
                </a:solidFill>
                <a:ea typeface="微软雅黑" panose="020B0503020204020204" pitchFamily="34" charset="-122"/>
                <a:cs typeface="微软雅黑" panose="020B0503020204020204" pitchFamily="34" charset="-122"/>
                <a:sym typeface="+mn-ea"/>
              </a:rPr>
              <a:t>◉ </a:t>
            </a:r>
            <a:r>
              <a:rPr lang="zh-CN" altLang="en-US" sz="1000" dirty="0">
                <a:solidFill>
                  <a:srgbClr val="292934"/>
                </a:solidFill>
                <a:ea typeface="微软雅黑" panose="020B0503020204020204" pitchFamily="34" charset="-122"/>
                <a:cs typeface="微软雅黑" panose="020B0503020204020204" pitchFamily="34" charset="-122"/>
                <a:sym typeface="+mn-ea"/>
              </a:rPr>
              <a:t>构建工艺规则库：建立多机型知识基准，快速匹配概念偏移类型。</a:t>
            </a:r>
            <a:endParaRPr lang="en-US" altLang="zh-CN" sz="1000" dirty="0">
              <a:solidFill>
                <a:srgbClr val="292934"/>
              </a:solidFill>
              <a:ea typeface="微软雅黑" panose="020B0503020204020204" pitchFamily="34" charset="-122"/>
              <a:cs typeface="微软雅黑" panose="020B0503020204020204" pitchFamily="34" charset="-122"/>
              <a:sym typeface="+mn-ea"/>
            </a:endParaRPr>
          </a:p>
          <a:p>
            <a:endParaRPr lang="en-US" altLang="zh-CN" sz="1000" dirty="0">
              <a:solidFill>
                <a:srgbClr val="292934"/>
              </a:solidFill>
              <a:ea typeface="微软雅黑" panose="020B0503020204020204" pitchFamily="34" charset="-122"/>
              <a:cs typeface="微软雅黑" panose="020B0503020204020204" pitchFamily="34" charset="-122"/>
              <a:sym typeface="+mn-ea"/>
            </a:endParaRPr>
          </a:p>
          <a:p>
            <a:r>
              <a:rPr lang="zh-CN" altLang="en-US" sz="1000" b="1" dirty="0">
                <a:solidFill>
                  <a:srgbClr val="292934"/>
                </a:solidFill>
                <a:ea typeface="微软雅黑" panose="020B0503020204020204" pitchFamily="34" charset="-122"/>
                <a:cs typeface="微软雅黑" panose="020B0503020204020204" pitchFamily="34" charset="-122"/>
                <a:sym typeface="+mn-ea"/>
              </a:rPr>
              <a:t>◉ </a:t>
            </a:r>
            <a:r>
              <a:rPr lang="zh-CN" altLang="en-US" sz="1000" dirty="0">
                <a:latin typeface="微软雅黑" panose="020B0503020204020204" pitchFamily="34" charset="-122"/>
                <a:ea typeface="微软雅黑" panose="020B0503020204020204" pitchFamily="34" charset="-122"/>
              </a:rPr>
              <a:t>动态神经网络：分层适配概念偏移，实现调度知识高效演化</a:t>
            </a:r>
            <a:endParaRPr lang="en-US" altLang="zh-CN" sz="1000" dirty="0">
              <a:latin typeface="微软雅黑" panose="020B0503020204020204" pitchFamily="34" charset="-122"/>
              <a:ea typeface="微软雅黑" panose="020B0503020204020204" pitchFamily="34" charset="-122"/>
            </a:endParaRPr>
          </a:p>
        </p:txBody>
      </p:sp>
      <p:cxnSp>
        <p:nvCxnSpPr>
          <p:cNvPr id="92" name="连接符: 肘形 91">
            <a:extLst>
              <a:ext uri="{FF2B5EF4-FFF2-40B4-BE49-F238E27FC236}">
                <a16:creationId xmlns:a16="http://schemas.microsoft.com/office/drawing/2014/main" id="{90BBD2CE-0D84-96CB-F34A-BB2E8A0B4B55}"/>
              </a:ext>
            </a:extLst>
          </p:cNvPr>
          <p:cNvCxnSpPr>
            <a:cxnSpLocks/>
          </p:cNvCxnSpPr>
          <p:nvPr/>
        </p:nvCxnSpPr>
        <p:spPr>
          <a:xfrm rot="10800000">
            <a:off x="6372595" y="1413956"/>
            <a:ext cx="12700" cy="812522"/>
          </a:xfrm>
          <a:prstGeom prst="bentConnector3">
            <a:avLst>
              <a:gd name="adj1" fmla="val 1800000"/>
            </a:avLst>
          </a:prstGeom>
          <a:ln w="12700"/>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7A3AC1C4-DDA7-AD10-B47C-9E7DFEF30E38}"/>
              </a:ext>
            </a:extLst>
          </p:cNvPr>
          <p:cNvCxnSpPr>
            <a:cxnSpLocks/>
          </p:cNvCxnSpPr>
          <p:nvPr/>
        </p:nvCxnSpPr>
        <p:spPr>
          <a:xfrm>
            <a:off x="6161966" y="1836656"/>
            <a:ext cx="223329"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0" name="连接符: 肘形 99">
            <a:extLst>
              <a:ext uri="{FF2B5EF4-FFF2-40B4-BE49-F238E27FC236}">
                <a16:creationId xmlns:a16="http://schemas.microsoft.com/office/drawing/2014/main" id="{BCDCBDF9-57AD-796C-0694-AD2D82511D21}"/>
              </a:ext>
            </a:extLst>
          </p:cNvPr>
          <p:cNvCxnSpPr>
            <a:cxnSpLocks/>
          </p:cNvCxnSpPr>
          <p:nvPr/>
        </p:nvCxnSpPr>
        <p:spPr>
          <a:xfrm rot="10800000">
            <a:off x="6388228" y="2832155"/>
            <a:ext cx="12700" cy="812522"/>
          </a:xfrm>
          <a:prstGeom prst="bentConnector3">
            <a:avLst>
              <a:gd name="adj1" fmla="val 1800000"/>
            </a:avLst>
          </a:prstGeom>
          <a:ln w="12700"/>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8BCF47E3-1151-5009-8318-FAE1800377FF}"/>
              </a:ext>
            </a:extLst>
          </p:cNvPr>
          <p:cNvCxnSpPr>
            <a:cxnSpLocks/>
          </p:cNvCxnSpPr>
          <p:nvPr/>
        </p:nvCxnSpPr>
        <p:spPr>
          <a:xfrm flipH="1">
            <a:off x="6177866" y="3254855"/>
            <a:ext cx="211277"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94184"/>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4EC90-50AA-6ADE-FBC0-4A2379E1B47F}"/>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5619A6B2-A0F7-4E4B-363A-834E8BCA315C}"/>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文献综述</a:t>
            </a:r>
          </a:p>
        </p:txBody>
      </p:sp>
      <p:sp>
        <p:nvSpPr>
          <p:cNvPr id="2" name="文本框 1">
            <a:extLst>
              <a:ext uri="{FF2B5EF4-FFF2-40B4-BE49-F238E27FC236}">
                <a16:creationId xmlns:a16="http://schemas.microsoft.com/office/drawing/2014/main" id="{6A1AC92F-5842-E3CE-183C-8736D465E457}"/>
              </a:ext>
            </a:extLst>
          </p:cNvPr>
          <p:cNvSpPr txBox="1"/>
          <p:nvPr/>
        </p:nvSpPr>
        <p:spPr>
          <a:xfrm>
            <a:off x="120025" y="592207"/>
            <a:ext cx="3993401"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文献综述</a:t>
            </a:r>
            <a:r>
              <a:rPr kumimoji="1" lang="en-US" altLang="zh-CN" sz="1600" b="1" dirty="0">
                <a:solidFill>
                  <a:srgbClr val="5B9BD5"/>
                </a:solidFill>
                <a:latin typeface="Microsoft YaHei" panose="020B0503020204020204" pitchFamily="34" charset="-122"/>
                <a:ea typeface="Microsoft YaHei" panose="020B0503020204020204" pitchFamily="34" charset="-122"/>
              </a:rPr>
              <a:t>——</a:t>
            </a:r>
            <a:r>
              <a:rPr kumimoji="1" lang="zh-CN" altLang="en-US" sz="1600" b="1" dirty="0">
                <a:solidFill>
                  <a:srgbClr val="5B9BD5"/>
                </a:solidFill>
                <a:latin typeface="Microsoft YaHei" panose="020B0503020204020204" pitchFamily="34" charset="-122"/>
                <a:ea typeface="Microsoft YaHei" panose="020B0503020204020204" pitchFamily="34" charset="-122"/>
              </a:rPr>
              <a:t>制造领域的知识演化研究</a:t>
            </a:r>
          </a:p>
        </p:txBody>
      </p:sp>
      <p:sp>
        <p:nvSpPr>
          <p:cNvPr id="3" name="矩形 2">
            <a:extLst>
              <a:ext uri="{FF2B5EF4-FFF2-40B4-BE49-F238E27FC236}">
                <a16:creationId xmlns:a16="http://schemas.microsoft.com/office/drawing/2014/main" id="{1DAC475D-B44F-CA5C-0F6F-778944571EDE}"/>
              </a:ext>
            </a:extLst>
          </p:cNvPr>
          <p:cNvSpPr/>
          <p:nvPr/>
        </p:nvSpPr>
        <p:spPr>
          <a:xfrm>
            <a:off x="226712" y="4169614"/>
            <a:ext cx="8690580" cy="763111"/>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gn="just"/>
            <a:endParaRPr lang="en-US" altLang="zh-CN" sz="1200" b="1" dirty="0">
              <a:solidFill>
                <a:schemeClr val="tx1"/>
              </a:solidFill>
              <a:ea typeface="Microsoft YaHei" panose="020B0503020204020204" pitchFamily="34" charset="-122"/>
            </a:endParaRPr>
          </a:p>
          <a:p>
            <a:pPr algn="just"/>
            <a:r>
              <a:rPr lang="zh-CN" altLang="en-US" sz="1200" b="1" dirty="0">
                <a:solidFill>
                  <a:schemeClr val="tx1"/>
                </a:solidFill>
                <a:ea typeface="Microsoft YaHei" panose="020B0503020204020204" pitchFamily="34" charset="-122"/>
              </a:rPr>
              <a:t>小结：</a:t>
            </a:r>
            <a:endParaRPr lang="en-US" altLang="zh-CN" sz="1200" b="1" dirty="0">
              <a:solidFill>
                <a:schemeClr val="tx1"/>
              </a:solidFill>
              <a:ea typeface="Microsoft YaHei" panose="020B0503020204020204" pitchFamily="34" charset="-122"/>
            </a:endParaRPr>
          </a:p>
          <a:p>
            <a:pPr algn="just"/>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现有关于调度知识演化研究较为缺乏，未形成体系性研究成果。</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可以借鉴制造领域内其他问题的知识演化研究成果，解决调度知识演化问题。</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a:endParaRPr lang="en-US" altLang="zh-CN" sz="1400" dirty="0">
              <a:solidFill>
                <a:schemeClr val="tx1"/>
              </a:solidFill>
              <a:ea typeface="Microsoft YaHei" panose="020B0503020204020204" pitchFamily="34" charset="-122"/>
            </a:endParaRPr>
          </a:p>
        </p:txBody>
      </p:sp>
      <p:graphicFrame>
        <p:nvGraphicFramePr>
          <p:cNvPr id="7" name="表格 6">
            <a:extLst>
              <a:ext uri="{FF2B5EF4-FFF2-40B4-BE49-F238E27FC236}">
                <a16:creationId xmlns:a16="http://schemas.microsoft.com/office/drawing/2014/main" id="{EBA82603-9356-9B66-3BB1-DB34378777CE}"/>
              </a:ext>
            </a:extLst>
          </p:cNvPr>
          <p:cNvGraphicFramePr>
            <a:graphicFrameLocks noGrp="1"/>
          </p:cNvGraphicFramePr>
          <p:nvPr>
            <p:extLst>
              <p:ext uri="{D42A27DB-BD31-4B8C-83A1-F6EECF244321}">
                <p14:modId xmlns:p14="http://schemas.microsoft.com/office/powerpoint/2010/main" val="1004146964"/>
              </p:ext>
            </p:extLst>
          </p:nvPr>
        </p:nvGraphicFramePr>
        <p:xfrm>
          <a:off x="226710" y="1068154"/>
          <a:ext cx="8690580" cy="2819740"/>
        </p:xfrm>
        <a:graphic>
          <a:graphicData uri="http://schemas.openxmlformats.org/drawingml/2006/table">
            <a:tbl>
              <a:tblPr firstRow="1" bandRow="1">
                <a:tableStyleId>{5940675A-B579-460E-94D1-54222C63F5DA}</a:tableStyleId>
              </a:tblPr>
              <a:tblGrid>
                <a:gridCol w="808602">
                  <a:extLst>
                    <a:ext uri="{9D8B030D-6E8A-4147-A177-3AD203B41FA5}">
                      <a16:colId xmlns:a16="http://schemas.microsoft.com/office/drawing/2014/main" val="2261127864"/>
                    </a:ext>
                  </a:extLst>
                </a:gridCol>
                <a:gridCol w="1753230">
                  <a:extLst>
                    <a:ext uri="{9D8B030D-6E8A-4147-A177-3AD203B41FA5}">
                      <a16:colId xmlns:a16="http://schemas.microsoft.com/office/drawing/2014/main" val="4017550047"/>
                    </a:ext>
                  </a:extLst>
                </a:gridCol>
                <a:gridCol w="1670103">
                  <a:extLst>
                    <a:ext uri="{9D8B030D-6E8A-4147-A177-3AD203B41FA5}">
                      <a16:colId xmlns:a16="http://schemas.microsoft.com/office/drawing/2014/main" val="3172402277"/>
                    </a:ext>
                  </a:extLst>
                </a:gridCol>
                <a:gridCol w="2176423">
                  <a:extLst>
                    <a:ext uri="{9D8B030D-6E8A-4147-A177-3AD203B41FA5}">
                      <a16:colId xmlns:a16="http://schemas.microsoft.com/office/drawing/2014/main" val="803279250"/>
                    </a:ext>
                  </a:extLst>
                </a:gridCol>
                <a:gridCol w="2282222">
                  <a:extLst>
                    <a:ext uri="{9D8B030D-6E8A-4147-A177-3AD203B41FA5}">
                      <a16:colId xmlns:a16="http://schemas.microsoft.com/office/drawing/2014/main" val="570640180"/>
                    </a:ext>
                  </a:extLst>
                </a:gridCol>
              </a:tblGrid>
              <a:tr h="402820">
                <a:tc rowSpan="7">
                  <a:txBody>
                    <a:bodyPr/>
                    <a:lstStyle/>
                    <a:p>
                      <a:pPr algn="ctr"/>
                      <a:r>
                        <a:rPr lang="zh-CN" altLang="en-US" sz="1600" b="1" dirty="0"/>
                        <a:t>知</a:t>
                      </a:r>
                      <a:endParaRPr lang="en-US" altLang="zh-CN" sz="1600" b="1" dirty="0"/>
                    </a:p>
                    <a:p>
                      <a:pPr algn="ctr"/>
                      <a:r>
                        <a:rPr lang="zh-CN" altLang="en-US" sz="1600" b="1" dirty="0"/>
                        <a:t>识</a:t>
                      </a:r>
                      <a:endParaRPr lang="en-US" altLang="zh-CN" sz="1600" b="1" dirty="0"/>
                    </a:p>
                    <a:p>
                      <a:pPr algn="ctr"/>
                      <a:r>
                        <a:rPr lang="zh-CN" altLang="en-US" sz="1600" b="1" dirty="0"/>
                        <a:t>演</a:t>
                      </a:r>
                      <a:endParaRPr lang="en-US" altLang="zh-CN" sz="1600" b="1" dirty="0"/>
                    </a:p>
                    <a:p>
                      <a:pPr algn="ctr"/>
                      <a:r>
                        <a:rPr lang="zh-CN" altLang="en-US" sz="1600" b="1" dirty="0"/>
                        <a:t>化</a:t>
                      </a:r>
                      <a:endParaRPr lang="en-US" altLang="zh-CN" sz="1600" b="1" dirty="0"/>
                    </a:p>
                    <a:p>
                      <a:pPr algn="ctr"/>
                      <a:r>
                        <a:rPr lang="zh-CN" altLang="en-US" sz="1600" b="1" dirty="0"/>
                        <a:t>研</a:t>
                      </a:r>
                      <a:endParaRPr lang="en-US" altLang="zh-CN" sz="1600" b="1" dirty="0"/>
                    </a:p>
                    <a:p>
                      <a:pPr algn="ctr"/>
                      <a:r>
                        <a:rPr lang="zh-CN" altLang="en-US" sz="1600" b="1" dirty="0"/>
                        <a:t>究</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sz="1600" b="1" dirty="0"/>
                        <a:t>文献来源</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sz="1600" b="1" dirty="0"/>
                        <a:t>应用领域</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sz="1600" b="1" dirty="0"/>
                        <a:t>调度方法</a:t>
                      </a:r>
                      <a:r>
                        <a:rPr lang="en-US" altLang="zh-CN" sz="1600" b="1" dirty="0"/>
                        <a:t>/</a:t>
                      </a:r>
                      <a:r>
                        <a:rPr lang="zh-CN" altLang="en-US" sz="1600" b="1" dirty="0"/>
                        <a:t>技术方案</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sz="1600" b="1" dirty="0"/>
                        <a:t>启发</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379363192"/>
                  </a:ext>
                </a:extLst>
              </a:tr>
              <a:tr h="402820">
                <a:tc vMerge="1">
                  <a:txBody>
                    <a:bodyPr/>
                    <a:lstStyle/>
                    <a:p>
                      <a:pPr algn="ctr"/>
                      <a:endParaRPr lang="zh-CN" altLang="en-US" dirty="0"/>
                    </a:p>
                  </a:txBody>
                  <a:tcPr anchor="ctr"/>
                </a:tc>
                <a:tc>
                  <a:txBody>
                    <a:bodyPr/>
                    <a:lstStyle/>
                    <a:p>
                      <a:pPr algn="ctr"/>
                      <a:r>
                        <a:rPr lang="en-US" altLang="zh-CN" dirty="0"/>
                        <a:t>Expert Systems with Applications</a:t>
                      </a:r>
                      <a:r>
                        <a:rPr lang="zh-CN" altLang="en-US" dirty="0"/>
                        <a:t>，</a:t>
                      </a:r>
                      <a:r>
                        <a:rPr lang="en-US" altLang="zh-CN" dirty="0"/>
                        <a:t>2025 </a:t>
                      </a:r>
                      <a:r>
                        <a:rPr lang="en-US" altLang="zh-CN" b="1" dirty="0"/>
                        <a:t>[13]</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铁路空车调配</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增量学习</a:t>
                      </a:r>
                      <a:r>
                        <a:rPr lang="en-US" altLang="zh-CN" dirty="0"/>
                        <a:t>+</a:t>
                      </a:r>
                      <a:r>
                        <a:rPr lang="zh-CN" altLang="en-US" dirty="0"/>
                        <a:t>进化算法</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rowSpan="6">
                  <a:txBody>
                    <a:bodyPr/>
                    <a:lstStyle/>
                    <a:p>
                      <a:pPr algn="ctr"/>
                      <a:endParaRPr lang="zh-CN" altLang="en-US" dirty="0"/>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43842628"/>
                  </a:ext>
                </a:extLst>
              </a:tr>
              <a:tr h="402820">
                <a:tc vMerge="1">
                  <a:txBody>
                    <a:bodyPr/>
                    <a:lstStyle/>
                    <a:p>
                      <a:pPr algn="ctr"/>
                      <a:endParaRPr lang="zh-CN" altLang="en-US" dirty="0"/>
                    </a:p>
                  </a:txBody>
                  <a:tcPr anchor="ctr"/>
                </a:tc>
                <a:tc>
                  <a:txBody>
                    <a:bodyPr/>
                    <a:lstStyle/>
                    <a:p>
                      <a:pPr algn="ctr"/>
                      <a:r>
                        <a:rPr lang="en-US" altLang="zh-CN" dirty="0"/>
                        <a:t>Expert Systems with Applications</a:t>
                      </a:r>
                      <a:r>
                        <a:rPr lang="zh-CN" altLang="en-US" dirty="0"/>
                        <a:t>，</a:t>
                      </a:r>
                      <a:r>
                        <a:rPr lang="en-US" altLang="zh-CN" dirty="0"/>
                        <a:t>2025</a:t>
                      </a:r>
                      <a:r>
                        <a:rPr lang="zh-CN" altLang="en-US" dirty="0"/>
                        <a:t> </a:t>
                      </a:r>
                      <a:r>
                        <a:rPr lang="en-US" altLang="zh-CN" b="1" dirty="0"/>
                        <a:t>[14]</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滚动轴承诊断</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增量迁移学习</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vMerge="1">
                  <a:txBody>
                    <a:bodyPr/>
                    <a:lstStyle/>
                    <a:p>
                      <a:pPr algn="ctr"/>
                      <a:endParaRPr lang="zh-CN" altLang="en-US" dirty="0"/>
                    </a:p>
                  </a:txBody>
                  <a:tcPr anchor="ctr"/>
                </a:tc>
                <a:extLst>
                  <a:ext uri="{0D108BD9-81ED-4DB2-BD59-A6C34878D82A}">
                    <a16:rowId xmlns:a16="http://schemas.microsoft.com/office/drawing/2014/main" val="3317199507"/>
                  </a:ext>
                </a:extLst>
              </a:tr>
              <a:tr h="402820">
                <a:tc vMerge="1">
                  <a:txBody>
                    <a:bodyPr/>
                    <a:lstStyle/>
                    <a:p>
                      <a:pPr algn="ctr"/>
                      <a:endParaRPr lang="zh-CN" altLang="en-US" dirty="0"/>
                    </a:p>
                  </a:txBody>
                  <a:tcPr anchor="ctr"/>
                </a:tc>
                <a:tc>
                  <a:txBody>
                    <a:bodyPr/>
                    <a:lstStyle/>
                    <a:p>
                      <a:pPr algn="ctr"/>
                      <a:r>
                        <a:rPr lang="en-US" altLang="zh-CN" dirty="0"/>
                        <a:t>Results in Engineering</a:t>
                      </a:r>
                      <a:r>
                        <a:rPr lang="zh-CN" altLang="en-US" dirty="0"/>
                        <a:t>，</a:t>
                      </a:r>
                      <a:r>
                        <a:rPr lang="en-US" altLang="zh-CN" dirty="0"/>
                        <a:t>2025</a:t>
                      </a:r>
                      <a:r>
                        <a:rPr lang="zh-CN" altLang="en-US" dirty="0"/>
                        <a:t> </a:t>
                      </a:r>
                      <a:r>
                        <a:rPr lang="en-US" altLang="zh-CN" b="1" dirty="0"/>
                        <a:t>[15]</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滚动轴承诊断</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知识蒸馏</a:t>
                      </a:r>
                      <a:r>
                        <a:rPr lang="en-US" altLang="zh-CN" dirty="0"/>
                        <a:t>+</a:t>
                      </a:r>
                      <a:r>
                        <a:rPr lang="zh-CN" altLang="en-US" dirty="0"/>
                        <a:t>迁移学习</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vMerge="1">
                  <a:txBody>
                    <a:bodyPr/>
                    <a:lstStyle/>
                    <a:p>
                      <a:pPr algn="ctr"/>
                      <a:endParaRPr lang="zh-CN" altLang="en-US" dirty="0"/>
                    </a:p>
                  </a:txBody>
                  <a:tcPr anchor="ctr"/>
                </a:tc>
                <a:extLst>
                  <a:ext uri="{0D108BD9-81ED-4DB2-BD59-A6C34878D82A}">
                    <a16:rowId xmlns:a16="http://schemas.microsoft.com/office/drawing/2014/main" val="4203353121"/>
                  </a:ext>
                </a:extLst>
              </a:tr>
              <a:tr h="402820">
                <a:tc vMerge="1">
                  <a:txBody>
                    <a:bodyPr/>
                    <a:lstStyle/>
                    <a:p>
                      <a:pPr algn="ctr"/>
                      <a:endParaRPr lang="zh-CN" altLang="en-US" dirty="0"/>
                    </a:p>
                  </a:txBody>
                  <a:tcPr anchor="ctr"/>
                </a:tc>
                <a:tc>
                  <a:txBody>
                    <a:bodyPr/>
                    <a:lstStyle/>
                    <a:p>
                      <a:pPr algn="ctr"/>
                      <a:r>
                        <a:rPr lang="en-US" altLang="zh-CN" dirty="0"/>
                        <a:t>Neural Networks</a:t>
                      </a:r>
                      <a:r>
                        <a:rPr lang="zh-CN" altLang="en-US" dirty="0"/>
                        <a:t>，</a:t>
                      </a:r>
                      <a:r>
                        <a:rPr lang="en-US" altLang="zh-CN" dirty="0"/>
                        <a:t>2025</a:t>
                      </a:r>
                    </a:p>
                    <a:p>
                      <a:pPr algn="ctr"/>
                      <a:r>
                        <a:rPr lang="en-US" altLang="zh-CN" b="1" dirty="0"/>
                        <a:t>[16]</a:t>
                      </a:r>
                      <a:endParaRPr lang="zh-CN" altLang="en-US" b="1" dirty="0"/>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锂电池故障诊断</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知识蒸馏</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vMerge="1">
                  <a:txBody>
                    <a:bodyPr/>
                    <a:lstStyle/>
                    <a:p>
                      <a:pPr algn="ctr"/>
                      <a:endParaRPr lang="zh-CN" altLang="en-US" dirty="0"/>
                    </a:p>
                  </a:txBody>
                  <a:tcPr anchor="ctr"/>
                </a:tc>
                <a:extLst>
                  <a:ext uri="{0D108BD9-81ED-4DB2-BD59-A6C34878D82A}">
                    <a16:rowId xmlns:a16="http://schemas.microsoft.com/office/drawing/2014/main" val="387831079"/>
                  </a:ext>
                </a:extLst>
              </a:tr>
              <a:tr h="402820">
                <a:tc vMerge="1">
                  <a:txBody>
                    <a:bodyPr/>
                    <a:lstStyle/>
                    <a:p>
                      <a:pPr algn="ctr"/>
                      <a:endParaRPr lang="zh-CN" altLang="en-US" sz="1600" b="1" dirty="0"/>
                    </a:p>
                  </a:txBody>
                  <a:tcPr anchor="ctr"/>
                </a:tc>
                <a:tc>
                  <a:txBody>
                    <a:bodyPr/>
                    <a:lstStyle/>
                    <a:p>
                      <a:pPr algn="ctr"/>
                      <a:r>
                        <a:rPr lang="en-US" altLang="zh-CN" b="0" dirty="0"/>
                        <a:t>Journal of Systems Architecture</a:t>
                      </a:r>
                      <a:r>
                        <a:rPr lang="zh-CN" altLang="en-US" b="0" dirty="0"/>
                        <a:t>，</a:t>
                      </a:r>
                      <a:r>
                        <a:rPr lang="en-US" altLang="zh-CN" b="0" dirty="0"/>
                        <a:t>2025 </a:t>
                      </a:r>
                      <a:r>
                        <a:rPr lang="en-US" altLang="zh-CN" b="1" dirty="0"/>
                        <a:t>[17]</a:t>
                      </a:r>
                      <a:endParaRPr lang="zh-CN" altLang="en-US" b="1" dirty="0"/>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工业边缘设备</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增量学习</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vMerge="1">
                  <a:txBody>
                    <a:bodyPr/>
                    <a:lstStyle/>
                    <a:p>
                      <a:pPr algn="ctr"/>
                      <a:endParaRPr lang="zh-CN" altLang="en-US" dirty="0"/>
                    </a:p>
                  </a:txBody>
                  <a:tcPr anchor="ctr"/>
                </a:tc>
                <a:extLst>
                  <a:ext uri="{0D108BD9-81ED-4DB2-BD59-A6C34878D82A}">
                    <a16:rowId xmlns:a16="http://schemas.microsoft.com/office/drawing/2014/main" val="3888117277"/>
                  </a:ext>
                </a:extLst>
              </a:tr>
              <a:tr h="402820">
                <a:tc vMerge="1">
                  <a:txBody>
                    <a:bodyPr/>
                    <a:lstStyle/>
                    <a:p>
                      <a:pPr algn="ctr"/>
                      <a:endParaRPr lang="zh-CN" altLang="en-US" sz="1600" b="1" dirty="0"/>
                    </a:p>
                  </a:txBody>
                  <a:tcPr anchor="ctr"/>
                </a:tc>
                <a:tc>
                  <a:txBody>
                    <a:bodyPr/>
                    <a:lstStyle/>
                    <a:p>
                      <a:pPr algn="ctr"/>
                      <a:r>
                        <a:rPr lang="en-US" altLang="zh-CN" b="0" dirty="0"/>
                        <a:t>Biomedical Signal Processing and Control </a:t>
                      </a:r>
                      <a:r>
                        <a:rPr lang="en-US" altLang="zh-CN" b="1" dirty="0"/>
                        <a:t>[18]</a:t>
                      </a:r>
                      <a:endParaRPr lang="zh-CN" altLang="en-US" b="1" dirty="0"/>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医疗故障诊断</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zh-CN" altLang="en-US" dirty="0"/>
                        <a:t>知识蒸馏</a:t>
                      </a:r>
                    </a:p>
                  </a:txBody>
                  <a:tcPr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vMerge="1">
                  <a:txBody>
                    <a:bodyPr/>
                    <a:lstStyle/>
                    <a:p>
                      <a:pPr algn="ctr"/>
                      <a:endParaRPr lang="zh-CN" altLang="en-US" dirty="0"/>
                    </a:p>
                  </a:txBody>
                  <a:tcPr anchor="ctr"/>
                </a:tc>
                <a:extLst>
                  <a:ext uri="{0D108BD9-81ED-4DB2-BD59-A6C34878D82A}">
                    <a16:rowId xmlns:a16="http://schemas.microsoft.com/office/drawing/2014/main" val="3829139062"/>
                  </a:ext>
                </a:extLst>
              </a:tr>
            </a:tbl>
          </a:graphicData>
        </a:graphic>
      </p:graphicFrame>
      <p:sp>
        <p:nvSpPr>
          <p:cNvPr id="8" name="文本框 7">
            <a:extLst>
              <a:ext uri="{FF2B5EF4-FFF2-40B4-BE49-F238E27FC236}">
                <a16:creationId xmlns:a16="http://schemas.microsoft.com/office/drawing/2014/main" id="{C0AB818B-B95B-7509-EB45-FB4BD30091E4}"/>
              </a:ext>
            </a:extLst>
          </p:cNvPr>
          <p:cNvSpPr txBox="1"/>
          <p:nvPr/>
        </p:nvSpPr>
        <p:spPr>
          <a:xfrm>
            <a:off x="6627511" y="1564468"/>
            <a:ext cx="2289779" cy="2400657"/>
          </a:xfrm>
          <a:prstGeom prst="rect">
            <a:avLst/>
          </a:prstGeom>
          <a:noFill/>
        </p:spPr>
        <p:txBody>
          <a:bodyPr wrap="square">
            <a:spAutoFit/>
          </a:bodyPr>
          <a:lstStyle/>
          <a:p>
            <a:r>
              <a:rPr lang="zh-CN" altLang="en-US" sz="1000" b="1" dirty="0">
                <a:solidFill>
                  <a:srgbClr val="292934"/>
                </a:solidFill>
                <a:ea typeface="微软雅黑" panose="020B0503020204020204" pitchFamily="34" charset="-122"/>
                <a:sym typeface="+mn-ea"/>
              </a:rPr>
              <a:t>◉ </a:t>
            </a:r>
            <a:r>
              <a:rPr lang="zh-CN" altLang="en-US" sz="1000" dirty="0">
                <a:solidFill>
                  <a:srgbClr val="292934"/>
                </a:solidFill>
                <a:ea typeface="微软雅黑" panose="020B0503020204020204" pitchFamily="34" charset="-122"/>
              </a:rPr>
              <a:t>知识积累：构建多源异构知识底座，夯实演化基础。</a:t>
            </a:r>
            <a:endParaRPr lang="en-US" altLang="zh-CN" sz="1000" dirty="0">
              <a:solidFill>
                <a:srgbClr val="292934"/>
              </a:solidFill>
              <a:ea typeface="微软雅黑" panose="020B0503020204020204" pitchFamily="34" charset="-122"/>
            </a:endParaRPr>
          </a:p>
          <a:p>
            <a:endParaRPr lang="en-US" altLang="zh-CN" sz="1000" b="1" dirty="0">
              <a:solidFill>
                <a:srgbClr val="292934"/>
              </a:solidFill>
              <a:ea typeface="微软雅黑" panose="020B0503020204020204" pitchFamily="34" charset="-122"/>
              <a:cs typeface="微软雅黑" panose="020B0503020204020204" pitchFamily="34" charset="-122"/>
              <a:sym typeface="+mn-ea"/>
            </a:endParaRPr>
          </a:p>
          <a:p>
            <a:endParaRPr lang="en-US" altLang="zh-CN" sz="1000" b="1" dirty="0">
              <a:solidFill>
                <a:srgbClr val="292934"/>
              </a:solidFill>
              <a:ea typeface="微软雅黑" panose="020B0503020204020204" pitchFamily="34" charset="-122"/>
              <a:cs typeface="微软雅黑" panose="020B0503020204020204" pitchFamily="34" charset="-122"/>
              <a:sym typeface="+mn-ea"/>
            </a:endParaRPr>
          </a:p>
          <a:p>
            <a:r>
              <a:rPr lang="zh-CN" altLang="en-US" sz="1000" b="1" dirty="0">
                <a:solidFill>
                  <a:srgbClr val="292934"/>
                </a:solidFill>
                <a:ea typeface="微软雅黑" panose="020B0503020204020204" pitchFamily="34" charset="-122"/>
                <a:cs typeface="微软雅黑" panose="020B0503020204020204" pitchFamily="34" charset="-122"/>
                <a:sym typeface="+mn-ea"/>
              </a:rPr>
              <a:t>◉ </a:t>
            </a:r>
            <a:r>
              <a:rPr lang="zh-CN" altLang="en-US" sz="1000" dirty="0">
                <a:solidFill>
                  <a:srgbClr val="292934"/>
                </a:solidFill>
                <a:ea typeface="微软雅黑" panose="020B0503020204020204" pitchFamily="34" charset="-122"/>
                <a:cs typeface="微软雅黑" panose="020B0503020204020204" pitchFamily="34" charset="-122"/>
                <a:sym typeface="+mn-ea"/>
              </a:rPr>
              <a:t>知识迁移：打破域间壁垒，实现跨场景知识复用。</a:t>
            </a:r>
            <a:endParaRPr lang="en-US" altLang="zh-CN" sz="1000" dirty="0">
              <a:solidFill>
                <a:srgbClr val="292934"/>
              </a:solidFill>
              <a:ea typeface="微软雅黑" panose="020B0503020204020204" pitchFamily="34" charset="-122"/>
              <a:cs typeface="微软雅黑" panose="020B0503020204020204" pitchFamily="34" charset="-122"/>
              <a:sym typeface="+mn-ea"/>
            </a:endParaRPr>
          </a:p>
          <a:p>
            <a:endParaRPr lang="en-US" altLang="zh-CN" sz="1000" dirty="0">
              <a:solidFill>
                <a:srgbClr val="292934"/>
              </a:solidFill>
              <a:ea typeface="微软雅黑" panose="020B0503020204020204" pitchFamily="34" charset="-122"/>
              <a:cs typeface="微软雅黑" panose="020B0503020204020204" pitchFamily="34" charset="-122"/>
              <a:sym typeface="+mn-ea"/>
            </a:endParaRPr>
          </a:p>
          <a:p>
            <a:endParaRPr lang="en-US" altLang="zh-CN" sz="1000" dirty="0">
              <a:solidFill>
                <a:srgbClr val="292934"/>
              </a:solidFill>
              <a:ea typeface="微软雅黑" panose="020B0503020204020204" pitchFamily="34" charset="-122"/>
              <a:cs typeface="微软雅黑" panose="020B0503020204020204" pitchFamily="34" charset="-122"/>
              <a:sym typeface="+mn-ea"/>
            </a:endParaRPr>
          </a:p>
          <a:p>
            <a:r>
              <a:rPr lang="zh-CN" altLang="en-US" sz="1000" b="1" dirty="0">
                <a:solidFill>
                  <a:srgbClr val="292934"/>
                </a:solidFill>
                <a:ea typeface="微软雅黑" panose="020B0503020204020204" pitchFamily="34" charset="-122"/>
                <a:cs typeface="微软雅黑" panose="020B0503020204020204" pitchFamily="34" charset="-122"/>
                <a:sym typeface="+mn-ea"/>
              </a:rPr>
              <a:t>◉ </a:t>
            </a:r>
            <a:r>
              <a:rPr lang="zh-CN" altLang="en-US" sz="1000" dirty="0">
                <a:ea typeface="微软雅黑" panose="020B0503020204020204" pitchFamily="34" charset="-122"/>
              </a:rPr>
              <a:t>知识更新：动态迭代知识体系，适配装配线变化。</a:t>
            </a:r>
            <a:endParaRPr lang="en-US" altLang="zh-CN" sz="1000" dirty="0">
              <a:ea typeface="微软雅黑" panose="020B0503020204020204" pitchFamily="34" charset="-122"/>
            </a:endParaRPr>
          </a:p>
          <a:p>
            <a:endParaRPr lang="en-US" altLang="zh-CN" sz="1000" dirty="0">
              <a:ea typeface="微软雅黑" panose="020B0503020204020204" pitchFamily="34" charset="-122"/>
            </a:endParaRPr>
          </a:p>
          <a:p>
            <a:endParaRPr lang="en-US" altLang="zh-CN" sz="1000" dirty="0">
              <a:ea typeface="微软雅黑" panose="020B0503020204020204" pitchFamily="34" charset="-122"/>
            </a:endParaRPr>
          </a:p>
          <a:p>
            <a:r>
              <a:rPr lang="zh-CN" altLang="en-US" sz="1000" b="1" dirty="0">
                <a:solidFill>
                  <a:srgbClr val="292934"/>
                </a:solidFill>
                <a:ea typeface="微软雅黑" panose="020B0503020204020204" pitchFamily="34" charset="-122"/>
                <a:cs typeface="微软雅黑" panose="020B0503020204020204" pitchFamily="34" charset="-122"/>
                <a:sym typeface="+mn-ea"/>
              </a:rPr>
              <a:t>◉ </a:t>
            </a:r>
            <a:r>
              <a:rPr lang="zh-CN" altLang="en-US" sz="1000" dirty="0">
                <a:solidFill>
                  <a:srgbClr val="292934"/>
                </a:solidFill>
                <a:ea typeface="微软雅黑" panose="020B0503020204020204" pitchFamily="34" charset="-122"/>
                <a:cs typeface="微软雅黑" panose="020B0503020204020204" pitchFamily="34" charset="-122"/>
                <a:sym typeface="+mn-ea"/>
              </a:rPr>
              <a:t>知识保留：抑制知识遗忘，维持演化稳定性。</a:t>
            </a:r>
            <a:endParaRPr lang="en-US" altLang="zh-CN" sz="1000" dirty="0">
              <a:solidFill>
                <a:srgbClr val="292934"/>
              </a:solidFill>
              <a:ea typeface="微软雅黑" panose="020B0503020204020204" pitchFamily="34" charset="-122"/>
              <a:cs typeface="微软雅黑" panose="020B0503020204020204" pitchFamily="34" charset="-122"/>
              <a:sym typeface="+mn-ea"/>
            </a:endParaRPr>
          </a:p>
          <a:p>
            <a:endParaRPr lang="en-US" altLang="zh-CN" sz="1000" dirty="0">
              <a:solidFill>
                <a:srgbClr val="292934"/>
              </a:solidFill>
              <a:ea typeface="微软雅黑" panose="020B0503020204020204" pitchFamily="34" charset="-122"/>
              <a:sym typeface="+mn-ea"/>
            </a:endParaRPr>
          </a:p>
        </p:txBody>
      </p:sp>
    </p:spTree>
    <p:extLst>
      <p:ext uri="{BB962C8B-B14F-4D97-AF65-F5344CB8AC3E}">
        <p14:creationId xmlns:p14="http://schemas.microsoft.com/office/powerpoint/2010/main" val="87449965"/>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01FD0-DF32-37C3-7291-362D43C2328F}"/>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87EFBDE3-7375-A863-75F6-8CC4A69E7EAB}"/>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文献综述</a:t>
            </a:r>
          </a:p>
        </p:txBody>
      </p:sp>
      <p:sp>
        <p:nvSpPr>
          <p:cNvPr id="2" name="文本框 1">
            <a:extLst>
              <a:ext uri="{FF2B5EF4-FFF2-40B4-BE49-F238E27FC236}">
                <a16:creationId xmlns:a16="http://schemas.microsoft.com/office/drawing/2014/main" id="{1DDBF9DB-4A14-9735-68DC-788F4F933E7B}"/>
              </a:ext>
            </a:extLst>
          </p:cNvPr>
          <p:cNvSpPr txBox="1"/>
          <p:nvPr/>
        </p:nvSpPr>
        <p:spPr>
          <a:xfrm>
            <a:off x="120025" y="587309"/>
            <a:ext cx="883575"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小结</a:t>
            </a:r>
          </a:p>
        </p:txBody>
      </p:sp>
      <p:sp>
        <p:nvSpPr>
          <p:cNvPr id="6" name="矩形: 圆角 5">
            <a:extLst>
              <a:ext uri="{FF2B5EF4-FFF2-40B4-BE49-F238E27FC236}">
                <a16:creationId xmlns:a16="http://schemas.microsoft.com/office/drawing/2014/main" id="{8F72A917-9AED-5191-C90F-DE3736C9DB06}"/>
              </a:ext>
            </a:extLst>
          </p:cNvPr>
          <p:cNvSpPr/>
          <p:nvPr/>
        </p:nvSpPr>
        <p:spPr>
          <a:xfrm>
            <a:off x="561812" y="1779206"/>
            <a:ext cx="1030255" cy="2135173"/>
          </a:xfrm>
          <a:prstGeom prst="round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t>研</a:t>
            </a:r>
            <a:endParaRPr lang="en-US" altLang="zh-CN" sz="2000" b="1" dirty="0"/>
          </a:p>
          <a:p>
            <a:pPr algn="ctr"/>
            <a:r>
              <a:rPr lang="zh-CN" altLang="en-US" sz="2000" b="1" dirty="0"/>
              <a:t>究</a:t>
            </a:r>
            <a:endParaRPr lang="en-US" altLang="zh-CN" sz="2000" b="1" dirty="0"/>
          </a:p>
          <a:p>
            <a:pPr algn="ctr"/>
            <a:r>
              <a:rPr lang="zh-CN" altLang="en-US" sz="2000" b="1" dirty="0"/>
              <a:t>局</a:t>
            </a:r>
            <a:endParaRPr lang="en-US" altLang="zh-CN" sz="2000" b="1" dirty="0"/>
          </a:p>
          <a:p>
            <a:pPr algn="ctr"/>
            <a:r>
              <a:rPr lang="zh-CN" altLang="en-US" sz="2000" b="1" dirty="0"/>
              <a:t>限</a:t>
            </a:r>
          </a:p>
        </p:txBody>
      </p:sp>
      <p:sp>
        <p:nvSpPr>
          <p:cNvPr id="7" name="矩形: 圆角 6">
            <a:extLst>
              <a:ext uri="{FF2B5EF4-FFF2-40B4-BE49-F238E27FC236}">
                <a16:creationId xmlns:a16="http://schemas.microsoft.com/office/drawing/2014/main" id="{CECD191D-A88C-72E7-BD55-B93D344459F0}"/>
              </a:ext>
            </a:extLst>
          </p:cNvPr>
          <p:cNvSpPr/>
          <p:nvPr/>
        </p:nvSpPr>
        <p:spPr>
          <a:xfrm>
            <a:off x="1916965" y="1071602"/>
            <a:ext cx="2320006" cy="1107891"/>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l"/>
            <a:r>
              <a:rPr lang="zh-CN" altLang="en-US" sz="1200" dirty="0"/>
              <a:t>忽视多站位耦合联动特性，传统方案无法应对调度知识连锁失效；调整时效性不足，难以匹配节拍化生产节奏。</a:t>
            </a:r>
          </a:p>
        </p:txBody>
      </p:sp>
      <p:sp>
        <p:nvSpPr>
          <p:cNvPr id="10" name="矩形: 圆角 9">
            <a:extLst>
              <a:ext uri="{FF2B5EF4-FFF2-40B4-BE49-F238E27FC236}">
                <a16:creationId xmlns:a16="http://schemas.microsoft.com/office/drawing/2014/main" id="{8C4CAA73-BEC1-7C25-2007-F245FD38212C}"/>
              </a:ext>
            </a:extLst>
          </p:cNvPr>
          <p:cNvSpPr/>
          <p:nvPr/>
        </p:nvSpPr>
        <p:spPr>
          <a:xfrm>
            <a:off x="5043487" y="2944090"/>
            <a:ext cx="2320006" cy="112395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zh-CN" altLang="en-US" sz="1200" dirty="0"/>
              <a:t>针对调度知识</a:t>
            </a:r>
            <a:r>
              <a:rPr lang="zh-CN" altLang="en-US" sz="1200" dirty="0">
                <a:solidFill>
                  <a:schemeClr val="tx1"/>
                </a:solidFill>
              </a:rPr>
              <a:t>概念偏移</a:t>
            </a:r>
            <a:r>
              <a:rPr lang="zh-CN" altLang="en-US" sz="1200" dirty="0"/>
              <a:t>，设计了调度知识质量量化方法以及基于知识质量评估的</a:t>
            </a:r>
            <a:r>
              <a:rPr lang="zh-CN" altLang="en-US" sz="1200" dirty="0">
                <a:solidFill>
                  <a:srgbClr val="FF0000"/>
                </a:solidFill>
              </a:rPr>
              <a:t>概念偏移检测</a:t>
            </a:r>
            <a:r>
              <a:rPr lang="zh-CN" altLang="en-US" sz="1200" dirty="0"/>
              <a:t>方法，然后设计</a:t>
            </a:r>
            <a:r>
              <a:rPr lang="zh-CN" altLang="en-US" sz="1200" dirty="0">
                <a:solidFill>
                  <a:srgbClr val="FF0000"/>
                </a:solidFill>
              </a:rPr>
              <a:t>重构式</a:t>
            </a:r>
            <a:r>
              <a:rPr lang="zh-CN" altLang="en-US" sz="1200" dirty="0"/>
              <a:t>调度知识时序演化技术。</a:t>
            </a:r>
          </a:p>
        </p:txBody>
      </p:sp>
      <p:sp>
        <p:nvSpPr>
          <p:cNvPr id="11" name="矩形: 圆角 10">
            <a:extLst>
              <a:ext uri="{FF2B5EF4-FFF2-40B4-BE49-F238E27FC236}">
                <a16:creationId xmlns:a16="http://schemas.microsoft.com/office/drawing/2014/main" id="{BBDD03F6-5F78-9C89-18E1-6F6A6E210F91}"/>
              </a:ext>
            </a:extLst>
          </p:cNvPr>
          <p:cNvSpPr/>
          <p:nvPr/>
        </p:nvSpPr>
        <p:spPr>
          <a:xfrm>
            <a:off x="5043487" y="1685689"/>
            <a:ext cx="2320006" cy="1107891"/>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l"/>
            <a:r>
              <a:rPr lang="zh-CN" altLang="en-US" sz="1200" dirty="0"/>
              <a:t>针对调度知识</a:t>
            </a:r>
            <a:r>
              <a:rPr lang="zh-CN" altLang="en-US" sz="1200" dirty="0">
                <a:solidFill>
                  <a:schemeClr val="tx1"/>
                </a:solidFill>
              </a:rPr>
              <a:t>特征偏移</a:t>
            </a:r>
            <a:r>
              <a:rPr lang="zh-CN" altLang="en-US" sz="1200" dirty="0"/>
              <a:t>，设计了状态特征分布差异量化方法以及基于分布异常检测的</a:t>
            </a:r>
            <a:r>
              <a:rPr lang="zh-CN" altLang="en-US" sz="1200" dirty="0">
                <a:solidFill>
                  <a:srgbClr val="FF0000"/>
                </a:solidFill>
              </a:rPr>
              <a:t>特征偏移检测</a:t>
            </a:r>
            <a:r>
              <a:rPr lang="zh-CN" altLang="en-US" sz="1200" dirty="0"/>
              <a:t>方法，然后设计</a:t>
            </a:r>
            <a:r>
              <a:rPr lang="zh-CN" altLang="en-US" sz="1200" dirty="0">
                <a:solidFill>
                  <a:srgbClr val="FF0000"/>
                </a:solidFill>
              </a:rPr>
              <a:t>增量式</a:t>
            </a:r>
            <a:r>
              <a:rPr lang="zh-CN" altLang="en-US" sz="1200" dirty="0"/>
              <a:t>调度知识时序演化技术。</a:t>
            </a:r>
          </a:p>
        </p:txBody>
      </p:sp>
      <p:sp>
        <p:nvSpPr>
          <p:cNvPr id="12" name="矩形: 圆角 11">
            <a:extLst>
              <a:ext uri="{FF2B5EF4-FFF2-40B4-BE49-F238E27FC236}">
                <a16:creationId xmlns:a16="http://schemas.microsoft.com/office/drawing/2014/main" id="{1700891A-8A7A-E12A-AABB-8921B51259DC}"/>
              </a:ext>
            </a:extLst>
          </p:cNvPr>
          <p:cNvSpPr/>
          <p:nvPr/>
        </p:nvSpPr>
        <p:spPr>
          <a:xfrm>
            <a:off x="7532699" y="1801248"/>
            <a:ext cx="1036967" cy="2135174"/>
          </a:xfrm>
          <a:prstGeom prst="round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t>创</a:t>
            </a:r>
            <a:endParaRPr lang="en-US" altLang="zh-CN" sz="2000" b="1" dirty="0"/>
          </a:p>
          <a:p>
            <a:pPr algn="ctr"/>
            <a:r>
              <a:rPr lang="zh-CN" altLang="en-US" sz="2000" b="1" dirty="0"/>
              <a:t>新</a:t>
            </a:r>
            <a:endParaRPr lang="en-US" altLang="zh-CN" sz="2000" b="1" dirty="0"/>
          </a:p>
          <a:p>
            <a:pPr algn="ctr"/>
            <a:r>
              <a:rPr lang="zh-CN" altLang="en-US" sz="2000" b="1" dirty="0"/>
              <a:t>点</a:t>
            </a:r>
            <a:endParaRPr lang="zh-CN" altLang="en-US" dirty="0"/>
          </a:p>
        </p:txBody>
      </p:sp>
      <p:sp>
        <p:nvSpPr>
          <p:cNvPr id="13" name="矩形: 圆角 12">
            <a:extLst>
              <a:ext uri="{FF2B5EF4-FFF2-40B4-BE49-F238E27FC236}">
                <a16:creationId xmlns:a16="http://schemas.microsoft.com/office/drawing/2014/main" id="{7F0CEBAC-750C-2C3D-5D18-FB116AC94D8B}"/>
              </a:ext>
            </a:extLst>
          </p:cNvPr>
          <p:cNvSpPr/>
          <p:nvPr/>
        </p:nvSpPr>
        <p:spPr>
          <a:xfrm>
            <a:off x="1916965" y="2292848"/>
            <a:ext cx="2320006" cy="1107891"/>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l"/>
            <a:r>
              <a:rPr lang="zh-CN" altLang="en-US" sz="1200" dirty="0"/>
              <a:t>未考量多站位数据耦合与高工艺精度要求，难识别隐性及特有概念偏移；缺乏与调度响应的联动机制，检测结果无法支撑实时决策。</a:t>
            </a:r>
          </a:p>
        </p:txBody>
      </p:sp>
      <p:sp>
        <p:nvSpPr>
          <p:cNvPr id="14" name="矩形: 圆角 13">
            <a:extLst>
              <a:ext uri="{FF2B5EF4-FFF2-40B4-BE49-F238E27FC236}">
                <a16:creationId xmlns:a16="http://schemas.microsoft.com/office/drawing/2014/main" id="{6E4D6E82-979A-153A-0DB2-604365390724}"/>
              </a:ext>
            </a:extLst>
          </p:cNvPr>
          <p:cNvSpPr/>
          <p:nvPr/>
        </p:nvSpPr>
        <p:spPr>
          <a:xfrm>
            <a:off x="1916965" y="3514094"/>
            <a:ext cx="2320006" cy="1107891"/>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l"/>
            <a:r>
              <a:rPr lang="zh-CN" altLang="en-US" sz="1200" dirty="0"/>
              <a:t>通用制造领域成熟技术未适配脉动线动态开放环境，且未针对装配场景验证优化；无法解决小样本新机型知识构建问题，尚未形成完整适配技术体系。</a:t>
            </a:r>
          </a:p>
        </p:txBody>
      </p:sp>
      <p:sp>
        <p:nvSpPr>
          <p:cNvPr id="15" name="箭头: 右 14">
            <a:extLst>
              <a:ext uri="{FF2B5EF4-FFF2-40B4-BE49-F238E27FC236}">
                <a16:creationId xmlns:a16="http://schemas.microsoft.com/office/drawing/2014/main" id="{B7FB5202-473C-CE2B-C386-BEAE8B626358}"/>
              </a:ext>
            </a:extLst>
          </p:cNvPr>
          <p:cNvSpPr/>
          <p:nvPr/>
        </p:nvSpPr>
        <p:spPr>
          <a:xfrm>
            <a:off x="4420860" y="2554825"/>
            <a:ext cx="486171" cy="389265"/>
          </a:xfrm>
          <a:prstGeom prst="rightArrow">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CN" altLang="en-US" dirty="0"/>
          </a:p>
        </p:txBody>
      </p:sp>
      <p:cxnSp>
        <p:nvCxnSpPr>
          <p:cNvPr id="17" name="连接符: 肘形 16">
            <a:extLst>
              <a:ext uri="{FF2B5EF4-FFF2-40B4-BE49-F238E27FC236}">
                <a16:creationId xmlns:a16="http://schemas.microsoft.com/office/drawing/2014/main" id="{FF5DDF15-1F42-9EA4-0C81-11E61B63BFDE}"/>
              </a:ext>
            </a:extLst>
          </p:cNvPr>
          <p:cNvCxnSpPr>
            <a:stCxn id="7" idx="1"/>
            <a:endCxn id="14" idx="1"/>
          </p:cNvCxnSpPr>
          <p:nvPr/>
        </p:nvCxnSpPr>
        <p:spPr>
          <a:xfrm rot="10800000" flipV="1">
            <a:off x="1916965" y="1625548"/>
            <a:ext cx="12700" cy="2442492"/>
          </a:xfrm>
          <a:prstGeom prst="bentConnector3">
            <a:avLst>
              <a:gd name="adj1" fmla="val 1502480"/>
            </a:avLst>
          </a:prstGeom>
        </p:spPr>
        <p:style>
          <a:lnRef idx="2">
            <a:schemeClr val="accent1"/>
          </a:lnRef>
          <a:fillRef idx="0">
            <a:schemeClr val="accent1"/>
          </a:fillRef>
          <a:effectRef idx="1">
            <a:schemeClr val="accent1"/>
          </a:effectRef>
          <a:fontRef idx="minor">
            <a:schemeClr val="tx1"/>
          </a:fontRef>
        </p:style>
      </p:cxnSp>
      <p:cxnSp>
        <p:nvCxnSpPr>
          <p:cNvPr id="20" name="直接连接符 19">
            <a:extLst>
              <a:ext uri="{FF2B5EF4-FFF2-40B4-BE49-F238E27FC236}">
                <a16:creationId xmlns:a16="http://schemas.microsoft.com/office/drawing/2014/main" id="{B14D20E2-7594-9B5B-C11A-00BC1309454F}"/>
              </a:ext>
            </a:extLst>
          </p:cNvPr>
          <p:cNvCxnSpPr>
            <a:stCxn id="6" idx="3"/>
            <a:endCxn id="13" idx="1"/>
          </p:cNvCxnSpPr>
          <p:nvPr/>
        </p:nvCxnSpPr>
        <p:spPr>
          <a:xfrm>
            <a:off x="1592067" y="2846793"/>
            <a:ext cx="324898"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连接符: 肘形 21">
            <a:extLst>
              <a:ext uri="{FF2B5EF4-FFF2-40B4-BE49-F238E27FC236}">
                <a16:creationId xmlns:a16="http://schemas.microsoft.com/office/drawing/2014/main" id="{7AC9A3A5-426F-9002-439B-1A54F9814D50}"/>
              </a:ext>
            </a:extLst>
          </p:cNvPr>
          <p:cNvCxnSpPr>
            <a:cxnSpLocks/>
            <a:stCxn id="11" idx="3"/>
            <a:endCxn id="10" idx="3"/>
          </p:cNvCxnSpPr>
          <p:nvPr/>
        </p:nvCxnSpPr>
        <p:spPr>
          <a:xfrm>
            <a:off x="7363493" y="2239635"/>
            <a:ext cx="12700" cy="1266430"/>
          </a:xfrm>
          <a:prstGeom prst="bentConnector3">
            <a:avLst>
              <a:gd name="adj1" fmla="val 1800000"/>
            </a:avLst>
          </a:prstGeom>
        </p:spPr>
        <p:style>
          <a:lnRef idx="2">
            <a:schemeClr val="accent1"/>
          </a:lnRef>
          <a:fillRef idx="0">
            <a:schemeClr val="accent1"/>
          </a:fillRef>
          <a:effectRef idx="1">
            <a:schemeClr val="accent1"/>
          </a:effectRef>
          <a:fontRef idx="minor">
            <a:schemeClr val="tx1"/>
          </a:fontRef>
        </p:style>
      </p:cxnSp>
      <p:cxnSp>
        <p:nvCxnSpPr>
          <p:cNvPr id="25" name="直接连接符 24">
            <a:extLst>
              <a:ext uri="{FF2B5EF4-FFF2-40B4-BE49-F238E27FC236}">
                <a16:creationId xmlns:a16="http://schemas.microsoft.com/office/drawing/2014/main" id="{B19E37B1-B17B-D096-C655-53395FDFDB8C}"/>
              </a:ext>
            </a:extLst>
          </p:cNvPr>
          <p:cNvCxnSpPr>
            <a:cxnSpLocks/>
            <a:stCxn id="12" idx="1"/>
          </p:cNvCxnSpPr>
          <p:nvPr/>
        </p:nvCxnSpPr>
        <p:spPr>
          <a:xfrm flipH="1">
            <a:off x="7473898" y="2868835"/>
            <a:ext cx="5880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4842946"/>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6DA15-4E2C-47C8-818D-D67A807B715E}"/>
            </a:ext>
          </a:extLst>
        </p:cNvPr>
        <p:cNvGrpSpPr/>
        <p:nvPr/>
      </p:nvGrpSpPr>
      <p:grpSpPr>
        <a:xfrm>
          <a:off x="0" y="0"/>
          <a:ext cx="0" cy="0"/>
          <a:chOff x="0" y="0"/>
          <a:chExt cx="0" cy="0"/>
        </a:xfrm>
      </p:grpSpPr>
      <p:grpSp>
        <p:nvGrpSpPr>
          <p:cNvPr id="16" name="组合 15">
            <a:extLst>
              <a:ext uri="{FF2B5EF4-FFF2-40B4-BE49-F238E27FC236}">
                <a16:creationId xmlns:a16="http://schemas.microsoft.com/office/drawing/2014/main" id="{BE7CE078-46D5-04D1-FEC3-9FED8E366B7F}"/>
              </a:ext>
            </a:extLst>
          </p:cNvPr>
          <p:cNvGrpSpPr/>
          <p:nvPr/>
        </p:nvGrpSpPr>
        <p:grpSpPr>
          <a:xfrm>
            <a:off x="-2" y="0"/>
            <a:ext cx="3200402" cy="5143500"/>
            <a:chOff x="0" y="0"/>
            <a:chExt cx="4594690" cy="7432121"/>
          </a:xfrm>
        </p:grpSpPr>
        <p:grpSp>
          <p:nvGrpSpPr>
            <p:cNvPr id="17" name="组合 16">
              <a:extLst>
                <a:ext uri="{FF2B5EF4-FFF2-40B4-BE49-F238E27FC236}">
                  <a16:creationId xmlns:a16="http://schemas.microsoft.com/office/drawing/2014/main" id="{B39381A6-12AE-1844-3E15-AD04772D519B}"/>
                </a:ext>
              </a:extLst>
            </p:cNvPr>
            <p:cNvGrpSpPr/>
            <p:nvPr/>
          </p:nvGrpSpPr>
          <p:grpSpPr>
            <a:xfrm>
              <a:off x="0" y="0"/>
              <a:ext cx="4594690" cy="7432121"/>
              <a:chOff x="0" y="0"/>
              <a:chExt cx="4594690" cy="7432121"/>
            </a:xfrm>
          </p:grpSpPr>
          <p:sp>
            <p:nvSpPr>
              <p:cNvPr id="27" name="等腰三角形 77">
                <a:extLst>
                  <a:ext uri="{FF2B5EF4-FFF2-40B4-BE49-F238E27FC236}">
                    <a16:creationId xmlns:a16="http://schemas.microsoft.com/office/drawing/2014/main" id="{6D1B9A34-AA3B-EF4C-6883-6A8D8B14A439}"/>
                  </a:ext>
                </a:extLst>
              </p:cNvPr>
              <p:cNvSpPr/>
              <p:nvPr/>
            </p:nvSpPr>
            <p:spPr>
              <a:xfrm rot="5400000">
                <a:off x="3835529" y="2888903"/>
                <a:ext cx="815395" cy="702927"/>
              </a:xfrm>
              <a:prstGeom prst="triangle">
                <a:avLst/>
              </a:prstGeom>
              <a:solidFill>
                <a:schemeClr val="accent5">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28" name="矩形 27">
                <a:extLst>
                  <a:ext uri="{FF2B5EF4-FFF2-40B4-BE49-F238E27FC236}">
                    <a16:creationId xmlns:a16="http://schemas.microsoft.com/office/drawing/2014/main" id="{8014B5A5-CF4A-D8F4-351A-92430C792C64}"/>
                  </a:ext>
                </a:extLst>
              </p:cNvPr>
              <p:cNvSpPr/>
              <p:nvPr/>
            </p:nvSpPr>
            <p:spPr>
              <a:xfrm>
                <a:off x="0" y="0"/>
                <a:ext cx="4027471" cy="7432121"/>
              </a:xfrm>
              <a:prstGeom prst="rect">
                <a:avLst/>
              </a:prstGeom>
              <a:solidFill>
                <a:schemeClr val="accent5">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sp>
          <p:nvSpPr>
            <p:cNvPr id="18" name="椭圆 17">
              <a:extLst>
                <a:ext uri="{FF2B5EF4-FFF2-40B4-BE49-F238E27FC236}">
                  <a16:creationId xmlns:a16="http://schemas.microsoft.com/office/drawing/2014/main" id="{BB86C15B-EA9C-88E8-D817-D82EB528D6C1}"/>
                </a:ext>
              </a:extLst>
            </p:cNvPr>
            <p:cNvSpPr/>
            <p:nvPr/>
          </p:nvSpPr>
          <p:spPr>
            <a:xfrm>
              <a:off x="1058238" y="1181528"/>
              <a:ext cx="2126751" cy="2126751"/>
            </a:xfrm>
            <a:prstGeom prst="ellipse">
              <a:avLst/>
            </a:prstGeom>
            <a:noFill/>
            <a:ln w="1111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19" name="文本框 18">
              <a:extLst>
                <a:ext uri="{FF2B5EF4-FFF2-40B4-BE49-F238E27FC236}">
                  <a16:creationId xmlns:a16="http://schemas.microsoft.com/office/drawing/2014/main" id="{99ABF41A-55E9-648B-BE16-3ECC3D75BA75}"/>
                </a:ext>
              </a:extLst>
            </p:cNvPr>
            <p:cNvSpPr txBox="1"/>
            <p:nvPr/>
          </p:nvSpPr>
          <p:spPr>
            <a:xfrm>
              <a:off x="1577816" y="4194987"/>
              <a:ext cx="1135218" cy="533668"/>
            </a:xfrm>
            <a:prstGeom prst="rect">
              <a:avLst/>
            </a:prstGeom>
            <a:noFill/>
          </p:spPr>
          <p:txBody>
            <a:bodyPr wrap="none" rtlCol="0">
              <a:spAutoFit/>
            </a:bodyPr>
            <a:lstStyle/>
            <a:p>
              <a:r>
                <a:rPr lang="zh-CN" altLang="en-US" sz="1800" b="1" spc="563">
                  <a:solidFill>
                    <a:schemeClr val="bg1"/>
                  </a:solidFill>
                  <a:latin typeface="微软雅黑" panose="020B0503020204020204" pitchFamily="34" charset="-122"/>
                  <a:ea typeface="微软雅黑" panose="020B0503020204020204" pitchFamily="34" charset="-122"/>
                </a:rPr>
                <a:t>目录</a:t>
              </a:r>
            </a:p>
          </p:txBody>
        </p:sp>
        <p:sp>
          <p:nvSpPr>
            <p:cNvPr id="20" name="文本框 19">
              <a:extLst>
                <a:ext uri="{FF2B5EF4-FFF2-40B4-BE49-F238E27FC236}">
                  <a16:creationId xmlns:a16="http://schemas.microsoft.com/office/drawing/2014/main" id="{26AC19D5-67EE-60AD-5201-081E4238D963}"/>
                </a:ext>
              </a:extLst>
            </p:cNvPr>
            <p:cNvSpPr txBox="1"/>
            <p:nvPr/>
          </p:nvSpPr>
          <p:spPr>
            <a:xfrm>
              <a:off x="1239052" y="4682950"/>
              <a:ext cx="1866869" cy="533668"/>
            </a:xfrm>
            <a:prstGeom prst="rect">
              <a:avLst/>
            </a:prstGeom>
            <a:noFill/>
          </p:spPr>
          <p:txBody>
            <a:bodyPr wrap="none" rtlCol="0">
              <a:spAutoFit/>
            </a:bodyPr>
            <a:lstStyle/>
            <a:p>
              <a:r>
                <a:rPr lang="en-US" altLang="zh-CN" sz="1800" dirty="0">
                  <a:solidFill>
                    <a:schemeClr val="bg1"/>
                  </a:solidFill>
                  <a:latin typeface="Arial Black" panose="020B0A04020102020204" pitchFamily="34" charset="0"/>
                  <a:ea typeface="Kozuka Gothic Pro B" panose="020B0800000000000000" pitchFamily="34" charset="-128"/>
                </a:rPr>
                <a:t>contents</a:t>
              </a:r>
              <a:endParaRPr lang="zh-CN" altLang="en-US" sz="1800">
                <a:solidFill>
                  <a:schemeClr val="bg1"/>
                </a:solidFill>
                <a:latin typeface="Arial Black" panose="020B0A04020102020204" pitchFamily="34" charset="0"/>
                <a:ea typeface="Kozuka Gothic Pro B" panose="020B0800000000000000" pitchFamily="34" charset="-128"/>
              </a:endParaRPr>
            </a:p>
          </p:txBody>
        </p:sp>
        <p:grpSp>
          <p:nvGrpSpPr>
            <p:cNvPr id="21" name="组合 20">
              <a:extLst>
                <a:ext uri="{FF2B5EF4-FFF2-40B4-BE49-F238E27FC236}">
                  <a16:creationId xmlns:a16="http://schemas.microsoft.com/office/drawing/2014/main" id="{924A2AF2-365D-274E-D6F1-AF6E74662837}"/>
                </a:ext>
              </a:extLst>
            </p:cNvPr>
            <p:cNvGrpSpPr/>
            <p:nvPr/>
          </p:nvGrpSpPr>
          <p:grpSpPr>
            <a:xfrm flipH="1">
              <a:off x="722518" y="4925660"/>
              <a:ext cx="637650" cy="48248"/>
              <a:chOff x="2782883" y="4944533"/>
              <a:chExt cx="637650" cy="48248"/>
            </a:xfrm>
          </p:grpSpPr>
          <p:cxnSp>
            <p:nvCxnSpPr>
              <p:cNvPr id="25" name="直接连接符 75">
                <a:extLst>
                  <a:ext uri="{FF2B5EF4-FFF2-40B4-BE49-F238E27FC236}">
                    <a16:creationId xmlns:a16="http://schemas.microsoft.com/office/drawing/2014/main" id="{1BC3B516-5514-786F-2905-DB9F2FD11BB7}"/>
                  </a:ext>
                </a:extLst>
              </p:cNvPr>
              <p:cNvCxnSpPr/>
              <p:nvPr/>
            </p:nvCxnSpPr>
            <p:spPr>
              <a:xfrm>
                <a:off x="2806655" y="4968658"/>
                <a:ext cx="61387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A6B18E51-81FF-EF2B-FAFC-2ED442D31511}"/>
                  </a:ext>
                </a:extLst>
              </p:cNvPr>
              <p:cNvSpPr/>
              <p:nvPr/>
            </p:nvSpPr>
            <p:spPr>
              <a:xfrm flipH="1">
                <a:off x="2782883" y="4944533"/>
                <a:ext cx="53139" cy="482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grpSp>
          <p:nvGrpSpPr>
            <p:cNvPr id="22" name="组合 21">
              <a:extLst>
                <a:ext uri="{FF2B5EF4-FFF2-40B4-BE49-F238E27FC236}">
                  <a16:creationId xmlns:a16="http://schemas.microsoft.com/office/drawing/2014/main" id="{A42920C7-EBE2-96C9-6E0C-F8BFE3BE90F4}"/>
                </a:ext>
              </a:extLst>
            </p:cNvPr>
            <p:cNvGrpSpPr/>
            <p:nvPr/>
          </p:nvGrpSpPr>
          <p:grpSpPr>
            <a:xfrm>
              <a:off x="2962426" y="4925660"/>
              <a:ext cx="640448" cy="48249"/>
              <a:chOff x="3028447" y="4944533"/>
              <a:chExt cx="640448" cy="48249"/>
            </a:xfrm>
          </p:grpSpPr>
          <p:cxnSp>
            <p:nvCxnSpPr>
              <p:cNvPr id="23" name="直接连接符 73">
                <a:extLst>
                  <a:ext uri="{FF2B5EF4-FFF2-40B4-BE49-F238E27FC236}">
                    <a16:creationId xmlns:a16="http://schemas.microsoft.com/office/drawing/2014/main" id="{165FFF21-31B6-D162-017A-CC4ABAB90352}"/>
                  </a:ext>
                </a:extLst>
              </p:cNvPr>
              <p:cNvCxnSpPr/>
              <p:nvPr/>
            </p:nvCxnSpPr>
            <p:spPr>
              <a:xfrm>
                <a:off x="3055017" y="4968656"/>
                <a:ext cx="61387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B8D416CF-1925-E73F-3AA7-B02C62EF6785}"/>
                  </a:ext>
                </a:extLst>
              </p:cNvPr>
              <p:cNvSpPr/>
              <p:nvPr/>
            </p:nvSpPr>
            <p:spPr>
              <a:xfrm flipH="1">
                <a:off x="3028447" y="4944533"/>
                <a:ext cx="53140" cy="482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grpSp>
      <p:pic>
        <p:nvPicPr>
          <p:cNvPr id="29" name="图片 28">
            <a:extLst>
              <a:ext uri="{FF2B5EF4-FFF2-40B4-BE49-F238E27FC236}">
                <a16:creationId xmlns:a16="http://schemas.microsoft.com/office/drawing/2014/main" id="{BDC78260-450A-C48B-9DEA-1747D55966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4981" y="1162546"/>
            <a:ext cx="809198" cy="809198"/>
          </a:xfrm>
          <a:prstGeom prst="rect">
            <a:avLst/>
          </a:prstGeom>
        </p:spPr>
      </p:pic>
      <p:grpSp>
        <p:nvGrpSpPr>
          <p:cNvPr id="8" name="组合 7">
            <a:extLst>
              <a:ext uri="{FF2B5EF4-FFF2-40B4-BE49-F238E27FC236}">
                <a16:creationId xmlns:a16="http://schemas.microsoft.com/office/drawing/2014/main" id="{ACC68526-9168-342B-0AE2-FD51A68059EA}"/>
              </a:ext>
            </a:extLst>
          </p:cNvPr>
          <p:cNvGrpSpPr/>
          <p:nvPr/>
        </p:nvGrpSpPr>
        <p:grpSpPr>
          <a:xfrm>
            <a:off x="4571998" y="695350"/>
            <a:ext cx="2325514" cy="3658684"/>
            <a:chOff x="4600514" y="730902"/>
            <a:chExt cx="2325514" cy="3658684"/>
          </a:xfrm>
        </p:grpSpPr>
        <p:grpSp>
          <p:nvGrpSpPr>
            <p:cNvPr id="30" name="组合 29">
              <a:extLst>
                <a:ext uri="{FF2B5EF4-FFF2-40B4-BE49-F238E27FC236}">
                  <a16:creationId xmlns:a16="http://schemas.microsoft.com/office/drawing/2014/main" id="{35EBD108-DB68-4EA7-C203-3BBD9ABF7651}"/>
                </a:ext>
              </a:extLst>
            </p:cNvPr>
            <p:cNvGrpSpPr/>
            <p:nvPr/>
          </p:nvGrpSpPr>
          <p:grpSpPr>
            <a:xfrm>
              <a:off x="4600528" y="730902"/>
              <a:ext cx="2307910" cy="540664"/>
              <a:chOff x="7343421" y="1218073"/>
              <a:chExt cx="2492611" cy="613458"/>
            </a:xfrm>
          </p:grpSpPr>
          <p:sp>
            <p:nvSpPr>
              <p:cNvPr id="31" name="椭圆 30">
                <a:extLst>
                  <a:ext uri="{FF2B5EF4-FFF2-40B4-BE49-F238E27FC236}">
                    <a16:creationId xmlns:a16="http://schemas.microsoft.com/office/drawing/2014/main" id="{0962DC5A-E9CD-DB2B-636D-29CB5A3A65FF}"/>
                  </a:ext>
                </a:extLst>
              </p:cNvPr>
              <p:cNvSpPr/>
              <p:nvPr/>
            </p:nvSpPr>
            <p:spPr>
              <a:xfrm>
                <a:off x="7343421" y="1218073"/>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01</a:t>
                </a:r>
                <a:endParaRPr lang="zh-CN" altLang="en-US" sz="140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9147B669-A9DB-C04B-6E04-532A421E5F08}"/>
                  </a:ext>
                </a:extLst>
              </p:cNvPr>
              <p:cNvSpPr txBox="1"/>
              <p:nvPr/>
            </p:nvSpPr>
            <p:spPr>
              <a:xfrm>
                <a:off x="8528561" y="1298124"/>
                <a:ext cx="1307471" cy="453980"/>
              </a:xfrm>
              <a:prstGeom prst="rect">
                <a:avLst/>
              </a:prstGeom>
              <a:noFill/>
            </p:spPr>
            <p:txBody>
              <a:bodyPr wrap="none" rtlCol="0">
                <a:spAutoFit/>
              </a:bodyPr>
              <a:lstStyle/>
              <a:p>
                <a:r>
                  <a:rPr lang="zh-CN" altLang="en-US" sz="2000" dirty="0">
                    <a:solidFill>
                      <a:schemeClr val="accent1">
                        <a:lumMod val="50000"/>
                      </a:schemeClr>
                    </a:solidFill>
                    <a:latin typeface="微软雅黑" panose="020B0503020204020204" pitchFamily="34" charset="-122"/>
                    <a:ea typeface="微软雅黑" panose="020B0503020204020204" pitchFamily="34" charset="-122"/>
                  </a:rPr>
                  <a:t>研究背景</a:t>
                </a:r>
              </a:p>
            </p:txBody>
          </p:sp>
        </p:grpSp>
        <p:grpSp>
          <p:nvGrpSpPr>
            <p:cNvPr id="33" name="组合 32">
              <a:extLst>
                <a:ext uri="{FF2B5EF4-FFF2-40B4-BE49-F238E27FC236}">
                  <a16:creationId xmlns:a16="http://schemas.microsoft.com/office/drawing/2014/main" id="{4F1643B1-BF53-70B7-6E1A-FDDD701AFD66}"/>
                </a:ext>
              </a:extLst>
            </p:cNvPr>
            <p:cNvGrpSpPr/>
            <p:nvPr/>
          </p:nvGrpSpPr>
          <p:grpSpPr>
            <a:xfrm>
              <a:off x="4600532" y="1510408"/>
              <a:ext cx="2325496" cy="540663"/>
              <a:chOff x="7343420" y="2320799"/>
              <a:chExt cx="2511597" cy="613458"/>
            </a:xfrm>
          </p:grpSpPr>
          <p:sp>
            <p:nvSpPr>
              <p:cNvPr id="34" name="文本框 33">
                <a:extLst>
                  <a:ext uri="{FF2B5EF4-FFF2-40B4-BE49-F238E27FC236}">
                    <a16:creationId xmlns:a16="http://schemas.microsoft.com/office/drawing/2014/main" id="{5C911E3F-CEF0-828D-6211-9A575F73478D}"/>
                  </a:ext>
                </a:extLst>
              </p:cNvPr>
              <p:cNvSpPr txBox="1"/>
              <p:nvPr/>
            </p:nvSpPr>
            <p:spPr>
              <a:xfrm>
                <a:off x="8547550" y="2407954"/>
                <a:ext cx="1307467"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文献综述</a:t>
                </a:r>
              </a:p>
            </p:txBody>
          </p:sp>
          <p:sp>
            <p:nvSpPr>
              <p:cNvPr id="35" name="椭圆 34">
                <a:extLst>
                  <a:ext uri="{FF2B5EF4-FFF2-40B4-BE49-F238E27FC236}">
                    <a16:creationId xmlns:a16="http://schemas.microsoft.com/office/drawing/2014/main" id="{CBEC3016-9921-3058-E302-7CDA3AA3564B}"/>
                  </a:ext>
                </a:extLst>
              </p:cNvPr>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02</a:t>
                </a:r>
                <a:endParaRPr lang="zh-CN" altLang="en-US" sz="1400">
                  <a:latin typeface="微软雅黑" panose="020B0503020204020204" pitchFamily="34" charset="-122"/>
                  <a:ea typeface="微软雅黑" panose="020B0503020204020204" pitchFamily="34" charset="-122"/>
                </a:endParaRPr>
              </a:p>
            </p:txBody>
          </p:sp>
        </p:grpSp>
        <p:grpSp>
          <p:nvGrpSpPr>
            <p:cNvPr id="39" name="组合 38">
              <a:extLst>
                <a:ext uri="{FF2B5EF4-FFF2-40B4-BE49-F238E27FC236}">
                  <a16:creationId xmlns:a16="http://schemas.microsoft.com/office/drawing/2014/main" id="{B44D36AA-D7ED-A452-1337-34230F62E005}"/>
                </a:ext>
              </a:extLst>
            </p:cNvPr>
            <p:cNvGrpSpPr/>
            <p:nvPr/>
          </p:nvGrpSpPr>
          <p:grpSpPr>
            <a:xfrm>
              <a:off x="4600540" y="2289913"/>
              <a:ext cx="2325485" cy="540663"/>
              <a:chOff x="7343421" y="4735237"/>
              <a:chExt cx="2511587" cy="613458"/>
            </a:xfrm>
          </p:grpSpPr>
          <p:sp>
            <p:nvSpPr>
              <p:cNvPr id="40" name="文本框 39">
                <a:extLst>
                  <a:ext uri="{FF2B5EF4-FFF2-40B4-BE49-F238E27FC236}">
                    <a16:creationId xmlns:a16="http://schemas.microsoft.com/office/drawing/2014/main" id="{9355FB26-4E03-BE50-A0E4-8264B52BD545}"/>
                  </a:ext>
                </a:extLst>
              </p:cNvPr>
              <p:cNvSpPr txBox="1"/>
              <p:nvPr/>
            </p:nvSpPr>
            <p:spPr>
              <a:xfrm>
                <a:off x="8547540" y="4812008"/>
                <a:ext cx="1307468" cy="453981"/>
              </a:xfrm>
              <a:prstGeom prst="rect">
                <a:avLst/>
              </a:prstGeom>
              <a:noFill/>
            </p:spPr>
            <p:txBody>
              <a:bodyPr wrap="none" rtlCol="0">
                <a:spAutoFit/>
              </a:bodyPr>
              <a:lstStyle/>
              <a:p>
                <a:r>
                  <a:rPr lang="zh-CN" altLang="en-US" sz="2000" b="1" dirty="0">
                    <a:solidFill>
                      <a:srgbClr val="2F5597"/>
                    </a:solidFill>
                    <a:latin typeface="微软雅黑" panose="020B0503020204020204" pitchFamily="34" charset="-122"/>
                    <a:ea typeface="微软雅黑" panose="020B0503020204020204" pitchFamily="34" charset="-122"/>
                  </a:rPr>
                  <a:t>研究内容</a:t>
                </a:r>
              </a:p>
            </p:txBody>
          </p:sp>
          <p:sp>
            <p:nvSpPr>
              <p:cNvPr id="41" name="椭圆 40">
                <a:extLst>
                  <a:ext uri="{FF2B5EF4-FFF2-40B4-BE49-F238E27FC236}">
                    <a16:creationId xmlns:a16="http://schemas.microsoft.com/office/drawing/2014/main" id="{2ABF0BCB-B64A-B8E4-1725-1FBB009F71DC}"/>
                  </a:ext>
                </a:extLst>
              </p:cNvPr>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03</a:t>
                </a:r>
                <a:endParaRPr lang="zh-CN" altLang="en-US" sz="1400" dirty="0">
                  <a:latin typeface="微软雅黑" panose="020B0503020204020204" pitchFamily="34" charset="-122"/>
                  <a:ea typeface="微软雅黑" panose="020B0503020204020204" pitchFamily="34" charset="-122"/>
                </a:endParaRPr>
              </a:p>
            </p:txBody>
          </p:sp>
        </p:grpSp>
        <p:grpSp>
          <p:nvGrpSpPr>
            <p:cNvPr id="2" name="组合 1">
              <a:extLst>
                <a:ext uri="{FF2B5EF4-FFF2-40B4-BE49-F238E27FC236}">
                  <a16:creationId xmlns:a16="http://schemas.microsoft.com/office/drawing/2014/main" id="{D7F21F21-6700-BA3E-BB96-3688072A6295}"/>
                </a:ext>
              </a:extLst>
            </p:cNvPr>
            <p:cNvGrpSpPr/>
            <p:nvPr/>
          </p:nvGrpSpPr>
          <p:grpSpPr>
            <a:xfrm>
              <a:off x="4600514" y="3069418"/>
              <a:ext cx="2325493" cy="540663"/>
              <a:chOff x="7343420" y="2320799"/>
              <a:chExt cx="2511595" cy="613458"/>
            </a:xfrm>
          </p:grpSpPr>
          <p:sp>
            <p:nvSpPr>
              <p:cNvPr id="3" name="文本框 2">
                <a:extLst>
                  <a:ext uri="{FF2B5EF4-FFF2-40B4-BE49-F238E27FC236}">
                    <a16:creationId xmlns:a16="http://schemas.microsoft.com/office/drawing/2014/main" id="{70600181-C3DF-241B-4B6C-2FA42F4B06F4}"/>
                  </a:ext>
                </a:extLst>
              </p:cNvPr>
              <p:cNvSpPr txBox="1"/>
              <p:nvPr/>
            </p:nvSpPr>
            <p:spPr>
              <a:xfrm>
                <a:off x="8547548" y="2407954"/>
                <a:ext cx="1307467"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技术路线</a:t>
                </a:r>
              </a:p>
            </p:txBody>
          </p:sp>
          <p:sp>
            <p:nvSpPr>
              <p:cNvPr id="4" name="椭圆 3">
                <a:extLst>
                  <a:ext uri="{FF2B5EF4-FFF2-40B4-BE49-F238E27FC236}">
                    <a16:creationId xmlns:a16="http://schemas.microsoft.com/office/drawing/2014/main" id="{052574F2-26F8-6797-823D-8AF5F3B87908}"/>
                  </a:ext>
                </a:extLst>
              </p:cNvPr>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04</a:t>
                </a:r>
                <a:endParaRPr lang="zh-CN" altLang="en-US" sz="1400" dirty="0">
                  <a:latin typeface="微软雅黑" panose="020B0503020204020204" pitchFamily="34" charset="-122"/>
                  <a:ea typeface="微软雅黑" panose="020B0503020204020204" pitchFamily="34" charset="-122"/>
                </a:endParaRPr>
              </a:p>
            </p:txBody>
          </p:sp>
        </p:grpSp>
        <p:grpSp>
          <p:nvGrpSpPr>
            <p:cNvPr id="5" name="组合 4">
              <a:extLst>
                <a:ext uri="{FF2B5EF4-FFF2-40B4-BE49-F238E27FC236}">
                  <a16:creationId xmlns:a16="http://schemas.microsoft.com/office/drawing/2014/main" id="{34664EA2-9F31-2C38-43E4-9FD63D42A013}"/>
                </a:ext>
              </a:extLst>
            </p:cNvPr>
            <p:cNvGrpSpPr/>
            <p:nvPr/>
          </p:nvGrpSpPr>
          <p:grpSpPr>
            <a:xfrm>
              <a:off x="4600527" y="3848923"/>
              <a:ext cx="2325485" cy="540663"/>
              <a:chOff x="7343421" y="4735237"/>
              <a:chExt cx="2511587" cy="613458"/>
            </a:xfrm>
          </p:grpSpPr>
          <p:sp>
            <p:nvSpPr>
              <p:cNvPr id="6" name="文本框 5">
                <a:extLst>
                  <a:ext uri="{FF2B5EF4-FFF2-40B4-BE49-F238E27FC236}">
                    <a16:creationId xmlns:a16="http://schemas.microsoft.com/office/drawing/2014/main" id="{DCB392A4-C5FC-65E3-11C5-2703AB5636F5}"/>
                  </a:ext>
                </a:extLst>
              </p:cNvPr>
              <p:cNvSpPr txBox="1"/>
              <p:nvPr/>
            </p:nvSpPr>
            <p:spPr>
              <a:xfrm>
                <a:off x="8547540" y="4812008"/>
                <a:ext cx="1307468"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工作计划</a:t>
                </a:r>
              </a:p>
            </p:txBody>
          </p:sp>
          <p:sp>
            <p:nvSpPr>
              <p:cNvPr id="7" name="椭圆 6">
                <a:extLst>
                  <a:ext uri="{FF2B5EF4-FFF2-40B4-BE49-F238E27FC236}">
                    <a16:creationId xmlns:a16="http://schemas.microsoft.com/office/drawing/2014/main" id="{4A675C15-8E27-82B4-E1D5-F0BD557AE5BE}"/>
                  </a:ext>
                </a:extLst>
              </p:cNvPr>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05</a:t>
                </a:r>
                <a:endParaRPr lang="zh-CN" altLang="en-US" sz="1400" dirty="0">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2717832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2138C-F6E1-4DA1-7097-4CE85DC36A59}"/>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30A474A-EF8E-38DC-B81B-C12E2CCD1D16}"/>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研究内容</a:t>
            </a:r>
          </a:p>
        </p:txBody>
      </p:sp>
      <p:sp>
        <p:nvSpPr>
          <p:cNvPr id="8" name="文本框 7">
            <a:extLst>
              <a:ext uri="{FF2B5EF4-FFF2-40B4-BE49-F238E27FC236}">
                <a16:creationId xmlns:a16="http://schemas.microsoft.com/office/drawing/2014/main" id="{2B58CC46-B027-78D2-CFAE-A80E592B6F2A}"/>
              </a:ext>
            </a:extLst>
          </p:cNvPr>
          <p:cNvSpPr txBox="1"/>
          <p:nvPr/>
        </p:nvSpPr>
        <p:spPr>
          <a:xfrm>
            <a:off x="120025" y="587183"/>
            <a:ext cx="1354858"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研究内容 </a:t>
            </a:r>
          </a:p>
        </p:txBody>
      </p:sp>
      <p:sp>
        <p:nvSpPr>
          <p:cNvPr id="3" name="矩形 2">
            <a:extLst>
              <a:ext uri="{FF2B5EF4-FFF2-40B4-BE49-F238E27FC236}">
                <a16:creationId xmlns:a16="http://schemas.microsoft.com/office/drawing/2014/main" id="{D06EA1D3-638E-9BFF-0F93-6094BDFC97A1}"/>
              </a:ext>
            </a:extLst>
          </p:cNvPr>
          <p:cNvSpPr/>
          <p:nvPr/>
        </p:nvSpPr>
        <p:spPr>
          <a:xfrm>
            <a:off x="311460" y="2308731"/>
            <a:ext cx="2688673" cy="1640989"/>
          </a:xfrm>
          <a:prstGeom prst="rect">
            <a:avLst/>
          </a:prstGeom>
          <a:ln w="25400">
            <a:prstDash val="dash"/>
          </a:ln>
        </p:spPr>
        <p:style>
          <a:lnRef idx="2">
            <a:schemeClr val="dk1"/>
          </a:lnRef>
          <a:fillRef idx="1">
            <a:schemeClr val="lt1"/>
          </a:fillRef>
          <a:effectRef idx="0">
            <a:schemeClr val="dk1"/>
          </a:effectRef>
          <a:fontRef idx="minor">
            <a:schemeClr val="dk1"/>
          </a:fontRef>
        </p:style>
        <p:txBody>
          <a:bodyPr rtlCol="0" anchor="ctr"/>
          <a:lstStyle/>
          <a:p>
            <a:pPr algn="l"/>
            <a:endParaRPr lang="zh-CN" altLang="en-US" dirty="0"/>
          </a:p>
        </p:txBody>
      </p:sp>
      <p:sp>
        <p:nvSpPr>
          <p:cNvPr id="5" name="矩形 4">
            <a:extLst>
              <a:ext uri="{FF2B5EF4-FFF2-40B4-BE49-F238E27FC236}">
                <a16:creationId xmlns:a16="http://schemas.microsoft.com/office/drawing/2014/main" id="{A4713DAD-BD7D-8FE3-1315-B9267580C308}"/>
              </a:ext>
            </a:extLst>
          </p:cNvPr>
          <p:cNvSpPr/>
          <p:nvPr/>
        </p:nvSpPr>
        <p:spPr>
          <a:xfrm>
            <a:off x="3424958" y="2308731"/>
            <a:ext cx="2688673" cy="1640989"/>
          </a:xfrm>
          <a:prstGeom prst="rect">
            <a:avLst/>
          </a:prstGeom>
          <a:ln w="25400">
            <a:prstDash val="dash"/>
          </a:ln>
        </p:spPr>
        <p:style>
          <a:lnRef idx="2">
            <a:schemeClr val="dk1"/>
          </a:lnRef>
          <a:fillRef idx="1">
            <a:schemeClr val="lt1"/>
          </a:fillRef>
          <a:effectRef idx="0">
            <a:schemeClr val="dk1"/>
          </a:effectRef>
          <a:fontRef idx="minor">
            <a:schemeClr val="dk1"/>
          </a:fontRef>
        </p:style>
        <p:txBody>
          <a:bodyPr rtlCol="0" anchor="ctr"/>
          <a:lstStyle/>
          <a:p>
            <a:pPr algn="l"/>
            <a:endParaRPr lang="zh-CN" altLang="en-US" dirty="0"/>
          </a:p>
        </p:txBody>
      </p:sp>
      <p:sp>
        <p:nvSpPr>
          <p:cNvPr id="7" name="矩形 6">
            <a:extLst>
              <a:ext uri="{FF2B5EF4-FFF2-40B4-BE49-F238E27FC236}">
                <a16:creationId xmlns:a16="http://schemas.microsoft.com/office/drawing/2014/main" id="{D4645029-1631-4F1C-C774-D181A4DFB6BB}"/>
              </a:ext>
            </a:extLst>
          </p:cNvPr>
          <p:cNvSpPr/>
          <p:nvPr/>
        </p:nvSpPr>
        <p:spPr>
          <a:xfrm>
            <a:off x="311458" y="1050858"/>
            <a:ext cx="5802171" cy="899286"/>
          </a:xfrm>
          <a:prstGeom prst="rect">
            <a:avLst/>
          </a:prstGeom>
          <a:ln w="25400">
            <a:prstDash val="dash"/>
          </a:ln>
        </p:spPr>
        <p:style>
          <a:lnRef idx="2">
            <a:schemeClr val="dk1"/>
          </a:lnRef>
          <a:fillRef idx="1">
            <a:schemeClr val="lt1"/>
          </a:fillRef>
          <a:effectRef idx="0">
            <a:schemeClr val="dk1"/>
          </a:effectRef>
          <a:fontRef idx="minor">
            <a:schemeClr val="dk1"/>
          </a:fontRef>
        </p:style>
        <p:txBody>
          <a:bodyPr rtlCol="0" anchor="ctr"/>
          <a:lstStyle/>
          <a:p>
            <a:pPr algn="l"/>
            <a:endParaRPr lang="zh-CN" altLang="en-US" dirty="0"/>
          </a:p>
        </p:txBody>
      </p:sp>
      <p:sp>
        <p:nvSpPr>
          <p:cNvPr id="9" name="矩形 8">
            <a:extLst>
              <a:ext uri="{FF2B5EF4-FFF2-40B4-BE49-F238E27FC236}">
                <a16:creationId xmlns:a16="http://schemas.microsoft.com/office/drawing/2014/main" id="{02059AE7-B9EA-FC6C-922D-C4FA0F672145}"/>
              </a:ext>
            </a:extLst>
          </p:cNvPr>
          <p:cNvSpPr/>
          <p:nvPr/>
        </p:nvSpPr>
        <p:spPr>
          <a:xfrm>
            <a:off x="311464" y="4411179"/>
            <a:ext cx="5802171" cy="292113"/>
          </a:xfrm>
          <a:prstGeom prst="rect">
            <a:avLst/>
          </a:prstGeom>
          <a:ln w="25400">
            <a:prstDash val="dash"/>
          </a:ln>
        </p:spPr>
        <p:style>
          <a:lnRef idx="2">
            <a:schemeClr val="dk1"/>
          </a:lnRef>
          <a:fillRef idx="1">
            <a:schemeClr val="lt1"/>
          </a:fillRef>
          <a:effectRef idx="0">
            <a:schemeClr val="dk1"/>
          </a:effectRef>
          <a:fontRef idx="minor">
            <a:schemeClr val="dk1"/>
          </a:fontRef>
        </p:style>
        <p:txBody>
          <a:bodyPr rtlCol="0" anchor="ctr"/>
          <a:lstStyle/>
          <a:p>
            <a:pPr algn="l"/>
            <a:endParaRPr lang="zh-CN" altLang="en-US" dirty="0"/>
          </a:p>
        </p:txBody>
      </p:sp>
      <p:sp>
        <p:nvSpPr>
          <p:cNvPr id="10" name="文本框 9">
            <a:extLst>
              <a:ext uri="{FF2B5EF4-FFF2-40B4-BE49-F238E27FC236}">
                <a16:creationId xmlns:a16="http://schemas.microsoft.com/office/drawing/2014/main" id="{8C5BF06D-7C4F-DAEC-8A4F-CE9D8F63D99B}"/>
              </a:ext>
            </a:extLst>
          </p:cNvPr>
          <p:cNvSpPr txBox="1"/>
          <p:nvPr/>
        </p:nvSpPr>
        <p:spPr>
          <a:xfrm>
            <a:off x="311458" y="2308731"/>
            <a:ext cx="2688673" cy="461665"/>
          </a:xfrm>
          <a:prstGeom prst="rect">
            <a:avLst/>
          </a:prstGeom>
          <a:noFill/>
        </p:spPr>
        <p:txBody>
          <a:bodyPr wrap="square" rtlCol="0">
            <a:spAutoFit/>
          </a:bodyPr>
          <a:lstStyle/>
          <a:p>
            <a:pPr algn="ctr"/>
            <a:r>
              <a:rPr lang="zh-CN" altLang="en-US" sz="1200" b="1" dirty="0">
                <a:latin typeface="微软雅黑" panose="020B0503020204020204" pitchFamily="34" charset="-122"/>
                <a:ea typeface="微软雅黑" panose="020B0503020204020204" pitchFamily="34" charset="-122"/>
              </a:rPr>
              <a:t>研究内容</a:t>
            </a:r>
            <a:r>
              <a:rPr lang="en-US" altLang="zh-CN" sz="1200" b="1" dirty="0">
                <a:latin typeface="微软雅黑" panose="020B0503020204020204" pitchFamily="34" charset="-122"/>
                <a:ea typeface="微软雅黑" panose="020B0503020204020204" pitchFamily="34" charset="-122"/>
              </a:rPr>
              <a:t>2</a:t>
            </a:r>
            <a:r>
              <a:rPr lang="zh-CN" altLang="en-US" sz="1200" b="1" dirty="0">
                <a:latin typeface="微软雅黑" panose="020B0503020204020204" pitchFamily="34" charset="-122"/>
                <a:ea typeface="微软雅黑" panose="020B0503020204020204" pitchFamily="34" charset="-122"/>
              </a:rPr>
              <a:t>：单机型数据偏移下的调度知识增量式演化</a:t>
            </a:r>
          </a:p>
        </p:txBody>
      </p:sp>
      <p:sp>
        <p:nvSpPr>
          <p:cNvPr id="11" name="文本框 10">
            <a:extLst>
              <a:ext uri="{FF2B5EF4-FFF2-40B4-BE49-F238E27FC236}">
                <a16:creationId xmlns:a16="http://schemas.microsoft.com/office/drawing/2014/main" id="{55CD669A-3E92-9581-63EF-AA9EA161A33F}"/>
              </a:ext>
            </a:extLst>
          </p:cNvPr>
          <p:cNvSpPr txBox="1"/>
          <p:nvPr/>
        </p:nvSpPr>
        <p:spPr>
          <a:xfrm>
            <a:off x="3424956" y="2308731"/>
            <a:ext cx="2688673" cy="461665"/>
          </a:xfrm>
          <a:prstGeom prst="rect">
            <a:avLst/>
          </a:prstGeom>
          <a:noFill/>
        </p:spPr>
        <p:txBody>
          <a:bodyPr wrap="square" rtlCol="0">
            <a:spAutoFit/>
          </a:bodyPr>
          <a:lstStyle/>
          <a:p>
            <a:pPr algn="ctr"/>
            <a:r>
              <a:rPr lang="zh-CN" altLang="en-US" sz="1200" b="1" dirty="0">
                <a:latin typeface="微软雅黑" panose="020B0503020204020204" pitchFamily="34" charset="-122"/>
                <a:ea typeface="微软雅黑" panose="020B0503020204020204" pitchFamily="34" charset="-122"/>
              </a:rPr>
              <a:t>研究内容</a:t>
            </a:r>
            <a:r>
              <a:rPr lang="en-US" altLang="zh-CN" sz="1200" b="1" dirty="0">
                <a:latin typeface="微软雅黑" panose="020B0503020204020204" pitchFamily="34" charset="-122"/>
                <a:ea typeface="微软雅黑" panose="020B0503020204020204" pitchFamily="34" charset="-122"/>
              </a:rPr>
              <a:t>3</a:t>
            </a:r>
            <a:r>
              <a:rPr lang="zh-CN" altLang="en-US" sz="1200" b="1" dirty="0">
                <a:latin typeface="微软雅黑" panose="020B0503020204020204" pitchFamily="34" charset="-122"/>
                <a:ea typeface="微软雅黑" panose="020B0503020204020204" pitchFamily="34" charset="-122"/>
              </a:rPr>
              <a:t>：多机型工艺变更下的调度知识重构式演化</a:t>
            </a:r>
          </a:p>
        </p:txBody>
      </p:sp>
      <p:sp>
        <p:nvSpPr>
          <p:cNvPr id="12" name="文本框 11">
            <a:extLst>
              <a:ext uri="{FF2B5EF4-FFF2-40B4-BE49-F238E27FC236}">
                <a16:creationId xmlns:a16="http://schemas.microsoft.com/office/drawing/2014/main" id="{0E1F4641-6D1C-FAEE-AEF9-03FE04C1F38C}"/>
              </a:ext>
            </a:extLst>
          </p:cNvPr>
          <p:cNvSpPr txBox="1"/>
          <p:nvPr/>
        </p:nvSpPr>
        <p:spPr>
          <a:xfrm>
            <a:off x="319011" y="1062555"/>
            <a:ext cx="5802171" cy="276999"/>
          </a:xfrm>
          <a:prstGeom prst="rect">
            <a:avLst/>
          </a:prstGeom>
          <a:noFill/>
        </p:spPr>
        <p:txBody>
          <a:bodyPr wrap="square" rtlCol="0">
            <a:spAutoFit/>
          </a:bodyPr>
          <a:lstStyle/>
          <a:p>
            <a:pPr algn="ctr"/>
            <a:r>
              <a:rPr lang="zh-CN" altLang="en-US" sz="1200" b="1" dirty="0">
                <a:latin typeface="微软雅黑" panose="020B0503020204020204" pitchFamily="34" charset="-122"/>
                <a:ea typeface="微软雅黑" panose="020B0503020204020204" pitchFamily="34" charset="-122"/>
              </a:rPr>
              <a:t>研究内容</a:t>
            </a:r>
            <a:r>
              <a:rPr lang="en-US" altLang="zh-CN" sz="1200" b="1"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：飞机脉动装配线数据偏移检测</a:t>
            </a:r>
          </a:p>
        </p:txBody>
      </p:sp>
      <p:sp>
        <p:nvSpPr>
          <p:cNvPr id="13" name="文本框 12">
            <a:extLst>
              <a:ext uri="{FF2B5EF4-FFF2-40B4-BE49-F238E27FC236}">
                <a16:creationId xmlns:a16="http://schemas.microsoft.com/office/drawing/2014/main" id="{78EA1CD9-6BA0-D89A-5A40-C21D6088B3FE}"/>
              </a:ext>
            </a:extLst>
          </p:cNvPr>
          <p:cNvSpPr txBox="1"/>
          <p:nvPr/>
        </p:nvSpPr>
        <p:spPr>
          <a:xfrm>
            <a:off x="311461" y="4426293"/>
            <a:ext cx="5802171" cy="276999"/>
          </a:xfrm>
          <a:prstGeom prst="rect">
            <a:avLst/>
          </a:prstGeom>
          <a:noFill/>
        </p:spPr>
        <p:txBody>
          <a:bodyPr wrap="square" rtlCol="0">
            <a:spAutoFit/>
          </a:bodyPr>
          <a:lstStyle/>
          <a:p>
            <a:pPr algn="ctr"/>
            <a:r>
              <a:rPr lang="zh-CN" altLang="en-US" sz="1200" b="1" dirty="0">
                <a:latin typeface="微软雅黑" panose="020B0503020204020204" pitchFamily="34" charset="-122"/>
                <a:ea typeface="微软雅黑" panose="020B0503020204020204" pitchFamily="34" charset="-122"/>
              </a:rPr>
              <a:t>研究内容</a:t>
            </a:r>
            <a:r>
              <a:rPr lang="en-US" altLang="zh-CN" sz="1200" b="1" dirty="0">
                <a:latin typeface="微软雅黑" panose="020B0503020204020204" pitchFamily="34" charset="-122"/>
                <a:ea typeface="微软雅黑" panose="020B0503020204020204" pitchFamily="34" charset="-122"/>
              </a:rPr>
              <a:t>4</a:t>
            </a:r>
            <a:r>
              <a:rPr lang="zh-CN" altLang="en-US" sz="1200" b="1" dirty="0">
                <a:latin typeface="微软雅黑" panose="020B0503020204020204" pitchFamily="34" charset="-122"/>
                <a:ea typeface="微软雅黑" panose="020B0503020204020204" pitchFamily="34" charset="-122"/>
              </a:rPr>
              <a:t>：飞机脉动装配线调度知识演化原型系统</a:t>
            </a:r>
          </a:p>
        </p:txBody>
      </p:sp>
      <p:sp>
        <p:nvSpPr>
          <p:cNvPr id="14" name="箭头: 右 13">
            <a:extLst>
              <a:ext uri="{FF2B5EF4-FFF2-40B4-BE49-F238E27FC236}">
                <a16:creationId xmlns:a16="http://schemas.microsoft.com/office/drawing/2014/main" id="{9756AC16-F6F1-30E6-1F05-01DB383A22DF}"/>
              </a:ext>
            </a:extLst>
          </p:cNvPr>
          <p:cNvSpPr/>
          <p:nvPr/>
        </p:nvSpPr>
        <p:spPr>
          <a:xfrm>
            <a:off x="3049250" y="3009243"/>
            <a:ext cx="341695" cy="294724"/>
          </a:xfrm>
          <a:prstGeom prst="rightArrow">
            <a:avLst/>
          </a:prstGeom>
          <a:solidFill>
            <a:srgbClr val="0070C0"/>
          </a:solidFill>
          <a:ln w="9525" cap="flat">
            <a:noFill/>
            <a:prstDash val="solid"/>
            <a:miter/>
          </a:ln>
        </p:spPr>
        <p:txBody>
          <a:bodyPr rtlCol="0" anchor="ctr"/>
          <a:lstStyle/>
          <a:p>
            <a:pPr algn="l"/>
            <a:endParaRPr lang="zh-CN" altLang="en-US" dirty="0"/>
          </a:p>
        </p:txBody>
      </p:sp>
      <p:sp>
        <p:nvSpPr>
          <p:cNvPr id="18" name="箭头: 右 17">
            <a:extLst>
              <a:ext uri="{FF2B5EF4-FFF2-40B4-BE49-F238E27FC236}">
                <a16:creationId xmlns:a16="http://schemas.microsoft.com/office/drawing/2014/main" id="{DA54415B-C5DC-F3A0-AC6C-C2CC63471615}"/>
              </a:ext>
            </a:extLst>
          </p:cNvPr>
          <p:cNvSpPr/>
          <p:nvPr/>
        </p:nvSpPr>
        <p:spPr>
          <a:xfrm rot="5400000">
            <a:off x="1539305" y="1980731"/>
            <a:ext cx="232977" cy="294724"/>
          </a:xfrm>
          <a:prstGeom prst="rightArrow">
            <a:avLst/>
          </a:prstGeom>
          <a:solidFill>
            <a:srgbClr val="0070C0"/>
          </a:solidFill>
          <a:ln w="9525" cap="flat">
            <a:noFill/>
            <a:prstDash val="solid"/>
            <a:miter/>
          </a:ln>
        </p:spPr>
        <p:txBody>
          <a:bodyPr rtlCol="0" anchor="ctr"/>
          <a:lstStyle/>
          <a:p>
            <a:pPr algn="l"/>
            <a:endParaRPr lang="zh-CN" altLang="en-US" dirty="0"/>
          </a:p>
        </p:txBody>
      </p:sp>
      <p:sp>
        <p:nvSpPr>
          <p:cNvPr id="19" name="箭头: 右 18">
            <a:extLst>
              <a:ext uri="{FF2B5EF4-FFF2-40B4-BE49-F238E27FC236}">
                <a16:creationId xmlns:a16="http://schemas.microsoft.com/office/drawing/2014/main" id="{B5FBC126-469E-80CF-6C99-F89C3B47536C}"/>
              </a:ext>
            </a:extLst>
          </p:cNvPr>
          <p:cNvSpPr/>
          <p:nvPr/>
        </p:nvSpPr>
        <p:spPr>
          <a:xfrm rot="5400000">
            <a:off x="4652804" y="1980731"/>
            <a:ext cx="232977" cy="294724"/>
          </a:xfrm>
          <a:prstGeom prst="rightArrow">
            <a:avLst/>
          </a:prstGeom>
          <a:solidFill>
            <a:srgbClr val="0070C0"/>
          </a:solidFill>
          <a:ln w="9525" cap="flat">
            <a:noFill/>
            <a:prstDash val="solid"/>
            <a:miter/>
          </a:ln>
        </p:spPr>
        <p:txBody>
          <a:bodyPr rtlCol="0" anchor="ctr"/>
          <a:lstStyle/>
          <a:p>
            <a:pPr algn="l"/>
            <a:endParaRPr lang="zh-CN" altLang="en-US" dirty="0"/>
          </a:p>
        </p:txBody>
      </p:sp>
      <p:sp>
        <p:nvSpPr>
          <p:cNvPr id="20" name="箭头: 右 19">
            <a:extLst>
              <a:ext uri="{FF2B5EF4-FFF2-40B4-BE49-F238E27FC236}">
                <a16:creationId xmlns:a16="http://schemas.microsoft.com/office/drawing/2014/main" id="{AF4EAFB2-9A73-C67F-CE4B-BC038DEB4B49}"/>
              </a:ext>
            </a:extLst>
          </p:cNvPr>
          <p:cNvSpPr/>
          <p:nvPr/>
        </p:nvSpPr>
        <p:spPr>
          <a:xfrm rot="5400000">
            <a:off x="1539304" y="4023284"/>
            <a:ext cx="232977" cy="294724"/>
          </a:xfrm>
          <a:prstGeom prst="rightArrow">
            <a:avLst/>
          </a:prstGeom>
          <a:solidFill>
            <a:srgbClr val="0070C0"/>
          </a:solidFill>
          <a:ln w="9525" cap="flat">
            <a:noFill/>
            <a:prstDash val="solid"/>
            <a:miter/>
          </a:ln>
        </p:spPr>
        <p:txBody>
          <a:bodyPr rtlCol="0" anchor="ctr"/>
          <a:lstStyle/>
          <a:p>
            <a:pPr algn="l"/>
            <a:endParaRPr lang="zh-CN" altLang="en-US" dirty="0"/>
          </a:p>
        </p:txBody>
      </p:sp>
      <p:sp>
        <p:nvSpPr>
          <p:cNvPr id="21" name="箭头: 右 20">
            <a:extLst>
              <a:ext uri="{FF2B5EF4-FFF2-40B4-BE49-F238E27FC236}">
                <a16:creationId xmlns:a16="http://schemas.microsoft.com/office/drawing/2014/main" id="{DC501A85-A23A-D716-AD69-BB79F498385C}"/>
              </a:ext>
            </a:extLst>
          </p:cNvPr>
          <p:cNvSpPr/>
          <p:nvPr/>
        </p:nvSpPr>
        <p:spPr>
          <a:xfrm rot="5400000">
            <a:off x="4652803" y="4023284"/>
            <a:ext cx="232977" cy="294724"/>
          </a:xfrm>
          <a:prstGeom prst="rightArrow">
            <a:avLst/>
          </a:prstGeom>
          <a:solidFill>
            <a:srgbClr val="0070C0"/>
          </a:solidFill>
          <a:ln w="9525" cap="flat">
            <a:noFill/>
            <a:prstDash val="solid"/>
            <a:miter/>
          </a:ln>
        </p:spPr>
        <p:txBody>
          <a:bodyPr rtlCol="0" anchor="ctr"/>
          <a:lstStyle/>
          <a:p>
            <a:pPr algn="l"/>
            <a:endParaRPr lang="zh-CN" altLang="en-US" dirty="0"/>
          </a:p>
        </p:txBody>
      </p:sp>
      <p:sp>
        <p:nvSpPr>
          <p:cNvPr id="22" name="流程图: 过程 21">
            <a:extLst>
              <a:ext uri="{FF2B5EF4-FFF2-40B4-BE49-F238E27FC236}">
                <a16:creationId xmlns:a16="http://schemas.microsoft.com/office/drawing/2014/main" id="{789165D4-DFC8-F1E0-C800-14BDE1F1722D}"/>
              </a:ext>
            </a:extLst>
          </p:cNvPr>
          <p:cNvSpPr/>
          <p:nvPr/>
        </p:nvSpPr>
        <p:spPr>
          <a:xfrm>
            <a:off x="500131" y="1410905"/>
            <a:ext cx="1063263" cy="319699"/>
          </a:xfrm>
          <a:prstGeom prst="flowChartProcess">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t>数据采集与预处理</a:t>
            </a:r>
          </a:p>
        </p:txBody>
      </p:sp>
      <p:sp>
        <p:nvSpPr>
          <p:cNvPr id="23" name="流程图: 过程 22">
            <a:extLst>
              <a:ext uri="{FF2B5EF4-FFF2-40B4-BE49-F238E27FC236}">
                <a16:creationId xmlns:a16="http://schemas.microsoft.com/office/drawing/2014/main" id="{9FDFE9D5-F64D-A809-B15B-419492414B05}"/>
              </a:ext>
            </a:extLst>
          </p:cNvPr>
          <p:cNvSpPr/>
          <p:nvPr/>
        </p:nvSpPr>
        <p:spPr>
          <a:xfrm>
            <a:off x="1803155" y="1410905"/>
            <a:ext cx="1063263" cy="319699"/>
          </a:xfrm>
          <a:prstGeom prst="flowChartProcess">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t>双维度偏移检测</a:t>
            </a:r>
          </a:p>
        </p:txBody>
      </p:sp>
      <p:sp>
        <p:nvSpPr>
          <p:cNvPr id="24" name="流程图: 过程 23">
            <a:extLst>
              <a:ext uri="{FF2B5EF4-FFF2-40B4-BE49-F238E27FC236}">
                <a16:creationId xmlns:a16="http://schemas.microsoft.com/office/drawing/2014/main" id="{C341F172-E5C7-100F-781A-9F8F8865FFC9}"/>
              </a:ext>
            </a:extLst>
          </p:cNvPr>
          <p:cNvSpPr/>
          <p:nvPr/>
        </p:nvSpPr>
        <p:spPr>
          <a:xfrm>
            <a:off x="4867589" y="1410905"/>
            <a:ext cx="1063263" cy="319699"/>
          </a:xfrm>
          <a:prstGeom prst="flowChartProcess">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t>触发调度知识演化</a:t>
            </a:r>
          </a:p>
        </p:txBody>
      </p:sp>
      <p:sp>
        <p:nvSpPr>
          <p:cNvPr id="25" name="流程图: 过程 24">
            <a:extLst>
              <a:ext uri="{FF2B5EF4-FFF2-40B4-BE49-F238E27FC236}">
                <a16:creationId xmlns:a16="http://schemas.microsoft.com/office/drawing/2014/main" id="{7049DC0F-EFF2-7195-5970-A884892E95BD}"/>
              </a:ext>
            </a:extLst>
          </p:cNvPr>
          <p:cNvSpPr/>
          <p:nvPr/>
        </p:nvSpPr>
        <p:spPr>
          <a:xfrm>
            <a:off x="3387913" y="1645158"/>
            <a:ext cx="1063263" cy="161950"/>
          </a:xfrm>
          <a:prstGeom prst="flowChartProcess">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b="1" dirty="0"/>
              <a:t>KD</a:t>
            </a:r>
            <a:r>
              <a:rPr lang="zh-CN" altLang="en-US" sz="1000" b="1" dirty="0"/>
              <a:t>相似度匹配</a:t>
            </a:r>
          </a:p>
        </p:txBody>
      </p:sp>
      <p:sp>
        <p:nvSpPr>
          <p:cNvPr id="26" name="流程图: 过程 25">
            <a:extLst>
              <a:ext uri="{FF2B5EF4-FFF2-40B4-BE49-F238E27FC236}">
                <a16:creationId xmlns:a16="http://schemas.microsoft.com/office/drawing/2014/main" id="{173FD2B7-FEFB-66B7-1B61-B2239BF317B3}"/>
              </a:ext>
            </a:extLst>
          </p:cNvPr>
          <p:cNvSpPr/>
          <p:nvPr/>
        </p:nvSpPr>
        <p:spPr>
          <a:xfrm>
            <a:off x="3387912" y="1339489"/>
            <a:ext cx="1063263" cy="161950"/>
          </a:xfrm>
          <a:prstGeom prst="flowChartProcess">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b="1" dirty="0"/>
              <a:t>MK-MMD</a:t>
            </a:r>
            <a:r>
              <a:rPr lang="zh-CN" altLang="en-US" sz="1000" b="1" dirty="0"/>
              <a:t>量化</a:t>
            </a:r>
          </a:p>
        </p:txBody>
      </p:sp>
      <p:cxnSp>
        <p:nvCxnSpPr>
          <p:cNvPr id="28" name="直接箭头连接符 27">
            <a:extLst>
              <a:ext uri="{FF2B5EF4-FFF2-40B4-BE49-F238E27FC236}">
                <a16:creationId xmlns:a16="http://schemas.microsoft.com/office/drawing/2014/main" id="{B4B97B17-4523-9288-E665-08B1315FD50D}"/>
              </a:ext>
            </a:extLst>
          </p:cNvPr>
          <p:cNvCxnSpPr>
            <a:cxnSpLocks/>
            <a:stCxn id="22" idx="3"/>
            <a:endCxn id="23" idx="1"/>
          </p:cNvCxnSpPr>
          <p:nvPr/>
        </p:nvCxnSpPr>
        <p:spPr>
          <a:xfrm>
            <a:off x="1563394" y="1570755"/>
            <a:ext cx="23976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连接符: 肘形 31">
            <a:extLst>
              <a:ext uri="{FF2B5EF4-FFF2-40B4-BE49-F238E27FC236}">
                <a16:creationId xmlns:a16="http://schemas.microsoft.com/office/drawing/2014/main" id="{E0A70045-D1C0-FA64-38FB-30F9452031E5}"/>
              </a:ext>
            </a:extLst>
          </p:cNvPr>
          <p:cNvCxnSpPr>
            <a:stCxn id="26" idx="1"/>
            <a:endCxn id="25" idx="1"/>
          </p:cNvCxnSpPr>
          <p:nvPr/>
        </p:nvCxnSpPr>
        <p:spPr>
          <a:xfrm rot="10800000" flipH="1" flipV="1">
            <a:off x="3387911" y="1420463"/>
            <a:ext cx="1" cy="305669"/>
          </a:xfrm>
          <a:prstGeom prst="bentConnector3">
            <a:avLst>
              <a:gd name="adj1" fmla="val -22860000000"/>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直接连接符 33">
            <a:extLst>
              <a:ext uri="{FF2B5EF4-FFF2-40B4-BE49-F238E27FC236}">
                <a16:creationId xmlns:a16="http://schemas.microsoft.com/office/drawing/2014/main" id="{329E8AD6-7ECE-7DDB-801E-061421C3CF4B}"/>
              </a:ext>
            </a:extLst>
          </p:cNvPr>
          <p:cNvCxnSpPr>
            <a:cxnSpLocks/>
            <a:stCxn id="23" idx="3"/>
          </p:cNvCxnSpPr>
          <p:nvPr/>
        </p:nvCxnSpPr>
        <p:spPr>
          <a:xfrm>
            <a:off x="2866418" y="1570755"/>
            <a:ext cx="293038" cy="0"/>
          </a:xfrm>
          <a:prstGeom prst="line">
            <a:avLst/>
          </a:prstGeom>
        </p:spPr>
        <p:style>
          <a:lnRef idx="3">
            <a:schemeClr val="dk1"/>
          </a:lnRef>
          <a:fillRef idx="0">
            <a:schemeClr val="dk1"/>
          </a:fillRef>
          <a:effectRef idx="2">
            <a:schemeClr val="dk1"/>
          </a:effectRef>
          <a:fontRef idx="minor">
            <a:schemeClr val="tx1"/>
          </a:fontRef>
        </p:style>
      </p:cxnSp>
      <p:cxnSp>
        <p:nvCxnSpPr>
          <p:cNvPr id="36" name="连接符: 肘形 35">
            <a:extLst>
              <a:ext uri="{FF2B5EF4-FFF2-40B4-BE49-F238E27FC236}">
                <a16:creationId xmlns:a16="http://schemas.microsoft.com/office/drawing/2014/main" id="{148DA8DF-4552-2C53-4153-90FDAC909E21}"/>
              </a:ext>
            </a:extLst>
          </p:cNvPr>
          <p:cNvCxnSpPr>
            <a:stCxn id="26" idx="3"/>
            <a:endCxn id="25" idx="3"/>
          </p:cNvCxnSpPr>
          <p:nvPr/>
        </p:nvCxnSpPr>
        <p:spPr>
          <a:xfrm>
            <a:off x="4451175" y="1420464"/>
            <a:ext cx="1" cy="305669"/>
          </a:xfrm>
          <a:prstGeom prst="bentConnector3">
            <a:avLst>
              <a:gd name="adj1" fmla="val 22860100000"/>
            </a:avLst>
          </a:prstGeom>
        </p:spPr>
        <p:style>
          <a:lnRef idx="3">
            <a:schemeClr val="dk1"/>
          </a:lnRef>
          <a:fillRef idx="0">
            <a:schemeClr val="dk1"/>
          </a:fillRef>
          <a:effectRef idx="2">
            <a:schemeClr val="dk1"/>
          </a:effectRef>
          <a:fontRef idx="minor">
            <a:schemeClr val="tx1"/>
          </a:fontRef>
        </p:style>
      </p:cxnSp>
      <p:cxnSp>
        <p:nvCxnSpPr>
          <p:cNvPr id="39" name="直接箭头连接符 38">
            <a:extLst>
              <a:ext uri="{FF2B5EF4-FFF2-40B4-BE49-F238E27FC236}">
                <a16:creationId xmlns:a16="http://schemas.microsoft.com/office/drawing/2014/main" id="{199FF9C7-217D-6568-DF49-50677EC8A1AC}"/>
              </a:ext>
            </a:extLst>
          </p:cNvPr>
          <p:cNvCxnSpPr>
            <a:cxnSpLocks/>
            <a:endCxn id="24" idx="1"/>
          </p:cNvCxnSpPr>
          <p:nvPr/>
        </p:nvCxnSpPr>
        <p:spPr>
          <a:xfrm>
            <a:off x="4692826" y="1570755"/>
            <a:ext cx="174763"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9" name="流程图: 过程 48">
            <a:extLst>
              <a:ext uri="{FF2B5EF4-FFF2-40B4-BE49-F238E27FC236}">
                <a16:creationId xmlns:a16="http://schemas.microsoft.com/office/drawing/2014/main" id="{77C8A73A-69AC-3D13-1CFA-8B0BB389A0E2}"/>
              </a:ext>
            </a:extLst>
          </p:cNvPr>
          <p:cNvSpPr/>
          <p:nvPr/>
        </p:nvSpPr>
        <p:spPr>
          <a:xfrm>
            <a:off x="764794" y="3382909"/>
            <a:ext cx="1781995" cy="325963"/>
          </a:xfrm>
          <a:prstGeom prst="flowChartProcess">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t>梯度监测增量学习</a:t>
            </a:r>
          </a:p>
        </p:txBody>
      </p:sp>
      <p:sp>
        <p:nvSpPr>
          <p:cNvPr id="50" name="流程图: 过程 49">
            <a:extLst>
              <a:ext uri="{FF2B5EF4-FFF2-40B4-BE49-F238E27FC236}">
                <a16:creationId xmlns:a16="http://schemas.microsoft.com/office/drawing/2014/main" id="{1086CA12-FB45-D37A-C4EF-00FF763B83C0}"/>
              </a:ext>
            </a:extLst>
          </p:cNvPr>
          <p:cNvSpPr/>
          <p:nvPr/>
        </p:nvSpPr>
        <p:spPr>
          <a:xfrm>
            <a:off x="764794" y="2836878"/>
            <a:ext cx="1781995" cy="319699"/>
          </a:xfrm>
          <a:prstGeom prst="flowChartProcess">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solidFill>
                  <a:schemeClr val="tx1"/>
                </a:solidFill>
              </a:rPr>
              <a:t>站位数据检测与调度决策</a:t>
            </a:r>
          </a:p>
        </p:txBody>
      </p:sp>
      <p:cxnSp>
        <p:nvCxnSpPr>
          <p:cNvPr id="52" name="直接箭头连接符 51">
            <a:extLst>
              <a:ext uri="{FF2B5EF4-FFF2-40B4-BE49-F238E27FC236}">
                <a16:creationId xmlns:a16="http://schemas.microsoft.com/office/drawing/2014/main" id="{5217486B-4E49-8F9D-F3D1-931167AB2C01}"/>
              </a:ext>
            </a:extLst>
          </p:cNvPr>
          <p:cNvCxnSpPr>
            <a:stCxn id="50" idx="2"/>
            <a:endCxn id="49" idx="0"/>
          </p:cNvCxnSpPr>
          <p:nvPr/>
        </p:nvCxnSpPr>
        <p:spPr>
          <a:xfrm>
            <a:off x="1655792" y="3156577"/>
            <a:ext cx="0" cy="22633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3" name="流程图: 过程 52">
            <a:extLst>
              <a:ext uri="{FF2B5EF4-FFF2-40B4-BE49-F238E27FC236}">
                <a16:creationId xmlns:a16="http://schemas.microsoft.com/office/drawing/2014/main" id="{13EEAAC0-A7CA-617D-8900-39F07598D568}"/>
              </a:ext>
            </a:extLst>
          </p:cNvPr>
          <p:cNvSpPr/>
          <p:nvPr/>
        </p:nvSpPr>
        <p:spPr>
          <a:xfrm>
            <a:off x="3891121" y="3379376"/>
            <a:ext cx="1781995" cy="325963"/>
          </a:xfrm>
          <a:prstGeom prst="flowChartProcess">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solidFill>
                  <a:schemeClr val="tx1"/>
                </a:solidFill>
              </a:rPr>
              <a:t>动态神经网络分层演化</a:t>
            </a:r>
          </a:p>
        </p:txBody>
      </p:sp>
      <p:sp>
        <p:nvSpPr>
          <p:cNvPr id="54" name="流程图: 过程 53">
            <a:extLst>
              <a:ext uri="{FF2B5EF4-FFF2-40B4-BE49-F238E27FC236}">
                <a16:creationId xmlns:a16="http://schemas.microsoft.com/office/drawing/2014/main" id="{D4774FD2-E48D-141E-B442-999E7CB8DBEF}"/>
              </a:ext>
            </a:extLst>
          </p:cNvPr>
          <p:cNvSpPr/>
          <p:nvPr/>
        </p:nvSpPr>
        <p:spPr>
          <a:xfrm>
            <a:off x="3891121" y="2833345"/>
            <a:ext cx="1781995" cy="319699"/>
          </a:xfrm>
          <a:prstGeom prst="flowChartProcess">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b="1" dirty="0">
                <a:solidFill>
                  <a:schemeClr val="tx1"/>
                </a:solidFill>
              </a:rPr>
              <a:t>工艺信息检索与演化触发</a:t>
            </a:r>
          </a:p>
        </p:txBody>
      </p:sp>
      <p:cxnSp>
        <p:nvCxnSpPr>
          <p:cNvPr id="55" name="直接箭头连接符 54">
            <a:extLst>
              <a:ext uri="{FF2B5EF4-FFF2-40B4-BE49-F238E27FC236}">
                <a16:creationId xmlns:a16="http://schemas.microsoft.com/office/drawing/2014/main" id="{C4C7B858-6838-F846-F78A-5E9FE36AD4B4}"/>
              </a:ext>
            </a:extLst>
          </p:cNvPr>
          <p:cNvCxnSpPr>
            <a:stCxn id="54" idx="2"/>
            <a:endCxn id="53" idx="0"/>
          </p:cNvCxnSpPr>
          <p:nvPr/>
        </p:nvCxnSpPr>
        <p:spPr>
          <a:xfrm>
            <a:off x="4782119" y="3153044"/>
            <a:ext cx="0" cy="22633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6" name="文本框 55">
            <a:extLst>
              <a:ext uri="{FF2B5EF4-FFF2-40B4-BE49-F238E27FC236}">
                <a16:creationId xmlns:a16="http://schemas.microsoft.com/office/drawing/2014/main" id="{D4A74634-7695-84AF-63E1-94C588FDAE8F}"/>
              </a:ext>
            </a:extLst>
          </p:cNvPr>
          <p:cNvSpPr txBox="1"/>
          <p:nvPr/>
        </p:nvSpPr>
        <p:spPr>
          <a:xfrm>
            <a:off x="2531390" y="1991382"/>
            <a:ext cx="1377411" cy="276999"/>
          </a:xfrm>
          <a:prstGeom prst="rect">
            <a:avLst/>
          </a:prstGeom>
          <a:noFill/>
        </p:spPr>
        <p:txBody>
          <a:bodyPr wrap="square" rtlCol="0">
            <a:spAutoFit/>
          </a:bodyPr>
          <a:lstStyle/>
          <a:p>
            <a:pPr algn="ctr"/>
            <a:r>
              <a:rPr lang="zh-CN" altLang="en-US" sz="1200" b="1" dirty="0"/>
              <a:t>模型基础</a:t>
            </a:r>
          </a:p>
        </p:txBody>
      </p:sp>
      <p:sp>
        <p:nvSpPr>
          <p:cNvPr id="57" name="文本框 56">
            <a:extLst>
              <a:ext uri="{FF2B5EF4-FFF2-40B4-BE49-F238E27FC236}">
                <a16:creationId xmlns:a16="http://schemas.microsoft.com/office/drawing/2014/main" id="{3911E755-9B65-500C-395A-EF408ECAB7C1}"/>
              </a:ext>
            </a:extLst>
          </p:cNvPr>
          <p:cNvSpPr txBox="1"/>
          <p:nvPr/>
        </p:nvSpPr>
        <p:spPr>
          <a:xfrm>
            <a:off x="2523837" y="2762461"/>
            <a:ext cx="1377411" cy="276999"/>
          </a:xfrm>
          <a:prstGeom prst="rect">
            <a:avLst/>
          </a:prstGeom>
          <a:noFill/>
        </p:spPr>
        <p:txBody>
          <a:bodyPr wrap="square" rtlCol="0">
            <a:spAutoFit/>
          </a:bodyPr>
          <a:lstStyle/>
          <a:p>
            <a:pPr algn="ctr"/>
            <a:r>
              <a:rPr lang="zh-CN" altLang="en-US" sz="1200" b="1" dirty="0"/>
              <a:t>递进</a:t>
            </a:r>
          </a:p>
        </p:txBody>
      </p:sp>
      <p:sp>
        <p:nvSpPr>
          <p:cNvPr id="58" name="文本框 57">
            <a:extLst>
              <a:ext uri="{FF2B5EF4-FFF2-40B4-BE49-F238E27FC236}">
                <a16:creationId xmlns:a16="http://schemas.microsoft.com/office/drawing/2014/main" id="{1C752C85-75DB-B545-A437-FED9042FFE7B}"/>
              </a:ext>
            </a:extLst>
          </p:cNvPr>
          <p:cNvSpPr txBox="1"/>
          <p:nvPr/>
        </p:nvSpPr>
        <p:spPr>
          <a:xfrm>
            <a:off x="2531653" y="4040914"/>
            <a:ext cx="1377411" cy="276999"/>
          </a:xfrm>
          <a:prstGeom prst="rect">
            <a:avLst/>
          </a:prstGeom>
          <a:noFill/>
        </p:spPr>
        <p:txBody>
          <a:bodyPr wrap="square" rtlCol="0">
            <a:spAutoFit/>
          </a:bodyPr>
          <a:lstStyle/>
          <a:p>
            <a:pPr algn="ctr"/>
            <a:r>
              <a:rPr lang="zh-CN" altLang="en-US" sz="1200" b="1" dirty="0"/>
              <a:t>集成</a:t>
            </a:r>
          </a:p>
        </p:txBody>
      </p:sp>
      <p:sp>
        <p:nvSpPr>
          <p:cNvPr id="61" name="文本框 60">
            <a:extLst>
              <a:ext uri="{FF2B5EF4-FFF2-40B4-BE49-F238E27FC236}">
                <a16:creationId xmlns:a16="http://schemas.microsoft.com/office/drawing/2014/main" id="{6B35E09D-C2A7-61A5-0747-35C2B36CDAE3}"/>
              </a:ext>
            </a:extLst>
          </p:cNvPr>
          <p:cNvSpPr txBox="1"/>
          <p:nvPr/>
        </p:nvSpPr>
        <p:spPr>
          <a:xfrm>
            <a:off x="6170299" y="1285133"/>
            <a:ext cx="2828228" cy="3231654"/>
          </a:xfrm>
          <a:prstGeom prst="rect">
            <a:avLst/>
          </a:prstGeom>
          <a:noFill/>
        </p:spPr>
        <p:txBody>
          <a:bodyPr wrap="square" rtlCol="0">
            <a:spAutoFit/>
          </a:bodyPr>
          <a:lstStyle/>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研究内容</a:t>
            </a:r>
            <a:r>
              <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针对飞机脉动装配线数据偏移的情况，提出一种融合特征偏移与概念偏移的</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双维度检测方法</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研究内容</a:t>
            </a:r>
            <a:r>
              <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在研究内容</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特征偏移检测的基础上，聚焦单机型生产场景下的数据偏移问题，引入</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梯度监测增量学习</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方法。</a:t>
            </a:r>
            <a:endPar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研究内容</a:t>
            </a:r>
            <a:r>
              <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在研究内容</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的基础上，进一步拓展至多机型工艺变更场景，结合研究内容</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的概念偏移检测结果，引入</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动态神经网络分层演化</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方法。</a:t>
            </a:r>
            <a:endPar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研究内容</a:t>
            </a:r>
            <a:r>
              <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对研究内容</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的模型算法进行集成，搭建脉动装配线调度知识演化过程原型系统。</a:t>
            </a:r>
            <a:endParaRPr lang="zh-CN" altLang="en-US" dirty="0"/>
          </a:p>
        </p:txBody>
      </p:sp>
    </p:spTree>
    <p:extLst>
      <p:ext uri="{BB962C8B-B14F-4D97-AF65-F5344CB8AC3E}">
        <p14:creationId xmlns:p14="http://schemas.microsoft.com/office/powerpoint/2010/main" val="3058419008"/>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7D528-8DE0-FD7A-6568-56642BEAA6FA}"/>
            </a:ext>
          </a:extLst>
        </p:cNvPr>
        <p:cNvGrpSpPr/>
        <p:nvPr/>
      </p:nvGrpSpPr>
      <p:grpSpPr>
        <a:xfrm>
          <a:off x="0" y="0"/>
          <a:ext cx="0" cy="0"/>
          <a:chOff x="0" y="0"/>
          <a:chExt cx="0" cy="0"/>
        </a:xfrm>
      </p:grpSpPr>
      <p:grpSp>
        <p:nvGrpSpPr>
          <p:cNvPr id="16" name="组合 15">
            <a:extLst>
              <a:ext uri="{FF2B5EF4-FFF2-40B4-BE49-F238E27FC236}">
                <a16:creationId xmlns:a16="http://schemas.microsoft.com/office/drawing/2014/main" id="{BE09A7ED-43A4-8198-FFBB-E435D5B536CD}"/>
              </a:ext>
            </a:extLst>
          </p:cNvPr>
          <p:cNvGrpSpPr/>
          <p:nvPr/>
        </p:nvGrpSpPr>
        <p:grpSpPr>
          <a:xfrm>
            <a:off x="-2" y="0"/>
            <a:ext cx="3200402" cy="5143500"/>
            <a:chOff x="0" y="0"/>
            <a:chExt cx="4594690" cy="7432121"/>
          </a:xfrm>
        </p:grpSpPr>
        <p:grpSp>
          <p:nvGrpSpPr>
            <p:cNvPr id="17" name="组合 16">
              <a:extLst>
                <a:ext uri="{FF2B5EF4-FFF2-40B4-BE49-F238E27FC236}">
                  <a16:creationId xmlns:a16="http://schemas.microsoft.com/office/drawing/2014/main" id="{5FF6CB6A-E7C0-FA8B-E644-415824636BF7}"/>
                </a:ext>
              </a:extLst>
            </p:cNvPr>
            <p:cNvGrpSpPr/>
            <p:nvPr/>
          </p:nvGrpSpPr>
          <p:grpSpPr>
            <a:xfrm>
              <a:off x="0" y="0"/>
              <a:ext cx="4594690" cy="7432121"/>
              <a:chOff x="0" y="0"/>
              <a:chExt cx="4594690" cy="7432121"/>
            </a:xfrm>
          </p:grpSpPr>
          <p:sp>
            <p:nvSpPr>
              <p:cNvPr id="27" name="等腰三角形 77">
                <a:extLst>
                  <a:ext uri="{FF2B5EF4-FFF2-40B4-BE49-F238E27FC236}">
                    <a16:creationId xmlns:a16="http://schemas.microsoft.com/office/drawing/2014/main" id="{71460D2B-3BBC-2DF3-FC28-D2E558814883}"/>
                  </a:ext>
                </a:extLst>
              </p:cNvPr>
              <p:cNvSpPr/>
              <p:nvPr/>
            </p:nvSpPr>
            <p:spPr>
              <a:xfrm rot="5400000">
                <a:off x="3835529" y="2888903"/>
                <a:ext cx="815395" cy="702927"/>
              </a:xfrm>
              <a:prstGeom prst="triangle">
                <a:avLst/>
              </a:prstGeom>
              <a:solidFill>
                <a:schemeClr val="accent5">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28" name="矩形 27">
                <a:extLst>
                  <a:ext uri="{FF2B5EF4-FFF2-40B4-BE49-F238E27FC236}">
                    <a16:creationId xmlns:a16="http://schemas.microsoft.com/office/drawing/2014/main" id="{0D4B1531-00EB-F84D-A2D5-2A8BE40EF635}"/>
                  </a:ext>
                </a:extLst>
              </p:cNvPr>
              <p:cNvSpPr/>
              <p:nvPr/>
            </p:nvSpPr>
            <p:spPr>
              <a:xfrm>
                <a:off x="0" y="0"/>
                <a:ext cx="4027471" cy="7432121"/>
              </a:xfrm>
              <a:prstGeom prst="rect">
                <a:avLst/>
              </a:prstGeom>
              <a:solidFill>
                <a:schemeClr val="accent5">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sp>
          <p:nvSpPr>
            <p:cNvPr id="18" name="椭圆 17">
              <a:extLst>
                <a:ext uri="{FF2B5EF4-FFF2-40B4-BE49-F238E27FC236}">
                  <a16:creationId xmlns:a16="http://schemas.microsoft.com/office/drawing/2014/main" id="{E2D6C6E4-CDC0-9EBA-0BCB-77532EB559A2}"/>
                </a:ext>
              </a:extLst>
            </p:cNvPr>
            <p:cNvSpPr/>
            <p:nvPr/>
          </p:nvSpPr>
          <p:spPr>
            <a:xfrm>
              <a:off x="1058238" y="1181528"/>
              <a:ext cx="2126751" cy="2126751"/>
            </a:xfrm>
            <a:prstGeom prst="ellipse">
              <a:avLst/>
            </a:prstGeom>
            <a:noFill/>
            <a:ln w="1111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19" name="文本框 18">
              <a:extLst>
                <a:ext uri="{FF2B5EF4-FFF2-40B4-BE49-F238E27FC236}">
                  <a16:creationId xmlns:a16="http://schemas.microsoft.com/office/drawing/2014/main" id="{7F477EDE-E269-13B9-6D0C-520ABFEFA18C}"/>
                </a:ext>
              </a:extLst>
            </p:cNvPr>
            <p:cNvSpPr txBox="1"/>
            <p:nvPr/>
          </p:nvSpPr>
          <p:spPr>
            <a:xfrm>
              <a:off x="1577816" y="4194987"/>
              <a:ext cx="1135218" cy="533668"/>
            </a:xfrm>
            <a:prstGeom prst="rect">
              <a:avLst/>
            </a:prstGeom>
            <a:noFill/>
          </p:spPr>
          <p:txBody>
            <a:bodyPr wrap="none" rtlCol="0">
              <a:spAutoFit/>
            </a:bodyPr>
            <a:lstStyle/>
            <a:p>
              <a:r>
                <a:rPr lang="zh-CN" altLang="en-US" sz="1800" b="1" spc="563">
                  <a:solidFill>
                    <a:schemeClr val="bg1"/>
                  </a:solidFill>
                  <a:latin typeface="微软雅黑" panose="020B0503020204020204" pitchFamily="34" charset="-122"/>
                  <a:ea typeface="微软雅黑" panose="020B0503020204020204" pitchFamily="34" charset="-122"/>
                </a:rPr>
                <a:t>目录</a:t>
              </a:r>
            </a:p>
          </p:txBody>
        </p:sp>
        <p:sp>
          <p:nvSpPr>
            <p:cNvPr id="20" name="文本框 19">
              <a:extLst>
                <a:ext uri="{FF2B5EF4-FFF2-40B4-BE49-F238E27FC236}">
                  <a16:creationId xmlns:a16="http://schemas.microsoft.com/office/drawing/2014/main" id="{2EBDA608-48BC-979B-8FD0-9A9256F0D161}"/>
                </a:ext>
              </a:extLst>
            </p:cNvPr>
            <p:cNvSpPr txBox="1"/>
            <p:nvPr/>
          </p:nvSpPr>
          <p:spPr>
            <a:xfrm>
              <a:off x="1239052" y="4682950"/>
              <a:ext cx="1866869" cy="533668"/>
            </a:xfrm>
            <a:prstGeom prst="rect">
              <a:avLst/>
            </a:prstGeom>
            <a:noFill/>
          </p:spPr>
          <p:txBody>
            <a:bodyPr wrap="none" rtlCol="0">
              <a:spAutoFit/>
            </a:bodyPr>
            <a:lstStyle/>
            <a:p>
              <a:r>
                <a:rPr lang="en-US" altLang="zh-CN" sz="1800" dirty="0">
                  <a:solidFill>
                    <a:schemeClr val="bg1"/>
                  </a:solidFill>
                  <a:latin typeface="Arial Black" panose="020B0A04020102020204" pitchFamily="34" charset="0"/>
                  <a:ea typeface="Kozuka Gothic Pro B" panose="020B0800000000000000" pitchFamily="34" charset="-128"/>
                </a:rPr>
                <a:t>contents</a:t>
              </a:r>
              <a:endParaRPr lang="zh-CN" altLang="en-US" sz="1800">
                <a:solidFill>
                  <a:schemeClr val="bg1"/>
                </a:solidFill>
                <a:latin typeface="Arial Black" panose="020B0A04020102020204" pitchFamily="34" charset="0"/>
                <a:ea typeface="Kozuka Gothic Pro B" panose="020B0800000000000000" pitchFamily="34" charset="-128"/>
              </a:endParaRPr>
            </a:p>
          </p:txBody>
        </p:sp>
        <p:grpSp>
          <p:nvGrpSpPr>
            <p:cNvPr id="21" name="组合 20">
              <a:extLst>
                <a:ext uri="{FF2B5EF4-FFF2-40B4-BE49-F238E27FC236}">
                  <a16:creationId xmlns:a16="http://schemas.microsoft.com/office/drawing/2014/main" id="{685882BF-8926-12A5-F1F3-2D10404FA79A}"/>
                </a:ext>
              </a:extLst>
            </p:cNvPr>
            <p:cNvGrpSpPr/>
            <p:nvPr/>
          </p:nvGrpSpPr>
          <p:grpSpPr>
            <a:xfrm flipH="1">
              <a:off x="722518" y="4925660"/>
              <a:ext cx="637650" cy="48248"/>
              <a:chOff x="2782883" y="4944533"/>
              <a:chExt cx="637650" cy="48248"/>
            </a:xfrm>
          </p:grpSpPr>
          <p:cxnSp>
            <p:nvCxnSpPr>
              <p:cNvPr id="25" name="直接连接符 75">
                <a:extLst>
                  <a:ext uri="{FF2B5EF4-FFF2-40B4-BE49-F238E27FC236}">
                    <a16:creationId xmlns:a16="http://schemas.microsoft.com/office/drawing/2014/main" id="{FA9F330D-7F14-895E-7E80-3D9F17057049}"/>
                  </a:ext>
                </a:extLst>
              </p:cNvPr>
              <p:cNvCxnSpPr/>
              <p:nvPr/>
            </p:nvCxnSpPr>
            <p:spPr>
              <a:xfrm>
                <a:off x="2806655" y="4968658"/>
                <a:ext cx="61387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5AA7BD16-6838-2A06-FCDC-7AB1174968EA}"/>
                  </a:ext>
                </a:extLst>
              </p:cNvPr>
              <p:cNvSpPr/>
              <p:nvPr/>
            </p:nvSpPr>
            <p:spPr>
              <a:xfrm flipH="1">
                <a:off x="2782883" y="4944533"/>
                <a:ext cx="53139" cy="482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grpSp>
          <p:nvGrpSpPr>
            <p:cNvPr id="22" name="组合 21">
              <a:extLst>
                <a:ext uri="{FF2B5EF4-FFF2-40B4-BE49-F238E27FC236}">
                  <a16:creationId xmlns:a16="http://schemas.microsoft.com/office/drawing/2014/main" id="{19119865-2D0F-DC87-E849-CAEC20F74017}"/>
                </a:ext>
              </a:extLst>
            </p:cNvPr>
            <p:cNvGrpSpPr/>
            <p:nvPr/>
          </p:nvGrpSpPr>
          <p:grpSpPr>
            <a:xfrm>
              <a:off x="2962426" y="4925660"/>
              <a:ext cx="640448" cy="48249"/>
              <a:chOff x="3028447" y="4944533"/>
              <a:chExt cx="640448" cy="48249"/>
            </a:xfrm>
          </p:grpSpPr>
          <p:cxnSp>
            <p:nvCxnSpPr>
              <p:cNvPr id="23" name="直接连接符 73">
                <a:extLst>
                  <a:ext uri="{FF2B5EF4-FFF2-40B4-BE49-F238E27FC236}">
                    <a16:creationId xmlns:a16="http://schemas.microsoft.com/office/drawing/2014/main" id="{DC9F0D5B-9599-E14E-53B4-F53A5B383B99}"/>
                  </a:ext>
                </a:extLst>
              </p:cNvPr>
              <p:cNvCxnSpPr/>
              <p:nvPr/>
            </p:nvCxnSpPr>
            <p:spPr>
              <a:xfrm>
                <a:off x="3055017" y="4968656"/>
                <a:ext cx="61387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78F214A9-D1BE-A66F-6CCF-08CE53FAD950}"/>
                  </a:ext>
                </a:extLst>
              </p:cNvPr>
              <p:cNvSpPr/>
              <p:nvPr/>
            </p:nvSpPr>
            <p:spPr>
              <a:xfrm flipH="1">
                <a:off x="3028447" y="4944533"/>
                <a:ext cx="53140" cy="482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grpSp>
      <p:pic>
        <p:nvPicPr>
          <p:cNvPr id="29" name="图片 28">
            <a:extLst>
              <a:ext uri="{FF2B5EF4-FFF2-40B4-BE49-F238E27FC236}">
                <a16:creationId xmlns:a16="http://schemas.microsoft.com/office/drawing/2014/main" id="{80B67767-39DC-CA1D-E05F-C75AB4F00B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4981" y="1162546"/>
            <a:ext cx="809198" cy="809198"/>
          </a:xfrm>
          <a:prstGeom prst="rect">
            <a:avLst/>
          </a:prstGeom>
        </p:spPr>
      </p:pic>
      <p:grpSp>
        <p:nvGrpSpPr>
          <p:cNvPr id="8" name="组合 7">
            <a:extLst>
              <a:ext uri="{FF2B5EF4-FFF2-40B4-BE49-F238E27FC236}">
                <a16:creationId xmlns:a16="http://schemas.microsoft.com/office/drawing/2014/main" id="{AF62B0F5-0693-EA67-C721-50EF4AC710BB}"/>
              </a:ext>
            </a:extLst>
          </p:cNvPr>
          <p:cNvGrpSpPr/>
          <p:nvPr/>
        </p:nvGrpSpPr>
        <p:grpSpPr>
          <a:xfrm>
            <a:off x="4571998" y="695350"/>
            <a:ext cx="2325514" cy="3658684"/>
            <a:chOff x="4600514" y="730902"/>
            <a:chExt cx="2325514" cy="3658684"/>
          </a:xfrm>
        </p:grpSpPr>
        <p:grpSp>
          <p:nvGrpSpPr>
            <p:cNvPr id="30" name="组合 29">
              <a:extLst>
                <a:ext uri="{FF2B5EF4-FFF2-40B4-BE49-F238E27FC236}">
                  <a16:creationId xmlns:a16="http://schemas.microsoft.com/office/drawing/2014/main" id="{F6BC6029-4662-F1EE-F2FC-5C2A24B76085}"/>
                </a:ext>
              </a:extLst>
            </p:cNvPr>
            <p:cNvGrpSpPr/>
            <p:nvPr/>
          </p:nvGrpSpPr>
          <p:grpSpPr>
            <a:xfrm>
              <a:off x="4600528" y="730902"/>
              <a:ext cx="2307910" cy="540664"/>
              <a:chOff x="7343421" y="1218073"/>
              <a:chExt cx="2492611" cy="613458"/>
            </a:xfrm>
          </p:grpSpPr>
          <p:sp>
            <p:nvSpPr>
              <p:cNvPr id="31" name="椭圆 30">
                <a:extLst>
                  <a:ext uri="{FF2B5EF4-FFF2-40B4-BE49-F238E27FC236}">
                    <a16:creationId xmlns:a16="http://schemas.microsoft.com/office/drawing/2014/main" id="{D5A47404-778C-349C-B30E-7EC6FD10EC00}"/>
                  </a:ext>
                </a:extLst>
              </p:cNvPr>
              <p:cNvSpPr/>
              <p:nvPr/>
            </p:nvSpPr>
            <p:spPr>
              <a:xfrm>
                <a:off x="7343421" y="1218073"/>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01</a:t>
                </a:r>
                <a:endParaRPr lang="zh-CN" altLang="en-US" sz="140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D8301755-BFBB-B89C-CB9D-5F84777C0C74}"/>
                  </a:ext>
                </a:extLst>
              </p:cNvPr>
              <p:cNvSpPr txBox="1"/>
              <p:nvPr/>
            </p:nvSpPr>
            <p:spPr>
              <a:xfrm>
                <a:off x="8528561" y="1298124"/>
                <a:ext cx="1307471" cy="453980"/>
              </a:xfrm>
              <a:prstGeom prst="rect">
                <a:avLst/>
              </a:prstGeom>
              <a:noFill/>
            </p:spPr>
            <p:txBody>
              <a:bodyPr wrap="none" rtlCol="0">
                <a:spAutoFit/>
              </a:bodyPr>
              <a:lstStyle/>
              <a:p>
                <a:r>
                  <a:rPr lang="zh-CN" altLang="en-US" sz="2000" dirty="0">
                    <a:solidFill>
                      <a:schemeClr val="accent1">
                        <a:lumMod val="50000"/>
                      </a:schemeClr>
                    </a:solidFill>
                    <a:latin typeface="微软雅黑" panose="020B0503020204020204" pitchFamily="34" charset="-122"/>
                    <a:ea typeface="微软雅黑" panose="020B0503020204020204" pitchFamily="34" charset="-122"/>
                  </a:rPr>
                  <a:t>研究背景</a:t>
                </a:r>
              </a:p>
            </p:txBody>
          </p:sp>
        </p:grpSp>
        <p:grpSp>
          <p:nvGrpSpPr>
            <p:cNvPr id="33" name="组合 32">
              <a:extLst>
                <a:ext uri="{FF2B5EF4-FFF2-40B4-BE49-F238E27FC236}">
                  <a16:creationId xmlns:a16="http://schemas.microsoft.com/office/drawing/2014/main" id="{420C8FC8-3512-73D3-F857-2011AD11AAE0}"/>
                </a:ext>
              </a:extLst>
            </p:cNvPr>
            <p:cNvGrpSpPr/>
            <p:nvPr/>
          </p:nvGrpSpPr>
          <p:grpSpPr>
            <a:xfrm>
              <a:off x="4600532" y="1510408"/>
              <a:ext cx="2325496" cy="540663"/>
              <a:chOff x="7343420" y="2320799"/>
              <a:chExt cx="2511597" cy="613458"/>
            </a:xfrm>
          </p:grpSpPr>
          <p:sp>
            <p:nvSpPr>
              <p:cNvPr id="34" name="文本框 33">
                <a:extLst>
                  <a:ext uri="{FF2B5EF4-FFF2-40B4-BE49-F238E27FC236}">
                    <a16:creationId xmlns:a16="http://schemas.microsoft.com/office/drawing/2014/main" id="{B7C83020-3C77-6426-7793-FFB9BE2D169F}"/>
                  </a:ext>
                </a:extLst>
              </p:cNvPr>
              <p:cNvSpPr txBox="1"/>
              <p:nvPr/>
            </p:nvSpPr>
            <p:spPr>
              <a:xfrm>
                <a:off x="8547550" y="2407954"/>
                <a:ext cx="1307467"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文献综述</a:t>
                </a:r>
              </a:p>
            </p:txBody>
          </p:sp>
          <p:sp>
            <p:nvSpPr>
              <p:cNvPr id="35" name="椭圆 34">
                <a:extLst>
                  <a:ext uri="{FF2B5EF4-FFF2-40B4-BE49-F238E27FC236}">
                    <a16:creationId xmlns:a16="http://schemas.microsoft.com/office/drawing/2014/main" id="{9BC078A4-826C-5977-5CFE-43950C8207BE}"/>
                  </a:ext>
                </a:extLst>
              </p:cNvPr>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02</a:t>
                </a:r>
                <a:endParaRPr lang="zh-CN" altLang="en-US" sz="1400">
                  <a:latin typeface="微软雅黑" panose="020B0503020204020204" pitchFamily="34" charset="-122"/>
                  <a:ea typeface="微软雅黑" panose="020B0503020204020204" pitchFamily="34" charset="-122"/>
                </a:endParaRPr>
              </a:p>
            </p:txBody>
          </p:sp>
        </p:grpSp>
        <p:grpSp>
          <p:nvGrpSpPr>
            <p:cNvPr id="39" name="组合 38">
              <a:extLst>
                <a:ext uri="{FF2B5EF4-FFF2-40B4-BE49-F238E27FC236}">
                  <a16:creationId xmlns:a16="http://schemas.microsoft.com/office/drawing/2014/main" id="{75F0817A-6E92-6061-0D2A-0B5C29AFC5F9}"/>
                </a:ext>
              </a:extLst>
            </p:cNvPr>
            <p:cNvGrpSpPr/>
            <p:nvPr/>
          </p:nvGrpSpPr>
          <p:grpSpPr>
            <a:xfrm>
              <a:off x="4600540" y="2289913"/>
              <a:ext cx="2325485" cy="540663"/>
              <a:chOff x="7343421" y="4735237"/>
              <a:chExt cx="2511587" cy="613458"/>
            </a:xfrm>
          </p:grpSpPr>
          <p:sp>
            <p:nvSpPr>
              <p:cNvPr id="40" name="文本框 39">
                <a:extLst>
                  <a:ext uri="{FF2B5EF4-FFF2-40B4-BE49-F238E27FC236}">
                    <a16:creationId xmlns:a16="http://schemas.microsoft.com/office/drawing/2014/main" id="{4F886965-2B0B-246E-5304-02D023102619}"/>
                  </a:ext>
                </a:extLst>
              </p:cNvPr>
              <p:cNvSpPr txBox="1"/>
              <p:nvPr/>
            </p:nvSpPr>
            <p:spPr>
              <a:xfrm>
                <a:off x="8547540" y="4812008"/>
                <a:ext cx="1307468"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研究内容</a:t>
                </a:r>
              </a:p>
            </p:txBody>
          </p:sp>
          <p:sp>
            <p:nvSpPr>
              <p:cNvPr id="41" name="椭圆 40">
                <a:extLst>
                  <a:ext uri="{FF2B5EF4-FFF2-40B4-BE49-F238E27FC236}">
                    <a16:creationId xmlns:a16="http://schemas.microsoft.com/office/drawing/2014/main" id="{8F448FC0-DAE4-E348-1218-5E2568AB8E6B}"/>
                  </a:ext>
                </a:extLst>
              </p:cNvPr>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03</a:t>
                </a:r>
                <a:endParaRPr lang="zh-CN" altLang="en-US" sz="1400" dirty="0">
                  <a:latin typeface="微软雅黑" panose="020B0503020204020204" pitchFamily="34" charset="-122"/>
                  <a:ea typeface="微软雅黑" panose="020B0503020204020204" pitchFamily="34" charset="-122"/>
                </a:endParaRPr>
              </a:p>
            </p:txBody>
          </p:sp>
        </p:grpSp>
        <p:grpSp>
          <p:nvGrpSpPr>
            <p:cNvPr id="2" name="组合 1">
              <a:extLst>
                <a:ext uri="{FF2B5EF4-FFF2-40B4-BE49-F238E27FC236}">
                  <a16:creationId xmlns:a16="http://schemas.microsoft.com/office/drawing/2014/main" id="{CADACDEE-46C5-F667-2699-CC9303BDF734}"/>
                </a:ext>
              </a:extLst>
            </p:cNvPr>
            <p:cNvGrpSpPr/>
            <p:nvPr/>
          </p:nvGrpSpPr>
          <p:grpSpPr>
            <a:xfrm>
              <a:off x="4600514" y="3069418"/>
              <a:ext cx="2325493" cy="540663"/>
              <a:chOff x="7343420" y="2320799"/>
              <a:chExt cx="2511595" cy="613458"/>
            </a:xfrm>
          </p:grpSpPr>
          <p:sp>
            <p:nvSpPr>
              <p:cNvPr id="3" name="文本框 2">
                <a:extLst>
                  <a:ext uri="{FF2B5EF4-FFF2-40B4-BE49-F238E27FC236}">
                    <a16:creationId xmlns:a16="http://schemas.microsoft.com/office/drawing/2014/main" id="{6A82AEAE-529D-E2D4-A802-EFE8E1F211EF}"/>
                  </a:ext>
                </a:extLst>
              </p:cNvPr>
              <p:cNvSpPr txBox="1"/>
              <p:nvPr/>
            </p:nvSpPr>
            <p:spPr>
              <a:xfrm>
                <a:off x="8547548" y="2407954"/>
                <a:ext cx="1307467" cy="453981"/>
              </a:xfrm>
              <a:prstGeom prst="rect">
                <a:avLst/>
              </a:prstGeom>
              <a:noFill/>
            </p:spPr>
            <p:txBody>
              <a:bodyPr wrap="none" rtlCol="0">
                <a:spAutoFit/>
              </a:bodyPr>
              <a:lstStyle/>
              <a:p>
                <a:r>
                  <a:rPr lang="zh-CN" altLang="en-US" sz="2000" b="1" dirty="0">
                    <a:solidFill>
                      <a:srgbClr val="2F5597"/>
                    </a:solidFill>
                    <a:latin typeface="微软雅黑" panose="020B0503020204020204" pitchFamily="34" charset="-122"/>
                    <a:ea typeface="微软雅黑" panose="020B0503020204020204" pitchFamily="34" charset="-122"/>
                  </a:rPr>
                  <a:t>技术路线</a:t>
                </a:r>
              </a:p>
            </p:txBody>
          </p:sp>
          <p:sp>
            <p:nvSpPr>
              <p:cNvPr id="4" name="椭圆 3">
                <a:extLst>
                  <a:ext uri="{FF2B5EF4-FFF2-40B4-BE49-F238E27FC236}">
                    <a16:creationId xmlns:a16="http://schemas.microsoft.com/office/drawing/2014/main" id="{CE6C1B1B-BBF1-9D79-1539-C54C68E16448}"/>
                  </a:ext>
                </a:extLst>
              </p:cNvPr>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04</a:t>
                </a:r>
                <a:endParaRPr lang="zh-CN" altLang="en-US" sz="1400" dirty="0">
                  <a:latin typeface="微软雅黑" panose="020B0503020204020204" pitchFamily="34" charset="-122"/>
                  <a:ea typeface="微软雅黑" panose="020B0503020204020204" pitchFamily="34" charset="-122"/>
                </a:endParaRPr>
              </a:p>
            </p:txBody>
          </p:sp>
        </p:grpSp>
        <p:grpSp>
          <p:nvGrpSpPr>
            <p:cNvPr id="5" name="组合 4">
              <a:extLst>
                <a:ext uri="{FF2B5EF4-FFF2-40B4-BE49-F238E27FC236}">
                  <a16:creationId xmlns:a16="http://schemas.microsoft.com/office/drawing/2014/main" id="{272DA4F8-2F1B-648F-5AEB-861A7BCF71F3}"/>
                </a:ext>
              </a:extLst>
            </p:cNvPr>
            <p:cNvGrpSpPr/>
            <p:nvPr/>
          </p:nvGrpSpPr>
          <p:grpSpPr>
            <a:xfrm>
              <a:off x="4600527" y="3848923"/>
              <a:ext cx="2325485" cy="540663"/>
              <a:chOff x="7343421" y="4735237"/>
              <a:chExt cx="2511587" cy="613458"/>
            </a:xfrm>
          </p:grpSpPr>
          <p:sp>
            <p:nvSpPr>
              <p:cNvPr id="6" name="文本框 5">
                <a:extLst>
                  <a:ext uri="{FF2B5EF4-FFF2-40B4-BE49-F238E27FC236}">
                    <a16:creationId xmlns:a16="http://schemas.microsoft.com/office/drawing/2014/main" id="{95D2D944-4E63-EFCA-E3B8-F1EA3D3FA859}"/>
                  </a:ext>
                </a:extLst>
              </p:cNvPr>
              <p:cNvSpPr txBox="1"/>
              <p:nvPr/>
            </p:nvSpPr>
            <p:spPr>
              <a:xfrm>
                <a:off x="8547540" y="4812008"/>
                <a:ext cx="1307468"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工作计划</a:t>
                </a:r>
              </a:p>
            </p:txBody>
          </p:sp>
          <p:sp>
            <p:nvSpPr>
              <p:cNvPr id="7" name="椭圆 6">
                <a:extLst>
                  <a:ext uri="{FF2B5EF4-FFF2-40B4-BE49-F238E27FC236}">
                    <a16:creationId xmlns:a16="http://schemas.microsoft.com/office/drawing/2014/main" id="{142BD50C-B667-EC60-58AA-1BDBB6D610A4}"/>
                  </a:ext>
                </a:extLst>
              </p:cNvPr>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05</a:t>
                </a:r>
                <a:endParaRPr lang="zh-CN" altLang="en-US" sz="1400" dirty="0">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1953103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789DC-3555-7671-A805-181DA9EFCB9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D2CB3131-7F79-324F-3B18-D8B584368382}"/>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技术路线</a:t>
            </a:r>
          </a:p>
        </p:txBody>
      </p:sp>
      <p:sp>
        <p:nvSpPr>
          <p:cNvPr id="8" name="文本框 7">
            <a:extLst>
              <a:ext uri="{FF2B5EF4-FFF2-40B4-BE49-F238E27FC236}">
                <a16:creationId xmlns:a16="http://schemas.microsoft.com/office/drawing/2014/main" id="{A8C76623-5B2D-D44E-CCC2-64D2F64DD7F9}"/>
              </a:ext>
            </a:extLst>
          </p:cNvPr>
          <p:cNvSpPr txBox="1"/>
          <p:nvPr/>
        </p:nvSpPr>
        <p:spPr>
          <a:xfrm>
            <a:off x="120025" y="587183"/>
            <a:ext cx="4530407"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飞机脉动装配线数据偏移检测</a:t>
            </a:r>
            <a:r>
              <a:rPr kumimoji="1" lang="en-US" altLang="zh-CN" sz="1600" b="1" dirty="0">
                <a:solidFill>
                  <a:srgbClr val="5B9BD5"/>
                </a:solidFill>
                <a:latin typeface="Microsoft YaHei" panose="020B0503020204020204" pitchFamily="34" charset="-122"/>
                <a:ea typeface="Microsoft YaHei" panose="020B0503020204020204" pitchFamily="34" charset="-122"/>
              </a:rPr>
              <a:t>——</a:t>
            </a:r>
            <a:r>
              <a:rPr kumimoji="1" lang="zh-CN" altLang="en-US" sz="1600" b="1" dirty="0">
                <a:solidFill>
                  <a:srgbClr val="5B9BD5"/>
                </a:solidFill>
                <a:latin typeface="Microsoft YaHei" panose="020B0503020204020204" pitchFamily="34" charset="-122"/>
                <a:ea typeface="Microsoft YaHei" panose="020B0503020204020204" pitchFamily="34" charset="-122"/>
              </a:rPr>
              <a:t>研究内容</a:t>
            </a:r>
            <a:r>
              <a:rPr kumimoji="1" lang="en-US" altLang="zh-CN" sz="1600" b="1" dirty="0">
                <a:solidFill>
                  <a:srgbClr val="5B9BD5"/>
                </a:solidFill>
                <a:latin typeface="Microsoft YaHei" panose="020B0503020204020204" pitchFamily="34" charset="-122"/>
                <a:ea typeface="Microsoft YaHei" panose="020B0503020204020204" pitchFamily="34" charset="-122"/>
              </a:rPr>
              <a:t>1</a:t>
            </a:r>
            <a:endParaRPr kumimoji="1" lang="zh-CN" altLang="en-US" sz="1600" b="1" dirty="0">
              <a:solidFill>
                <a:srgbClr val="5B9BD5"/>
              </a:solidFill>
              <a:latin typeface="Microsoft YaHei" panose="020B0503020204020204" pitchFamily="34" charset="-122"/>
              <a:ea typeface="Microsoft YaHei" panose="020B0503020204020204" pitchFamily="34" charset="-122"/>
            </a:endParaRPr>
          </a:p>
        </p:txBody>
      </p:sp>
      <p:sp>
        <p:nvSpPr>
          <p:cNvPr id="2" name="流程图: 过程 1">
            <a:extLst>
              <a:ext uri="{FF2B5EF4-FFF2-40B4-BE49-F238E27FC236}">
                <a16:creationId xmlns:a16="http://schemas.microsoft.com/office/drawing/2014/main" id="{7EDAAB89-4278-50FC-EDF5-E2DE7D5964A6}"/>
              </a:ext>
            </a:extLst>
          </p:cNvPr>
          <p:cNvSpPr/>
          <p:nvPr/>
        </p:nvSpPr>
        <p:spPr>
          <a:xfrm>
            <a:off x="2713057" y="1312309"/>
            <a:ext cx="1240971" cy="338554"/>
          </a:xfrm>
          <a:prstGeom prst="flowChartProcess">
            <a:avLst/>
          </a:prstGeom>
          <a:noFill/>
          <a:ln w="19050" cap="flat">
            <a:solidFill>
              <a:schemeClr val="accent2"/>
            </a:solidFill>
            <a:prstDash val="solid"/>
            <a:miter/>
          </a:ln>
        </p:spPr>
        <p:txBody>
          <a:bodyPr rtlCol="0" anchor="ctr"/>
          <a:lstStyle/>
          <a:p>
            <a:pPr algn="ctr"/>
            <a:r>
              <a:rPr lang="zh-CN" altLang="en-US" b="1" dirty="0"/>
              <a:t>数据采集层</a:t>
            </a:r>
          </a:p>
        </p:txBody>
      </p:sp>
      <p:sp>
        <p:nvSpPr>
          <p:cNvPr id="6" name="流程图: 过程 5">
            <a:extLst>
              <a:ext uri="{FF2B5EF4-FFF2-40B4-BE49-F238E27FC236}">
                <a16:creationId xmlns:a16="http://schemas.microsoft.com/office/drawing/2014/main" id="{BD5DAB36-063A-B0D0-9A7F-F723E3E0CE12}"/>
              </a:ext>
            </a:extLst>
          </p:cNvPr>
          <p:cNvSpPr/>
          <p:nvPr/>
        </p:nvSpPr>
        <p:spPr>
          <a:xfrm>
            <a:off x="2713056" y="1942029"/>
            <a:ext cx="1240971" cy="338554"/>
          </a:xfrm>
          <a:prstGeom prst="flowChartProcess">
            <a:avLst/>
          </a:prstGeom>
          <a:noFill/>
          <a:ln w="19050" cap="flat">
            <a:solidFill>
              <a:srgbClr val="0070C0"/>
            </a:solidFill>
            <a:prstDash val="solid"/>
            <a:miter/>
          </a:ln>
        </p:spPr>
        <p:txBody>
          <a:bodyPr rtlCol="0" anchor="ctr"/>
          <a:lstStyle/>
          <a:p>
            <a:pPr algn="ctr"/>
            <a:r>
              <a:rPr lang="zh-CN" altLang="en-US" b="1" dirty="0"/>
              <a:t>数据预处理层</a:t>
            </a:r>
          </a:p>
        </p:txBody>
      </p:sp>
      <p:sp>
        <p:nvSpPr>
          <p:cNvPr id="15" name="流程图: 过程 14">
            <a:extLst>
              <a:ext uri="{FF2B5EF4-FFF2-40B4-BE49-F238E27FC236}">
                <a16:creationId xmlns:a16="http://schemas.microsoft.com/office/drawing/2014/main" id="{BCB864AD-13BB-BAF2-58F5-046CA6AECE16}"/>
              </a:ext>
            </a:extLst>
          </p:cNvPr>
          <p:cNvSpPr/>
          <p:nvPr/>
        </p:nvSpPr>
        <p:spPr>
          <a:xfrm>
            <a:off x="2713058" y="2571749"/>
            <a:ext cx="1240969" cy="338554"/>
          </a:xfrm>
          <a:prstGeom prst="flowChartProcess">
            <a:avLst/>
          </a:prstGeom>
          <a:noFill/>
          <a:ln w="19050" cap="flat">
            <a:solidFill>
              <a:srgbClr val="C00000"/>
            </a:solidFill>
            <a:prstDash val="solid"/>
            <a:miter/>
          </a:ln>
        </p:spPr>
        <p:txBody>
          <a:bodyPr rtlCol="0" anchor="ctr"/>
          <a:lstStyle/>
          <a:p>
            <a:pPr algn="ctr"/>
            <a:r>
              <a:rPr lang="zh-CN" altLang="en-US" b="1" dirty="0"/>
              <a:t>偏移检测层</a:t>
            </a:r>
          </a:p>
        </p:txBody>
      </p:sp>
      <p:sp>
        <p:nvSpPr>
          <p:cNvPr id="16" name="流程图: 过程 15">
            <a:extLst>
              <a:ext uri="{FF2B5EF4-FFF2-40B4-BE49-F238E27FC236}">
                <a16:creationId xmlns:a16="http://schemas.microsoft.com/office/drawing/2014/main" id="{8D6681B0-6497-0120-97C9-C5C8E4A74EA7}"/>
              </a:ext>
            </a:extLst>
          </p:cNvPr>
          <p:cNvSpPr/>
          <p:nvPr/>
        </p:nvSpPr>
        <p:spPr>
          <a:xfrm>
            <a:off x="2713056" y="3201469"/>
            <a:ext cx="1240969" cy="338554"/>
          </a:xfrm>
          <a:prstGeom prst="flowChartProcess">
            <a:avLst/>
          </a:prstGeom>
          <a:noFill/>
          <a:ln w="19050" cap="flat">
            <a:solidFill>
              <a:schemeClr val="accent6"/>
            </a:solidFill>
            <a:prstDash val="solid"/>
            <a:miter/>
          </a:ln>
        </p:spPr>
        <p:txBody>
          <a:bodyPr rtlCol="0" anchor="ctr"/>
          <a:lstStyle/>
          <a:p>
            <a:pPr algn="ctr"/>
            <a:r>
              <a:rPr lang="zh-CN" altLang="en-US" b="1" dirty="0"/>
              <a:t>偏移决策层</a:t>
            </a:r>
          </a:p>
        </p:txBody>
      </p:sp>
      <p:sp>
        <p:nvSpPr>
          <p:cNvPr id="17" name="流程图: 过程 16">
            <a:extLst>
              <a:ext uri="{FF2B5EF4-FFF2-40B4-BE49-F238E27FC236}">
                <a16:creationId xmlns:a16="http://schemas.microsoft.com/office/drawing/2014/main" id="{C020A246-664B-63BA-A3DA-8CBA5E332593}"/>
              </a:ext>
            </a:extLst>
          </p:cNvPr>
          <p:cNvSpPr/>
          <p:nvPr/>
        </p:nvSpPr>
        <p:spPr>
          <a:xfrm>
            <a:off x="2713055" y="3825796"/>
            <a:ext cx="1240969" cy="338554"/>
          </a:xfrm>
          <a:prstGeom prst="flowChartProcess">
            <a:avLst/>
          </a:prstGeom>
          <a:noFill/>
          <a:ln w="19050" cap="flat">
            <a:solidFill>
              <a:schemeClr val="accent4"/>
            </a:solidFill>
            <a:prstDash val="solid"/>
            <a:miter/>
          </a:ln>
        </p:spPr>
        <p:txBody>
          <a:bodyPr rtlCol="0" anchor="ctr"/>
          <a:lstStyle/>
          <a:p>
            <a:pPr algn="ctr"/>
            <a:r>
              <a:rPr lang="zh-CN" altLang="en-US" b="1" dirty="0"/>
              <a:t>调度响应层</a:t>
            </a:r>
          </a:p>
        </p:txBody>
      </p:sp>
      <p:cxnSp>
        <p:nvCxnSpPr>
          <p:cNvPr id="23" name="直接箭头连接符 22">
            <a:extLst>
              <a:ext uri="{FF2B5EF4-FFF2-40B4-BE49-F238E27FC236}">
                <a16:creationId xmlns:a16="http://schemas.microsoft.com/office/drawing/2014/main" id="{C2398DE9-553F-92B2-8D1D-FD74AFC1FCF9}"/>
              </a:ext>
            </a:extLst>
          </p:cNvPr>
          <p:cNvCxnSpPr>
            <a:cxnSpLocks/>
            <a:stCxn id="37" idx="3"/>
            <a:endCxn id="2" idx="1"/>
          </p:cNvCxnSpPr>
          <p:nvPr/>
        </p:nvCxnSpPr>
        <p:spPr>
          <a:xfrm flipV="1">
            <a:off x="2377837" y="1481586"/>
            <a:ext cx="335220" cy="3039"/>
          </a:xfrm>
          <a:prstGeom prst="straightConnector1">
            <a:avLst/>
          </a:prstGeom>
          <a:ln>
            <a:solidFill>
              <a:schemeClr val="accent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直接箭头连接符 26">
            <a:extLst>
              <a:ext uri="{FF2B5EF4-FFF2-40B4-BE49-F238E27FC236}">
                <a16:creationId xmlns:a16="http://schemas.microsoft.com/office/drawing/2014/main" id="{73E4B45D-FDFE-970A-00C9-C8FD917D2D19}"/>
              </a:ext>
            </a:extLst>
          </p:cNvPr>
          <p:cNvCxnSpPr>
            <a:stCxn id="2" idx="2"/>
            <a:endCxn id="6" idx="0"/>
          </p:cNvCxnSpPr>
          <p:nvPr/>
        </p:nvCxnSpPr>
        <p:spPr>
          <a:xfrm flipH="1">
            <a:off x="3333542" y="1650863"/>
            <a:ext cx="1" cy="29116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直接箭头连接符 27">
            <a:extLst>
              <a:ext uri="{FF2B5EF4-FFF2-40B4-BE49-F238E27FC236}">
                <a16:creationId xmlns:a16="http://schemas.microsoft.com/office/drawing/2014/main" id="{24BC16E4-C8BD-0D17-0ED8-7AFA9BF6FD7B}"/>
              </a:ext>
            </a:extLst>
          </p:cNvPr>
          <p:cNvCxnSpPr>
            <a:cxnSpLocks/>
            <a:stCxn id="6" idx="2"/>
            <a:endCxn id="15" idx="0"/>
          </p:cNvCxnSpPr>
          <p:nvPr/>
        </p:nvCxnSpPr>
        <p:spPr>
          <a:xfrm>
            <a:off x="3333542" y="2280583"/>
            <a:ext cx="1" cy="29116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直接箭头连接符 30">
            <a:extLst>
              <a:ext uri="{FF2B5EF4-FFF2-40B4-BE49-F238E27FC236}">
                <a16:creationId xmlns:a16="http://schemas.microsoft.com/office/drawing/2014/main" id="{A93605E7-2F08-98CD-2325-87BEE09F30D6}"/>
              </a:ext>
            </a:extLst>
          </p:cNvPr>
          <p:cNvCxnSpPr>
            <a:cxnSpLocks/>
            <a:stCxn id="15" idx="2"/>
            <a:endCxn id="16" idx="0"/>
          </p:cNvCxnSpPr>
          <p:nvPr/>
        </p:nvCxnSpPr>
        <p:spPr>
          <a:xfrm flipH="1">
            <a:off x="3333541" y="2910303"/>
            <a:ext cx="2" cy="29116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直接箭头连接符 31">
            <a:extLst>
              <a:ext uri="{FF2B5EF4-FFF2-40B4-BE49-F238E27FC236}">
                <a16:creationId xmlns:a16="http://schemas.microsoft.com/office/drawing/2014/main" id="{E5928F73-316A-1DF0-19FE-33AFA780FD20}"/>
              </a:ext>
            </a:extLst>
          </p:cNvPr>
          <p:cNvCxnSpPr>
            <a:cxnSpLocks/>
            <a:stCxn id="16" idx="2"/>
            <a:endCxn id="17" idx="0"/>
          </p:cNvCxnSpPr>
          <p:nvPr/>
        </p:nvCxnSpPr>
        <p:spPr>
          <a:xfrm flipH="1">
            <a:off x="3333540" y="3540023"/>
            <a:ext cx="1" cy="28577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7" name="流程图: 过程 36">
            <a:extLst>
              <a:ext uri="{FF2B5EF4-FFF2-40B4-BE49-F238E27FC236}">
                <a16:creationId xmlns:a16="http://schemas.microsoft.com/office/drawing/2014/main" id="{9B749D60-0DDF-AEB4-4B87-821CCA3E6788}"/>
              </a:ext>
            </a:extLst>
          </p:cNvPr>
          <p:cNvSpPr/>
          <p:nvPr/>
        </p:nvSpPr>
        <p:spPr>
          <a:xfrm>
            <a:off x="283386" y="1174415"/>
            <a:ext cx="2094451" cy="620419"/>
          </a:xfrm>
          <a:prstGeom prst="flowChartProcess">
            <a:avLst/>
          </a:prstGeom>
          <a:ln>
            <a:solidFill>
              <a:schemeClr val="accent2"/>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sz="1000" dirty="0"/>
          </a:p>
        </p:txBody>
      </p:sp>
      <p:sp>
        <p:nvSpPr>
          <p:cNvPr id="44" name="流程图: 过程 43">
            <a:extLst>
              <a:ext uri="{FF2B5EF4-FFF2-40B4-BE49-F238E27FC236}">
                <a16:creationId xmlns:a16="http://schemas.microsoft.com/office/drawing/2014/main" id="{38D7F500-DD1A-ED51-91CF-DC47BEF7FB2F}"/>
              </a:ext>
            </a:extLst>
          </p:cNvPr>
          <p:cNvSpPr/>
          <p:nvPr/>
        </p:nvSpPr>
        <p:spPr>
          <a:xfrm>
            <a:off x="4471515" y="1226541"/>
            <a:ext cx="1793632" cy="1514485"/>
          </a:xfrm>
          <a:prstGeom prst="flowChartProcess">
            <a:avLst/>
          </a:prstGeom>
          <a:ln>
            <a:solidFill>
              <a:srgbClr val="0070C0"/>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sz="1000" dirty="0"/>
          </a:p>
        </p:txBody>
      </p:sp>
      <p:sp>
        <p:nvSpPr>
          <p:cNvPr id="45" name="流程图: 过程 44">
            <a:extLst>
              <a:ext uri="{FF2B5EF4-FFF2-40B4-BE49-F238E27FC236}">
                <a16:creationId xmlns:a16="http://schemas.microsoft.com/office/drawing/2014/main" id="{DFD2C597-2BB0-AF76-92AA-AB9F21301950}"/>
              </a:ext>
            </a:extLst>
          </p:cNvPr>
          <p:cNvSpPr/>
          <p:nvPr/>
        </p:nvSpPr>
        <p:spPr>
          <a:xfrm>
            <a:off x="283386" y="2209699"/>
            <a:ext cx="2094453" cy="2508272"/>
          </a:xfrm>
          <a:prstGeom prst="flowChartProcess">
            <a:avLst/>
          </a:prstGeom>
          <a:ln w="25400">
            <a:solidFill>
              <a:srgbClr val="C00000"/>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sz="1000" dirty="0"/>
          </a:p>
        </p:txBody>
      </p:sp>
      <p:sp>
        <p:nvSpPr>
          <p:cNvPr id="46" name="流程图: 过程 45">
            <a:extLst>
              <a:ext uri="{FF2B5EF4-FFF2-40B4-BE49-F238E27FC236}">
                <a16:creationId xmlns:a16="http://schemas.microsoft.com/office/drawing/2014/main" id="{5B2CBE50-2AF7-C893-19C7-66E7CFDBE37D}"/>
              </a:ext>
            </a:extLst>
          </p:cNvPr>
          <p:cNvSpPr/>
          <p:nvPr/>
        </p:nvSpPr>
        <p:spPr>
          <a:xfrm>
            <a:off x="4471515" y="3201469"/>
            <a:ext cx="1793632" cy="1514485"/>
          </a:xfrm>
          <a:prstGeom prst="flowChartProcess">
            <a:avLst/>
          </a:prstGeom>
          <a:ln>
            <a:solidFill>
              <a:schemeClr val="accent6"/>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sz="1000" dirty="0"/>
          </a:p>
        </p:txBody>
      </p:sp>
      <p:cxnSp>
        <p:nvCxnSpPr>
          <p:cNvPr id="48" name="连接符: 肘形 47">
            <a:extLst>
              <a:ext uri="{FF2B5EF4-FFF2-40B4-BE49-F238E27FC236}">
                <a16:creationId xmlns:a16="http://schemas.microsoft.com/office/drawing/2014/main" id="{1AD7ECB1-C233-457A-9024-A3C73664358C}"/>
              </a:ext>
            </a:extLst>
          </p:cNvPr>
          <p:cNvCxnSpPr>
            <a:cxnSpLocks/>
            <a:stCxn id="17" idx="2"/>
            <a:endCxn id="6" idx="3"/>
          </p:cNvCxnSpPr>
          <p:nvPr/>
        </p:nvCxnSpPr>
        <p:spPr>
          <a:xfrm rot="5400000" flipH="1" flipV="1">
            <a:off x="2617261" y="2827584"/>
            <a:ext cx="2053044" cy="620487"/>
          </a:xfrm>
          <a:prstGeom prst="bentConnector4">
            <a:avLst>
              <a:gd name="adj1" fmla="val -11135"/>
              <a:gd name="adj2" fmla="val 156276"/>
            </a:avLst>
          </a:prstGeom>
          <a:ln>
            <a:tailEnd type="triangle"/>
          </a:ln>
        </p:spPr>
        <p:style>
          <a:lnRef idx="2">
            <a:schemeClr val="dk1"/>
          </a:lnRef>
          <a:fillRef idx="0">
            <a:schemeClr val="dk1"/>
          </a:fillRef>
          <a:effectRef idx="1">
            <a:schemeClr val="dk1"/>
          </a:effectRef>
          <a:fontRef idx="minor">
            <a:schemeClr val="tx1"/>
          </a:fontRef>
        </p:style>
      </p:cxnSp>
      <p:sp>
        <p:nvSpPr>
          <p:cNvPr id="49" name="文本框 48">
            <a:extLst>
              <a:ext uri="{FF2B5EF4-FFF2-40B4-BE49-F238E27FC236}">
                <a16:creationId xmlns:a16="http://schemas.microsoft.com/office/drawing/2014/main" id="{5DADDED1-02DA-E09A-A65D-DDE05BD6FB3F}"/>
              </a:ext>
            </a:extLst>
          </p:cNvPr>
          <p:cNvSpPr txBox="1"/>
          <p:nvPr/>
        </p:nvSpPr>
        <p:spPr>
          <a:xfrm>
            <a:off x="2344124" y="1170323"/>
            <a:ext cx="402646" cy="338554"/>
          </a:xfrm>
          <a:prstGeom prst="rect">
            <a:avLst/>
          </a:prstGeom>
          <a:noFill/>
        </p:spPr>
        <p:txBody>
          <a:bodyPr wrap="square" rtlCol="0">
            <a:spAutoFit/>
          </a:bodyPr>
          <a:lstStyle/>
          <a:p>
            <a:r>
              <a:rPr lang="zh-CN" altLang="en-US" sz="800" dirty="0"/>
              <a:t>实时采集</a:t>
            </a:r>
          </a:p>
        </p:txBody>
      </p:sp>
      <p:sp>
        <p:nvSpPr>
          <p:cNvPr id="52" name="文本框 51">
            <a:extLst>
              <a:ext uri="{FF2B5EF4-FFF2-40B4-BE49-F238E27FC236}">
                <a16:creationId xmlns:a16="http://schemas.microsoft.com/office/drawing/2014/main" id="{0B38C2B8-A403-5241-7D7D-404A0258F999}"/>
              </a:ext>
            </a:extLst>
          </p:cNvPr>
          <p:cNvSpPr txBox="1"/>
          <p:nvPr/>
        </p:nvSpPr>
        <p:spPr>
          <a:xfrm>
            <a:off x="3416440" y="4373694"/>
            <a:ext cx="839037" cy="338554"/>
          </a:xfrm>
          <a:prstGeom prst="rect">
            <a:avLst/>
          </a:prstGeom>
          <a:noFill/>
        </p:spPr>
        <p:txBody>
          <a:bodyPr wrap="square" rtlCol="0">
            <a:spAutoFit/>
          </a:bodyPr>
          <a:lstStyle/>
          <a:p>
            <a:pPr algn="ctr"/>
            <a:r>
              <a:rPr lang="zh-CN" altLang="en-US" sz="800" dirty="0"/>
              <a:t>优化检测阈值与特征模型</a:t>
            </a:r>
          </a:p>
        </p:txBody>
      </p:sp>
      <p:cxnSp>
        <p:nvCxnSpPr>
          <p:cNvPr id="53" name="直接箭头连接符 52">
            <a:extLst>
              <a:ext uri="{FF2B5EF4-FFF2-40B4-BE49-F238E27FC236}">
                <a16:creationId xmlns:a16="http://schemas.microsoft.com/office/drawing/2014/main" id="{D98B1C2A-ED91-6E8A-5C78-D0E8F5671864}"/>
              </a:ext>
            </a:extLst>
          </p:cNvPr>
          <p:cNvCxnSpPr>
            <a:cxnSpLocks/>
            <a:stCxn id="15" idx="1"/>
            <a:endCxn id="45" idx="3"/>
          </p:cNvCxnSpPr>
          <p:nvPr/>
        </p:nvCxnSpPr>
        <p:spPr>
          <a:xfrm flipH="1">
            <a:off x="2377839" y="2741026"/>
            <a:ext cx="335219" cy="722809"/>
          </a:xfrm>
          <a:prstGeom prst="straightConnector1">
            <a:avLst/>
          </a:prstGeom>
          <a:ln>
            <a:solidFill>
              <a:srgbClr val="C0000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6" name="直接箭头连接符 55">
            <a:extLst>
              <a:ext uri="{FF2B5EF4-FFF2-40B4-BE49-F238E27FC236}">
                <a16:creationId xmlns:a16="http://schemas.microsoft.com/office/drawing/2014/main" id="{C6523983-E39A-A2F7-0FB0-FF4823CB9730}"/>
              </a:ext>
            </a:extLst>
          </p:cNvPr>
          <p:cNvCxnSpPr>
            <a:cxnSpLocks/>
            <a:stCxn id="6" idx="3"/>
            <a:endCxn id="44" idx="1"/>
          </p:cNvCxnSpPr>
          <p:nvPr/>
        </p:nvCxnSpPr>
        <p:spPr>
          <a:xfrm flipV="1">
            <a:off x="3954027" y="1983784"/>
            <a:ext cx="517488" cy="127522"/>
          </a:xfrm>
          <a:prstGeom prst="straightConnector1">
            <a:avLst/>
          </a:prstGeom>
          <a:ln>
            <a:solidFill>
              <a:srgbClr val="0070C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9" name="直接箭头连接符 58">
            <a:extLst>
              <a:ext uri="{FF2B5EF4-FFF2-40B4-BE49-F238E27FC236}">
                <a16:creationId xmlns:a16="http://schemas.microsoft.com/office/drawing/2014/main" id="{A9E6E445-26C0-AB96-96E7-B444A010E9F9}"/>
              </a:ext>
            </a:extLst>
          </p:cNvPr>
          <p:cNvCxnSpPr>
            <a:cxnSpLocks/>
            <a:stCxn id="16" idx="3"/>
            <a:endCxn id="46" idx="1"/>
          </p:cNvCxnSpPr>
          <p:nvPr/>
        </p:nvCxnSpPr>
        <p:spPr>
          <a:xfrm>
            <a:off x="3954025" y="3370746"/>
            <a:ext cx="517490" cy="587966"/>
          </a:xfrm>
          <a:prstGeom prst="straightConnector1">
            <a:avLst/>
          </a:prstGeom>
          <a:ln>
            <a:solidFill>
              <a:schemeClr val="accent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62" name="流程图: 过程 61">
            <a:extLst>
              <a:ext uri="{FF2B5EF4-FFF2-40B4-BE49-F238E27FC236}">
                <a16:creationId xmlns:a16="http://schemas.microsoft.com/office/drawing/2014/main" id="{508D6CA7-F34A-44FD-6D39-B52813144DA0}"/>
              </a:ext>
            </a:extLst>
          </p:cNvPr>
          <p:cNvSpPr/>
          <p:nvPr/>
        </p:nvSpPr>
        <p:spPr>
          <a:xfrm>
            <a:off x="4760405" y="1542530"/>
            <a:ext cx="1215852" cy="267670"/>
          </a:xfrm>
          <a:prstGeom prst="flowChartProcess">
            <a:avLst/>
          </a:prstGeom>
          <a:noFill/>
          <a:ln w="12700" cap="flat">
            <a:solidFill>
              <a:srgbClr val="0070C0"/>
            </a:solidFill>
            <a:prstDash val="solid"/>
            <a:miter/>
          </a:ln>
        </p:spPr>
        <p:txBody>
          <a:bodyPr rtlCol="0" anchor="ctr"/>
          <a:lstStyle/>
          <a:p>
            <a:pPr algn="ctr"/>
            <a:r>
              <a:rPr lang="zh-CN" altLang="en-US" sz="1000" dirty="0"/>
              <a:t>多源数据时空对齐</a:t>
            </a:r>
          </a:p>
        </p:txBody>
      </p:sp>
      <p:sp>
        <p:nvSpPr>
          <p:cNvPr id="63" name="流程图: 过程 62">
            <a:extLst>
              <a:ext uri="{FF2B5EF4-FFF2-40B4-BE49-F238E27FC236}">
                <a16:creationId xmlns:a16="http://schemas.microsoft.com/office/drawing/2014/main" id="{6D015220-8DEA-7A76-96ED-C3A80E0998DB}"/>
              </a:ext>
            </a:extLst>
          </p:cNvPr>
          <p:cNvSpPr/>
          <p:nvPr/>
        </p:nvSpPr>
        <p:spPr>
          <a:xfrm>
            <a:off x="4760405" y="1942029"/>
            <a:ext cx="1215852" cy="267670"/>
          </a:xfrm>
          <a:prstGeom prst="flowChartProcess">
            <a:avLst/>
          </a:prstGeom>
          <a:noFill/>
          <a:ln w="12700" cap="flat">
            <a:solidFill>
              <a:srgbClr val="0070C0"/>
            </a:solidFill>
            <a:prstDash val="solid"/>
            <a:miter/>
          </a:ln>
        </p:spPr>
        <p:txBody>
          <a:bodyPr rtlCol="0" anchor="ctr"/>
          <a:lstStyle/>
          <a:p>
            <a:pPr algn="ctr"/>
            <a:r>
              <a:rPr lang="zh-CN" altLang="en-US" sz="1000" dirty="0"/>
              <a:t>耦合噪声抑制</a:t>
            </a:r>
          </a:p>
        </p:txBody>
      </p:sp>
      <p:sp>
        <p:nvSpPr>
          <p:cNvPr id="64" name="流程图: 过程 63">
            <a:extLst>
              <a:ext uri="{FF2B5EF4-FFF2-40B4-BE49-F238E27FC236}">
                <a16:creationId xmlns:a16="http://schemas.microsoft.com/office/drawing/2014/main" id="{E3E7CB74-8A24-4EBB-165A-150245BFF88D}"/>
              </a:ext>
            </a:extLst>
          </p:cNvPr>
          <p:cNvSpPr/>
          <p:nvPr/>
        </p:nvSpPr>
        <p:spPr>
          <a:xfrm>
            <a:off x="4760405" y="2341527"/>
            <a:ext cx="1215852" cy="267670"/>
          </a:xfrm>
          <a:prstGeom prst="flowChartProcess">
            <a:avLst/>
          </a:prstGeom>
          <a:noFill/>
          <a:ln w="12700" cap="flat">
            <a:solidFill>
              <a:srgbClr val="0070C0"/>
            </a:solidFill>
            <a:prstDash val="solid"/>
            <a:miter/>
          </a:ln>
        </p:spPr>
        <p:txBody>
          <a:bodyPr rtlCol="0" anchor="ctr"/>
          <a:lstStyle/>
          <a:p>
            <a:pPr algn="ctr"/>
            <a:r>
              <a:rPr lang="zh-CN" altLang="en-US" sz="1000" dirty="0"/>
              <a:t>特征增强</a:t>
            </a:r>
          </a:p>
        </p:txBody>
      </p:sp>
      <p:cxnSp>
        <p:nvCxnSpPr>
          <p:cNvPr id="66" name="直接箭头连接符 65">
            <a:extLst>
              <a:ext uri="{FF2B5EF4-FFF2-40B4-BE49-F238E27FC236}">
                <a16:creationId xmlns:a16="http://schemas.microsoft.com/office/drawing/2014/main" id="{87F8B79C-0425-B7C7-AC70-BDC19D8F6187}"/>
              </a:ext>
            </a:extLst>
          </p:cNvPr>
          <p:cNvCxnSpPr>
            <a:cxnSpLocks/>
            <a:stCxn id="62" idx="2"/>
            <a:endCxn id="63" idx="0"/>
          </p:cNvCxnSpPr>
          <p:nvPr/>
        </p:nvCxnSpPr>
        <p:spPr>
          <a:xfrm>
            <a:off x="5368331" y="1810200"/>
            <a:ext cx="0" cy="131829"/>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9" name="直接箭头连接符 68">
            <a:extLst>
              <a:ext uri="{FF2B5EF4-FFF2-40B4-BE49-F238E27FC236}">
                <a16:creationId xmlns:a16="http://schemas.microsoft.com/office/drawing/2014/main" id="{3281CA9E-9B0F-43E7-D536-B465A6A674F9}"/>
              </a:ext>
            </a:extLst>
          </p:cNvPr>
          <p:cNvCxnSpPr>
            <a:cxnSpLocks/>
          </p:cNvCxnSpPr>
          <p:nvPr/>
        </p:nvCxnSpPr>
        <p:spPr>
          <a:xfrm>
            <a:off x="5368331" y="2209699"/>
            <a:ext cx="0" cy="131828"/>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2" name="文本框 71">
            <a:extLst>
              <a:ext uri="{FF2B5EF4-FFF2-40B4-BE49-F238E27FC236}">
                <a16:creationId xmlns:a16="http://schemas.microsoft.com/office/drawing/2014/main" id="{21DA283E-F430-81AE-3230-EABDBE1C2FB4}"/>
              </a:ext>
            </a:extLst>
          </p:cNvPr>
          <p:cNvSpPr txBox="1"/>
          <p:nvPr/>
        </p:nvSpPr>
        <p:spPr>
          <a:xfrm>
            <a:off x="4679625" y="1261425"/>
            <a:ext cx="1377411" cy="246221"/>
          </a:xfrm>
          <a:prstGeom prst="rect">
            <a:avLst/>
          </a:prstGeom>
          <a:noFill/>
        </p:spPr>
        <p:txBody>
          <a:bodyPr wrap="square" rtlCol="0">
            <a:spAutoFit/>
          </a:bodyPr>
          <a:lstStyle/>
          <a:p>
            <a:pPr algn="ctr"/>
            <a:r>
              <a:rPr lang="zh-CN" altLang="en-US" sz="1000" b="1" dirty="0"/>
              <a:t>脉动线特性适配处理</a:t>
            </a:r>
          </a:p>
        </p:txBody>
      </p:sp>
      <p:sp>
        <p:nvSpPr>
          <p:cNvPr id="73" name="文本框 72">
            <a:extLst>
              <a:ext uri="{FF2B5EF4-FFF2-40B4-BE49-F238E27FC236}">
                <a16:creationId xmlns:a16="http://schemas.microsoft.com/office/drawing/2014/main" id="{DDBAB231-884C-9A47-72D2-BE606CFEF1FA}"/>
              </a:ext>
            </a:extLst>
          </p:cNvPr>
          <p:cNvSpPr txBox="1"/>
          <p:nvPr/>
        </p:nvSpPr>
        <p:spPr>
          <a:xfrm>
            <a:off x="743995" y="2226818"/>
            <a:ext cx="1162160" cy="246221"/>
          </a:xfrm>
          <a:prstGeom prst="rect">
            <a:avLst/>
          </a:prstGeom>
          <a:noFill/>
        </p:spPr>
        <p:txBody>
          <a:bodyPr wrap="square" rtlCol="0">
            <a:spAutoFit/>
          </a:bodyPr>
          <a:lstStyle/>
          <a:p>
            <a:pPr algn="ctr"/>
            <a:r>
              <a:rPr lang="zh-CN" altLang="en-US" sz="1000" b="1" dirty="0"/>
              <a:t>双维度检测机制</a:t>
            </a:r>
          </a:p>
        </p:txBody>
      </p:sp>
      <p:sp>
        <p:nvSpPr>
          <p:cNvPr id="74" name="流程图: 过程 73">
            <a:extLst>
              <a:ext uri="{FF2B5EF4-FFF2-40B4-BE49-F238E27FC236}">
                <a16:creationId xmlns:a16="http://schemas.microsoft.com/office/drawing/2014/main" id="{9882552C-1C32-CFB2-625B-3DF70A6D6CBF}"/>
              </a:ext>
            </a:extLst>
          </p:cNvPr>
          <p:cNvSpPr/>
          <p:nvPr/>
        </p:nvSpPr>
        <p:spPr>
          <a:xfrm>
            <a:off x="449739" y="2544670"/>
            <a:ext cx="826320" cy="338552"/>
          </a:xfrm>
          <a:prstGeom prst="flowChartProcess">
            <a:avLst/>
          </a:prstGeom>
          <a:noFill/>
          <a:ln w="12700" cap="flat">
            <a:solidFill>
              <a:srgbClr val="C00000"/>
            </a:solidFill>
            <a:prstDash val="solid"/>
            <a:miter/>
          </a:ln>
        </p:spPr>
        <p:txBody>
          <a:bodyPr rtlCol="0" anchor="ctr"/>
          <a:lstStyle/>
          <a:p>
            <a:pPr algn="ctr"/>
            <a:r>
              <a:rPr lang="zh-CN" altLang="en-US" sz="1000" dirty="0"/>
              <a:t>特征偏移检测</a:t>
            </a:r>
          </a:p>
        </p:txBody>
      </p:sp>
      <p:sp>
        <p:nvSpPr>
          <p:cNvPr id="75" name="流程图: 过程 74">
            <a:extLst>
              <a:ext uri="{FF2B5EF4-FFF2-40B4-BE49-F238E27FC236}">
                <a16:creationId xmlns:a16="http://schemas.microsoft.com/office/drawing/2014/main" id="{E8F4F7DC-6855-40EC-5EDD-C0261F5A756C}"/>
              </a:ext>
            </a:extLst>
          </p:cNvPr>
          <p:cNvSpPr/>
          <p:nvPr/>
        </p:nvSpPr>
        <p:spPr>
          <a:xfrm>
            <a:off x="449739" y="3596669"/>
            <a:ext cx="826320" cy="338553"/>
          </a:xfrm>
          <a:prstGeom prst="flowChartProcess">
            <a:avLst/>
          </a:prstGeom>
          <a:noFill/>
          <a:ln w="12700" cap="flat">
            <a:solidFill>
              <a:srgbClr val="C00000"/>
            </a:solidFill>
            <a:prstDash val="solid"/>
            <a:miter/>
          </a:ln>
        </p:spPr>
        <p:txBody>
          <a:bodyPr rtlCol="0" anchor="ctr"/>
          <a:lstStyle/>
          <a:p>
            <a:pPr algn="ctr"/>
            <a:r>
              <a:rPr lang="en-US" altLang="zh-CN" sz="1000" dirty="0">
                <a:solidFill>
                  <a:srgbClr val="FF0000"/>
                </a:solidFill>
              </a:rPr>
              <a:t>MK-MMD</a:t>
            </a:r>
            <a:r>
              <a:rPr lang="zh-CN" altLang="en-US" sz="1000" dirty="0"/>
              <a:t>量化</a:t>
            </a:r>
          </a:p>
        </p:txBody>
      </p:sp>
      <p:sp>
        <p:nvSpPr>
          <p:cNvPr id="76" name="流程图: 过程 75">
            <a:extLst>
              <a:ext uri="{FF2B5EF4-FFF2-40B4-BE49-F238E27FC236}">
                <a16:creationId xmlns:a16="http://schemas.microsoft.com/office/drawing/2014/main" id="{55F19798-AD6A-FC8D-6261-C3ADA383204A}"/>
              </a:ext>
            </a:extLst>
          </p:cNvPr>
          <p:cNvSpPr/>
          <p:nvPr/>
        </p:nvSpPr>
        <p:spPr>
          <a:xfrm>
            <a:off x="449739" y="4128256"/>
            <a:ext cx="826320" cy="338554"/>
          </a:xfrm>
          <a:prstGeom prst="flowChartProcess">
            <a:avLst/>
          </a:prstGeom>
          <a:noFill/>
          <a:ln w="12700" cap="flat">
            <a:solidFill>
              <a:srgbClr val="C00000"/>
            </a:solidFill>
            <a:prstDash val="solid"/>
            <a:miter/>
          </a:ln>
        </p:spPr>
        <p:txBody>
          <a:bodyPr rtlCol="0" anchor="ctr"/>
          <a:lstStyle/>
          <a:p>
            <a:pPr algn="ctr"/>
            <a:r>
              <a:rPr lang="zh-CN" altLang="en-US" sz="1000" dirty="0"/>
              <a:t>特征偏移判断</a:t>
            </a:r>
          </a:p>
        </p:txBody>
      </p:sp>
      <p:sp>
        <p:nvSpPr>
          <p:cNvPr id="84" name="流程图: 过程 83">
            <a:extLst>
              <a:ext uri="{FF2B5EF4-FFF2-40B4-BE49-F238E27FC236}">
                <a16:creationId xmlns:a16="http://schemas.microsoft.com/office/drawing/2014/main" id="{13E2FF8A-2FD6-5443-E971-09EAF25517B3}"/>
              </a:ext>
            </a:extLst>
          </p:cNvPr>
          <p:cNvSpPr/>
          <p:nvPr/>
        </p:nvSpPr>
        <p:spPr>
          <a:xfrm>
            <a:off x="449739" y="3070669"/>
            <a:ext cx="826321" cy="338553"/>
          </a:xfrm>
          <a:prstGeom prst="flowChartProcess">
            <a:avLst/>
          </a:prstGeom>
          <a:noFill/>
          <a:ln w="12700" cap="flat">
            <a:solidFill>
              <a:srgbClr val="C00000"/>
            </a:solidFill>
            <a:prstDash val="solid"/>
            <a:miter/>
          </a:ln>
        </p:spPr>
        <p:txBody>
          <a:bodyPr rtlCol="0" anchor="ctr"/>
          <a:lstStyle/>
          <a:p>
            <a:pPr algn="ctr"/>
            <a:r>
              <a:rPr lang="zh-CN" altLang="en-US" sz="1000" dirty="0"/>
              <a:t>多站位关联特征建模</a:t>
            </a:r>
          </a:p>
        </p:txBody>
      </p:sp>
      <p:sp>
        <p:nvSpPr>
          <p:cNvPr id="85" name="流程图: 过程 84">
            <a:extLst>
              <a:ext uri="{FF2B5EF4-FFF2-40B4-BE49-F238E27FC236}">
                <a16:creationId xmlns:a16="http://schemas.microsoft.com/office/drawing/2014/main" id="{772FDAEE-02A8-9C74-4D37-BE46D38D1221}"/>
              </a:ext>
            </a:extLst>
          </p:cNvPr>
          <p:cNvSpPr/>
          <p:nvPr/>
        </p:nvSpPr>
        <p:spPr>
          <a:xfrm>
            <a:off x="1380387" y="2542376"/>
            <a:ext cx="826320" cy="338552"/>
          </a:xfrm>
          <a:prstGeom prst="flowChartProcess">
            <a:avLst/>
          </a:prstGeom>
          <a:noFill/>
          <a:ln w="12700" cap="flat">
            <a:solidFill>
              <a:srgbClr val="C00000"/>
            </a:solidFill>
            <a:prstDash val="solid"/>
            <a:miter/>
          </a:ln>
        </p:spPr>
        <p:txBody>
          <a:bodyPr rtlCol="0" anchor="ctr"/>
          <a:lstStyle/>
          <a:p>
            <a:pPr algn="ctr"/>
            <a:r>
              <a:rPr lang="zh-CN" altLang="en-US" sz="1000" dirty="0"/>
              <a:t>概念偏移检测</a:t>
            </a:r>
          </a:p>
        </p:txBody>
      </p:sp>
      <p:sp>
        <p:nvSpPr>
          <p:cNvPr id="86" name="流程图: 过程 85">
            <a:extLst>
              <a:ext uri="{FF2B5EF4-FFF2-40B4-BE49-F238E27FC236}">
                <a16:creationId xmlns:a16="http://schemas.microsoft.com/office/drawing/2014/main" id="{F10440CB-E6B7-BB49-CF94-D6D48BE4D19C}"/>
              </a:ext>
            </a:extLst>
          </p:cNvPr>
          <p:cNvSpPr/>
          <p:nvPr/>
        </p:nvSpPr>
        <p:spPr>
          <a:xfrm>
            <a:off x="1380386" y="3596669"/>
            <a:ext cx="826320" cy="338553"/>
          </a:xfrm>
          <a:prstGeom prst="flowChartProcess">
            <a:avLst/>
          </a:prstGeom>
          <a:noFill/>
          <a:ln w="12700" cap="flat">
            <a:solidFill>
              <a:srgbClr val="C00000"/>
            </a:solidFill>
            <a:prstDash val="solid"/>
            <a:miter/>
          </a:ln>
        </p:spPr>
        <p:txBody>
          <a:bodyPr rtlCol="0" anchor="ctr"/>
          <a:lstStyle/>
          <a:p>
            <a:pPr algn="ctr"/>
            <a:r>
              <a:rPr lang="zh-CN" altLang="en-US" sz="1000" dirty="0">
                <a:solidFill>
                  <a:srgbClr val="FF0000"/>
                </a:solidFill>
              </a:rPr>
              <a:t>知识蒸馏</a:t>
            </a:r>
            <a:r>
              <a:rPr lang="zh-CN" altLang="en-US" sz="1000" dirty="0"/>
              <a:t>相似度匹配</a:t>
            </a:r>
          </a:p>
        </p:txBody>
      </p:sp>
      <p:sp>
        <p:nvSpPr>
          <p:cNvPr id="87" name="流程图: 过程 86">
            <a:extLst>
              <a:ext uri="{FF2B5EF4-FFF2-40B4-BE49-F238E27FC236}">
                <a16:creationId xmlns:a16="http://schemas.microsoft.com/office/drawing/2014/main" id="{3BDBC41D-CAFD-CED1-A276-26047837A2A4}"/>
              </a:ext>
            </a:extLst>
          </p:cNvPr>
          <p:cNvSpPr/>
          <p:nvPr/>
        </p:nvSpPr>
        <p:spPr>
          <a:xfrm>
            <a:off x="1382931" y="4128256"/>
            <a:ext cx="826320" cy="338554"/>
          </a:xfrm>
          <a:prstGeom prst="flowChartProcess">
            <a:avLst/>
          </a:prstGeom>
          <a:noFill/>
          <a:ln w="12700" cap="flat">
            <a:solidFill>
              <a:srgbClr val="C00000"/>
            </a:solidFill>
            <a:prstDash val="solid"/>
            <a:miter/>
          </a:ln>
        </p:spPr>
        <p:txBody>
          <a:bodyPr rtlCol="0" anchor="ctr"/>
          <a:lstStyle/>
          <a:p>
            <a:pPr algn="ctr"/>
            <a:r>
              <a:rPr lang="zh-CN" altLang="en-US" sz="1000" dirty="0"/>
              <a:t>概念偏移判断</a:t>
            </a:r>
          </a:p>
        </p:txBody>
      </p:sp>
      <p:sp>
        <p:nvSpPr>
          <p:cNvPr id="88" name="流程图: 过程 87">
            <a:extLst>
              <a:ext uri="{FF2B5EF4-FFF2-40B4-BE49-F238E27FC236}">
                <a16:creationId xmlns:a16="http://schemas.microsoft.com/office/drawing/2014/main" id="{F3B66A58-B8C4-2523-1868-8E83B7D839F3}"/>
              </a:ext>
            </a:extLst>
          </p:cNvPr>
          <p:cNvSpPr/>
          <p:nvPr/>
        </p:nvSpPr>
        <p:spPr>
          <a:xfrm>
            <a:off x="1380386" y="3070668"/>
            <a:ext cx="826321" cy="338553"/>
          </a:xfrm>
          <a:prstGeom prst="flowChartProcess">
            <a:avLst/>
          </a:prstGeom>
          <a:noFill/>
          <a:ln w="12700" cap="flat">
            <a:solidFill>
              <a:srgbClr val="C00000"/>
            </a:solidFill>
            <a:prstDash val="solid"/>
            <a:miter/>
          </a:ln>
        </p:spPr>
        <p:txBody>
          <a:bodyPr rtlCol="0" anchor="ctr"/>
          <a:lstStyle/>
          <a:p>
            <a:pPr algn="ctr"/>
            <a:r>
              <a:rPr lang="zh-CN" altLang="en-US" sz="1000" dirty="0"/>
              <a:t>工艺规则库构建</a:t>
            </a:r>
          </a:p>
        </p:txBody>
      </p:sp>
      <p:cxnSp>
        <p:nvCxnSpPr>
          <p:cNvPr id="90" name="直接箭头连接符 89">
            <a:extLst>
              <a:ext uri="{FF2B5EF4-FFF2-40B4-BE49-F238E27FC236}">
                <a16:creationId xmlns:a16="http://schemas.microsoft.com/office/drawing/2014/main" id="{C3992B18-A112-3BEA-AA3B-76DC730F3513}"/>
              </a:ext>
            </a:extLst>
          </p:cNvPr>
          <p:cNvCxnSpPr>
            <a:cxnSpLocks/>
            <a:stCxn id="74" idx="2"/>
            <a:endCxn id="84" idx="0"/>
          </p:cNvCxnSpPr>
          <p:nvPr/>
        </p:nvCxnSpPr>
        <p:spPr>
          <a:xfrm>
            <a:off x="862899" y="2883222"/>
            <a:ext cx="1" cy="187447"/>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3" name="直接箭头连接符 92">
            <a:extLst>
              <a:ext uri="{FF2B5EF4-FFF2-40B4-BE49-F238E27FC236}">
                <a16:creationId xmlns:a16="http://schemas.microsoft.com/office/drawing/2014/main" id="{4CC78D23-2F7A-E7B7-7503-D8F1A558357E}"/>
              </a:ext>
            </a:extLst>
          </p:cNvPr>
          <p:cNvCxnSpPr>
            <a:cxnSpLocks/>
            <a:stCxn id="84" idx="2"/>
          </p:cNvCxnSpPr>
          <p:nvPr/>
        </p:nvCxnSpPr>
        <p:spPr>
          <a:xfrm flipH="1">
            <a:off x="862898" y="3409222"/>
            <a:ext cx="2" cy="230925"/>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6" name="直接箭头连接符 95">
            <a:extLst>
              <a:ext uri="{FF2B5EF4-FFF2-40B4-BE49-F238E27FC236}">
                <a16:creationId xmlns:a16="http://schemas.microsoft.com/office/drawing/2014/main" id="{638779D7-1EB5-E62A-325A-4337375F1282}"/>
              </a:ext>
            </a:extLst>
          </p:cNvPr>
          <p:cNvCxnSpPr>
            <a:cxnSpLocks/>
            <a:stCxn id="75" idx="2"/>
            <a:endCxn id="76" idx="0"/>
          </p:cNvCxnSpPr>
          <p:nvPr/>
        </p:nvCxnSpPr>
        <p:spPr>
          <a:xfrm>
            <a:off x="862899" y="3935222"/>
            <a:ext cx="0" cy="193034"/>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9" name="直接箭头连接符 98">
            <a:extLst>
              <a:ext uri="{FF2B5EF4-FFF2-40B4-BE49-F238E27FC236}">
                <a16:creationId xmlns:a16="http://schemas.microsoft.com/office/drawing/2014/main" id="{252DB831-CD2A-9BD4-1B76-B2A29A173F4D}"/>
              </a:ext>
            </a:extLst>
          </p:cNvPr>
          <p:cNvCxnSpPr>
            <a:cxnSpLocks/>
            <a:stCxn id="85" idx="2"/>
            <a:endCxn id="88" idx="0"/>
          </p:cNvCxnSpPr>
          <p:nvPr/>
        </p:nvCxnSpPr>
        <p:spPr>
          <a:xfrm>
            <a:off x="1793547" y="2880928"/>
            <a:ext cx="0" cy="189740"/>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2" name="直接箭头连接符 101">
            <a:extLst>
              <a:ext uri="{FF2B5EF4-FFF2-40B4-BE49-F238E27FC236}">
                <a16:creationId xmlns:a16="http://schemas.microsoft.com/office/drawing/2014/main" id="{16CB8433-41F1-4FF0-A41F-B555FEF21693}"/>
              </a:ext>
            </a:extLst>
          </p:cNvPr>
          <p:cNvCxnSpPr>
            <a:cxnSpLocks/>
            <a:stCxn id="88" idx="2"/>
            <a:endCxn id="86" idx="0"/>
          </p:cNvCxnSpPr>
          <p:nvPr/>
        </p:nvCxnSpPr>
        <p:spPr>
          <a:xfrm flipH="1">
            <a:off x="1793546" y="3409221"/>
            <a:ext cx="1" cy="187448"/>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5" name="直接箭头连接符 104">
            <a:extLst>
              <a:ext uri="{FF2B5EF4-FFF2-40B4-BE49-F238E27FC236}">
                <a16:creationId xmlns:a16="http://schemas.microsoft.com/office/drawing/2014/main" id="{6818E68E-6A95-4BF7-4900-5C60C613E955}"/>
              </a:ext>
            </a:extLst>
          </p:cNvPr>
          <p:cNvCxnSpPr>
            <a:cxnSpLocks/>
            <a:stCxn id="86" idx="2"/>
            <a:endCxn id="87" idx="0"/>
          </p:cNvCxnSpPr>
          <p:nvPr/>
        </p:nvCxnSpPr>
        <p:spPr>
          <a:xfrm>
            <a:off x="1793546" y="3935222"/>
            <a:ext cx="2545" cy="193034"/>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2" name="流程图: 过程 111">
            <a:extLst>
              <a:ext uri="{FF2B5EF4-FFF2-40B4-BE49-F238E27FC236}">
                <a16:creationId xmlns:a16="http://schemas.microsoft.com/office/drawing/2014/main" id="{5D0AAA2C-4A4D-ECFC-AEE1-EECF0D183A1D}"/>
              </a:ext>
            </a:extLst>
          </p:cNvPr>
          <p:cNvSpPr/>
          <p:nvPr/>
        </p:nvSpPr>
        <p:spPr>
          <a:xfrm>
            <a:off x="339598" y="1473632"/>
            <a:ext cx="454613" cy="220994"/>
          </a:xfrm>
          <a:prstGeom prst="flowChartProcess">
            <a:avLst/>
          </a:prstGeom>
          <a:noFill/>
          <a:ln w="12700" cap="flat">
            <a:solidFill>
              <a:schemeClr val="accent2"/>
            </a:solidFill>
            <a:prstDash val="solid"/>
            <a:miter/>
          </a:ln>
        </p:spPr>
        <p:txBody>
          <a:bodyPr rtlCol="0" anchor="ctr"/>
          <a:lstStyle/>
          <a:p>
            <a:pPr algn="l"/>
            <a:r>
              <a:rPr lang="zh-CN" altLang="en-US" sz="1000" dirty="0"/>
              <a:t>工艺</a:t>
            </a:r>
          </a:p>
        </p:txBody>
      </p:sp>
      <p:sp>
        <p:nvSpPr>
          <p:cNvPr id="115" name="流程图: 过程 114">
            <a:extLst>
              <a:ext uri="{FF2B5EF4-FFF2-40B4-BE49-F238E27FC236}">
                <a16:creationId xmlns:a16="http://schemas.microsoft.com/office/drawing/2014/main" id="{1C303F58-B5CE-1EC2-3FFC-18141653D416}"/>
              </a:ext>
            </a:extLst>
          </p:cNvPr>
          <p:cNvSpPr/>
          <p:nvPr/>
        </p:nvSpPr>
        <p:spPr>
          <a:xfrm>
            <a:off x="857786" y="1474987"/>
            <a:ext cx="454613" cy="220994"/>
          </a:xfrm>
          <a:prstGeom prst="flowChartProcess">
            <a:avLst/>
          </a:prstGeom>
          <a:noFill/>
          <a:ln w="12700" cap="flat">
            <a:solidFill>
              <a:schemeClr val="accent2"/>
            </a:solidFill>
            <a:prstDash val="solid"/>
            <a:miter/>
          </a:ln>
        </p:spPr>
        <p:txBody>
          <a:bodyPr rtlCol="0" anchor="ctr"/>
          <a:lstStyle/>
          <a:p>
            <a:pPr algn="l"/>
            <a:r>
              <a:rPr lang="zh-CN" altLang="en-US" sz="1000" dirty="0"/>
              <a:t>设备</a:t>
            </a:r>
          </a:p>
        </p:txBody>
      </p:sp>
      <p:sp>
        <p:nvSpPr>
          <p:cNvPr id="117" name="流程图: 过程 116">
            <a:extLst>
              <a:ext uri="{FF2B5EF4-FFF2-40B4-BE49-F238E27FC236}">
                <a16:creationId xmlns:a16="http://schemas.microsoft.com/office/drawing/2014/main" id="{B949369E-EFBB-4CFF-DD8B-0FEE4823C1E6}"/>
              </a:ext>
            </a:extLst>
          </p:cNvPr>
          <p:cNvSpPr/>
          <p:nvPr/>
        </p:nvSpPr>
        <p:spPr>
          <a:xfrm>
            <a:off x="1375975" y="1477035"/>
            <a:ext cx="454613" cy="220994"/>
          </a:xfrm>
          <a:prstGeom prst="flowChartProcess">
            <a:avLst/>
          </a:prstGeom>
          <a:noFill/>
          <a:ln w="12700" cap="flat">
            <a:solidFill>
              <a:schemeClr val="accent2"/>
            </a:solidFill>
            <a:prstDash val="solid"/>
            <a:miter/>
          </a:ln>
        </p:spPr>
        <p:txBody>
          <a:bodyPr rtlCol="0" anchor="ctr"/>
          <a:lstStyle/>
          <a:p>
            <a:pPr algn="l"/>
            <a:r>
              <a:rPr lang="zh-CN" altLang="en-US" sz="1000" dirty="0"/>
              <a:t>人员</a:t>
            </a:r>
          </a:p>
        </p:txBody>
      </p:sp>
      <p:sp>
        <p:nvSpPr>
          <p:cNvPr id="120" name="流程图: 过程 119">
            <a:extLst>
              <a:ext uri="{FF2B5EF4-FFF2-40B4-BE49-F238E27FC236}">
                <a16:creationId xmlns:a16="http://schemas.microsoft.com/office/drawing/2014/main" id="{F2A8633C-73FA-D942-22E7-9B08646B1994}"/>
              </a:ext>
            </a:extLst>
          </p:cNvPr>
          <p:cNvSpPr/>
          <p:nvPr/>
        </p:nvSpPr>
        <p:spPr>
          <a:xfrm>
            <a:off x="1884381" y="1477035"/>
            <a:ext cx="454613" cy="220994"/>
          </a:xfrm>
          <a:prstGeom prst="flowChartProcess">
            <a:avLst/>
          </a:prstGeom>
          <a:noFill/>
          <a:ln w="12700" cap="flat">
            <a:solidFill>
              <a:schemeClr val="accent2"/>
            </a:solidFill>
            <a:prstDash val="solid"/>
            <a:miter/>
          </a:ln>
        </p:spPr>
        <p:txBody>
          <a:bodyPr rtlCol="0" anchor="ctr"/>
          <a:lstStyle/>
          <a:p>
            <a:pPr algn="l"/>
            <a:r>
              <a:rPr lang="zh-CN" altLang="en-US" sz="1000" dirty="0"/>
              <a:t>物料</a:t>
            </a:r>
          </a:p>
        </p:txBody>
      </p:sp>
      <p:sp>
        <p:nvSpPr>
          <p:cNvPr id="127" name="文本框 126">
            <a:extLst>
              <a:ext uri="{FF2B5EF4-FFF2-40B4-BE49-F238E27FC236}">
                <a16:creationId xmlns:a16="http://schemas.microsoft.com/office/drawing/2014/main" id="{190C64C4-BCEF-E885-889C-11DF4D27CDB4}"/>
              </a:ext>
            </a:extLst>
          </p:cNvPr>
          <p:cNvSpPr txBox="1"/>
          <p:nvPr/>
        </p:nvSpPr>
        <p:spPr>
          <a:xfrm>
            <a:off x="801851" y="1194097"/>
            <a:ext cx="1162160" cy="246221"/>
          </a:xfrm>
          <a:prstGeom prst="rect">
            <a:avLst/>
          </a:prstGeom>
          <a:noFill/>
        </p:spPr>
        <p:txBody>
          <a:bodyPr wrap="square" rtlCol="0">
            <a:spAutoFit/>
          </a:bodyPr>
          <a:lstStyle/>
          <a:p>
            <a:pPr algn="ctr"/>
            <a:r>
              <a:rPr lang="zh-CN" altLang="en-US" sz="1000" b="1" dirty="0"/>
              <a:t>多站位耦合数据</a:t>
            </a:r>
          </a:p>
        </p:txBody>
      </p:sp>
      <p:sp>
        <p:nvSpPr>
          <p:cNvPr id="128" name="文本框 127">
            <a:extLst>
              <a:ext uri="{FF2B5EF4-FFF2-40B4-BE49-F238E27FC236}">
                <a16:creationId xmlns:a16="http://schemas.microsoft.com/office/drawing/2014/main" id="{547A7C96-02E5-E85B-715B-A931C44E82A5}"/>
              </a:ext>
            </a:extLst>
          </p:cNvPr>
          <p:cNvSpPr txBox="1"/>
          <p:nvPr/>
        </p:nvSpPr>
        <p:spPr>
          <a:xfrm>
            <a:off x="4679625" y="3217614"/>
            <a:ext cx="1377411" cy="246221"/>
          </a:xfrm>
          <a:prstGeom prst="rect">
            <a:avLst/>
          </a:prstGeom>
          <a:noFill/>
        </p:spPr>
        <p:txBody>
          <a:bodyPr wrap="square" rtlCol="0">
            <a:spAutoFit/>
          </a:bodyPr>
          <a:lstStyle/>
          <a:p>
            <a:pPr algn="ctr"/>
            <a:r>
              <a:rPr lang="zh-CN" altLang="en-US" sz="1000" b="1" dirty="0"/>
              <a:t>调度联动触发机制</a:t>
            </a:r>
          </a:p>
        </p:txBody>
      </p:sp>
      <p:sp>
        <p:nvSpPr>
          <p:cNvPr id="129" name="流程图: 过程 128">
            <a:extLst>
              <a:ext uri="{FF2B5EF4-FFF2-40B4-BE49-F238E27FC236}">
                <a16:creationId xmlns:a16="http://schemas.microsoft.com/office/drawing/2014/main" id="{65FF1B0C-6D70-7DA8-EF09-DEFA9A153213}"/>
              </a:ext>
            </a:extLst>
          </p:cNvPr>
          <p:cNvSpPr/>
          <p:nvPr/>
        </p:nvSpPr>
        <p:spPr>
          <a:xfrm>
            <a:off x="4760404" y="3589357"/>
            <a:ext cx="1215852" cy="267670"/>
          </a:xfrm>
          <a:prstGeom prst="flowChartProcess">
            <a:avLst/>
          </a:prstGeom>
          <a:noFill/>
          <a:ln w="12700" cap="flat">
            <a:solidFill>
              <a:schemeClr val="accent6"/>
            </a:solidFill>
            <a:prstDash val="solid"/>
            <a:miter/>
          </a:ln>
        </p:spPr>
        <p:txBody>
          <a:bodyPr rtlCol="0" anchor="ctr"/>
          <a:lstStyle/>
          <a:p>
            <a:pPr algn="ctr"/>
            <a:r>
              <a:rPr lang="zh-CN" altLang="en-US" sz="1000" dirty="0"/>
              <a:t>偏移等级划分</a:t>
            </a:r>
          </a:p>
        </p:txBody>
      </p:sp>
      <p:sp>
        <p:nvSpPr>
          <p:cNvPr id="130" name="流程图: 过程 129">
            <a:extLst>
              <a:ext uri="{FF2B5EF4-FFF2-40B4-BE49-F238E27FC236}">
                <a16:creationId xmlns:a16="http://schemas.microsoft.com/office/drawing/2014/main" id="{C04B3C1A-0E8F-DDB6-1BD3-E821C93E5E50}"/>
              </a:ext>
            </a:extLst>
          </p:cNvPr>
          <p:cNvSpPr/>
          <p:nvPr/>
        </p:nvSpPr>
        <p:spPr>
          <a:xfrm>
            <a:off x="4760404" y="4079997"/>
            <a:ext cx="1215852" cy="435071"/>
          </a:xfrm>
          <a:prstGeom prst="flowChartProcess">
            <a:avLst/>
          </a:prstGeom>
          <a:noFill/>
          <a:ln w="12700" cap="flat">
            <a:solidFill>
              <a:schemeClr val="accent6"/>
            </a:solidFill>
            <a:prstDash val="solid"/>
            <a:miter/>
          </a:ln>
        </p:spPr>
        <p:txBody>
          <a:bodyPr rtlCol="0" anchor="ctr"/>
          <a:lstStyle/>
          <a:p>
            <a:pPr algn="ctr"/>
            <a:r>
              <a:rPr lang="zh-CN" altLang="en-US" sz="1000" dirty="0"/>
              <a:t>触发信号与优化建议</a:t>
            </a:r>
          </a:p>
        </p:txBody>
      </p:sp>
      <p:cxnSp>
        <p:nvCxnSpPr>
          <p:cNvPr id="132" name="直接箭头连接符 131">
            <a:extLst>
              <a:ext uri="{FF2B5EF4-FFF2-40B4-BE49-F238E27FC236}">
                <a16:creationId xmlns:a16="http://schemas.microsoft.com/office/drawing/2014/main" id="{6786037E-FD72-16C7-C470-A2B294894CE5}"/>
              </a:ext>
            </a:extLst>
          </p:cNvPr>
          <p:cNvCxnSpPr>
            <a:cxnSpLocks/>
          </p:cNvCxnSpPr>
          <p:nvPr/>
        </p:nvCxnSpPr>
        <p:spPr>
          <a:xfrm>
            <a:off x="5368330" y="3857027"/>
            <a:ext cx="0" cy="222970"/>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6" name="文本框 135">
            <a:extLst>
              <a:ext uri="{FF2B5EF4-FFF2-40B4-BE49-F238E27FC236}">
                <a16:creationId xmlns:a16="http://schemas.microsoft.com/office/drawing/2014/main" id="{598C65B3-BD5D-8F75-C217-D65EFBB20780}"/>
              </a:ext>
            </a:extLst>
          </p:cNvPr>
          <p:cNvSpPr txBox="1"/>
          <p:nvPr/>
        </p:nvSpPr>
        <p:spPr>
          <a:xfrm>
            <a:off x="6512985" y="1619876"/>
            <a:ext cx="2291417" cy="2677656"/>
          </a:xfrm>
          <a:prstGeom prst="rect">
            <a:avLst/>
          </a:prstGeom>
          <a:noFill/>
        </p:spPr>
        <p:txBody>
          <a:bodyPr wrap="square" rtlCol="0">
            <a:spAutoFit/>
          </a:bodyPr>
          <a:lstStyle/>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数据预处理：</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以装配节拍统一多源数据时间戳并关联跨站位逻辑，通过 </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RCDAE+EWMA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过滤耦合噪声，最终提取跨站位协同度、精度传导值等核心特征，支撑后续检测。</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dirty="0">
              <a:solidFill>
                <a:srgbClr val="292934"/>
              </a:solidFill>
              <a:latin typeface="微软雅黑" panose="020B0503020204020204" pitchFamily="34" charset="-122"/>
              <a:ea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双维度检测机制：</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特征偏移用 </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SSA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提取趋势 </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MK-MMD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量化差异，识别人员疲劳等隐性问题；概念偏移依托工艺规则库 </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KD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相似度比对，判定机型切换等突变偏移并输出类型。</a:t>
            </a:r>
          </a:p>
        </p:txBody>
      </p:sp>
    </p:spTree>
    <p:extLst>
      <p:ext uri="{BB962C8B-B14F-4D97-AF65-F5344CB8AC3E}">
        <p14:creationId xmlns:p14="http://schemas.microsoft.com/office/powerpoint/2010/main" val="3474305852"/>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22408-987B-B400-D00F-4F32FF5F9C1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B8BA964-F942-BB3E-2284-B4F74FF7169C}"/>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技术路线</a:t>
            </a:r>
          </a:p>
        </p:txBody>
      </p:sp>
      <p:sp>
        <p:nvSpPr>
          <p:cNvPr id="8" name="文本框 7">
            <a:extLst>
              <a:ext uri="{FF2B5EF4-FFF2-40B4-BE49-F238E27FC236}">
                <a16:creationId xmlns:a16="http://schemas.microsoft.com/office/drawing/2014/main" id="{EC31BF5A-D7E4-F1AF-29B5-7540CEF79188}"/>
              </a:ext>
            </a:extLst>
          </p:cNvPr>
          <p:cNvSpPr txBox="1"/>
          <p:nvPr/>
        </p:nvSpPr>
        <p:spPr>
          <a:xfrm>
            <a:off x="120025" y="587183"/>
            <a:ext cx="5556329"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单机型数据偏移下的调度知识增量式演化</a:t>
            </a:r>
            <a:r>
              <a:rPr kumimoji="1" lang="en-US" altLang="zh-CN" sz="1600" b="1" dirty="0">
                <a:solidFill>
                  <a:srgbClr val="5B9BD5"/>
                </a:solidFill>
                <a:latin typeface="Microsoft YaHei" panose="020B0503020204020204" pitchFamily="34" charset="-122"/>
                <a:ea typeface="Microsoft YaHei" panose="020B0503020204020204" pitchFamily="34" charset="-122"/>
              </a:rPr>
              <a:t>——</a:t>
            </a:r>
            <a:r>
              <a:rPr kumimoji="1" lang="zh-CN" altLang="en-US" sz="1600" b="1" dirty="0">
                <a:solidFill>
                  <a:srgbClr val="5B9BD5"/>
                </a:solidFill>
                <a:latin typeface="Microsoft YaHei" panose="020B0503020204020204" pitchFamily="34" charset="-122"/>
                <a:ea typeface="Microsoft YaHei" panose="020B0503020204020204" pitchFamily="34" charset="-122"/>
              </a:rPr>
              <a:t>研究内容</a:t>
            </a:r>
            <a:r>
              <a:rPr kumimoji="1" lang="en-US" altLang="zh-CN" sz="1600" b="1" dirty="0">
                <a:solidFill>
                  <a:srgbClr val="5B9BD5"/>
                </a:solidFill>
                <a:latin typeface="Microsoft YaHei" panose="020B0503020204020204" pitchFamily="34" charset="-122"/>
                <a:ea typeface="Microsoft YaHei" panose="020B0503020204020204" pitchFamily="34" charset="-122"/>
              </a:rPr>
              <a:t>2</a:t>
            </a:r>
            <a:endParaRPr kumimoji="1" lang="zh-CN" altLang="en-US" sz="1600" b="1" dirty="0">
              <a:solidFill>
                <a:srgbClr val="5B9BD5"/>
              </a:solidFill>
              <a:latin typeface="Microsoft YaHei" panose="020B0503020204020204" pitchFamily="34" charset="-122"/>
              <a:ea typeface="Microsoft YaHei" panose="020B0503020204020204" pitchFamily="34" charset="-122"/>
            </a:endParaRPr>
          </a:p>
        </p:txBody>
      </p:sp>
      <p:sp>
        <p:nvSpPr>
          <p:cNvPr id="3" name="矩形 2">
            <a:extLst>
              <a:ext uri="{FF2B5EF4-FFF2-40B4-BE49-F238E27FC236}">
                <a16:creationId xmlns:a16="http://schemas.microsoft.com/office/drawing/2014/main" id="{888ABA9A-BFE0-4D72-BA09-E50EC7716ABD}"/>
              </a:ext>
            </a:extLst>
          </p:cNvPr>
          <p:cNvSpPr/>
          <p:nvPr/>
        </p:nvSpPr>
        <p:spPr>
          <a:xfrm>
            <a:off x="452176" y="1040008"/>
            <a:ext cx="5265336" cy="808891"/>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5" name="矩形 4">
            <a:extLst>
              <a:ext uri="{FF2B5EF4-FFF2-40B4-BE49-F238E27FC236}">
                <a16:creationId xmlns:a16="http://schemas.microsoft.com/office/drawing/2014/main" id="{7627724E-FAC2-4670-0794-3ADE4DC0D7C1}"/>
              </a:ext>
            </a:extLst>
          </p:cNvPr>
          <p:cNvSpPr/>
          <p:nvPr/>
        </p:nvSpPr>
        <p:spPr>
          <a:xfrm>
            <a:off x="452177" y="4055763"/>
            <a:ext cx="5265335" cy="808891"/>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7" name="矩形 6">
            <a:extLst>
              <a:ext uri="{FF2B5EF4-FFF2-40B4-BE49-F238E27FC236}">
                <a16:creationId xmlns:a16="http://schemas.microsoft.com/office/drawing/2014/main" id="{F93737F0-D688-AA4F-426C-4BEBF2C01052}"/>
              </a:ext>
            </a:extLst>
          </p:cNvPr>
          <p:cNvSpPr/>
          <p:nvPr/>
        </p:nvSpPr>
        <p:spPr>
          <a:xfrm>
            <a:off x="452176" y="2096337"/>
            <a:ext cx="1607736" cy="1711987"/>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9" name="矩形 8">
            <a:extLst>
              <a:ext uri="{FF2B5EF4-FFF2-40B4-BE49-F238E27FC236}">
                <a16:creationId xmlns:a16="http://schemas.microsoft.com/office/drawing/2014/main" id="{495CBB74-A734-D9DD-329D-ED7F8E794B43}"/>
              </a:ext>
            </a:extLst>
          </p:cNvPr>
          <p:cNvSpPr/>
          <p:nvPr/>
        </p:nvSpPr>
        <p:spPr>
          <a:xfrm>
            <a:off x="2233339" y="2096338"/>
            <a:ext cx="1534885" cy="1711986"/>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10" name="矩形 9">
            <a:extLst>
              <a:ext uri="{FF2B5EF4-FFF2-40B4-BE49-F238E27FC236}">
                <a16:creationId xmlns:a16="http://schemas.microsoft.com/office/drawing/2014/main" id="{0826A240-96B4-8A7E-7F23-49A0FE3FBA89}"/>
              </a:ext>
            </a:extLst>
          </p:cNvPr>
          <p:cNvSpPr/>
          <p:nvPr/>
        </p:nvSpPr>
        <p:spPr>
          <a:xfrm>
            <a:off x="3941651" y="2096337"/>
            <a:ext cx="1775861" cy="1711985"/>
          </a:xfrm>
          <a:prstGeom prst="rect">
            <a:avLst/>
          </a:prstGeom>
          <a:ln w="2540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11" name="文本框 10">
            <a:extLst>
              <a:ext uri="{FF2B5EF4-FFF2-40B4-BE49-F238E27FC236}">
                <a16:creationId xmlns:a16="http://schemas.microsoft.com/office/drawing/2014/main" id="{1851621A-4FB9-415B-B289-0ED4EAFCE0B2}"/>
              </a:ext>
            </a:extLst>
          </p:cNvPr>
          <p:cNvSpPr txBox="1"/>
          <p:nvPr/>
        </p:nvSpPr>
        <p:spPr>
          <a:xfrm>
            <a:off x="2312075" y="1022456"/>
            <a:ext cx="1377411" cy="246221"/>
          </a:xfrm>
          <a:prstGeom prst="rect">
            <a:avLst/>
          </a:prstGeom>
          <a:noFill/>
        </p:spPr>
        <p:txBody>
          <a:bodyPr wrap="square" rtlCol="0">
            <a:spAutoFit/>
          </a:bodyPr>
          <a:lstStyle/>
          <a:p>
            <a:pPr algn="ctr"/>
            <a:r>
              <a:rPr lang="zh-CN" altLang="en-US" sz="1000" b="1" dirty="0"/>
              <a:t>脉动装配线实体车间</a:t>
            </a:r>
          </a:p>
        </p:txBody>
      </p:sp>
      <p:sp>
        <p:nvSpPr>
          <p:cNvPr id="12" name="文本框 11">
            <a:extLst>
              <a:ext uri="{FF2B5EF4-FFF2-40B4-BE49-F238E27FC236}">
                <a16:creationId xmlns:a16="http://schemas.microsoft.com/office/drawing/2014/main" id="{231C1EFC-A859-936A-3726-F00845220DBE}"/>
              </a:ext>
            </a:extLst>
          </p:cNvPr>
          <p:cNvSpPr txBox="1"/>
          <p:nvPr/>
        </p:nvSpPr>
        <p:spPr>
          <a:xfrm>
            <a:off x="2312075" y="4055763"/>
            <a:ext cx="1377411" cy="246221"/>
          </a:xfrm>
          <a:prstGeom prst="rect">
            <a:avLst/>
          </a:prstGeom>
          <a:noFill/>
        </p:spPr>
        <p:txBody>
          <a:bodyPr wrap="square" rtlCol="0">
            <a:spAutoFit/>
          </a:bodyPr>
          <a:lstStyle/>
          <a:p>
            <a:pPr algn="ctr"/>
            <a:r>
              <a:rPr lang="zh-CN" altLang="en-US" sz="1000" b="1" dirty="0"/>
              <a:t>脉动装配线虚拟环境</a:t>
            </a:r>
          </a:p>
        </p:txBody>
      </p:sp>
      <p:sp>
        <p:nvSpPr>
          <p:cNvPr id="13" name="文本框 12">
            <a:extLst>
              <a:ext uri="{FF2B5EF4-FFF2-40B4-BE49-F238E27FC236}">
                <a16:creationId xmlns:a16="http://schemas.microsoft.com/office/drawing/2014/main" id="{5EAE9CBF-BB81-3E10-D6EF-C9EA79498A16}"/>
              </a:ext>
            </a:extLst>
          </p:cNvPr>
          <p:cNvSpPr txBox="1"/>
          <p:nvPr/>
        </p:nvSpPr>
        <p:spPr>
          <a:xfrm>
            <a:off x="2312074" y="2096337"/>
            <a:ext cx="1377411" cy="246221"/>
          </a:xfrm>
          <a:prstGeom prst="rect">
            <a:avLst/>
          </a:prstGeom>
          <a:noFill/>
        </p:spPr>
        <p:txBody>
          <a:bodyPr wrap="square" rtlCol="0">
            <a:spAutoFit/>
          </a:bodyPr>
          <a:lstStyle/>
          <a:p>
            <a:pPr algn="ctr"/>
            <a:r>
              <a:rPr lang="zh-CN" altLang="en-US" sz="1000" b="1" dirty="0"/>
              <a:t>数据偏移检测模块</a:t>
            </a:r>
          </a:p>
        </p:txBody>
      </p:sp>
      <p:sp>
        <p:nvSpPr>
          <p:cNvPr id="14" name="文本框 13">
            <a:extLst>
              <a:ext uri="{FF2B5EF4-FFF2-40B4-BE49-F238E27FC236}">
                <a16:creationId xmlns:a16="http://schemas.microsoft.com/office/drawing/2014/main" id="{F0A5F00C-D0D0-09F5-2760-C6B8D8038DEF}"/>
              </a:ext>
            </a:extLst>
          </p:cNvPr>
          <p:cNvSpPr txBox="1"/>
          <p:nvPr/>
        </p:nvSpPr>
        <p:spPr>
          <a:xfrm>
            <a:off x="4140875" y="2096336"/>
            <a:ext cx="1377411" cy="246221"/>
          </a:xfrm>
          <a:prstGeom prst="rect">
            <a:avLst/>
          </a:prstGeom>
          <a:noFill/>
        </p:spPr>
        <p:txBody>
          <a:bodyPr wrap="square" rtlCol="0">
            <a:spAutoFit/>
          </a:bodyPr>
          <a:lstStyle/>
          <a:p>
            <a:pPr algn="ctr"/>
            <a:r>
              <a:rPr lang="zh-CN" altLang="en-US" sz="1000" b="1" dirty="0"/>
              <a:t>增量式强化学习模块</a:t>
            </a:r>
          </a:p>
        </p:txBody>
      </p:sp>
      <p:sp>
        <p:nvSpPr>
          <p:cNvPr id="18" name="文本框 17">
            <a:extLst>
              <a:ext uri="{FF2B5EF4-FFF2-40B4-BE49-F238E27FC236}">
                <a16:creationId xmlns:a16="http://schemas.microsoft.com/office/drawing/2014/main" id="{7956E879-0C4D-ADF3-2026-57075EFA60B8}"/>
              </a:ext>
            </a:extLst>
          </p:cNvPr>
          <p:cNvSpPr txBox="1"/>
          <p:nvPr/>
        </p:nvSpPr>
        <p:spPr>
          <a:xfrm>
            <a:off x="567338" y="2087541"/>
            <a:ext cx="1377411" cy="246221"/>
          </a:xfrm>
          <a:prstGeom prst="rect">
            <a:avLst/>
          </a:prstGeom>
          <a:noFill/>
        </p:spPr>
        <p:txBody>
          <a:bodyPr wrap="square" rtlCol="0">
            <a:spAutoFit/>
          </a:bodyPr>
          <a:lstStyle/>
          <a:p>
            <a:pPr algn="ctr"/>
            <a:r>
              <a:rPr lang="zh-CN" altLang="en-US" sz="1000" b="1" dirty="0"/>
              <a:t>调度方案执行模块</a:t>
            </a:r>
          </a:p>
        </p:txBody>
      </p:sp>
      <p:cxnSp>
        <p:nvCxnSpPr>
          <p:cNvPr id="20" name="连接符: 肘形 19">
            <a:extLst>
              <a:ext uri="{FF2B5EF4-FFF2-40B4-BE49-F238E27FC236}">
                <a16:creationId xmlns:a16="http://schemas.microsoft.com/office/drawing/2014/main" id="{F6E8A41B-5877-BA9F-5121-6F79CEB7E732}"/>
              </a:ext>
            </a:extLst>
          </p:cNvPr>
          <p:cNvCxnSpPr>
            <a:stCxn id="3" idx="1"/>
            <a:endCxn id="5" idx="1"/>
          </p:cNvCxnSpPr>
          <p:nvPr/>
        </p:nvCxnSpPr>
        <p:spPr>
          <a:xfrm rot="10800000" flipH="1" flipV="1">
            <a:off x="452175" y="1444453"/>
            <a:ext cx="1" cy="3015755"/>
          </a:xfrm>
          <a:prstGeom prst="bentConnector3">
            <a:avLst>
              <a:gd name="adj1" fmla="val -22860000000"/>
            </a:avLst>
          </a:prstGeom>
          <a:ln>
            <a:tailEnd type="triangle"/>
          </a:ln>
        </p:spPr>
        <p:style>
          <a:lnRef idx="2">
            <a:schemeClr val="dk1"/>
          </a:lnRef>
          <a:fillRef idx="0">
            <a:schemeClr val="dk1"/>
          </a:fillRef>
          <a:effectRef idx="1">
            <a:schemeClr val="dk1"/>
          </a:effectRef>
          <a:fontRef idx="minor">
            <a:schemeClr val="tx1"/>
          </a:fontRef>
        </p:style>
      </p:cxnSp>
      <p:cxnSp>
        <p:nvCxnSpPr>
          <p:cNvPr id="21" name="连接符: 肘形 20">
            <a:extLst>
              <a:ext uri="{FF2B5EF4-FFF2-40B4-BE49-F238E27FC236}">
                <a16:creationId xmlns:a16="http://schemas.microsoft.com/office/drawing/2014/main" id="{6F8C6B98-0A86-C3B0-FA09-5C47E44CA287}"/>
              </a:ext>
            </a:extLst>
          </p:cNvPr>
          <p:cNvCxnSpPr>
            <a:cxnSpLocks/>
            <a:stCxn id="5" idx="3"/>
            <a:endCxn id="3" idx="3"/>
          </p:cNvCxnSpPr>
          <p:nvPr/>
        </p:nvCxnSpPr>
        <p:spPr>
          <a:xfrm flipV="1">
            <a:off x="5717512" y="1444454"/>
            <a:ext cx="12700" cy="3015755"/>
          </a:xfrm>
          <a:prstGeom prst="bentConnector3">
            <a:avLst>
              <a:gd name="adj1" fmla="val 1800000"/>
            </a:avLst>
          </a:prstGeom>
          <a:ln>
            <a:tailEnd type="triangle"/>
          </a:ln>
        </p:spPr>
        <p:style>
          <a:lnRef idx="2">
            <a:schemeClr val="dk1"/>
          </a:lnRef>
          <a:fillRef idx="0">
            <a:schemeClr val="dk1"/>
          </a:fillRef>
          <a:effectRef idx="1">
            <a:schemeClr val="dk1"/>
          </a:effectRef>
          <a:fontRef idx="minor">
            <a:schemeClr val="tx1"/>
          </a:fontRef>
        </p:style>
      </p:cxnSp>
      <p:sp>
        <p:nvSpPr>
          <p:cNvPr id="25" name="文本框 24">
            <a:extLst>
              <a:ext uri="{FF2B5EF4-FFF2-40B4-BE49-F238E27FC236}">
                <a16:creationId xmlns:a16="http://schemas.microsoft.com/office/drawing/2014/main" id="{26305AFE-CA05-DBDA-B98F-FC1D25C97C78}"/>
              </a:ext>
            </a:extLst>
          </p:cNvPr>
          <p:cNvSpPr txBox="1"/>
          <p:nvPr/>
        </p:nvSpPr>
        <p:spPr>
          <a:xfrm>
            <a:off x="5916735" y="2659941"/>
            <a:ext cx="257977" cy="584775"/>
          </a:xfrm>
          <a:prstGeom prst="rect">
            <a:avLst/>
          </a:prstGeom>
          <a:noFill/>
        </p:spPr>
        <p:txBody>
          <a:bodyPr wrap="square" rtlCol="0">
            <a:spAutoFit/>
          </a:bodyPr>
          <a:lstStyle/>
          <a:p>
            <a:r>
              <a:rPr lang="zh-CN" altLang="en-US" sz="800" dirty="0"/>
              <a:t>调度指导</a:t>
            </a:r>
          </a:p>
        </p:txBody>
      </p:sp>
      <p:sp>
        <p:nvSpPr>
          <p:cNvPr id="26" name="文本框 25">
            <a:extLst>
              <a:ext uri="{FF2B5EF4-FFF2-40B4-BE49-F238E27FC236}">
                <a16:creationId xmlns:a16="http://schemas.microsoft.com/office/drawing/2014/main" id="{4B093D4D-1EBD-7A6C-0E76-712289DC4083}"/>
              </a:ext>
            </a:extLst>
          </p:cNvPr>
          <p:cNvSpPr txBox="1"/>
          <p:nvPr/>
        </p:nvSpPr>
        <p:spPr>
          <a:xfrm>
            <a:off x="-47827" y="2659940"/>
            <a:ext cx="247838" cy="584775"/>
          </a:xfrm>
          <a:prstGeom prst="rect">
            <a:avLst/>
          </a:prstGeom>
          <a:noFill/>
        </p:spPr>
        <p:txBody>
          <a:bodyPr wrap="square" rtlCol="0">
            <a:spAutoFit/>
          </a:bodyPr>
          <a:lstStyle/>
          <a:p>
            <a:r>
              <a:rPr lang="zh-CN" altLang="en-US" sz="800" dirty="0"/>
              <a:t>仿真建模</a:t>
            </a:r>
          </a:p>
        </p:txBody>
      </p:sp>
      <p:pic>
        <p:nvPicPr>
          <p:cNvPr id="47" name="图形 46" descr="飞机 轮廓">
            <a:extLst>
              <a:ext uri="{FF2B5EF4-FFF2-40B4-BE49-F238E27FC236}">
                <a16:creationId xmlns:a16="http://schemas.microsoft.com/office/drawing/2014/main" id="{6C1B2AC1-9FA3-5A83-96D5-A4D365D3B0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3051019" y="1354085"/>
            <a:ext cx="457200" cy="457200"/>
          </a:xfrm>
          <a:prstGeom prst="rect">
            <a:avLst/>
          </a:prstGeom>
        </p:spPr>
      </p:pic>
      <p:cxnSp>
        <p:nvCxnSpPr>
          <p:cNvPr id="50" name="直接箭头连接符 49">
            <a:extLst>
              <a:ext uri="{FF2B5EF4-FFF2-40B4-BE49-F238E27FC236}">
                <a16:creationId xmlns:a16="http://schemas.microsoft.com/office/drawing/2014/main" id="{67FBD74A-C7AA-7F00-EF36-E3FF763358FD}"/>
              </a:ext>
            </a:extLst>
          </p:cNvPr>
          <p:cNvCxnSpPr/>
          <p:nvPr/>
        </p:nvCxnSpPr>
        <p:spPr>
          <a:xfrm>
            <a:off x="3558056" y="1582685"/>
            <a:ext cx="1816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55" name="图形 54" descr="飞机 轮廓">
            <a:extLst>
              <a:ext uri="{FF2B5EF4-FFF2-40B4-BE49-F238E27FC236}">
                <a16:creationId xmlns:a16="http://schemas.microsoft.com/office/drawing/2014/main" id="{581B8FA5-B5D1-81A9-813E-AFF252EAA7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3799784" y="1354085"/>
            <a:ext cx="457200" cy="457200"/>
          </a:xfrm>
          <a:prstGeom prst="rect">
            <a:avLst/>
          </a:prstGeom>
        </p:spPr>
      </p:pic>
      <p:pic>
        <p:nvPicPr>
          <p:cNvPr id="57" name="图形 56" descr="飞机 轮廓">
            <a:extLst>
              <a:ext uri="{FF2B5EF4-FFF2-40B4-BE49-F238E27FC236}">
                <a16:creationId xmlns:a16="http://schemas.microsoft.com/office/drawing/2014/main" id="{5333C5A4-5E8C-84F3-84BE-D2A6490197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5106871" y="1357220"/>
            <a:ext cx="457200" cy="457200"/>
          </a:xfrm>
          <a:prstGeom prst="rect">
            <a:avLst/>
          </a:prstGeom>
        </p:spPr>
      </p:pic>
      <p:cxnSp>
        <p:nvCxnSpPr>
          <p:cNvPr id="61" name="直接箭头连接符 60">
            <a:extLst>
              <a:ext uri="{FF2B5EF4-FFF2-40B4-BE49-F238E27FC236}">
                <a16:creationId xmlns:a16="http://schemas.microsoft.com/office/drawing/2014/main" id="{FA7B2659-8DB7-A50E-6E4D-84AA3815BF00}"/>
              </a:ext>
            </a:extLst>
          </p:cNvPr>
          <p:cNvCxnSpPr/>
          <p:nvPr/>
        </p:nvCxnSpPr>
        <p:spPr>
          <a:xfrm>
            <a:off x="4326726" y="1575701"/>
            <a:ext cx="1816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5" name="直接箭头连接符 64">
            <a:extLst>
              <a:ext uri="{FF2B5EF4-FFF2-40B4-BE49-F238E27FC236}">
                <a16:creationId xmlns:a16="http://schemas.microsoft.com/office/drawing/2014/main" id="{C197462E-8357-4970-D6F2-92CCF8B01944}"/>
              </a:ext>
            </a:extLst>
          </p:cNvPr>
          <p:cNvCxnSpPr/>
          <p:nvPr/>
        </p:nvCxnSpPr>
        <p:spPr>
          <a:xfrm>
            <a:off x="4879820" y="1575701"/>
            <a:ext cx="1816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7" name="文本框 66">
            <a:extLst>
              <a:ext uri="{FF2B5EF4-FFF2-40B4-BE49-F238E27FC236}">
                <a16:creationId xmlns:a16="http://schemas.microsoft.com/office/drawing/2014/main" id="{B66A073A-3C39-F60D-EB6D-A4F589BE0B2F}"/>
              </a:ext>
            </a:extLst>
          </p:cNvPr>
          <p:cNvSpPr txBox="1"/>
          <p:nvPr/>
        </p:nvSpPr>
        <p:spPr>
          <a:xfrm>
            <a:off x="4408854" y="1452590"/>
            <a:ext cx="546146" cy="246221"/>
          </a:xfrm>
          <a:prstGeom prst="rect">
            <a:avLst/>
          </a:prstGeom>
          <a:noFill/>
        </p:spPr>
        <p:txBody>
          <a:bodyPr wrap="square" rtlCol="0">
            <a:spAutoFit/>
          </a:bodyPr>
          <a:lstStyle/>
          <a:p>
            <a:pPr algn="ctr"/>
            <a:r>
              <a:rPr lang="en-US" altLang="zh-CN" sz="1000" b="1" dirty="0"/>
              <a:t>· · ·</a:t>
            </a:r>
            <a:endParaRPr lang="zh-CN" altLang="en-US" sz="1000" b="1" dirty="0"/>
          </a:p>
        </p:txBody>
      </p:sp>
      <p:sp>
        <p:nvSpPr>
          <p:cNvPr id="77" name="流程图: 过程 76">
            <a:extLst>
              <a:ext uri="{FF2B5EF4-FFF2-40B4-BE49-F238E27FC236}">
                <a16:creationId xmlns:a16="http://schemas.microsoft.com/office/drawing/2014/main" id="{B5397B32-FF08-5BF9-F0AE-60E41495F4F3}"/>
              </a:ext>
            </a:extLst>
          </p:cNvPr>
          <p:cNvSpPr/>
          <p:nvPr/>
        </p:nvSpPr>
        <p:spPr>
          <a:xfrm>
            <a:off x="3045828" y="1268676"/>
            <a:ext cx="2518242" cy="518047"/>
          </a:xfrm>
          <a:prstGeom prst="flowChartProcess">
            <a:avLst/>
          </a:prstGeom>
          <a:noFill/>
          <a:ln>
            <a:prstDash val="solid"/>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78" name="文本框 77">
            <a:extLst>
              <a:ext uri="{FF2B5EF4-FFF2-40B4-BE49-F238E27FC236}">
                <a16:creationId xmlns:a16="http://schemas.microsoft.com/office/drawing/2014/main" id="{6F7FFE5B-AF4F-7A94-2D1D-1CAB08FAF685}"/>
              </a:ext>
            </a:extLst>
          </p:cNvPr>
          <p:cNvSpPr txBox="1"/>
          <p:nvPr/>
        </p:nvSpPr>
        <p:spPr>
          <a:xfrm>
            <a:off x="3609835" y="1266385"/>
            <a:ext cx="1377411" cy="215444"/>
          </a:xfrm>
          <a:prstGeom prst="rect">
            <a:avLst/>
          </a:prstGeom>
          <a:noFill/>
        </p:spPr>
        <p:txBody>
          <a:bodyPr wrap="square" rtlCol="0">
            <a:spAutoFit/>
          </a:bodyPr>
          <a:lstStyle/>
          <a:p>
            <a:pPr algn="ctr"/>
            <a:r>
              <a:rPr lang="zh-CN" altLang="en-US" sz="800" b="1" dirty="0"/>
              <a:t>实体产线</a:t>
            </a:r>
          </a:p>
        </p:txBody>
      </p:sp>
      <p:pic>
        <p:nvPicPr>
          <p:cNvPr id="79" name="图形 78" descr="表格 轮廓">
            <a:extLst>
              <a:ext uri="{FF2B5EF4-FFF2-40B4-BE49-F238E27FC236}">
                <a16:creationId xmlns:a16="http://schemas.microsoft.com/office/drawing/2014/main" id="{0FF0CB53-D4D1-93DA-321A-0A1E2F6BE0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31382" y="1424421"/>
            <a:ext cx="365760" cy="365760"/>
          </a:xfrm>
          <a:prstGeom prst="rect">
            <a:avLst/>
          </a:prstGeom>
        </p:spPr>
      </p:pic>
      <p:pic>
        <p:nvPicPr>
          <p:cNvPr id="80" name="图形 79" descr="条形图 轮廓">
            <a:extLst>
              <a:ext uri="{FF2B5EF4-FFF2-40B4-BE49-F238E27FC236}">
                <a16:creationId xmlns:a16="http://schemas.microsoft.com/office/drawing/2014/main" id="{946DCBB5-9B86-32B7-3FD1-6F98BCBF9BE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8862" y="1424980"/>
            <a:ext cx="365760" cy="365760"/>
          </a:xfrm>
          <a:prstGeom prst="rect">
            <a:avLst/>
          </a:prstGeom>
        </p:spPr>
      </p:pic>
      <p:pic>
        <p:nvPicPr>
          <p:cNvPr id="81" name="图形 80" descr="全部打叉的剪贴板 轮廓">
            <a:extLst>
              <a:ext uri="{FF2B5EF4-FFF2-40B4-BE49-F238E27FC236}">
                <a16:creationId xmlns:a16="http://schemas.microsoft.com/office/drawing/2014/main" id="{4300E409-7B7F-1680-BE2E-07F88C5ACDA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28800" y="1416218"/>
            <a:ext cx="365760" cy="365760"/>
          </a:xfrm>
          <a:prstGeom prst="rect">
            <a:avLst/>
          </a:prstGeom>
        </p:spPr>
      </p:pic>
      <p:sp>
        <p:nvSpPr>
          <p:cNvPr id="82" name="文本框 81">
            <a:extLst>
              <a:ext uri="{FF2B5EF4-FFF2-40B4-BE49-F238E27FC236}">
                <a16:creationId xmlns:a16="http://schemas.microsoft.com/office/drawing/2014/main" id="{9F639FBA-DC6F-7BD9-649C-80381DC0FD27}"/>
              </a:ext>
            </a:extLst>
          </p:cNvPr>
          <p:cNvSpPr txBox="1"/>
          <p:nvPr/>
        </p:nvSpPr>
        <p:spPr>
          <a:xfrm>
            <a:off x="668159" y="1250501"/>
            <a:ext cx="604281" cy="215444"/>
          </a:xfrm>
          <a:prstGeom prst="rect">
            <a:avLst/>
          </a:prstGeom>
          <a:noFill/>
        </p:spPr>
        <p:txBody>
          <a:bodyPr wrap="square" rtlCol="0">
            <a:spAutoFit/>
          </a:bodyPr>
          <a:lstStyle/>
          <a:p>
            <a:r>
              <a:rPr lang="zh-CN" altLang="en-US" sz="800" b="1" dirty="0"/>
              <a:t>资源信息</a:t>
            </a:r>
          </a:p>
        </p:txBody>
      </p:sp>
      <p:sp>
        <p:nvSpPr>
          <p:cNvPr id="83" name="文本框 82">
            <a:extLst>
              <a:ext uri="{FF2B5EF4-FFF2-40B4-BE49-F238E27FC236}">
                <a16:creationId xmlns:a16="http://schemas.microsoft.com/office/drawing/2014/main" id="{42F1C583-2F6C-0183-1869-54A0B9F38731}"/>
              </a:ext>
            </a:extLst>
          </p:cNvPr>
          <p:cNvSpPr txBox="1"/>
          <p:nvPr/>
        </p:nvSpPr>
        <p:spPr>
          <a:xfrm>
            <a:off x="1141611" y="1250501"/>
            <a:ext cx="604629" cy="215444"/>
          </a:xfrm>
          <a:prstGeom prst="rect">
            <a:avLst/>
          </a:prstGeom>
          <a:noFill/>
        </p:spPr>
        <p:txBody>
          <a:bodyPr wrap="square" rtlCol="0">
            <a:spAutoFit/>
          </a:bodyPr>
          <a:lstStyle/>
          <a:p>
            <a:r>
              <a:rPr lang="zh-CN" altLang="en-US" sz="800" b="1" dirty="0"/>
              <a:t>工人数据</a:t>
            </a:r>
          </a:p>
        </p:txBody>
      </p:sp>
      <p:sp>
        <p:nvSpPr>
          <p:cNvPr id="89" name="文本框 88">
            <a:extLst>
              <a:ext uri="{FF2B5EF4-FFF2-40B4-BE49-F238E27FC236}">
                <a16:creationId xmlns:a16="http://schemas.microsoft.com/office/drawing/2014/main" id="{CE8FA88D-DA9E-516B-780D-E570A2347D02}"/>
              </a:ext>
            </a:extLst>
          </p:cNvPr>
          <p:cNvSpPr txBox="1"/>
          <p:nvPr/>
        </p:nvSpPr>
        <p:spPr>
          <a:xfrm>
            <a:off x="1624101" y="1249289"/>
            <a:ext cx="595591" cy="215444"/>
          </a:xfrm>
          <a:prstGeom prst="rect">
            <a:avLst/>
          </a:prstGeom>
          <a:noFill/>
        </p:spPr>
        <p:txBody>
          <a:bodyPr wrap="square" rtlCol="0">
            <a:spAutoFit/>
          </a:bodyPr>
          <a:lstStyle/>
          <a:p>
            <a:r>
              <a:rPr lang="zh-CN" altLang="en-US" sz="800" b="1" dirty="0"/>
              <a:t>工序信息</a:t>
            </a:r>
          </a:p>
        </p:txBody>
      </p:sp>
      <p:sp>
        <p:nvSpPr>
          <p:cNvPr id="91" name="文本框 90">
            <a:extLst>
              <a:ext uri="{FF2B5EF4-FFF2-40B4-BE49-F238E27FC236}">
                <a16:creationId xmlns:a16="http://schemas.microsoft.com/office/drawing/2014/main" id="{76E6432C-CA69-C35E-942E-504D1D60A42C}"/>
              </a:ext>
            </a:extLst>
          </p:cNvPr>
          <p:cNvSpPr txBox="1"/>
          <p:nvPr/>
        </p:nvSpPr>
        <p:spPr>
          <a:xfrm>
            <a:off x="2074800" y="1257012"/>
            <a:ext cx="546146" cy="215444"/>
          </a:xfrm>
          <a:prstGeom prst="rect">
            <a:avLst/>
          </a:prstGeom>
          <a:noFill/>
        </p:spPr>
        <p:txBody>
          <a:bodyPr wrap="square" rtlCol="0">
            <a:spAutoFit/>
          </a:bodyPr>
          <a:lstStyle/>
          <a:p>
            <a:pPr algn="ctr"/>
            <a:r>
              <a:rPr lang="en-US" altLang="zh-CN" sz="800" b="1" dirty="0"/>
              <a:t>· · ·</a:t>
            </a:r>
            <a:endParaRPr lang="zh-CN" altLang="en-US" sz="800" b="1" dirty="0"/>
          </a:p>
        </p:txBody>
      </p:sp>
      <p:sp>
        <p:nvSpPr>
          <p:cNvPr id="92" name="文本框 91">
            <a:extLst>
              <a:ext uri="{FF2B5EF4-FFF2-40B4-BE49-F238E27FC236}">
                <a16:creationId xmlns:a16="http://schemas.microsoft.com/office/drawing/2014/main" id="{14A2C6DC-1FE7-CA44-24AB-12B15E2C78AD}"/>
              </a:ext>
            </a:extLst>
          </p:cNvPr>
          <p:cNvSpPr txBox="1"/>
          <p:nvPr/>
        </p:nvSpPr>
        <p:spPr>
          <a:xfrm>
            <a:off x="2071142" y="1485011"/>
            <a:ext cx="546146" cy="215444"/>
          </a:xfrm>
          <a:prstGeom prst="rect">
            <a:avLst/>
          </a:prstGeom>
          <a:noFill/>
        </p:spPr>
        <p:txBody>
          <a:bodyPr wrap="square" rtlCol="0">
            <a:spAutoFit/>
          </a:bodyPr>
          <a:lstStyle/>
          <a:p>
            <a:pPr algn="ctr"/>
            <a:r>
              <a:rPr lang="en-US" altLang="zh-CN" sz="800" b="1" dirty="0"/>
              <a:t>· · ·</a:t>
            </a:r>
            <a:endParaRPr lang="zh-CN" altLang="en-US" sz="800" b="1" dirty="0"/>
          </a:p>
        </p:txBody>
      </p:sp>
      <p:sp>
        <p:nvSpPr>
          <p:cNvPr id="94" name="流程图: 过程 93">
            <a:extLst>
              <a:ext uri="{FF2B5EF4-FFF2-40B4-BE49-F238E27FC236}">
                <a16:creationId xmlns:a16="http://schemas.microsoft.com/office/drawing/2014/main" id="{AA1AAF5B-2733-7FB7-AF2C-830CF6F3FD76}"/>
              </a:ext>
            </a:extLst>
          </p:cNvPr>
          <p:cNvSpPr/>
          <p:nvPr/>
        </p:nvSpPr>
        <p:spPr>
          <a:xfrm>
            <a:off x="626540" y="1272889"/>
            <a:ext cx="1945835" cy="513833"/>
          </a:xfrm>
          <a:prstGeom prst="flowChartProcess">
            <a:avLst/>
          </a:prstGeom>
          <a:noFill/>
          <a:ln>
            <a:prstDash val="solid"/>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cxnSp>
        <p:nvCxnSpPr>
          <p:cNvPr id="107" name="直接箭头连接符 106">
            <a:extLst>
              <a:ext uri="{FF2B5EF4-FFF2-40B4-BE49-F238E27FC236}">
                <a16:creationId xmlns:a16="http://schemas.microsoft.com/office/drawing/2014/main" id="{2D2C50EC-0368-E63B-FE1E-2535CF169E32}"/>
              </a:ext>
            </a:extLst>
          </p:cNvPr>
          <p:cNvCxnSpPr>
            <a:cxnSpLocks/>
            <a:stCxn id="77" idx="1"/>
            <a:endCxn id="94" idx="3"/>
          </p:cNvCxnSpPr>
          <p:nvPr/>
        </p:nvCxnSpPr>
        <p:spPr>
          <a:xfrm flipH="1">
            <a:off x="2572375" y="1527700"/>
            <a:ext cx="473453" cy="2106"/>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108" name="文本框 107">
            <a:extLst>
              <a:ext uri="{FF2B5EF4-FFF2-40B4-BE49-F238E27FC236}">
                <a16:creationId xmlns:a16="http://schemas.microsoft.com/office/drawing/2014/main" id="{A04E2B89-8A52-9C0D-F40C-737497B85F37}"/>
              </a:ext>
            </a:extLst>
          </p:cNvPr>
          <p:cNvSpPr txBox="1"/>
          <p:nvPr/>
        </p:nvSpPr>
        <p:spPr>
          <a:xfrm>
            <a:off x="2133546" y="1279400"/>
            <a:ext cx="1377411" cy="215444"/>
          </a:xfrm>
          <a:prstGeom prst="rect">
            <a:avLst/>
          </a:prstGeom>
          <a:noFill/>
        </p:spPr>
        <p:txBody>
          <a:bodyPr wrap="square" rtlCol="0">
            <a:spAutoFit/>
          </a:bodyPr>
          <a:lstStyle/>
          <a:p>
            <a:pPr algn="ctr"/>
            <a:r>
              <a:rPr lang="zh-CN" altLang="en-US" sz="800" dirty="0"/>
              <a:t>数据采集</a:t>
            </a:r>
          </a:p>
        </p:txBody>
      </p:sp>
      <p:sp>
        <p:nvSpPr>
          <p:cNvPr id="111" name="流程图: 过程 110">
            <a:extLst>
              <a:ext uri="{FF2B5EF4-FFF2-40B4-BE49-F238E27FC236}">
                <a16:creationId xmlns:a16="http://schemas.microsoft.com/office/drawing/2014/main" id="{4E509B39-2079-7B18-7DF1-537163D712EC}"/>
              </a:ext>
            </a:extLst>
          </p:cNvPr>
          <p:cNvSpPr/>
          <p:nvPr/>
        </p:nvSpPr>
        <p:spPr>
          <a:xfrm>
            <a:off x="793395" y="4381839"/>
            <a:ext cx="968019" cy="299290"/>
          </a:xfrm>
          <a:prstGeom prst="flowChartProcess">
            <a:avLst/>
          </a:prstGeom>
          <a:noFill/>
          <a:ln>
            <a:solidFill>
              <a:schemeClr val="accent2"/>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站位状态数据</a:t>
            </a:r>
          </a:p>
        </p:txBody>
      </p:sp>
      <p:sp>
        <p:nvSpPr>
          <p:cNvPr id="116" name="流程图: 过程 115">
            <a:extLst>
              <a:ext uri="{FF2B5EF4-FFF2-40B4-BE49-F238E27FC236}">
                <a16:creationId xmlns:a16="http://schemas.microsoft.com/office/drawing/2014/main" id="{8F9DA251-D518-06DB-0096-A904D861F078}"/>
              </a:ext>
            </a:extLst>
          </p:cNvPr>
          <p:cNvSpPr/>
          <p:nvPr/>
        </p:nvSpPr>
        <p:spPr>
          <a:xfrm>
            <a:off x="2434518" y="4382541"/>
            <a:ext cx="1132522" cy="299290"/>
          </a:xfrm>
          <a:prstGeom prst="flowChartProcess">
            <a:avLst/>
          </a:prstGeom>
          <a:noFill/>
          <a:ln>
            <a:solidFill>
              <a:schemeClr val="accent2"/>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调度智能体训练</a:t>
            </a:r>
          </a:p>
        </p:txBody>
      </p:sp>
      <p:sp>
        <p:nvSpPr>
          <p:cNvPr id="118" name="流程图: 过程 117">
            <a:extLst>
              <a:ext uri="{FF2B5EF4-FFF2-40B4-BE49-F238E27FC236}">
                <a16:creationId xmlns:a16="http://schemas.microsoft.com/office/drawing/2014/main" id="{90689E2A-E364-FD3C-9A1B-2108450EB66B}"/>
              </a:ext>
            </a:extLst>
          </p:cNvPr>
          <p:cNvSpPr/>
          <p:nvPr/>
        </p:nvSpPr>
        <p:spPr>
          <a:xfrm>
            <a:off x="4338787" y="4377573"/>
            <a:ext cx="968019" cy="299290"/>
          </a:xfrm>
          <a:prstGeom prst="flowChartProcess">
            <a:avLst/>
          </a:prstGeom>
          <a:noFill/>
          <a:ln>
            <a:solidFill>
              <a:schemeClr val="accent2"/>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生成调度方案</a:t>
            </a:r>
          </a:p>
        </p:txBody>
      </p:sp>
      <p:cxnSp>
        <p:nvCxnSpPr>
          <p:cNvPr id="123" name="直接箭头连接符 122">
            <a:extLst>
              <a:ext uri="{FF2B5EF4-FFF2-40B4-BE49-F238E27FC236}">
                <a16:creationId xmlns:a16="http://schemas.microsoft.com/office/drawing/2014/main" id="{A031ADA5-798A-13AA-062E-8C9CE218058A}"/>
              </a:ext>
            </a:extLst>
          </p:cNvPr>
          <p:cNvCxnSpPr>
            <a:stCxn id="111" idx="3"/>
            <a:endCxn id="116" idx="1"/>
          </p:cNvCxnSpPr>
          <p:nvPr/>
        </p:nvCxnSpPr>
        <p:spPr>
          <a:xfrm>
            <a:off x="1761414" y="4531484"/>
            <a:ext cx="673104" cy="702"/>
          </a:xfrm>
          <a:prstGeom prst="straightConnector1">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cxnSp>
        <p:nvCxnSpPr>
          <p:cNvPr id="124" name="直接箭头连接符 123">
            <a:extLst>
              <a:ext uri="{FF2B5EF4-FFF2-40B4-BE49-F238E27FC236}">
                <a16:creationId xmlns:a16="http://schemas.microsoft.com/office/drawing/2014/main" id="{6ACC5F33-AE98-6EE1-B2F6-384BCF76A97E}"/>
              </a:ext>
            </a:extLst>
          </p:cNvPr>
          <p:cNvCxnSpPr>
            <a:cxnSpLocks/>
            <a:endCxn id="118" idx="1"/>
          </p:cNvCxnSpPr>
          <p:nvPr/>
        </p:nvCxnSpPr>
        <p:spPr>
          <a:xfrm>
            <a:off x="3558056" y="4527218"/>
            <a:ext cx="780731" cy="0"/>
          </a:xfrm>
          <a:prstGeom prst="straightConnector1">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sp>
        <p:nvSpPr>
          <p:cNvPr id="137" name="流程图: 决策 136">
            <a:extLst>
              <a:ext uri="{FF2B5EF4-FFF2-40B4-BE49-F238E27FC236}">
                <a16:creationId xmlns:a16="http://schemas.microsoft.com/office/drawing/2014/main" id="{6A96D7BD-E0B6-C8B7-49E8-FDAF5F9DDE5F}"/>
              </a:ext>
            </a:extLst>
          </p:cNvPr>
          <p:cNvSpPr/>
          <p:nvPr/>
        </p:nvSpPr>
        <p:spPr>
          <a:xfrm>
            <a:off x="2556137" y="2449460"/>
            <a:ext cx="889283" cy="432703"/>
          </a:xfrm>
          <a:prstGeom prst="flowChartDecision">
            <a:avLst/>
          </a:prstGeom>
          <a:ln>
            <a:prstDash val="solid"/>
          </a:ln>
        </p:spPr>
        <p:style>
          <a:lnRef idx="2">
            <a:schemeClr val="accent2"/>
          </a:lnRef>
          <a:fillRef idx="1">
            <a:schemeClr val="lt1"/>
          </a:fillRef>
          <a:effectRef idx="0">
            <a:schemeClr val="accent2"/>
          </a:effectRef>
          <a:fontRef idx="minor">
            <a:schemeClr val="dk1"/>
          </a:fontRef>
        </p:style>
        <p:txBody>
          <a:bodyPr rtlCol="0" anchor="ctr"/>
          <a:lstStyle/>
          <a:p>
            <a:pPr algn="l"/>
            <a:r>
              <a:rPr lang="zh-CN" altLang="en-US" sz="1000" dirty="0"/>
              <a:t>数据偏移</a:t>
            </a:r>
          </a:p>
        </p:txBody>
      </p:sp>
      <p:sp>
        <p:nvSpPr>
          <p:cNvPr id="140" name="流程图: 过程 139">
            <a:extLst>
              <a:ext uri="{FF2B5EF4-FFF2-40B4-BE49-F238E27FC236}">
                <a16:creationId xmlns:a16="http://schemas.microsoft.com/office/drawing/2014/main" id="{51162B0A-AA01-C26A-8ABF-E54FC7D2F471}"/>
              </a:ext>
            </a:extLst>
          </p:cNvPr>
          <p:cNvSpPr/>
          <p:nvPr/>
        </p:nvSpPr>
        <p:spPr>
          <a:xfrm>
            <a:off x="2556549" y="3117527"/>
            <a:ext cx="888457" cy="220207"/>
          </a:xfrm>
          <a:prstGeom prst="flowChartProcess">
            <a:avLst/>
          </a:prstGeom>
          <a:noFill/>
          <a:ln>
            <a:solidFill>
              <a:schemeClr val="accent2"/>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数据预处理</a:t>
            </a:r>
          </a:p>
        </p:txBody>
      </p:sp>
      <p:cxnSp>
        <p:nvCxnSpPr>
          <p:cNvPr id="142" name="直接箭头连接符 141">
            <a:extLst>
              <a:ext uri="{FF2B5EF4-FFF2-40B4-BE49-F238E27FC236}">
                <a16:creationId xmlns:a16="http://schemas.microsoft.com/office/drawing/2014/main" id="{4F3B2DDC-AE39-ADB4-722A-36E78A96111F}"/>
              </a:ext>
            </a:extLst>
          </p:cNvPr>
          <p:cNvCxnSpPr>
            <a:cxnSpLocks/>
            <a:stCxn id="140" idx="0"/>
            <a:endCxn id="137" idx="2"/>
          </p:cNvCxnSpPr>
          <p:nvPr/>
        </p:nvCxnSpPr>
        <p:spPr>
          <a:xfrm flipV="1">
            <a:off x="3000778" y="2882163"/>
            <a:ext cx="1" cy="235364"/>
          </a:xfrm>
          <a:prstGeom prst="straightConnector1">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cxnSp>
        <p:nvCxnSpPr>
          <p:cNvPr id="145" name="直接箭头连接符 144">
            <a:extLst>
              <a:ext uri="{FF2B5EF4-FFF2-40B4-BE49-F238E27FC236}">
                <a16:creationId xmlns:a16="http://schemas.microsoft.com/office/drawing/2014/main" id="{E9DFD4FC-4275-82D7-6194-24B212CDE693}"/>
              </a:ext>
            </a:extLst>
          </p:cNvPr>
          <p:cNvCxnSpPr>
            <a:cxnSpLocks/>
            <a:stCxn id="137" idx="1"/>
          </p:cNvCxnSpPr>
          <p:nvPr/>
        </p:nvCxnSpPr>
        <p:spPr>
          <a:xfrm flipH="1">
            <a:off x="2059912" y="2665812"/>
            <a:ext cx="496225" cy="287"/>
          </a:xfrm>
          <a:prstGeom prst="straightConnector1">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cxnSp>
        <p:nvCxnSpPr>
          <p:cNvPr id="148" name="直接箭头连接符 147">
            <a:extLst>
              <a:ext uri="{FF2B5EF4-FFF2-40B4-BE49-F238E27FC236}">
                <a16:creationId xmlns:a16="http://schemas.microsoft.com/office/drawing/2014/main" id="{C23E5815-1B9E-7633-4024-58BF64E25E02}"/>
              </a:ext>
            </a:extLst>
          </p:cNvPr>
          <p:cNvCxnSpPr>
            <a:cxnSpLocks/>
            <a:stCxn id="137" idx="3"/>
          </p:cNvCxnSpPr>
          <p:nvPr/>
        </p:nvCxnSpPr>
        <p:spPr>
          <a:xfrm>
            <a:off x="3445420" y="2665812"/>
            <a:ext cx="476245" cy="287"/>
          </a:xfrm>
          <a:prstGeom prst="straightConnector1">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sp>
        <p:nvSpPr>
          <p:cNvPr id="151" name="文本框 150">
            <a:extLst>
              <a:ext uri="{FF2B5EF4-FFF2-40B4-BE49-F238E27FC236}">
                <a16:creationId xmlns:a16="http://schemas.microsoft.com/office/drawing/2014/main" id="{8A8DE0B4-EF21-0A14-8AA6-CC5A94B6C50A}"/>
              </a:ext>
            </a:extLst>
          </p:cNvPr>
          <p:cNvSpPr txBox="1"/>
          <p:nvPr/>
        </p:nvSpPr>
        <p:spPr>
          <a:xfrm>
            <a:off x="2227224" y="2442896"/>
            <a:ext cx="275278" cy="215444"/>
          </a:xfrm>
          <a:prstGeom prst="rect">
            <a:avLst/>
          </a:prstGeom>
          <a:noFill/>
        </p:spPr>
        <p:txBody>
          <a:bodyPr wrap="square" rtlCol="0">
            <a:spAutoFit/>
          </a:bodyPr>
          <a:lstStyle/>
          <a:p>
            <a:pPr algn="ctr"/>
            <a:r>
              <a:rPr lang="zh-CN" altLang="en-US" sz="800" dirty="0"/>
              <a:t>否</a:t>
            </a:r>
          </a:p>
        </p:txBody>
      </p:sp>
      <p:sp>
        <p:nvSpPr>
          <p:cNvPr id="152" name="文本框 151">
            <a:extLst>
              <a:ext uri="{FF2B5EF4-FFF2-40B4-BE49-F238E27FC236}">
                <a16:creationId xmlns:a16="http://schemas.microsoft.com/office/drawing/2014/main" id="{76160814-A762-5BE3-B18A-8B63FE73D64B}"/>
              </a:ext>
            </a:extLst>
          </p:cNvPr>
          <p:cNvSpPr txBox="1"/>
          <p:nvPr/>
        </p:nvSpPr>
        <p:spPr>
          <a:xfrm>
            <a:off x="3499296" y="2439644"/>
            <a:ext cx="275278" cy="215444"/>
          </a:xfrm>
          <a:prstGeom prst="rect">
            <a:avLst/>
          </a:prstGeom>
          <a:noFill/>
        </p:spPr>
        <p:txBody>
          <a:bodyPr wrap="square" rtlCol="0">
            <a:spAutoFit/>
          </a:bodyPr>
          <a:lstStyle/>
          <a:p>
            <a:pPr algn="ctr"/>
            <a:r>
              <a:rPr lang="zh-CN" altLang="en-US" sz="800" dirty="0"/>
              <a:t>是</a:t>
            </a:r>
          </a:p>
        </p:txBody>
      </p:sp>
      <p:sp>
        <p:nvSpPr>
          <p:cNvPr id="154" name="流程图: 过程 153">
            <a:extLst>
              <a:ext uri="{FF2B5EF4-FFF2-40B4-BE49-F238E27FC236}">
                <a16:creationId xmlns:a16="http://schemas.microsoft.com/office/drawing/2014/main" id="{5EF0EBE5-B007-727F-FEA3-D470CC6F9F41}"/>
              </a:ext>
            </a:extLst>
          </p:cNvPr>
          <p:cNvSpPr/>
          <p:nvPr/>
        </p:nvSpPr>
        <p:spPr>
          <a:xfrm>
            <a:off x="4178930" y="2452009"/>
            <a:ext cx="1280065" cy="220037"/>
          </a:xfrm>
          <a:prstGeom prst="flowChartProcess">
            <a:avLst/>
          </a:prstGeom>
          <a:noFill/>
          <a:ln>
            <a:solidFill>
              <a:srgbClr val="C0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 预热关键参数冻结</a:t>
            </a:r>
          </a:p>
        </p:txBody>
      </p:sp>
      <p:sp>
        <p:nvSpPr>
          <p:cNvPr id="155" name="流程图: 过程 154">
            <a:extLst>
              <a:ext uri="{FF2B5EF4-FFF2-40B4-BE49-F238E27FC236}">
                <a16:creationId xmlns:a16="http://schemas.microsoft.com/office/drawing/2014/main" id="{E5F4FB7E-FBC2-B993-99F6-4BCAFB32D8E6}"/>
              </a:ext>
            </a:extLst>
          </p:cNvPr>
          <p:cNvSpPr/>
          <p:nvPr/>
        </p:nvSpPr>
        <p:spPr>
          <a:xfrm>
            <a:off x="4178930" y="2790104"/>
            <a:ext cx="1280065" cy="213801"/>
          </a:xfrm>
          <a:prstGeom prst="flowChartProcess">
            <a:avLst/>
          </a:prstGeom>
          <a:noFill/>
          <a:ln>
            <a:solidFill>
              <a:srgbClr val="C0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b="1" dirty="0">
                <a:solidFill>
                  <a:schemeClr val="tx1"/>
                </a:solidFill>
              </a:rPr>
              <a:t>梯度监测</a:t>
            </a:r>
            <a:r>
              <a:rPr lang="zh-CN" altLang="en-US" sz="1000" dirty="0"/>
              <a:t>联合训练</a:t>
            </a:r>
          </a:p>
        </p:txBody>
      </p:sp>
      <p:sp>
        <p:nvSpPr>
          <p:cNvPr id="156" name="流程图: 过程 155">
            <a:extLst>
              <a:ext uri="{FF2B5EF4-FFF2-40B4-BE49-F238E27FC236}">
                <a16:creationId xmlns:a16="http://schemas.microsoft.com/office/drawing/2014/main" id="{52B32476-89DD-8225-5894-C1B7AE3B3840}"/>
              </a:ext>
            </a:extLst>
          </p:cNvPr>
          <p:cNvSpPr/>
          <p:nvPr/>
        </p:nvSpPr>
        <p:spPr>
          <a:xfrm>
            <a:off x="4178930" y="3118068"/>
            <a:ext cx="1280065" cy="213801"/>
          </a:xfrm>
          <a:prstGeom prst="flowChartProcess">
            <a:avLst/>
          </a:prstGeom>
          <a:noFill/>
          <a:ln>
            <a:solidFill>
              <a:srgbClr val="C0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选择性激活梯度</a:t>
            </a:r>
          </a:p>
        </p:txBody>
      </p:sp>
      <p:sp>
        <p:nvSpPr>
          <p:cNvPr id="157" name="流程图: 过程 156">
            <a:extLst>
              <a:ext uri="{FF2B5EF4-FFF2-40B4-BE49-F238E27FC236}">
                <a16:creationId xmlns:a16="http://schemas.microsoft.com/office/drawing/2014/main" id="{A39E969D-3181-B628-4BD0-38AD810772D5}"/>
              </a:ext>
            </a:extLst>
          </p:cNvPr>
          <p:cNvSpPr/>
          <p:nvPr/>
        </p:nvSpPr>
        <p:spPr>
          <a:xfrm>
            <a:off x="4178929" y="3446032"/>
            <a:ext cx="1280065" cy="213801"/>
          </a:xfrm>
          <a:prstGeom prst="flowChartProcess">
            <a:avLst/>
          </a:prstGeom>
          <a:noFill/>
          <a:ln>
            <a:solidFill>
              <a:srgbClr val="C00000"/>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更新调度知识网络</a:t>
            </a:r>
          </a:p>
        </p:txBody>
      </p:sp>
      <p:sp>
        <p:nvSpPr>
          <p:cNvPr id="158" name="流程图: 过程 157">
            <a:extLst>
              <a:ext uri="{FF2B5EF4-FFF2-40B4-BE49-F238E27FC236}">
                <a16:creationId xmlns:a16="http://schemas.microsoft.com/office/drawing/2014/main" id="{BD6F547E-A0D2-7983-14EE-B2687B1B254C}"/>
              </a:ext>
            </a:extLst>
          </p:cNvPr>
          <p:cNvSpPr/>
          <p:nvPr/>
        </p:nvSpPr>
        <p:spPr>
          <a:xfrm>
            <a:off x="619254" y="2457751"/>
            <a:ext cx="1280065" cy="220037"/>
          </a:xfrm>
          <a:prstGeom prst="flowChartProcess">
            <a:avLst/>
          </a:prstGeom>
          <a:noFill/>
          <a:ln>
            <a:solidFill>
              <a:schemeClr val="accent2"/>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 读取历史调度知识</a:t>
            </a:r>
          </a:p>
        </p:txBody>
      </p:sp>
      <p:cxnSp>
        <p:nvCxnSpPr>
          <p:cNvPr id="159" name="直接箭头连接符 158">
            <a:extLst>
              <a:ext uri="{FF2B5EF4-FFF2-40B4-BE49-F238E27FC236}">
                <a16:creationId xmlns:a16="http://schemas.microsoft.com/office/drawing/2014/main" id="{673E62B2-D42B-CA98-70C6-4F2B529DEB10}"/>
              </a:ext>
            </a:extLst>
          </p:cNvPr>
          <p:cNvCxnSpPr>
            <a:cxnSpLocks/>
            <a:stCxn id="154" idx="2"/>
          </p:cNvCxnSpPr>
          <p:nvPr/>
        </p:nvCxnSpPr>
        <p:spPr>
          <a:xfrm>
            <a:off x="4818963" y="2672046"/>
            <a:ext cx="0" cy="118058"/>
          </a:xfrm>
          <a:prstGeom prst="straightConnector1">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cxnSp>
        <p:nvCxnSpPr>
          <p:cNvPr id="162" name="直接箭头连接符 161">
            <a:extLst>
              <a:ext uri="{FF2B5EF4-FFF2-40B4-BE49-F238E27FC236}">
                <a16:creationId xmlns:a16="http://schemas.microsoft.com/office/drawing/2014/main" id="{B009B73A-2A86-6BA1-B26F-1181F7507859}"/>
              </a:ext>
            </a:extLst>
          </p:cNvPr>
          <p:cNvCxnSpPr>
            <a:cxnSpLocks/>
            <a:endCxn id="156" idx="0"/>
          </p:cNvCxnSpPr>
          <p:nvPr/>
        </p:nvCxnSpPr>
        <p:spPr>
          <a:xfrm>
            <a:off x="4818963" y="3003905"/>
            <a:ext cx="0" cy="114163"/>
          </a:xfrm>
          <a:prstGeom prst="straightConnector1">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cxnSp>
        <p:nvCxnSpPr>
          <p:cNvPr id="165" name="直接箭头连接符 164">
            <a:extLst>
              <a:ext uri="{FF2B5EF4-FFF2-40B4-BE49-F238E27FC236}">
                <a16:creationId xmlns:a16="http://schemas.microsoft.com/office/drawing/2014/main" id="{4C78A745-27DD-F640-DEE3-428C0BFA4F08}"/>
              </a:ext>
            </a:extLst>
          </p:cNvPr>
          <p:cNvCxnSpPr>
            <a:cxnSpLocks/>
            <a:stCxn id="156" idx="2"/>
            <a:endCxn id="157" idx="0"/>
          </p:cNvCxnSpPr>
          <p:nvPr/>
        </p:nvCxnSpPr>
        <p:spPr>
          <a:xfrm flipH="1">
            <a:off x="4818962" y="3331869"/>
            <a:ext cx="1" cy="114163"/>
          </a:xfrm>
          <a:prstGeom prst="straightConnector1">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sp>
        <p:nvSpPr>
          <p:cNvPr id="168" name="流程图: 过程 167">
            <a:extLst>
              <a:ext uri="{FF2B5EF4-FFF2-40B4-BE49-F238E27FC236}">
                <a16:creationId xmlns:a16="http://schemas.microsoft.com/office/drawing/2014/main" id="{BE95E126-2079-E78B-6658-A5239059E166}"/>
              </a:ext>
            </a:extLst>
          </p:cNvPr>
          <p:cNvSpPr/>
          <p:nvPr/>
        </p:nvSpPr>
        <p:spPr>
          <a:xfrm>
            <a:off x="616010" y="3359771"/>
            <a:ext cx="1280065" cy="220037"/>
          </a:xfrm>
          <a:prstGeom prst="flowChartProcess">
            <a:avLst/>
          </a:prstGeom>
          <a:noFill/>
          <a:ln>
            <a:solidFill>
              <a:schemeClr val="accent2"/>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 指导调度方案执行</a:t>
            </a:r>
          </a:p>
        </p:txBody>
      </p:sp>
      <p:cxnSp>
        <p:nvCxnSpPr>
          <p:cNvPr id="169" name="直接箭头连接符 168">
            <a:extLst>
              <a:ext uri="{FF2B5EF4-FFF2-40B4-BE49-F238E27FC236}">
                <a16:creationId xmlns:a16="http://schemas.microsoft.com/office/drawing/2014/main" id="{476CCA9A-4DCB-24FB-24BE-D52687154245}"/>
              </a:ext>
            </a:extLst>
          </p:cNvPr>
          <p:cNvCxnSpPr>
            <a:cxnSpLocks/>
          </p:cNvCxnSpPr>
          <p:nvPr/>
        </p:nvCxnSpPr>
        <p:spPr>
          <a:xfrm>
            <a:off x="1713343" y="2687968"/>
            <a:ext cx="1896" cy="654081"/>
          </a:xfrm>
          <a:prstGeom prst="straightConnector1">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sp>
        <p:nvSpPr>
          <p:cNvPr id="173" name="流程图: 过程 172">
            <a:extLst>
              <a:ext uri="{FF2B5EF4-FFF2-40B4-BE49-F238E27FC236}">
                <a16:creationId xmlns:a16="http://schemas.microsoft.com/office/drawing/2014/main" id="{89F4BA95-26A2-FA1D-E7DC-A1828673740B}"/>
              </a:ext>
            </a:extLst>
          </p:cNvPr>
          <p:cNvSpPr/>
          <p:nvPr/>
        </p:nvSpPr>
        <p:spPr>
          <a:xfrm>
            <a:off x="616009" y="2908109"/>
            <a:ext cx="972201" cy="213801"/>
          </a:xfrm>
          <a:prstGeom prst="flowChartProcess">
            <a:avLst/>
          </a:prstGeom>
          <a:noFill/>
          <a:ln>
            <a:solidFill>
              <a:schemeClr val="accent2"/>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调度知识更新</a:t>
            </a:r>
          </a:p>
        </p:txBody>
      </p:sp>
      <p:cxnSp>
        <p:nvCxnSpPr>
          <p:cNvPr id="178" name="连接符: 肘形 177">
            <a:extLst>
              <a:ext uri="{FF2B5EF4-FFF2-40B4-BE49-F238E27FC236}">
                <a16:creationId xmlns:a16="http://schemas.microsoft.com/office/drawing/2014/main" id="{74509FCA-D23E-DAEB-0547-0C2DD8075CE7}"/>
              </a:ext>
            </a:extLst>
          </p:cNvPr>
          <p:cNvCxnSpPr>
            <a:stCxn id="157" idx="2"/>
            <a:endCxn id="173" idx="1"/>
          </p:cNvCxnSpPr>
          <p:nvPr/>
        </p:nvCxnSpPr>
        <p:spPr>
          <a:xfrm rot="5400000" flipH="1">
            <a:off x="2395074" y="1235946"/>
            <a:ext cx="644823" cy="4202953"/>
          </a:xfrm>
          <a:prstGeom prst="bentConnector4">
            <a:avLst>
              <a:gd name="adj1" fmla="val -43244"/>
              <a:gd name="adj2" fmla="val 106395"/>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cxnSp>
        <p:nvCxnSpPr>
          <p:cNvPr id="181" name="直接箭头连接符 180">
            <a:extLst>
              <a:ext uri="{FF2B5EF4-FFF2-40B4-BE49-F238E27FC236}">
                <a16:creationId xmlns:a16="http://schemas.microsoft.com/office/drawing/2014/main" id="{F8C9EF5A-739B-9297-83FC-5E43E84BFA0E}"/>
              </a:ext>
            </a:extLst>
          </p:cNvPr>
          <p:cNvCxnSpPr>
            <a:cxnSpLocks/>
            <a:endCxn id="173" idx="0"/>
          </p:cNvCxnSpPr>
          <p:nvPr/>
        </p:nvCxnSpPr>
        <p:spPr>
          <a:xfrm>
            <a:off x="1102110" y="2684947"/>
            <a:ext cx="0" cy="223162"/>
          </a:xfrm>
          <a:prstGeom prst="straightConnector1">
            <a:avLst/>
          </a:prstGeom>
          <a:ln>
            <a:solidFill>
              <a:schemeClr val="tx1"/>
            </a:solidFill>
            <a:prstDash val="sysDash"/>
            <a:tailEnd type="triangle"/>
          </a:ln>
        </p:spPr>
        <p:style>
          <a:lnRef idx="2">
            <a:schemeClr val="accent2"/>
          </a:lnRef>
          <a:fillRef idx="0">
            <a:schemeClr val="accent2"/>
          </a:fillRef>
          <a:effectRef idx="1">
            <a:schemeClr val="accent2"/>
          </a:effectRef>
          <a:fontRef idx="minor">
            <a:schemeClr val="tx1"/>
          </a:fontRef>
        </p:style>
      </p:cxnSp>
      <p:cxnSp>
        <p:nvCxnSpPr>
          <p:cNvPr id="185" name="直接箭头连接符 184">
            <a:extLst>
              <a:ext uri="{FF2B5EF4-FFF2-40B4-BE49-F238E27FC236}">
                <a16:creationId xmlns:a16="http://schemas.microsoft.com/office/drawing/2014/main" id="{005BBFD4-5C55-D133-7B8E-39A2A058D3BB}"/>
              </a:ext>
            </a:extLst>
          </p:cNvPr>
          <p:cNvCxnSpPr>
            <a:cxnSpLocks/>
          </p:cNvCxnSpPr>
          <p:nvPr/>
        </p:nvCxnSpPr>
        <p:spPr>
          <a:xfrm>
            <a:off x="1095551" y="3125423"/>
            <a:ext cx="0" cy="223162"/>
          </a:xfrm>
          <a:prstGeom prst="straightConnector1">
            <a:avLst/>
          </a:prstGeom>
          <a:ln>
            <a:solidFill>
              <a:schemeClr val="tx1"/>
            </a:solidFill>
            <a:prstDash val="sysDash"/>
            <a:tailEnd type="triangle"/>
          </a:ln>
        </p:spPr>
        <p:style>
          <a:lnRef idx="2">
            <a:schemeClr val="accent2"/>
          </a:lnRef>
          <a:fillRef idx="0">
            <a:schemeClr val="accent2"/>
          </a:fillRef>
          <a:effectRef idx="1">
            <a:schemeClr val="accent2"/>
          </a:effectRef>
          <a:fontRef idx="minor">
            <a:schemeClr val="tx1"/>
          </a:fontRef>
        </p:style>
      </p:cxnSp>
      <p:sp>
        <p:nvSpPr>
          <p:cNvPr id="198" name="流程图: 过程 197">
            <a:extLst>
              <a:ext uri="{FF2B5EF4-FFF2-40B4-BE49-F238E27FC236}">
                <a16:creationId xmlns:a16="http://schemas.microsoft.com/office/drawing/2014/main" id="{BA1F1198-8B38-02F8-1EB2-E4E218132059}"/>
              </a:ext>
            </a:extLst>
          </p:cNvPr>
          <p:cNvSpPr/>
          <p:nvPr/>
        </p:nvSpPr>
        <p:spPr>
          <a:xfrm>
            <a:off x="2556548" y="3440250"/>
            <a:ext cx="888457" cy="220207"/>
          </a:xfrm>
          <a:prstGeom prst="flowChartProcess">
            <a:avLst/>
          </a:prstGeom>
          <a:noFill/>
          <a:ln>
            <a:solidFill>
              <a:schemeClr val="accent2"/>
            </a:solidFill>
            <a:prstDash val="solid"/>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特征数据</a:t>
            </a:r>
          </a:p>
        </p:txBody>
      </p:sp>
      <p:cxnSp>
        <p:nvCxnSpPr>
          <p:cNvPr id="199" name="直接箭头连接符 198">
            <a:extLst>
              <a:ext uri="{FF2B5EF4-FFF2-40B4-BE49-F238E27FC236}">
                <a16:creationId xmlns:a16="http://schemas.microsoft.com/office/drawing/2014/main" id="{278D49AE-F7D1-9F08-0278-A57A9334D523}"/>
              </a:ext>
            </a:extLst>
          </p:cNvPr>
          <p:cNvCxnSpPr>
            <a:cxnSpLocks/>
            <a:stCxn id="198" idx="0"/>
          </p:cNvCxnSpPr>
          <p:nvPr/>
        </p:nvCxnSpPr>
        <p:spPr>
          <a:xfrm flipV="1">
            <a:off x="3000777" y="3331869"/>
            <a:ext cx="1" cy="108381"/>
          </a:xfrm>
          <a:prstGeom prst="straightConnector1">
            <a:avLst/>
          </a:prstGeom>
          <a:ln>
            <a:solidFill>
              <a:schemeClr val="tx1"/>
            </a:solidFill>
            <a:prstDash val="solid"/>
            <a:tailEnd type="triangle"/>
          </a:ln>
        </p:spPr>
        <p:style>
          <a:lnRef idx="2">
            <a:schemeClr val="accent2"/>
          </a:lnRef>
          <a:fillRef idx="0">
            <a:schemeClr val="accent2"/>
          </a:fillRef>
          <a:effectRef idx="1">
            <a:schemeClr val="accent2"/>
          </a:effectRef>
          <a:fontRef idx="minor">
            <a:schemeClr val="tx1"/>
          </a:fontRef>
        </p:style>
      </p:cxnSp>
      <p:sp>
        <p:nvSpPr>
          <p:cNvPr id="203" name="文本框 202">
            <a:extLst>
              <a:ext uri="{FF2B5EF4-FFF2-40B4-BE49-F238E27FC236}">
                <a16:creationId xmlns:a16="http://schemas.microsoft.com/office/drawing/2014/main" id="{F865533D-D900-ADB6-B325-72EA4B5A671E}"/>
              </a:ext>
            </a:extLst>
          </p:cNvPr>
          <p:cNvSpPr txBox="1"/>
          <p:nvPr/>
        </p:nvSpPr>
        <p:spPr>
          <a:xfrm>
            <a:off x="6457971" y="1459760"/>
            <a:ext cx="2178731" cy="2492990"/>
          </a:xfrm>
          <a:prstGeom prst="rect">
            <a:avLst/>
          </a:prstGeom>
          <a:noFill/>
        </p:spPr>
        <p:txBody>
          <a:bodyPr wrap="square" rtlCol="0">
            <a:spAutoFit/>
          </a:bodyPr>
          <a:lstStyle/>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梯度监测增量学习</a:t>
            </a:r>
            <a:endPar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预热阶段：</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拆分调度知识网络为任务专属层（随机初始化）与共享表征层（继承历史参数），冻结共享层，仅训练任务层。</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dirty="0">
              <a:solidFill>
                <a:srgbClr val="292934"/>
              </a:solidFill>
              <a:latin typeface="微软雅黑" panose="020B0503020204020204" pitchFamily="34" charset="-122"/>
              <a:ea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联合训练阶段：</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解冻共享层，双损失（当前任务 </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历史蒸馏）反向传播；借梯度监测生成掩码，选控共享层梯度，实现新旧知识融合。</a:t>
            </a:r>
            <a:endParaRPr lang="zh-CN" altLang="en-US" sz="1200" dirty="0"/>
          </a:p>
        </p:txBody>
      </p:sp>
    </p:spTree>
    <p:extLst>
      <p:ext uri="{BB962C8B-B14F-4D97-AF65-F5344CB8AC3E}">
        <p14:creationId xmlns:p14="http://schemas.microsoft.com/office/powerpoint/2010/main" val="166332165"/>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C0A049-7E11-4669-9124-A6DC522F621D}"/>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29EFD268-2550-73FA-EA40-A8BCD19243F9}"/>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技术路线</a:t>
            </a:r>
          </a:p>
        </p:txBody>
      </p:sp>
      <p:sp>
        <p:nvSpPr>
          <p:cNvPr id="8" name="文本框 7">
            <a:extLst>
              <a:ext uri="{FF2B5EF4-FFF2-40B4-BE49-F238E27FC236}">
                <a16:creationId xmlns:a16="http://schemas.microsoft.com/office/drawing/2014/main" id="{C5807180-A1C8-4AA9-C129-8F0AAEC810F9}"/>
              </a:ext>
            </a:extLst>
          </p:cNvPr>
          <p:cNvSpPr txBox="1"/>
          <p:nvPr/>
        </p:nvSpPr>
        <p:spPr>
          <a:xfrm>
            <a:off x="120025" y="587183"/>
            <a:ext cx="5761514"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多机型工艺变更下的调度知识重构式演化</a:t>
            </a:r>
            <a:r>
              <a:rPr kumimoji="1" lang="en-US" altLang="zh-CN" sz="1600" b="1" dirty="0">
                <a:solidFill>
                  <a:srgbClr val="5B9BD5"/>
                </a:solidFill>
                <a:latin typeface="Microsoft YaHei" panose="020B0503020204020204" pitchFamily="34" charset="-122"/>
                <a:ea typeface="Microsoft YaHei" panose="020B0503020204020204" pitchFamily="34" charset="-122"/>
              </a:rPr>
              <a:t>——</a:t>
            </a:r>
            <a:r>
              <a:rPr kumimoji="1" lang="zh-CN" altLang="en-US" sz="1600" b="1" dirty="0">
                <a:solidFill>
                  <a:srgbClr val="5B9BD5"/>
                </a:solidFill>
                <a:latin typeface="Microsoft YaHei" panose="020B0503020204020204" pitchFamily="34" charset="-122"/>
                <a:ea typeface="Microsoft YaHei" panose="020B0503020204020204" pitchFamily="34" charset="-122"/>
              </a:rPr>
              <a:t>研究内容</a:t>
            </a:r>
            <a:r>
              <a:rPr kumimoji="1" lang="en-US" altLang="zh-CN" sz="1600" b="1" dirty="0">
                <a:solidFill>
                  <a:srgbClr val="5B9BD5"/>
                </a:solidFill>
                <a:latin typeface="Microsoft YaHei" panose="020B0503020204020204" pitchFamily="34" charset="-122"/>
                <a:ea typeface="Microsoft YaHei" panose="020B0503020204020204" pitchFamily="34" charset="-122"/>
              </a:rPr>
              <a:t>3</a:t>
            </a:r>
            <a:endParaRPr kumimoji="1" lang="zh-CN" altLang="en-US" sz="1600" b="1" dirty="0">
              <a:solidFill>
                <a:srgbClr val="5B9BD5"/>
              </a:solidFill>
              <a:latin typeface="Microsoft YaHei" panose="020B0503020204020204" pitchFamily="34" charset="-122"/>
              <a:ea typeface="Microsoft YaHei" panose="020B0503020204020204" pitchFamily="34" charset="-122"/>
            </a:endParaRPr>
          </a:p>
        </p:txBody>
      </p:sp>
      <p:sp>
        <p:nvSpPr>
          <p:cNvPr id="2" name="流程图: 过程 1">
            <a:extLst>
              <a:ext uri="{FF2B5EF4-FFF2-40B4-BE49-F238E27FC236}">
                <a16:creationId xmlns:a16="http://schemas.microsoft.com/office/drawing/2014/main" id="{722DB18F-A4AD-FE73-E07D-7464D373FF55}"/>
              </a:ext>
            </a:extLst>
          </p:cNvPr>
          <p:cNvSpPr/>
          <p:nvPr/>
        </p:nvSpPr>
        <p:spPr>
          <a:xfrm>
            <a:off x="438307" y="1992303"/>
            <a:ext cx="1385274" cy="1831551"/>
          </a:xfrm>
          <a:prstGeom prst="flowChartProcess">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6" name="流程图: 过程 5">
            <a:extLst>
              <a:ext uri="{FF2B5EF4-FFF2-40B4-BE49-F238E27FC236}">
                <a16:creationId xmlns:a16="http://schemas.microsoft.com/office/drawing/2014/main" id="{2488BEFE-B994-F3B4-7497-BBE7FA99C10D}"/>
              </a:ext>
            </a:extLst>
          </p:cNvPr>
          <p:cNvSpPr/>
          <p:nvPr/>
        </p:nvSpPr>
        <p:spPr>
          <a:xfrm>
            <a:off x="2027622" y="1992304"/>
            <a:ext cx="2415907" cy="1831550"/>
          </a:xfrm>
          <a:prstGeom prst="flowChartProcess">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15" name="流程图: 过程 14">
            <a:extLst>
              <a:ext uri="{FF2B5EF4-FFF2-40B4-BE49-F238E27FC236}">
                <a16:creationId xmlns:a16="http://schemas.microsoft.com/office/drawing/2014/main" id="{C367CB79-0514-1017-B3C0-96E194865CB0}"/>
              </a:ext>
            </a:extLst>
          </p:cNvPr>
          <p:cNvSpPr/>
          <p:nvPr/>
        </p:nvSpPr>
        <p:spPr>
          <a:xfrm>
            <a:off x="4609783" y="1991538"/>
            <a:ext cx="1647430" cy="1831550"/>
          </a:xfrm>
          <a:prstGeom prst="flowChartProcess">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16" name="流程图: 过程 15">
            <a:extLst>
              <a:ext uri="{FF2B5EF4-FFF2-40B4-BE49-F238E27FC236}">
                <a16:creationId xmlns:a16="http://schemas.microsoft.com/office/drawing/2014/main" id="{035C8479-0D5F-6191-CBDE-C3C828EC8E82}"/>
              </a:ext>
            </a:extLst>
          </p:cNvPr>
          <p:cNvSpPr/>
          <p:nvPr/>
        </p:nvSpPr>
        <p:spPr>
          <a:xfrm>
            <a:off x="437315" y="3989670"/>
            <a:ext cx="5830866" cy="822819"/>
          </a:xfrm>
          <a:prstGeom prst="flowChartProcess">
            <a:avLst/>
          </a:prstGeom>
          <a:ln w="19050">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22" name="文本框 21">
            <a:extLst>
              <a:ext uri="{FF2B5EF4-FFF2-40B4-BE49-F238E27FC236}">
                <a16:creationId xmlns:a16="http://schemas.microsoft.com/office/drawing/2014/main" id="{D62B034D-5BA5-1C88-A06F-55945ED3F354}"/>
              </a:ext>
            </a:extLst>
          </p:cNvPr>
          <p:cNvSpPr txBox="1"/>
          <p:nvPr/>
        </p:nvSpPr>
        <p:spPr>
          <a:xfrm>
            <a:off x="272053" y="2000037"/>
            <a:ext cx="1647430" cy="246221"/>
          </a:xfrm>
          <a:prstGeom prst="rect">
            <a:avLst/>
          </a:prstGeom>
          <a:noFill/>
        </p:spPr>
        <p:txBody>
          <a:bodyPr wrap="square" rtlCol="0">
            <a:spAutoFit/>
          </a:bodyPr>
          <a:lstStyle/>
          <a:p>
            <a:pPr algn="ctr"/>
            <a:r>
              <a:rPr lang="zh-CN" altLang="en-US" sz="1000" b="1" dirty="0"/>
              <a:t>概念偏移检测模块</a:t>
            </a:r>
          </a:p>
        </p:txBody>
      </p:sp>
      <p:sp>
        <p:nvSpPr>
          <p:cNvPr id="23" name="文本框 22">
            <a:extLst>
              <a:ext uri="{FF2B5EF4-FFF2-40B4-BE49-F238E27FC236}">
                <a16:creationId xmlns:a16="http://schemas.microsoft.com/office/drawing/2014/main" id="{FCA59A91-2457-4825-4087-E5E8DD904352}"/>
              </a:ext>
            </a:extLst>
          </p:cNvPr>
          <p:cNvSpPr txBox="1"/>
          <p:nvPr/>
        </p:nvSpPr>
        <p:spPr>
          <a:xfrm>
            <a:off x="2300394" y="1993097"/>
            <a:ext cx="1870362" cy="246221"/>
          </a:xfrm>
          <a:prstGeom prst="rect">
            <a:avLst/>
          </a:prstGeom>
          <a:noFill/>
        </p:spPr>
        <p:txBody>
          <a:bodyPr wrap="square" rtlCol="0">
            <a:spAutoFit/>
          </a:bodyPr>
          <a:lstStyle/>
          <a:p>
            <a:pPr algn="ctr"/>
            <a:r>
              <a:rPr lang="zh-CN" altLang="en-US" sz="1000" b="1" dirty="0"/>
              <a:t>飞机历史调度知识存储库模块</a:t>
            </a:r>
          </a:p>
        </p:txBody>
      </p:sp>
      <p:sp>
        <p:nvSpPr>
          <p:cNvPr id="24" name="文本框 23">
            <a:extLst>
              <a:ext uri="{FF2B5EF4-FFF2-40B4-BE49-F238E27FC236}">
                <a16:creationId xmlns:a16="http://schemas.microsoft.com/office/drawing/2014/main" id="{DEC9547F-E50C-267D-9A66-A7C18CE6A6A6}"/>
              </a:ext>
            </a:extLst>
          </p:cNvPr>
          <p:cNvSpPr txBox="1"/>
          <p:nvPr/>
        </p:nvSpPr>
        <p:spPr>
          <a:xfrm>
            <a:off x="4613193" y="1991538"/>
            <a:ext cx="1647430" cy="246221"/>
          </a:xfrm>
          <a:prstGeom prst="rect">
            <a:avLst/>
          </a:prstGeom>
          <a:noFill/>
        </p:spPr>
        <p:txBody>
          <a:bodyPr wrap="square" rtlCol="0">
            <a:spAutoFit/>
          </a:bodyPr>
          <a:lstStyle/>
          <a:p>
            <a:pPr algn="ctr"/>
            <a:r>
              <a:rPr lang="zh-CN" altLang="en-US" sz="1000" b="1" dirty="0"/>
              <a:t>知识迁移预演化模块</a:t>
            </a:r>
          </a:p>
        </p:txBody>
      </p:sp>
      <p:sp>
        <p:nvSpPr>
          <p:cNvPr id="27" name="文本框 26">
            <a:extLst>
              <a:ext uri="{FF2B5EF4-FFF2-40B4-BE49-F238E27FC236}">
                <a16:creationId xmlns:a16="http://schemas.microsoft.com/office/drawing/2014/main" id="{6E47C6C1-C76A-EA27-3EE3-2083ABC4701C}"/>
              </a:ext>
            </a:extLst>
          </p:cNvPr>
          <p:cNvSpPr txBox="1"/>
          <p:nvPr/>
        </p:nvSpPr>
        <p:spPr>
          <a:xfrm>
            <a:off x="2112565" y="3982730"/>
            <a:ext cx="2480364" cy="246221"/>
          </a:xfrm>
          <a:prstGeom prst="rect">
            <a:avLst/>
          </a:prstGeom>
          <a:noFill/>
        </p:spPr>
        <p:txBody>
          <a:bodyPr wrap="square" rtlCol="0">
            <a:spAutoFit/>
          </a:bodyPr>
          <a:lstStyle/>
          <a:p>
            <a:pPr algn="ctr"/>
            <a:r>
              <a:rPr lang="zh-CN" altLang="en-US" sz="1000" b="1" dirty="0"/>
              <a:t>知识重构演化模块</a:t>
            </a:r>
          </a:p>
        </p:txBody>
      </p:sp>
      <p:sp>
        <p:nvSpPr>
          <p:cNvPr id="29" name="矩形 28">
            <a:extLst>
              <a:ext uri="{FF2B5EF4-FFF2-40B4-BE49-F238E27FC236}">
                <a16:creationId xmlns:a16="http://schemas.microsoft.com/office/drawing/2014/main" id="{3F7E2CCC-C6B6-9CDE-8563-C934D6B4CFDE}"/>
              </a:ext>
            </a:extLst>
          </p:cNvPr>
          <p:cNvSpPr/>
          <p:nvPr/>
        </p:nvSpPr>
        <p:spPr>
          <a:xfrm>
            <a:off x="2818770" y="2275919"/>
            <a:ext cx="1371599" cy="29583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核心层（复用）</a:t>
            </a:r>
          </a:p>
        </p:txBody>
      </p:sp>
      <p:sp>
        <p:nvSpPr>
          <p:cNvPr id="30" name="矩形 29">
            <a:extLst>
              <a:ext uri="{FF2B5EF4-FFF2-40B4-BE49-F238E27FC236}">
                <a16:creationId xmlns:a16="http://schemas.microsoft.com/office/drawing/2014/main" id="{7EA4D29F-FDDD-BDD8-865B-14E1F5CC7AAE}"/>
              </a:ext>
            </a:extLst>
          </p:cNvPr>
          <p:cNvSpPr/>
          <p:nvPr/>
        </p:nvSpPr>
        <p:spPr>
          <a:xfrm>
            <a:off x="2173141" y="2275919"/>
            <a:ext cx="273276" cy="1428705"/>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工艺变更特征库</a:t>
            </a:r>
          </a:p>
        </p:txBody>
      </p:sp>
      <p:sp>
        <p:nvSpPr>
          <p:cNvPr id="31" name="矩形 30">
            <a:extLst>
              <a:ext uri="{FF2B5EF4-FFF2-40B4-BE49-F238E27FC236}">
                <a16:creationId xmlns:a16="http://schemas.microsoft.com/office/drawing/2014/main" id="{CD8CE389-3E81-9CE1-AC13-D43129DA6450}"/>
              </a:ext>
            </a:extLst>
          </p:cNvPr>
          <p:cNvSpPr/>
          <p:nvPr/>
        </p:nvSpPr>
        <p:spPr>
          <a:xfrm>
            <a:off x="2818770" y="2822768"/>
            <a:ext cx="1371599" cy="29583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适配层（调整）</a:t>
            </a:r>
          </a:p>
        </p:txBody>
      </p:sp>
      <p:sp>
        <p:nvSpPr>
          <p:cNvPr id="32" name="矩形 31">
            <a:extLst>
              <a:ext uri="{FF2B5EF4-FFF2-40B4-BE49-F238E27FC236}">
                <a16:creationId xmlns:a16="http://schemas.microsoft.com/office/drawing/2014/main" id="{A680621F-FF88-DEFA-3CFA-8F74F82F7DE4}"/>
              </a:ext>
            </a:extLst>
          </p:cNvPr>
          <p:cNvSpPr/>
          <p:nvPr/>
        </p:nvSpPr>
        <p:spPr>
          <a:xfrm>
            <a:off x="678788" y="2275919"/>
            <a:ext cx="891729" cy="227485"/>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工艺信息</a:t>
            </a:r>
          </a:p>
        </p:txBody>
      </p:sp>
      <p:sp>
        <p:nvSpPr>
          <p:cNvPr id="34" name="矩形 33">
            <a:extLst>
              <a:ext uri="{FF2B5EF4-FFF2-40B4-BE49-F238E27FC236}">
                <a16:creationId xmlns:a16="http://schemas.microsoft.com/office/drawing/2014/main" id="{777CF6AA-F646-7523-3D4D-66D04CEC12B9}"/>
              </a:ext>
            </a:extLst>
          </p:cNvPr>
          <p:cNvSpPr/>
          <p:nvPr/>
        </p:nvSpPr>
        <p:spPr>
          <a:xfrm>
            <a:off x="4848680" y="3380501"/>
            <a:ext cx="445384" cy="316265"/>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增量微调</a:t>
            </a:r>
          </a:p>
        </p:txBody>
      </p:sp>
      <p:sp>
        <p:nvSpPr>
          <p:cNvPr id="36" name="矩形 35">
            <a:extLst>
              <a:ext uri="{FF2B5EF4-FFF2-40B4-BE49-F238E27FC236}">
                <a16:creationId xmlns:a16="http://schemas.microsoft.com/office/drawing/2014/main" id="{941069D1-4D53-554A-D167-903B95CECF29}"/>
              </a:ext>
            </a:extLst>
          </p:cNvPr>
          <p:cNvSpPr/>
          <p:nvPr/>
        </p:nvSpPr>
        <p:spPr>
          <a:xfrm>
            <a:off x="438307" y="1040008"/>
            <a:ext cx="5830866" cy="808891"/>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37" name="文本框 36">
            <a:extLst>
              <a:ext uri="{FF2B5EF4-FFF2-40B4-BE49-F238E27FC236}">
                <a16:creationId xmlns:a16="http://schemas.microsoft.com/office/drawing/2014/main" id="{B46F677F-42EA-4B9A-1741-B91E3B8E2864}"/>
              </a:ext>
            </a:extLst>
          </p:cNvPr>
          <p:cNvSpPr txBox="1"/>
          <p:nvPr/>
        </p:nvSpPr>
        <p:spPr>
          <a:xfrm>
            <a:off x="2664042" y="1022427"/>
            <a:ext cx="1377411" cy="246221"/>
          </a:xfrm>
          <a:prstGeom prst="rect">
            <a:avLst/>
          </a:prstGeom>
          <a:noFill/>
        </p:spPr>
        <p:txBody>
          <a:bodyPr wrap="square" rtlCol="0">
            <a:spAutoFit/>
          </a:bodyPr>
          <a:lstStyle/>
          <a:p>
            <a:pPr algn="ctr"/>
            <a:r>
              <a:rPr lang="zh-CN" altLang="en-US" sz="1000" b="1" dirty="0"/>
              <a:t>脉动装配线实体车间</a:t>
            </a:r>
          </a:p>
        </p:txBody>
      </p:sp>
      <p:pic>
        <p:nvPicPr>
          <p:cNvPr id="38" name="图形 37" descr="飞机 轮廓">
            <a:extLst>
              <a:ext uri="{FF2B5EF4-FFF2-40B4-BE49-F238E27FC236}">
                <a16:creationId xmlns:a16="http://schemas.microsoft.com/office/drawing/2014/main" id="{C02C93BB-3498-5850-4B93-E07AA6A6A8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3602680" y="1354085"/>
            <a:ext cx="457200" cy="457200"/>
          </a:xfrm>
          <a:prstGeom prst="rect">
            <a:avLst/>
          </a:prstGeom>
        </p:spPr>
      </p:pic>
      <p:cxnSp>
        <p:nvCxnSpPr>
          <p:cNvPr id="39" name="直接箭头连接符 38">
            <a:extLst>
              <a:ext uri="{FF2B5EF4-FFF2-40B4-BE49-F238E27FC236}">
                <a16:creationId xmlns:a16="http://schemas.microsoft.com/office/drawing/2014/main" id="{C66D8A66-8648-A09D-2BAB-D3C452F0E715}"/>
              </a:ext>
            </a:extLst>
          </p:cNvPr>
          <p:cNvCxnSpPr/>
          <p:nvPr/>
        </p:nvCxnSpPr>
        <p:spPr>
          <a:xfrm>
            <a:off x="4109717" y="1582685"/>
            <a:ext cx="1816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40" name="图形 39" descr="飞机 轮廓">
            <a:extLst>
              <a:ext uri="{FF2B5EF4-FFF2-40B4-BE49-F238E27FC236}">
                <a16:creationId xmlns:a16="http://schemas.microsoft.com/office/drawing/2014/main" id="{1628341C-A70C-21F3-B4C8-863A711154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4351445" y="1354085"/>
            <a:ext cx="457200" cy="457200"/>
          </a:xfrm>
          <a:prstGeom prst="rect">
            <a:avLst/>
          </a:prstGeom>
        </p:spPr>
      </p:pic>
      <p:pic>
        <p:nvPicPr>
          <p:cNvPr id="41" name="图形 40" descr="飞机 轮廓">
            <a:extLst>
              <a:ext uri="{FF2B5EF4-FFF2-40B4-BE49-F238E27FC236}">
                <a16:creationId xmlns:a16="http://schemas.microsoft.com/office/drawing/2014/main" id="{A0A985C7-C3C0-5F55-1360-7B4E0D495F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5658532" y="1357220"/>
            <a:ext cx="457200" cy="457200"/>
          </a:xfrm>
          <a:prstGeom prst="rect">
            <a:avLst/>
          </a:prstGeom>
        </p:spPr>
      </p:pic>
      <p:cxnSp>
        <p:nvCxnSpPr>
          <p:cNvPr id="42" name="直接箭头连接符 41">
            <a:extLst>
              <a:ext uri="{FF2B5EF4-FFF2-40B4-BE49-F238E27FC236}">
                <a16:creationId xmlns:a16="http://schemas.microsoft.com/office/drawing/2014/main" id="{9741E2C7-94F6-2F17-8C84-B8615B8E6B1A}"/>
              </a:ext>
            </a:extLst>
          </p:cNvPr>
          <p:cNvCxnSpPr/>
          <p:nvPr/>
        </p:nvCxnSpPr>
        <p:spPr>
          <a:xfrm>
            <a:off x="4878387" y="1575701"/>
            <a:ext cx="1816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直接箭头连接符 42">
            <a:extLst>
              <a:ext uri="{FF2B5EF4-FFF2-40B4-BE49-F238E27FC236}">
                <a16:creationId xmlns:a16="http://schemas.microsoft.com/office/drawing/2014/main" id="{CCFC59C4-C1AD-E8BA-787C-FB1ADEFD503B}"/>
              </a:ext>
            </a:extLst>
          </p:cNvPr>
          <p:cNvCxnSpPr/>
          <p:nvPr/>
        </p:nvCxnSpPr>
        <p:spPr>
          <a:xfrm>
            <a:off x="5431481" y="1575701"/>
            <a:ext cx="1816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文本框 43">
            <a:extLst>
              <a:ext uri="{FF2B5EF4-FFF2-40B4-BE49-F238E27FC236}">
                <a16:creationId xmlns:a16="http://schemas.microsoft.com/office/drawing/2014/main" id="{7F80BBC2-EA1D-FCD3-FF3E-B87262366981}"/>
              </a:ext>
            </a:extLst>
          </p:cNvPr>
          <p:cNvSpPr txBox="1"/>
          <p:nvPr/>
        </p:nvSpPr>
        <p:spPr>
          <a:xfrm>
            <a:off x="4960515" y="1452590"/>
            <a:ext cx="546146" cy="246221"/>
          </a:xfrm>
          <a:prstGeom prst="rect">
            <a:avLst/>
          </a:prstGeom>
          <a:noFill/>
        </p:spPr>
        <p:txBody>
          <a:bodyPr wrap="square" rtlCol="0">
            <a:spAutoFit/>
          </a:bodyPr>
          <a:lstStyle/>
          <a:p>
            <a:pPr algn="ctr"/>
            <a:r>
              <a:rPr lang="en-US" altLang="zh-CN" sz="1000" b="1" dirty="0"/>
              <a:t>· · ·</a:t>
            </a:r>
            <a:endParaRPr lang="zh-CN" altLang="en-US" sz="1000" b="1" dirty="0"/>
          </a:p>
        </p:txBody>
      </p:sp>
      <p:sp>
        <p:nvSpPr>
          <p:cNvPr id="45" name="流程图: 过程 44">
            <a:extLst>
              <a:ext uri="{FF2B5EF4-FFF2-40B4-BE49-F238E27FC236}">
                <a16:creationId xmlns:a16="http://schemas.microsoft.com/office/drawing/2014/main" id="{45A7F6F8-D77C-C809-2412-AD44C4696C67}"/>
              </a:ext>
            </a:extLst>
          </p:cNvPr>
          <p:cNvSpPr/>
          <p:nvPr/>
        </p:nvSpPr>
        <p:spPr>
          <a:xfrm>
            <a:off x="3597489" y="1268676"/>
            <a:ext cx="2518242" cy="518047"/>
          </a:xfrm>
          <a:prstGeom prst="flowChartProcess">
            <a:avLst/>
          </a:prstGeom>
          <a:noFill/>
          <a:ln>
            <a:prstDash val="solid"/>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46" name="文本框 45">
            <a:extLst>
              <a:ext uri="{FF2B5EF4-FFF2-40B4-BE49-F238E27FC236}">
                <a16:creationId xmlns:a16="http://schemas.microsoft.com/office/drawing/2014/main" id="{93A75FCF-BE0F-DDC5-9D55-CE729A2F1311}"/>
              </a:ext>
            </a:extLst>
          </p:cNvPr>
          <p:cNvSpPr txBox="1"/>
          <p:nvPr/>
        </p:nvSpPr>
        <p:spPr>
          <a:xfrm>
            <a:off x="4161496" y="1266385"/>
            <a:ext cx="1377411" cy="215444"/>
          </a:xfrm>
          <a:prstGeom prst="rect">
            <a:avLst/>
          </a:prstGeom>
          <a:noFill/>
        </p:spPr>
        <p:txBody>
          <a:bodyPr wrap="square" rtlCol="0">
            <a:spAutoFit/>
          </a:bodyPr>
          <a:lstStyle/>
          <a:p>
            <a:pPr algn="ctr"/>
            <a:r>
              <a:rPr lang="zh-CN" altLang="en-US" sz="800" b="1" dirty="0"/>
              <a:t>实体产线</a:t>
            </a:r>
          </a:p>
        </p:txBody>
      </p:sp>
      <p:cxnSp>
        <p:nvCxnSpPr>
          <p:cNvPr id="60" name="直接箭头连接符 59">
            <a:extLst>
              <a:ext uri="{FF2B5EF4-FFF2-40B4-BE49-F238E27FC236}">
                <a16:creationId xmlns:a16="http://schemas.microsoft.com/office/drawing/2014/main" id="{6ECD3E68-BC27-6D56-7F78-574D41B5C954}"/>
              </a:ext>
            </a:extLst>
          </p:cNvPr>
          <p:cNvCxnSpPr>
            <a:cxnSpLocks/>
            <a:stCxn id="45" idx="1"/>
          </p:cNvCxnSpPr>
          <p:nvPr/>
        </p:nvCxnSpPr>
        <p:spPr>
          <a:xfrm flipH="1">
            <a:off x="3124036" y="1527700"/>
            <a:ext cx="473453" cy="2106"/>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62" name="文本框 61">
            <a:extLst>
              <a:ext uri="{FF2B5EF4-FFF2-40B4-BE49-F238E27FC236}">
                <a16:creationId xmlns:a16="http://schemas.microsoft.com/office/drawing/2014/main" id="{4BB7A638-779F-E0CC-B9C2-EFCAF6FFB94D}"/>
              </a:ext>
            </a:extLst>
          </p:cNvPr>
          <p:cNvSpPr txBox="1"/>
          <p:nvPr/>
        </p:nvSpPr>
        <p:spPr>
          <a:xfrm>
            <a:off x="2685207" y="1279400"/>
            <a:ext cx="1377411" cy="215444"/>
          </a:xfrm>
          <a:prstGeom prst="rect">
            <a:avLst/>
          </a:prstGeom>
          <a:noFill/>
        </p:spPr>
        <p:txBody>
          <a:bodyPr wrap="square" rtlCol="0">
            <a:spAutoFit/>
          </a:bodyPr>
          <a:lstStyle/>
          <a:p>
            <a:pPr algn="ctr"/>
            <a:r>
              <a:rPr lang="zh-CN" altLang="en-US" sz="800" dirty="0"/>
              <a:t>工艺变更</a:t>
            </a:r>
          </a:p>
        </p:txBody>
      </p:sp>
      <p:pic>
        <p:nvPicPr>
          <p:cNvPr id="63" name="图形 62" descr="飞机 轮廓">
            <a:extLst>
              <a:ext uri="{FF2B5EF4-FFF2-40B4-BE49-F238E27FC236}">
                <a16:creationId xmlns:a16="http://schemas.microsoft.com/office/drawing/2014/main" id="{48248DF9-C675-9130-2D6B-2EC62C140C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617616" y="1354990"/>
            <a:ext cx="457200" cy="457200"/>
          </a:xfrm>
          <a:prstGeom prst="rect">
            <a:avLst/>
          </a:prstGeom>
        </p:spPr>
      </p:pic>
      <p:cxnSp>
        <p:nvCxnSpPr>
          <p:cNvPr id="64" name="直接箭头连接符 63">
            <a:extLst>
              <a:ext uri="{FF2B5EF4-FFF2-40B4-BE49-F238E27FC236}">
                <a16:creationId xmlns:a16="http://schemas.microsoft.com/office/drawing/2014/main" id="{E0B093FF-3DF2-63E0-6D72-7E3C785B1848}"/>
              </a:ext>
            </a:extLst>
          </p:cNvPr>
          <p:cNvCxnSpPr/>
          <p:nvPr/>
        </p:nvCxnSpPr>
        <p:spPr>
          <a:xfrm>
            <a:off x="1124653" y="1583590"/>
            <a:ext cx="1816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66" name="图形 65" descr="飞机 轮廓">
            <a:extLst>
              <a:ext uri="{FF2B5EF4-FFF2-40B4-BE49-F238E27FC236}">
                <a16:creationId xmlns:a16="http://schemas.microsoft.com/office/drawing/2014/main" id="{075542A0-CB47-130C-9149-6BD8FE83CF6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1366381" y="1354990"/>
            <a:ext cx="457200" cy="457200"/>
          </a:xfrm>
          <a:prstGeom prst="rect">
            <a:avLst/>
          </a:prstGeom>
        </p:spPr>
      </p:pic>
      <p:pic>
        <p:nvPicPr>
          <p:cNvPr id="68" name="图形 67" descr="飞机 轮廓">
            <a:extLst>
              <a:ext uri="{FF2B5EF4-FFF2-40B4-BE49-F238E27FC236}">
                <a16:creationId xmlns:a16="http://schemas.microsoft.com/office/drawing/2014/main" id="{B88FDFBF-5B1E-72A3-42F2-D56E28B6ED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5400000">
            <a:off x="2673468" y="1358125"/>
            <a:ext cx="457200" cy="457200"/>
          </a:xfrm>
          <a:prstGeom prst="rect">
            <a:avLst/>
          </a:prstGeom>
        </p:spPr>
      </p:pic>
      <p:cxnSp>
        <p:nvCxnSpPr>
          <p:cNvPr id="69" name="直接箭头连接符 68">
            <a:extLst>
              <a:ext uri="{FF2B5EF4-FFF2-40B4-BE49-F238E27FC236}">
                <a16:creationId xmlns:a16="http://schemas.microsoft.com/office/drawing/2014/main" id="{CA60EEA4-9186-A336-904A-DAA6A9EC80AB}"/>
              </a:ext>
            </a:extLst>
          </p:cNvPr>
          <p:cNvCxnSpPr/>
          <p:nvPr/>
        </p:nvCxnSpPr>
        <p:spPr>
          <a:xfrm>
            <a:off x="1893323" y="1576606"/>
            <a:ext cx="1816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直接箭头连接符 69">
            <a:extLst>
              <a:ext uri="{FF2B5EF4-FFF2-40B4-BE49-F238E27FC236}">
                <a16:creationId xmlns:a16="http://schemas.microsoft.com/office/drawing/2014/main" id="{BCAD78FF-4DBD-1119-7CC0-6EDDC85B5FDC}"/>
              </a:ext>
            </a:extLst>
          </p:cNvPr>
          <p:cNvCxnSpPr/>
          <p:nvPr/>
        </p:nvCxnSpPr>
        <p:spPr>
          <a:xfrm>
            <a:off x="2446417" y="1576606"/>
            <a:ext cx="1816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1" name="文本框 70">
            <a:extLst>
              <a:ext uri="{FF2B5EF4-FFF2-40B4-BE49-F238E27FC236}">
                <a16:creationId xmlns:a16="http://schemas.microsoft.com/office/drawing/2014/main" id="{F3E80CD8-E6A5-E462-871A-3655B0978DE4}"/>
              </a:ext>
            </a:extLst>
          </p:cNvPr>
          <p:cNvSpPr txBox="1"/>
          <p:nvPr/>
        </p:nvSpPr>
        <p:spPr>
          <a:xfrm>
            <a:off x="1975451" y="1453495"/>
            <a:ext cx="546146" cy="246221"/>
          </a:xfrm>
          <a:prstGeom prst="rect">
            <a:avLst/>
          </a:prstGeom>
          <a:noFill/>
        </p:spPr>
        <p:txBody>
          <a:bodyPr wrap="square" rtlCol="0">
            <a:spAutoFit/>
          </a:bodyPr>
          <a:lstStyle/>
          <a:p>
            <a:pPr algn="ctr"/>
            <a:r>
              <a:rPr lang="en-US" altLang="zh-CN" sz="1000" b="1" dirty="0"/>
              <a:t>· · ·</a:t>
            </a:r>
            <a:endParaRPr lang="zh-CN" altLang="en-US" sz="1000" b="1" dirty="0"/>
          </a:p>
        </p:txBody>
      </p:sp>
      <p:sp>
        <p:nvSpPr>
          <p:cNvPr id="72" name="流程图: 过程 71">
            <a:extLst>
              <a:ext uri="{FF2B5EF4-FFF2-40B4-BE49-F238E27FC236}">
                <a16:creationId xmlns:a16="http://schemas.microsoft.com/office/drawing/2014/main" id="{A3A5240E-1E5F-DF03-7347-EDAB16176404}"/>
              </a:ext>
            </a:extLst>
          </p:cNvPr>
          <p:cNvSpPr/>
          <p:nvPr/>
        </p:nvSpPr>
        <p:spPr>
          <a:xfrm>
            <a:off x="612425" y="1269581"/>
            <a:ext cx="2518242" cy="518047"/>
          </a:xfrm>
          <a:prstGeom prst="flowChartProcess">
            <a:avLst/>
          </a:prstGeom>
          <a:noFill/>
          <a:ln>
            <a:prstDash val="solid"/>
          </a:ln>
        </p:spPr>
        <p:style>
          <a:lnRef idx="2">
            <a:schemeClr val="accent1"/>
          </a:lnRef>
          <a:fillRef idx="1">
            <a:schemeClr val="lt1"/>
          </a:fillRef>
          <a:effectRef idx="0">
            <a:schemeClr val="accent1"/>
          </a:effectRef>
          <a:fontRef idx="minor">
            <a:schemeClr val="dk1"/>
          </a:fontRef>
        </p:style>
        <p:txBody>
          <a:bodyPr rtlCol="0" anchor="ctr"/>
          <a:lstStyle/>
          <a:p>
            <a:pPr algn="l"/>
            <a:endParaRPr lang="zh-CN" altLang="en-US" dirty="0"/>
          </a:p>
        </p:txBody>
      </p:sp>
      <p:sp>
        <p:nvSpPr>
          <p:cNvPr id="73" name="文本框 72">
            <a:extLst>
              <a:ext uri="{FF2B5EF4-FFF2-40B4-BE49-F238E27FC236}">
                <a16:creationId xmlns:a16="http://schemas.microsoft.com/office/drawing/2014/main" id="{02CE5AE2-183B-CEF3-3304-82C427AFA39F}"/>
              </a:ext>
            </a:extLst>
          </p:cNvPr>
          <p:cNvSpPr txBox="1"/>
          <p:nvPr/>
        </p:nvSpPr>
        <p:spPr>
          <a:xfrm>
            <a:off x="1176432" y="1267290"/>
            <a:ext cx="1377411" cy="215444"/>
          </a:xfrm>
          <a:prstGeom prst="rect">
            <a:avLst/>
          </a:prstGeom>
          <a:noFill/>
        </p:spPr>
        <p:txBody>
          <a:bodyPr wrap="square" rtlCol="0">
            <a:spAutoFit/>
          </a:bodyPr>
          <a:lstStyle/>
          <a:p>
            <a:pPr algn="ctr"/>
            <a:r>
              <a:rPr lang="zh-CN" altLang="en-US" sz="800" b="1" dirty="0"/>
              <a:t>实体产线</a:t>
            </a:r>
          </a:p>
        </p:txBody>
      </p:sp>
      <p:sp>
        <p:nvSpPr>
          <p:cNvPr id="74" name="矩形 73">
            <a:extLst>
              <a:ext uri="{FF2B5EF4-FFF2-40B4-BE49-F238E27FC236}">
                <a16:creationId xmlns:a16="http://schemas.microsoft.com/office/drawing/2014/main" id="{339F0ACE-D48F-DEA8-244B-96C841FE0A17}"/>
              </a:ext>
            </a:extLst>
          </p:cNvPr>
          <p:cNvSpPr/>
          <p:nvPr/>
        </p:nvSpPr>
        <p:spPr>
          <a:xfrm>
            <a:off x="678788" y="2727727"/>
            <a:ext cx="891729" cy="377808"/>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概念偏移检测</a:t>
            </a:r>
          </a:p>
        </p:txBody>
      </p:sp>
      <p:sp>
        <p:nvSpPr>
          <p:cNvPr id="75" name="矩形 74">
            <a:extLst>
              <a:ext uri="{FF2B5EF4-FFF2-40B4-BE49-F238E27FC236}">
                <a16:creationId xmlns:a16="http://schemas.microsoft.com/office/drawing/2014/main" id="{6DE7AD0B-C9ED-DCB4-D45A-ED1D96A55720}"/>
              </a:ext>
            </a:extLst>
          </p:cNvPr>
          <p:cNvSpPr/>
          <p:nvPr/>
        </p:nvSpPr>
        <p:spPr>
          <a:xfrm>
            <a:off x="678788" y="3326816"/>
            <a:ext cx="891729" cy="377808"/>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触发重构式演化</a:t>
            </a:r>
          </a:p>
        </p:txBody>
      </p:sp>
      <p:sp>
        <p:nvSpPr>
          <p:cNvPr id="76" name="矩形 75">
            <a:extLst>
              <a:ext uri="{FF2B5EF4-FFF2-40B4-BE49-F238E27FC236}">
                <a16:creationId xmlns:a16="http://schemas.microsoft.com/office/drawing/2014/main" id="{270A1191-F95D-E9A5-30C9-19E42B186809}"/>
              </a:ext>
            </a:extLst>
          </p:cNvPr>
          <p:cNvSpPr/>
          <p:nvPr/>
        </p:nvSpPr>
        <p:spPr>
          <a:xfrm>
            <a:off x="2818770" y="3406306"/>
            <a:ext cx="1371599" cy="29583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关联层（重构）</a:t>
            </a:r>
          </a:p>
        </p:txBody>
      </p:sp>
      <p:sp>
        <p:nvSpPr>
          <p:cNvPr id="84" name="矩形 83">
            <a:extLst>
              <a:ext uri="{FF2B5EF4-FFF2-40B4-BE49-F238E27FC236}">
                <a16:creationId xmlns:a16="http://schemas.microsoft.com/office/drawing/2014/main" id="{5E07A2B0-FBD1-E166-F4D8-14E76360D006}"/>
              </a:ext>
            </a:extLst>
          </p:cNvPr>
          <p:cNvSpPr/>
          <p:nvPr/>
        </p:nvSpPr>
        <p:spPr>
          <a:xfrm>
            <a:off x="5489527" y="3384087"/>
            <a:ext cx="445384" cy="316265"/>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经验校正</a:t>
            </a:r>
          </a:p>
        </p:txBody>
      </p:sp>
      <p:sp>
        <p:nvSpPr>
          <p:cNvPr id="85" name="矩形 84">
            <a:extLst>
              <a:ext uri="{FF2B5EF4-FFF2-40B4-BE49-F238E27FC236}">
                <a16:creationId xmlns:a16="http://schemas.microsoft.com/office/drawing/2014/main" id="{AEC5E9FC-BD34-8318-B619-763BBF53AE00}"/>
              </a:ext>
            </a:extLst>
          </p:cNvPr>
          <p:cNvSpPr/>
          <p:nvPr/>
        </p:nvSpPr>
        <p:spPr>
          <a:xfrm>
            <a:off x="3718723" y="4281347"/>
            <a:ext cx="1082820" cy="29583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a:t>关联层</a:t>
            </a:r>
            <a:endParaRPr lang="zh-CN" altLang="en-US" sz="1000" dirty="0"/>
          </a:p>
        </p:txBody>
      </p:sp>
      <p:sp>
        <p:nvSpPr>
          <p:cNvPr id="86" name="矩形 85">
            <a:extLst>
              <a:ext uri="{FF2B5EF4-FFF2-40B4-BE49-F238E27FC236}">
                <a16:creationId xmlns:a16="http://schemas.microsoft.com/office/drawing/2014/main" id="{F03CE73A-C576-8694-62C1-1613A2DC97AF}"/>
              </a:ext>
            </a:extLst>
          </p:cNvPr>
          <p:cNvSpPr/>
          <p:nvPr/>
        </p:nvSpPr>
        <p:spPr>
          <a:xfrm>
            <a:off x="2169731" y="4281347"/>
            <a:ext cx="954305" cy="29583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调度知识</a:t>
            </a:r>
          </a:p>
        </p:txBody>
      </p:sp>
      <p:sp>
        <p:nvSpPr>
          <p:cNvPr id="87" name="矩形 86">
            <a:extLst>
              <a:ext uri="{FF2B5EF4-FFF2-40B4-BE49-F238E27FC236}">
                <a16:creationId xmlns:a16="http://schemas.microsoft.com/office/drawing/2014/main" id="{7C660F67-BCBA-BBAB-4E3B-79A1975C6C7D}"/>
              </a:ext>
            </a:extLst>
          </p:cNvPr>
          <p:cNvSpPr/>
          <p:nvPr/>
        </p:nvSpPr>
        <p:spPr>
          <a:xfrm>
            <a:off x="672400" y="4281347"/>
            <a:ext cx="898117" cy="29583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调度方案</a:t>
            </a:r>
          </a:p>
        </p:txBody>
      </p:sp>
      <p:cxnSp>
        <p:nvCxnSpPr>
          <p:cNvPr id="95" name="直接箭头连接符 94">
            <a:extLst>
              <a:ext uri="{FF2B5EF4-FFF2-40B4-BE49-F238E27FC236}">
                <a16:creationId xmlns:a16="http://schemas.microsoft.com/office/drawing/2014/main" id="{3460DF32-A9C2-74C0-AF54-5614A33D2CB1}"/>
              </a:ext>
            </a:extLst>
          </p:cNvPr>
          <p:cNvCxnSpPr>
            <a:cxnSpLocks/>
            <a:endCxn id="22" idx="0"/>
          </p:cNvCxnSpPr>
          <p:nvPr/>
        </p:nvCxnSpPr>
        <p:spPr>
          <a:xfrm>
            <a:off x="1095768" y="1855839"/>
            <a:ext cx="0" cy="144198"/>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100" name="文本框 99">
            <a:extLst>
              <a:ext uri="{FF2B5EF4-FFF2-40B4-BE49-F238E27FC236}">
                <a16:creationId xmlns:a16="http://schemas.microsoft.com/office/drawing/2014/main" id="{B2CF5AAA-F1B5-337C-E963-B6F99A532565}"/>
              </a:ext>
            </a:extLst>
          </p:cNvPr>
          <p:cNvSpPr txBox="1"/>
          <p:nvPr/>
        </p:nvSpPr>
        <p:spPr>
          <a:xfrm>
            <a:off x="1112170" y="1807914"/>
            <a:ext cx="645846" cy="215444"/>
          </a:xfrm>
          <a:prstGeom prst="rect">
            <a:avLst/>
          </a:prstGeom>
          <a:noFill/>
        </p:spPr>
        <p:txBody>
          <a:bodyPr wrap="square" rtlCol="0">
            <a:spAutoFit/>
          </a:bodyPr>
          <a:lstStyle/>
          <a:p>
            <a:pPr algn="ctr"/>
            <a:r>
              <a:rPr lang="zh-CN" altLang="en-US" sz="800" dirty="0"/>
              <a:t>数据采集</a:t>
            </a:r>
          </a:p>
        </p:txBody>
      </p:sp>
      <p:cxnSp>
        <p:nvCxnSpPr>
          <p:cNvPr id="101" name="直接箭头连接符 100">
            <a:extLst>
              <a:ext uri="{FF2B5EF4-FFF2-40B4-BE49-F238E27FC236}">
                <a16:creationId xmlns:a16="http://schemas.microsoft.com/office/drawing/2014/main" id="{C91BE7B7-7799-7C3C-E981-F344EB7DE91F}"/>
              </a:ext>
            </a:extLst>
          </p:cNvPr>
          <p:cNvCxnSpPr>
            <a:cxnSpLocks/>
            <a:stCxn id="32" idx="2"/>
            <a:endCxn id="74" idx="0"/>
          </p:cNvCxnSpPr>
          <p:nvPr/>
        </p:nvCxnSpPr>
        <p:spPr>
          <a:xfrm>
            <a:off x="1124653" y="2503404"/>
            <a:ext cx="0" cy="224323"/>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04" name="直接箭头连接符 103">
            <a:extLst>
              <a:ext uri="{FF2B5EF4-FFF2-40B4-BE49-F238E27FC236}">
                <a16:creationId xmlns:a16="http://schemas.microsoft.com/office/drawing/2014/main" id="{6CE9B297-8D00-EB1A-9990-C8B885FF9686}"/>
              </a:ext>
            </a:extLst>
          </p:cNvPr>
          <p:cNvCxnSpPr>
            <a:cxnSpLocks/>
            <a:stCxn id="74" idx="2"/>
            <a:endCxn id="75" idx="0"/>
          </p:cNvCxnSpPr>
          <p:nvPr/>
        </p:nvCxnSpPr>
        <p:spPr>
          <a:xfrm>
            <a:off x="1124653" y="3105535"/>
            <a:ext cx="0" cy="221281"/>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12" name="直接箭头连接符 111">
            <a:extLst>
              <a:ext uri="{FF2B5EF4-FFF2-40B4-BE49-F238E27FC236}">
                <a16:creationId xmlns:a16="http://schemas.microsoft.com/office/drawing/2014/main" id="{9D96C17F-BC5D-EE73-6D58-79B247F75800}"/>
              </a:ext>
            </a:extLst>
          </p:cNvPr>
          <p:cNvCxnSpPr>
            <a:cxnSpLocks/>
          </p:cNvCxnSpPr>
          <p:nvPr/>
        </p:nvCxnSpPr>
        <p:spPr>
          <a:xfrm flipH="1">
            <a:off x="1570517" y="2917650"/>
            <a:ext cx="604273" cy="0"/>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27" name="直接箭头连接符 126">
            <a:extLst>
              <a:ext uri="{FF2B5EF4-FFF2-40B4-BE49-F238E27FC236}">
                <a16:creationId xmlns:a16="http://schemas.microsoft.com/office/drawing/2014/main" id="{E62B8E0D-566D-3BFF-3DD0-0B55356D044B}"/>
              </a:ext>
            </a:extLst>
          </p:cNvPr>
          <p:cNvCxnSpPr>
            <a:cxnSpLocks/>
            <a:stCxn id="75" idx="3"/>
          </p:cNvCxnSpPr>
          <p:nvPr/>
        </p:nvCxnSpPr>
        <p:spPr>
          <a:xfrm>
            <a:off x="1570517" y="3515720"/>
            <a:ext cx="599214" cy="0"/>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131" name="文本框 130">
            <a:extLst>
              <a:ext uri="{FF2B5EF4-FFF2-40B4-BE49-F238E27FC236}">
                <a16:creationId xmlns:a16="http://schemas.microsoft.com/office/drawing/2014/main" id="{D12B0F11-07A3-9B64-42BE-027AEE86107C}"/>
              </a:ext>
            </a:extLst>
          </p:cNvPr>
          <p:cNvSpPr txBox="1"/>
          <p:nvPr/>
        </p:nvSpPr>
        <p:spPr>
          <a:xfrm>
            <a:off x="1546064" y="2704615"/>
            <a:ext cx="645846" cy="215444"/>
          </a:xfrm>
          <a:prstGeom prst="rect">
            <a:avLst/>
          </a:prstGeom>
          <a:noFill/>
        </p:spPr>
        <p:txBody>
          <a:bodyPr wrap="square" rtlCol="0">
            <a:spAutoFit/>
          </a:bodyPr>
          <a:lstStyle/>
          <a:p>
            <a:pPr algn="ctr"/>
            <a:r>
              <a:rPr lang="zh-CN" altLang="en-US" sz="800" dirty="0"/>
              <a:t>检索比对</a:t>
            </a:r>
          </a:p>
        </p:txBody>
      </p:sp>
      <p:cxnSp>
        <p:nvCxnSpPr>
          <p:cNvPr id="133" name="连接符: 肘形 132">
            <a:extLst>
              <a:ext uri="{FF2B5EF4-FFF2-40B4-BE49-F238E27FC236}">
                <a16:creationId xmlns:a16="http://schemas.microsoft.com/office/drawing/2014/main" id="{6E2030A1-ACCF-6FB9-5971-FE7C6D79F61C}"/>
              </a:ext>
            </a:extLst>
          </p:cNvPr>
          <p:cNvCxnSpPr>
            <a:cxnSpLocks/>
            <a:stCxn id="29" idx="1"/>
            <a:endCxn id="76" idx="1"/>
          </p:cNvCxnSpPr>
          <p:nvPr/>
        </p:nvCxnSpPr>
        <p:spPr>
          <a:xfrm rot="10800000" flipV="1">
            <a:off x="2818770" y="2423834"/>
            <a:ext cx="12700" cy="1130387"/>
          </a:xfrm>
          <a:prstGeom prst="bentConnector3">
            <a:avLst>
              <a:gd name="adj1" fmla="val 1477606"/>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E0423D8C-2A41-00DA-7F65-C44F9B3F42EA}"/>
              </a:ext>
            </a:extLst>
          </p:cNvPr>
          <p:cNvCxnSpPr>
            <a:cxnSpLocks/>
            <a:stCxn id="31" idx="1"/>
          </p:cNvCxnSpPr>
          <p:nvPr/>
        </p:nvCxnSpPr>
        <p:spPr>
          <a:xfrm flipH="1">
            <a:off x="2446417" y="2970684"/>
            <a:ext cx="372353" cy="0"/>
          </a:xfrm>
          <a:prstGeom prst="line">
            <a:avLst/>
          </a:prstGeom>
        </p:spPr>
        <p:style>
          <a:lnRef idx="2">
            <a:schemeClr val="dk1"/>
          </a:lnRef>
          <a:fillRef idx="0">
            <a:schemeClr val="dk1"/>
          </a:fillRef>
          <a:effectRef idx="1">
            <a:schemeClr val="dk1"/>
          </a:effectRef>
          <a:fontRef idx="minor">
            <a:schemeClr val="tx1"/>
          </a:fontRef>
        </p:style>
      </p:cxnSp>
      <p:cxnSp>
        <p:nvCxnSpPr>
          <p:cNvPr id="149" name="连接符: 肘形 148">
            <a:extLst>
              <a:ext uri="{FF2B5EF4-FFF2-40B4-BE49-F238E27FC236}">
                <a16:creationId xmlns:a16="http://schemas.microsoft.com/office/drawing/2014/main" id="{55FEA768-4630-F01B-75FB-F8BAFBAE97B6}"/>
              </a:ext>
            </a:extLst>
          </p:cNvPr>
          <p:cNvCxnSpPr>
            <a:stCxn id="87" idx="1"/>
            <a:endCxn id="36" idx="1"/>
          </p:cNvCxnSpPr>
          <p:nvPr/>
        </p:nvCxnSpPr>
        <p:spPr>
          <a:xfrm rot="10800000">
            <a:off x="438308" y="1444455"/>
            <a:ext cx="234093" cy="2984809"/>
          </a:xfrm>
          <a:prstGeom prst="bentConnector3">
            <a:avLst>
              <a:gd name="adj1" fmla="val 197653"/>
            </a:avLst>
          </a:prstGeom>
          <a:ln>
            <a:tailEnd type="triangle"/>
          </a:ln>
        </p:spPr>
        <p:style>
          <a:lnRef idx="2">
            <a:schemeClr val="dk1"/>
          </a:lnRef>
          <a:fillRef idx="0">
            <a:schemeClr val="dk1"/>
          </a:fillRef>
          <a:effectRef idx="1">
            <a:schemeClr val="dk1"/>
          </a:effectRef>
          <a:fontRef idx="minor">
            <a:schemeClr val="tx1"/>
          </a:fontRef>
        </p:style>
      </p:cxnSp>
      <p:sp>
        <p:nvSpPr>
          <p:cNvPr id="150" name="文本框 149">
            <a:extLst>
              <a:ext uri="{FF2B5EF4-FFF2-40B4-BE49-F238E27FC236}">
                <a16:creationId xmlns:a16="http://schemas.microsoft.com/office/drawing/2014/main" id="{30E4B71C-4156-9BE8-9A64-BF1921289F6D}"/>
              </a:ext>
            </a:extLst>
          </p:cNvPr>
          <p:cNvSpPr txBox="1"/>
          <p:nvPr/>
        </p:nvSpPr>
        <p:spPr>
          <a:xfrm>
            <a:off x="131324" y="2703768"/>
            <a:ext cx="392686" cy="338554"/>
          </a:xfrm>
          <a:prstGeom prst="rect">
            <a:avLst/>
          </a:prstGeom>
          <a:noFill/>
        </p:spPr>
        <p:txBody>
          <a:bodyPr wrap="square" rtlCol="0">
            <a:spAutoFit/>
          </a:bodyPr>
          <a:lstStyle/>
          <a:p>
            <a:pPr algn="ctr"/>
            <a:r>
              <a:rPr lang="zh-CN" altLang="en-US" sz="800" dirty="0"/>
              <a:t>调度指导</a:t>
            </a:r>
          </a:p>
        </p:txBody>
      </p:sp>
      <p:cxnSp>
        <p:nvCxnSpPr>
          <p:cNvPr id="153" name="直接箭头连接符 152">
            <a:extLst>
              <a:ext uri="{FF2B5EF4-FFF2-40B4-BE49-F238E27FC236}">
                <a16:creationId xmlns:a16="http://schemas.microsoft.com/office/drawing/2014/main" id="{101ED6F4-4531-128A-E7FC-AF0E34D57579}"/>
              </a:ext>
            </a:extLst>
          </p:cNvPr>
          <p:cNvCxnSpPr>
            <a:cxnSpLocks/>
            <a:stCxn id="29" idx="3"/>
            <a:endCxn id="163" idx="1"/>
          </p:cNvCxnSpPr>
          <p:nvPr/>
        </p:nvCxnSpPr>
        <p:spPr>
          <a:xfrm flipV="1">
            <a:off x="4190369" y="2422424"/>
            <a:ext cx="658311" cy="1411"/>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163" name="矩形 162">
            <a:extLst>
              <a:ext uri="{FF2B5EF4-FFF2-40B4-BE49-F238E27FC236}">
                <a16:creationId xmlns:a16="http://schemas.microsoft.com/office/drawing/2014/main" id="{ACF39876-5169-1B24-E7EC-B130260B597A}"/>
              </a:ext>
            </a:extLst>
          </p:cNvPr>
          <p:cNvSpPr/>
          <p:nvPr/>
        </p:nvSpPr>
        <p:spPr>
          <a:xfrm>
            <a:off x="4848680" y="2274508"/>
            <a:ext cx="1086231" cy="29583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核心层</a:t>
            </a:r>
          </a:p>
        </p:txBody>
      </p:sp>
      <p:sp>
        <p:nvSpPr>
          <p:cNvPr id="166" name="文本框 165">
            <a:extLst>
              <a:ext uri="{FF2B5EF4-FFF2-40B4-BE49-F238E27FC236}">
                <a16:creationId xmlns:a16="http://schemas.microsoft.com/office/drawing/2014/main" id="{58D5F0E7-B333-256F-17DD-6FB1C99BD505}"/>
              </a:ext>
            </a:extLst>
          </p:cNvPr>
          <p:cNvSpPr txBox="1"/>
          <p:nvPr/>
        </p:nvSpPr>
        <p:spPr>
          <a:xfrm>
            <a:off x="4203455" y="2215126"/>
            <a:ext cx="645846" cy="215444"/>
          </a:xfrm>
          <a:prstGeom prst="rect">
            <a:avLst/>
          </a:prstGeom>
          <a:noFill/>
        </p:spPr>
        <p:txBody>
          <a:bodyPr wrap="square" rtlCol="0">
            <a:spAutoFit/>
          </a:bodyPr>
          <a:lstStyle/>
          <a:p>
            <a:pPr algn="ctr"/>
            <a:r>
              <a:rPr lang="zh-CN" altLang="en-US" sz="800" dirty="0"/>
              <a:t>参数迁移</a:t>
            </a:r>
          </a:p>
        </p:txBody>
      </p:sp>
      <p:cxnSp>
        <p:nvCxnSpPr>
          <p:cNvPr id="167" name="直接箭头连接符 166">
            <a:extLst>
              <a:ext uri="{FF2B5EF4-FFF2-40B4-BE49-F238E27FC236}">
                <a16:creationId xmlns:a16="http://schemas.microsoft.com/office/drawing/2014/main" id="{849A71E3-E2B4-1B82-E1F7-1BD47BAE1618}"/>
              </a:ext>
            </a:extLst>
          </p:cNvPr>
          <p:cNvCxnSpPr>
            <a:cxnSpLocks/>
          </p:cNvCxnSpPr>
          <p:nvPr/>
        </p:nvCxnSpPr>
        <p:spPr>
          <a:xfrm flipV="1">
            <a:off x="5309069" y="1844979"/>
            <a:ext cx="0" cy="146559"/>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75" name="直接箭头连接符 174">
            <a:extLst>
              <a:ext uri="{FF2B5EF4-FFF2-40B4-BE49-F238E27FC236}">
                <a16:creationId xmlns:a16="http://schemas.microsoft.com/office/drawing/2014/main" id="{4EF33674-D0E1-9EB8-2766-FAE2EEE8658A}"/>
              </a:ext>
            </a:extLst>
          </p:cNvPr>
          <p:cNvCxnSpPr>
            <a:cxnSpLocks/>
          </p:cNvCxnSpPr>
          <p:nvPr/>
        </p:nvCxnSpPr>
        <p:spPr>
          <a:xfrm>
            <a:off x="5431481" y="1855839"/>
            <a:ext cx="0" cy="144198"/>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176" name="矩形 175">
            <a:extLst>
              <a:ext uri="{FF2B5EF4-FFF2-40B4-BE49-F238E27FC236}">
                <a16:creationId xmlns:a16="http://schemas.microsoft.com/office/drawing/2014/main" id="{E17AFB8D-A7F2-E26C-75B4-3E6CE3934D61}"/>
              </a:ext>
            </a:extLst>
          </p:cNvPr>
          <p:cNvSpPr/>
          <p:nvPr/>
        </p:nvSpPr>
        <p:spPr>
          <a:xfrm>
            <a:off x="4848679" y="2822768"/>
            <a:ext cx="1086231" cy="29583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适配层</a:t>
            </a:r>
          </a:p>
        </p:txBody>
      </p:sp>
      <p:cxnSp>
        <p:nvCxnSpPr>
          <p:cNvPr id="183" name="直接箭头连接符 182">
            <a:extLst>
              <a:ext uri="{FF2B5EF4-FFF2-40B4-BE49-F238E27FC236}">
                <a16:creationId xmlns:a16="http://schemas.microsoft.com/office/drawing/2014/main" id="{C845D23B-EBC3-B96D-EF03-EF47B9304B53}"/>
              </a:ext>
            </a:extLst>
          </p:cNvPr>
          <p:cNvCxnSpPr>
            <a:cxnSpLocks/>
            <a:endCxn id="84" idx="0"/>
          </p:cNvCxnSpPr>
          <p:nvPr/>
        </p:nvCxnSpPr>
        <p:spPr>
          <a:xfrm>
            <a:off x="5712219" y="3105535"/>
            <a:ext cx="0" cy="278552"/>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87" name="直接箭头连接符 186">
            <a:extLst>
              <a:ext uri="{FF2B5EF4-FFF2-40B4-BE49-F238E27FC236}">
                <a16:creationId xmlns:a16="http://schemas.microsoft.com/office/drawing/2014/main" id="{6EBD4435-C804-3457-24DC-1C3073568684}"/>
              </a:ext>
            </a:extLst>
          </p:cNvPr>
          <p:cNvCxnSpPr>
            <a:cxnSpLocks/>
          </p:cNvCxnSpPr>
          <p:nvPr/>
        </p:nvCxnSpPr>
        <p:spPr>
          <a:xfrm>
            <a:off x="5069785" y="3101949"/>
            <a:ext cx="0" cy="278552"/>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88" name="直接箭头连接符 187">
            <a:extLst>
              <a:ext uri="{FF2B5EF4-FFF2-40B4-BE49-F238E27FC236}">
                <a16:creationId xmlns:a16="http://schemas.microsoft.com/office/drawing/2014/main" id="{E0FCF3BF-513C-44E3-D669-BAAC4DFD0793}"/>
              </a:ext>
            </a:extLst>
          </p:cNvPr>
          <p:cNvCxnSpPr>
            <a:cxnSpLocks/>
            <a:stCxn id="31" idx="3"/>
            <a:endCxn id="176" idx="1"/>
          </p:cNvCxnSpPr>
          <p:nvPr/>
        </p:nvCxnSpPr>
        <p:spPr>
          <a:xfrm>
            <a:off x="4190369" y="2970684"/>
            <a:ext cx="658310" cy="0"/>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193" name="文本框 192">
            <a:extLst>
              <a:ext uri="{FF2B5EF4-FFF2-40B4-BE49-F238E27FC236}">
                <a16:creationId xmlns:a16="http://schemas.microsoft.com/office/drawing/2014/main" id="{B57E06F3-CCC4-2F59-0B77-FE3398DF2D62}"/>
              </a:ext>
            </a:extLst>
          </p:cNvPr>
          <p:cNvSpPr txBox="1"/>
          <p:nvPr/>
        </p:nvSpPr>
        <p:spPr>
          <a:xfrm>
            <a:off x="4206244" y="2764496"/>
            <a:ext cx="645846" cy="215444"/>
          </a:xfrm>
          <a:prstGeom prst="rect">
            <a:avLst/>
          </a:prstGeom>
          <a:noFill/>
        </p:spPr>
        <p:txBody>
          <a:bodyPr wrap="square" rtlCol="0">
            <a:spAutoFit/>
          </a:bodyPr>
          <a:lstStyle/>
          <a:p>
            <a:pPr algn="ctr"/>
            <a:r>
              <a:rPr lang="zh-CN" altLang="en-US" sz="800" dirty="0"/>
              <a:t>参数微调</a:t>
            </a:r>
          </a:p>
        </p:txBody>
      </p:sp>
      <p:cxnSp>
        <p:nvCxnSpPr>
          <p:cNvPr id="195" name="连接符: 肘形 194">
            <a:extLst>
              <a:ext uri="{FF2B5EF4-FFF2-40B4-BE49-F238E27FC236}">
                <a16:creationId xmlns:a16="http://schemas.microsoft.com/office/drawing/2014/main" id="{9C257E5A-33E9-B1A3-6AD1-32EC4E0556AC}"/>
              </a:ext>
            </a:extLst>
          </p:cNvPr>
          <p:cNvCxnSpPr>
            <a:stCxn id="76" idx="2"/>
            <a:endCxn id="85" idx="0"/>
          </p:cNvCxnSpPr>
          <p:nvPr/>
        </p:nvCxnSpPr>
        <p:spPr>
          <a:xfrm rot="16200000" flipH="1">
            <a:off x="3592746" y="3613960"/>
            <a:ext cx="579210" cy="755563"/>
          </a:xfrm>
          <a:prstGeom prst="bentConnector3">
            <a:avLst>
              <a:gd name="adj1" fmla="val 37040"/>
            </a:avLst>
          </a:prstGeom>
          <a:ln>
            <a:tailEnd type="triangle"/>
          </a:ln>
        </p:spPr>
        <p:style>
          <a:lnRef idx="2">
            <a:schemeClr val="dk1"/>
          </a:lnRef>
          <a:fillRef idx="0">
            <a:schemeClr val="dk1"/>
          </a:fillRef>
          <a:effectRef idx="1">
            <a:schemeClr val="dk1"/>
          </a:effectRef>
          <a:fontRef idx="minor">
            <a:schemeClr val="tx1"/>
          </a:fontRef>
        </p:style>
      </p:cxnSp>
      <p:sp>
        <p:nvSpPr>
          <p:cNvPr id="197" name="文本框 196">
            <a:extLst>
              <a:ext uri="{FF2B5EF4-FFF2-40B4-BE49-F238E27FC236}">
                <a16:creationId xmlns:a16="http://schemas.microsoft.com/office/drawing/2014/main" id="{8CCBE814-9A41-1A07-6EAF-4D6356276A6C}"/>
              </a:ext>
            </a:extLst>
          </p:cNvPr>
          <p:cNvSpPr txBox="1"/>
          <p:nvPr/>
        </p:nvSpPr>
        <p:spPr>
          <a:xfrm>
            <a:off x="2902068" y="3790636"/>
            <a:ext cx="645846" cy="215444"/>
          </a:xfrm>
          <a:prstGeom prst="rect">
            <a:avLst/>
          </a:prstGeom>
          <a:noFill/>
        </p:spPr>
        <p:txBody>
          <a:bodyPr wrap="square" rtlCol="0">
            <a:spAutoFit/>
          </a:bodyPr>
          <a:lstStyle/>
          <a:p>
            <a:pPr algn="ctr"/>
            <a:r>
              <a:rPr lang="zh-CN" altLang="en-US" sz="800" dirty="0"/>
              <a:t>结构重构</a:t>
            </a:r>
          </a:p>
        </p:txBody>
      </p:sp>
      <p:cxnSp>
        <p:nvCxnSpPr>
          <p:cNvPr id="203" name="直接连接符 202">
            <a:extLst>
              <a:ext uri="{FF2B5EF4-FFF2-40B4-BE49-F238E27FC236}">
                <a16:creationId xmlns:a16="http://schemas.microsoft.com/office/drawing/2014/main" id="{1BFDD8A5-CC79-6849-F1C7-31CEACBC4431}"/>
              </a:ext>
            </a:extLst>
          </p:cNvPr>
          <p:cNvCxnSpPr>
            <a:cxnSpLocks/>
            <a:stCxn id="207" idx="1"/>
          </p:cNvCxnSpPr>
          <p:nvPr/>
        </p:nvCxnSpPr>
        <p:spPr>
          <a:xfrm flipH="1" flipV="1">
            <a:off x="4802563" y="4406687"/>
            <a:ext cx="275156" cy="4282"/>
          </a:xfrm>
          <a:prstGeom prst="line">
            <a:avLst/>
          </a:prstGeom>
        </p:spPr>
        <p:style>
          <a:lnRef idx="2">
            <a:schemeClr val="dk1"/>
          </a:lnRef>
          <a:fillRef idx="0">
            <a:schemeClr val="dk1"/>
          </a:fillRef>
          <a:effectRef idx="1">
            <a:schemeClr val="dk1"/>
          </a:effectRef>
          <a:fontRef idx="minor">
            <a:schemeClr val="tx1"/>
          </a:fontRef>
        </p:style>
      </p:cxnSp>
      <p:sp>
        <p:nvSpPr>
          <p:cNvPr id="206" name="矩形 205">
            <a:extLst>
              <a:ext uri="{FF2B5EF4-FFF2-40B4-BE49-F238E27FC236}">
                <a16:creationId xmlns:a16="http://schemas.microsoft.com/office/drawing/2014/main" id="{FE063A01-6107-B8A8-9E17-E24C48487C77}"/>
              </a:ext>
            </a:extLst>
          </p:cNvPr>
          <p:cNvSpPr/>
          <p:nvPr/>
        </p:nvSpPr>
        <p:spPr>
          <a:xfrm>
            <a:off x="5077720" y="4048006"/>
            <a:ext cx="1088998" cy="19909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奇异谱分解</a:t>
            </a:r>
          </a:p>
        </p:txBody>
      </p:sp>
      <p:sp>
        <p:nvSpPr>
          <p:cNvPr id="207" name="矩形 206">
            <a:extLst>
              <a:ext uri="{FF2B5EF4-FFF2-40B4-BE49-F238E27FC236}">
                <a16:creationId xmlns:a16="http://schemas.microsoft.com/office/drawing/2014/main" id="{7FCFC5E9-3A6E-ADB1-A1AB-40C1CE9D3F61}"/>
              </a:ext>
            </a:extLst>
          </p:cNvPr>
          <p:cNvSpPr/>
          <p:nvPr/>
        </p:nvSpPr>
        <p:spPr>
          <a:xfrm>
            <a:off x="5077719" y="4311423"/>
            <a:ext cx="1082820" cy="19909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多目标损失函数</a:t>
            </a:r>
          </a:p>
        </p:txBody>
      </p:sp>
      <p:sp>
        <p:nvSpPr>
          <p:cNvPr id="208" name="矩形 207">
            <a:extLst>
              <a:ext uri="{FF2B5EF4-FFF2-40B4-BE49-F238E27FC236}">
                <a16:creationId xmlns:a16="http://schemas.microsoft.com/office/drawing/2014/main" id="{23170AE1-3639-F55C-A8E1-CEA75D02283A}"/>
              </a:ext>
            </a:extLst>
          </p:cNvPr>
          <p:cNvSpPr/>
          <p:nvPr/>
        </p:nvSpPr>
        <p:spPr>
          <a:xfrm>
            <a:off x="5077720" y="4573270"/>
            <a:ext cx="1082820" cy="19909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00" dirty="0"/>
              <a:t>梯度下降</a:t>
            </a:r>
          </a:p>
        </p:txBody>
      </p:sp>
      <p:cxnSp>
        <p:nvCxnSpPr>
          <p:cNvPr id="210" name="连接符: 肘形 209">
            <a:extLst>
              <a:ext uri="{FF2B5EF4-FFF2-40B4-BE49-F238E27FC236}">
                <a16:creationId xmlns:a16="http://schemas.microsoft.com/office/drawing/2014/main" id="{214C2841-3244-2668-2A66-2B1E29FF009E}"/>
              </a:ext>
            </a:extLst>
          </p:cNvPr>
          <p:cNvCxnSpPr>
            <a:cxnSpLocks/>
            <a:stCxn id="206" idx="1"/>
            <a:endCxn id="208" idx="1"/>
          </p:cNvCxnSpPr>
          <p:nvPr/>
        </p:nvCxnSpPr>
        <p:spPr>
          <a:xfrm rot="10800000" flipV="1">
            <a:off x="5077720" y="4147552"/>
            <a:ext cx="12700" cy="525264"/>
          </a:xfrm>
          <a:prstGeom prst="bentConnector3">
            <a:avLst>
              <a:gd name="adj1" fmla="val 1155228"/>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连接符: 肘形 214">
            <a:extLst>
              <a:ext uri="{FF2B5EF4-FFF2-40B4-BE49-F238E27FC236}">
                <a16:creationId xmlns:a16="http://schemas.microsoft.com/office/drawing/2014/main" id="{B72BAD30-F846-131F-17B7-21D5CDD6BECA}"/>
              </a:ext>
            </a:extLst>
          </p:cNvPr>
          <p:cNvCxnSpPr>
            <a:cxnSpLocks/>
            <a:stCxn id="163" idx="3"/>
            <a:endCxn id="176" idx="3"/>
          </p:cNvCxnSpPr>
          <p:nvPr/>
        </p:nvCxnSpPr>
        <p:spPr>
          <a:xfrm flipH="1">
            <a:off x="5934910" y="2422424"/>
            <a:ext cx="1" cy="548260"/>
          </a:xfrm>
          <a:prstGeom prst="bentConnector3">
            <a:avLst>
              <a:gd name="adj1" fmla="val -2286000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连接符: 肘形 221">
            <a:extLst>
              <a:ext uri="{FF2B5EF4-FFF2-40B4-BE49-F238E27FC236}">
                <a16:creationId xmlns:a16="http://schemas.microsoft.com/office/drawing/2014/main" id="{991652A3-88F0-45A8-D3E0-2B8D950846B7}"/>
              </a:ext>
            </a:extLst>
          </p:cNvPr>
          <p:cNvCxnSpPr>
            <a:endCxn id="86" idx="2"/>
          </p:cNvCxnSpPr>
          <p:nvPr/>
        </p:nvCxnSpPr>
        <p:spPr>
          <a:xfrm rot="10800000" flipV="1">
            <a:off x="2646885" y="2696554"/>
            <a:ext cx="3513655" cy="1880624"/>
          </a:xfrm>
          <a:prstGeom prst="bentConnector4">
            <a:avLst>
              <a:gd name="adj1" fmla="val -7479"/>
              <a:gd name="adj2" fmla="val 119776"/>
            </a:avLst>
          </a:prstGeom>
          <a:ln>
            <a:tailEnd type="triangle"/>
          </a:ln>
        </p:spPr>
        <p:style>
          <a:lnRef idx="2">
            <a:schemeClr val="dk1"/>
          </a:lnRef>
          <a:fillRef idx="0">
            <a:schemeClr val="dk1"/>
          </a:fillRef>
          <a:effectRef idx="1">
            <a:schemeClr val="dk1"/>
          </a:effectRef>
          <a:fontRef idx="minor">
            <a:schemeClr val="tx1"/>
          </a:fontRef>
        </p:style>
      </p:cxnSp>
      <p:cxnSp>
        <p:nvCxnSpPr>
          <p:cNvPr id="226" name="直接箭头连接符 225">
            <a:extLst>
              <a:ext uri="{FF2B5EF4-FFF2-40B4-BE49-F238E27FC236}">
                <a16:creationId xmlns:a16="http://schemas.microsoft.com/office/drawing/2014/main" id="{7D922C6C-49FC-5344-A964-1E003B112262}"/>
              </a:ext>
            </a:extLst>
          </p:cNvPr>
          <p:cNvCxnSpPr>
            <a:cxnSpLocks/>
            <a:stCxn id="86" idx="1"/>
            <a:endCxn id="87" idx="3"/>
          </p:cNvCxnSpPr>
          <p:nvPr/>
        </p:nvCxnSpPr>
        <p:spPr>
          <a:xfrm flipH="1">
            <a:off x="1570517" y="4429263"/>
            <a:ext cx="599214" cy="0"/>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29" name="直接箭头连接符 228">
            <a:extLst>
              <a:ext uri="{FF2B5EF4-FFF2-40B4-BE49-F238E27FC236}">
                <a16:creationId xmlns:a16="http://schemas.microsoft.com/office/drawing/2014/main" id="{20EB176B-46F8-F757-892B-5AFA49C3915E}"/>
              </a:ext>
            </a:extLst>
          </p:cNvPr>
          <p:cNvCxnSpPr>
            <a:cxnSpLocks/>
            <a:stCxn id="85" idx="1"/>
            <a:endCxn id="86" idx="3"/>
          </p:cNvCxnSpPr>
          <p:nvPr/>
        </p:nvCxnSpPr>
        <p:spPr>
          <a:xfrm flipH="1">
            <a:off x="3124036" y="4429263"/>
            <a:ext cx="594687" cy="0"/>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32" name="直接箭头连接符 231">
            <a:extLst>
              <a:ext uri="{FF2B5EF4-FFF2-40B4-BE49-F238E27FC236}">
                <a16:creationId xmlns:a16="http://schemas.microsoft.com/office/drawing/2014/main" id="{C87AC380-6215-FA70-E345-179CA0AE4395}"/>
              </a:ext>
            </a:extLst>
          </p:cNvPr>
          <p:cNvCxnSpPr>
            <a:cxnSpLocks/>
            <a:endCxn id="30" idx="2"/>
          </p:cNvCxnSpPr>
          <p:nvPr/>
        </p:nvCxnSpPr>
        <p:spPr>
          <a:xfrm flipV="1">
            <a:off x="2309779" y="3704624"/>
            <a:ext cx="0" cy="558823"/>
          </a:xfrm>
          <a:prstGeom prst="straightConnector1">
            <a:avLst/>
          </a:prstGeom>
          <a:ln>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236" name="文本框 235">
            <a:extLst>
              <a:ext uri="{FF2B5EF4-FFF2-40B4-BE49-F238E27FC236}">
                <a16:creationId xmlns:a16="http://schemas.microsoft.com/office/drawing/2014/main" id="{256FA665-1EE7-DDC3-AD3E-F4EFC5E50714}"/>
              </a:ext>
            </a:extLst>
          </p:cNvPr>
          <p:cNvSpPr txBox="1"/>
          <p:nvPr/>
        </p:nvSpPr>
        <p:spPr>
          <a:xfrm>
            <a:off x="1720542" y="3798657"/>
            <a:ext cx="645846" cy="215444"/>
          </a:xfrm>
          <a:prstGeom prst="rect">
            <a:avLst/>
          </a:prstGeom>
          <a:noFill/>
        </p:spPr>
        <p:txBody>
          <a:bodyPr wrap="square" rtlCol="0">
            <a:spAutoFit/>
          </a:bodyPr>
          <a:lstStyle/>
          <a:p>
            <a:pPr algn="ctr"/>
            <a:r>
              <a:rPr lang="zh-CN" altLang="en-US" sz="800" dirty="0"/>
              <a:t>知识存储</a:t>
            </a:r>
          </a:p>
        </p:txBody>
      </p:sp>
      <p:sp>
        <p:nvSpPr>
          <p:cNvPr id="237" name="文本框 236">
            <a:extLst>
              <a:ext uri="{FF2B5EF4-FFF2-40B4-BE49-F238E27FC236}">
                <a16:creationId xmlns:a16="http://schemas.microsoft.com/office/drawing/2014/main" id="{48910AA2-FD19-F746-042F-30CB549FEA8F}"/>
              </a:ext>
            </a:extLst>
          </p:cNvPr>
          <p:cNvSpPr txBox="1"/>
          <p:nvPr/>
        </p:nvSpPr>
        <p:spPr>
          <a:xfrm>
            <a:off x="6616155" y="1650200"/>
            <a:ext cx="2190429" cy="2677656"/>
          </a:xfrm>
          <a:prstGeom prst="rect">
            <a:avLst/>
          </a:prstGeom>
          <a:noFill/>
        </p:spPr>
        <p:txBody>
          <a:bodyPr wrap="square" rtlCol="0">
            <a:spAutoFit/>
          </a:bodyPr>
          <a:lstStyle/>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历史调度知识存储库：</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构建 “机型 </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工艺 </a:t>
            </a:r>
            <a:r>
              <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参数” 三维架构，存储多机型通用规则、专属参数及耦合网络，关联工艺变更特征库，支持快速检索，为演化提供知识源。</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en-US" altLang="zh-CN" sz="1200" dirty="0">
              <a:solidFill>
                <a:srgbClr val="292934"/>
              </a:solidFill>
              <a:latin typeface="微软雅黑" panose="020B0503020204020204" pitchFamily="34" charset="-122"/>
              <a:ea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动态神经网络分层演化：</a:t>
            </a:r>
            <a:r>
              <a:rPr lang="zh-CN" altLang="en-US"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将知识映射为三层网络，核心层冻结复用、适配层微调参数、关联层重构耦合关系，结合多目标优化，适配多机型工艺变更。</a:t>
            </a:r>
            <a:endParaRPr lang="en-US" altLang="zh-CN" sz="1200"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sz="12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1200" dirty="0"/>
          </a:p>
        </p:txBody>
      </p:sp>
    </p:spTree>
    <p:extLst>
      <p:ext uri="{BB962C8B-B14F-4D97-AF65-F5344CB8AC3E}">
        <p14:creationId xmlns:p14="http://schemas.microsoft.com/office/powerpoint/2010/main" val="3594857497"/>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6C5C06-2835-D5A6-FB38-6BD785D9A1B1}"/>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743EA057-B4EF-CCFE-79B6-45250B69ED26}"/>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技术路线</a:t>
            </a:r>
          </a:p>
        </p:txBody>
      </p:sp>
      <p:sp>
        <p:nvSpPr>
          <p:cNvPr id="8" name="文本框 7">
            <a:extLst>
              <a:ext uri="{FF2B5EF4-FFF2-40B4-BE49-F238E27FC236}">
                <a16:creationId xmlns:a16="http://schemas.microsoft.com/office/drawing/2014/main" id="{827EBC55-3CD1-152A-B39C-080DA8FBDD48}"/>
              </a:ext>
            </a:extLst>
          </p:cNvPr>
          <p:cNvSpPr txBox="1"/>
          <p:nvPr/>
        </p:nvSpPr>
        <p:spPr>
          <a:xfrm>
            <a:off x="120025" y="587183"/>
            <a:ext cx="5391219"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飞机脉动装配线调度知识演化原型系统</a:t>
            </a:r>
            <a:r>
              <a:rPr kumimoji="1" lang="en-US" altLang="zh-CN" sz="1600" b="1" dirty="0">
                <a:solidFill>
                  <a:srgbClr val="5B9BD5"/>
                </a:solidFill>
                <a:latin typeface="Microsoft YaHei" panose="020B0503020204020204" pitchFamily="34" charset="-122"/>
                <a:ea typeface="Microsoft YaHei" panose="020B0503020204020204" pitchFamily="34" charset="-122"/>
              </a:rPr>
              <a:t>——</a:t>
            </a:r>
            <a:r>
              <a:rPr kumimoji="1" lang="zh-CN" altLang="en-US" sz="1600" b="1" dirty="0">
                <a:solidFill>
                  <a:srgbClr val="5B9BD5"/>
                </a:solidFill>
                <a:latin typeface="Microsoft YaHei" panose="020B0503020204020204" pitchFamily="34" charset="-122"/>
                <a:ea typeface="Microsoft YaHei" panose="020B0503020204020204" pitchFamily="34" charset="-122"/>
              </a:rPr>
              <a:t>研究内容</a:t>
            </a:r>
            <a:r>
              <a:rPr kumimoji="1" lang="en-US" altLang="zh-CN" sz="1600" b="1" dirty="0">
                <a:solidFill>
                  <a:srgbClr val="5B9BD5"/>
                </a:solidFill>
                <a:latin typeface="Microsoft YaHei" panose="020B0503020204020204" pitchFamily="34" charset="-122"/>
                <a:ea typeface="Microsoft YaHei" panose="020B0503020204020204" pitchFamily="34" charset="-122"/>
              </a:rPr>
              <a:t>4</a:t>
            </a:r>
            <a:endParaRPr kumimoji="1" lang="zh-CN" altLang="en-US" sz="1600" b="1" dirty="0">
              <a:solidFill>
                <a:srgbClr val="5B9BD5"/>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198D5F80-E647-1450-00F8-323E72F55D48}"/>
              </a:ext>
            </a:extLst>
          </p:cNvPr>
          <p:cNvSpPr txBox="1"/>
          <p:nvPr/>
        </p:nvSpPr>
        <p:spPr>
          <a:xfrm>
            <a:off x="943970" y="1405046"/>
            <a:ext cx="7256060" cy="3439403"/>
          </a:xfrm>
          <a:prstGeom prst="rect">
            <a:avLst/>
          </a:prstGeom>
          <a:noFill/>
        </p:spPr>
        <p:txBody>
          <a:bodyPr wrap="square">
            <a:spAutoFit/>
          </a:bodyPr>
          <a:lstStyle/>
          <a:p>
            <a:r>
              <a:rPr lang="zh-CN" altLang="en-US" sz="14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t>实验验证：</a:t>
            </a:r>
            <a:r>
              <a:rPr lang="zh-CN" altLang="en-US" dirty="0"/>
              <a:t>通过 </a:t>
            </a:r>
            <a:r>
              <a:rPr lang="en-US" altLang="zh-CN" dirty="0"/>
              <a:t>PyCharm</a:t>
            </a:r>
            <a:r>
              <a:rPr lang="zh-CN" altLang="en-US" dirty="0"/>
              <a:t>、</a:t>
            </a:r>
            <a:r>
              <a:rPr lang="en-US" altLang="zh-CN" dirty="0"/>
              <a:t>MATLAB </a:t>
            </a:r>
            <a:r>
              <a:rPr lang="zh-CN" altLang="en-US" dirty="0"/>
              <a:t>等平台开发原型系统核心模块，结合飞机脉动装配线模型与实体产线实测数据测试 “数据采集 </a:t>
            </a:r>
            <a:r>
              <a:rPr lang="en-US" altLang="zh-CN" dirty="0"/>
              <a:t>- </a:t>
            </a:r>
            <a:r>
              <a:rPr lang="zh-CN" altLang="en-US" dirty="0"/>
              <a:t>偏移检测 </a:t>
            </a:r>
            <a:r>
              <a:rPr lang="en-US" altLang="zh-CN" dirty="0"/>
              <a:t>- </a:t>
            </a:r>
            <a:r>
              <a:rPr lang="zh-CN" altLang="en-US" dirty="0"/>
              <a:t>知识演化 </a:t>
            </a:r>
            <a:r>
              <a:rPr lang="en-US" altLang="zh-CN" dirty="0"/>
              <a:t>- </a:t>
            </a:r>
            <a:r>
              <a:rPr lang="zh-CN" altLang="en-US" dirty="0"/>
              <a:t>调度输出” 全流程，验证系统实时性、准确性。</a:t>
            </a:r>
            <a:endParaRPr lang="en-US" altLang="zh-CN" dirty="0"/>
          </a:p>
          <a:p>
            <a:endParaRPr lang="en-US" altLang="zh-CN" dirty="0"/>
          </a:p>
          <a:p>
            <a:endParaRPr lang="en-US" altLang="zh-CN" dirty="0"/>
          </a:p>
          <a:p>
            <a:endParaRPr lang="zh-CN" altLang="en-US" dirty="0"/>
          </a:p>
          <a:p>
            <a:r>
              <a:rPr lang="zh-CN" altLang="en-US" sz="14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t>广泛的研究基础：</a:t>
            </a:r>
            <a:r>
              <a:rPr lang="zh-CN" altLang="en-US" dirty="0"/>
              <a:t>与航空研究设计院合作，可实地调研脉动线生产场景、获取多机型真实工艺数据；课题组有强化学习与系统集成经验，成员可互助解决模块联动问题，实验室配备高性能服务器与工业级数据接口设备，支持系统开发、模型训练与部署测试。</a:t>
            </a:r>
            <a:endParaRPr lang="en-US" altLang="zh-CN" dirty="0"/>
          </a:p>
          <a:p>
            <a:endParaRPr lang="en-US" altLang="zh-CN" dirty="0"/>
          </a:p>
          <a:p>
            <a:endParaRPr lang="en-US" altLang="zh-CN" dirty="0"/>
          </a:p>
          <a:p>
            <a:endParaRPr lang="zh-CN" altLang="en-US" dirty="0"/>
          </a:p>
          <a:p>
            <a:r>
              <a:rPr lang="zh-CN" altLang="en-US" sz="14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t>前期研究基础：</a:t>
            </a:r>
            <a:r>
              <a:rPr lang="zh-CN" altLang="zh-CN" dirty="0"/>
              <a:t>目前已发表</a:t>
            </a:r>
            <a:r>
              <a:rPr lang="zh-CN" altLang="zh-CN" dirty="0">
                <a:latin typeface="楷体" panose="02010609060101010101" pitchFamily="49" charset="-122"/>
                <a:ea typeface="楷体" panose="02010609060101010101" pitchFamily="49" charset="-122"/>
              </a:rPr>
              <a:t>陈凌韬、乔非、王怡琳、刘鹃、王冬源、艾家康、马玉敏</a:t>
            </a:r>
            <a:r>
              <a:rPr lang="en-US" altLang="zh-CN"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基于多智能体强化学习的飞机脉动装配线分布式调度方法</a:t>
            </a:r>
            <a:r>
              <a:rPr lang="en-US" altLang="zh-CN" dirty="0">
                <a:latin typeface="楷体" panose="02010609060101010101" pitchFamily="49" charset="-122"/>
                <a:ea typeface="楷体" panose="02010609060101010101" pitchFamily="49" charset="-122"/>
              </a:rPr>
              <a:t>[C]//</a:t>
            </a:r>
            <a:r>
              <a:rPr lang="zh-CN" altLang="zh-CN" dirty="0">
                <a:latin typeface="楷体" panose="02010609060101010101" pitchFamily="49" charset="-122"/>
                <a:ea typeface="楷体" panose="02010609060101010101" pitchFamily="49" charset="-122"/>
              </a:rPr>
              <a:t>中国自动化学会过程控制专业委员会，中国自动化学会</a:t>
            </a:r>
            <a:r>
              <a:rPr lang="en-US" altLang="zh-CN" dirty="0">
                <a:latin typeface="楷体" panose="02010609060101010101" pitchFamily="49" charset="-122"/>
                <a:ea typeface="楷体" panose="02010609060101010101" pitchFamily="49" charset="-122"/>
              </a:rPr>
              <a:t>.</a:t>
            </a:r>
            <a:r>
              <a:rPr lang="zh-CN" altLang="zh-CN" dirty="0">
                <a:latin typeface="楷体" panose="02010609060101010101" pitchFamily="49" charset="-122"/>
                <a:ea typeface="楷体" panose="02010609060101010101" pitchFamily="49" charset="-122"/>
              </a:rPr>
              <a:t>第</a:t>
            </a:r>
            <a:r>
              <a:rPr lang="en-US" altLang="zh-CN" dirty="0">
                <a:latin typeface="楷体" panose="02010609060101010101" pitchFamily="49" charset="-122"/>
                <a:ea typeface="楷体" panose="02010609060101010101" pitchFamily="49" charset="-122"/>
              </a:rPr>
              <a:t>36</a:t>
            </a:r>
            <a:r>
              <a:rPr lang="zh-CN" altLang="zh-CN" dirty="0">
                <a:latin typeface="楷体" panose="02010609060101010101" pitchFamily="49" charset="-122"/>
                <a:ea typeface="楷体" panose="02010609060101010101" pitchFamily="49" charset="-122"/>
              </a:rPr>
              <a:t>届中国过程控制会议论文集</a:t>
            </a:r>
            <a:r>
              <a:rPr lang="en-US" altLang="zh-CN" dirty="0"/>
              <a:t>.</a:t>
            </a:r>
            <a:r>
              <a:rPr lang="zh-CN" altLang="en-US" dirty="0"/>
              <a:t>同时已开展研究内容 </a:t>
            </a:r>
            <a:r>
              <a:rPr lang="en-US" altLang="zh-CN" dirty="0"/>
              <a:t>1</a:t>
            </a:r>
            <a:r>
              <a:rPr lang="zh-CN" altLang="en-US" dirty="0"/>
              <a:t>、</a:t>
            </a:r>
            <a:r>
              <a:rPr lang="en-US" altLang="zh-CN" dirty="0"/>
              <a:t>2</a:t>
            </a:r>
            <a:r>
              <a:rPr lang="zh-CN" altLang="en-US" dirty="0"/>
              <a:t>的相关研究，目前处于小论文撰写阶段。</a:t>
            </a:r>
            <a:endParaRPr lang="en-US" altLang="zh-CN" dirty="0"/>
          </a:p>
        </p:txBody>
      </p:sp>
    </p:spTree>
    <p:extLst>
      <p:ext uri="{BB962C8B-B14F-4D97-AF65-F5344CB8AC3E}">
        <p14:creationId xmlns:p14="http://schemas.microsoft.com/office/powerpoint/2010/main" val="1676748985"/>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026C9-5DBE-C121-3028-F9F4693DD8D1}"/>
            </a:ext>
          </a:extLst>
        </p:cNvPr>
        <p:cNvGrpSpPr/>
        <p:nvPr/>
      </p:nvGrpSpPr>
      <p:grpSpPr>
        <a:xfrm>
          <a:off x="0" y="0"/>
          <a:ext cx="0" cy="0"/>
          <a:chOff x="0" y="0"/>
          <a:chExt cx="0" cy="0"/>
        </a:xfrm>
      </p:grpSpPr>
      <p:grpSp>
        <p:nvGrpSpPr>
          <p:cNvPr id="16" name="组合 15">
            <a:extLst>
              <a:ext uri="{FF2B5EF4-FFF2-40B4-BE49-F238E27FC236}">
                <a16:creationId xmlns:a16="http://schemas.microsoft.com/office/drawing/2014/main" id="{06635E8C-7717-012F-E437-AA1F6E1B98A6}"/>
              </a:ext>
            </a:extLst>
          </p:cNvPr>
          <p:cNvGrpSpPr/>
          <p:nvPr/>
        </p:nvGrpSpPr>
        <p:grpSpPr>
          <a:xfrm>
            <a:off x="-2" y="0"/>
            <a:ext cx="3200402" cy="5143500"/>
            <a:chOff x="0" y="0"/>
            <a:chExt cx="4594690" cy="7432121"/>
          </a:xfrm>
        </p:grpSpPr>
        <p:grpSp>
          <p:nvGrpSpPr>
            <p:cNvPr id="17" name="组合 16">
              <a:extLst>
                <a:ext uri="{FF2B5EF4-FFF2-40B4-BE49-F238E27FC236}">
                  <a16:creationId xmlns:a16="http://schemas.microsoft.com/office/drawing/2014/main" id="{7A933B32-18C6-83CE-DAD9-DF63E012D218}"/>
                </a:ext>
              </a:extLst>
            </p:cNvPr>
            <p:cNvGrpSpPr/>
            <p:nvPr/>
          </p:nvGrpSpPr>
          <p:grpSpPr>
            <a:xfrm>
              <a:off x="0" y="0"/>
              <a:ext cx="4594690" cy="7432121"/>
              <a:chOff x="0" y="0"/>
              <a:chExt cx="4594690" cy="7432121"/>
            </a:xfrm>
          </p:grpSpPr>
          <p:sp>
            <p:nvSpPr>
              <p:cNvPr id="27" name="等腰三角形 77">
                <a:extLst>
                  <a:ext uri="{FF2B5EF4-FFF2-40B4-BE49-F238E27FC236}">
                    <a16:creationId xmlns:a16="http://schemas.microsoft.com/office/drawing/2014/main" id="{4541D1C9-90ED-44A9-2DFD-A1E8BB668AFD}"/>
                  </a:ext>
                </a:extLst>
              </p:cNvPr>
              <p:cNvSpPr/>
              <p:nvPr/>
            </p:nvSpPr>
            <p:spPr>
              <a:xfrm rot="5400000">
                <a:off x="3835529" y="2888903"/>
                <a:ext cx="815395" cy="702927"/>
              </a:xfrm>
              <a:prstGeom prst="triangle">
                <a:avLst/>
              </a:prstGeom>
              <a:solidFill>
                <a:schemeClr val="accent5">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28" name="矩形 27">
                <a:extLst>
                  <a:ext uri="{FF2B5EF4-FFF2-40B4-BE49-F238E27FC236}">
                    <a16:creationId xmlns:a16="http://schemas.microsoft.com/office/drawing/2014/main" id="{236DA446-884A-141F-226D-85FC7F7BCD53}"/>
                  </a:ext>
                </a:extLst>
              </p:cNvPr>
              <p:cNvSpPr/>
              <p:nvPr/>
            </p:nvSpPr>
            <p:spPr>
              <a:xfrm>
                <a:off x="0" y="0"/>
                <a:ext cx="4027471" cy="7432121"/>
              </a:xfrm>
              <a:prstGeom prst="rect">
                <a:avLst/>
              </a:prstGeom>
              <a:solidFill>
                <a:schemeClr val="accent5">
                  <a:lumMod val="7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sp>
          <p:nvSpPr>
            <p:cNvPr id="18" name="椭圆 17">
              <a:extLst>
                <a:ext uri="{FF2B5EF4-FFF2-40B4-BE49-F238E27FC236}">
                  <a16:creationId xmlns:a16="http://schemas.microsoft.com/office/drawing/2014/main" id="{4A646B93-5E30-EF95-4B4B-BC316FA13ED7}"/>
                </a:ext>
              </a:extLst>
            </p:cNvPr>
            <p:cNvSpPr/>
            <p:nvPr/>
          </p:nvSpPr>
          <p:spPr>
            <a:xfrm>
              <a:off x="1058238" y="1181528"/>
              <a:ext cx="2126751" cy="2126751"/>
            </a:xfrm>
            <a:prstGeom prst="ellipse">
              <a:avLst/>
            </a:prstGeom>
            <a:noFill/>
            <a:ln w="1111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sp>
          <p:nvSpPr>
            <p:cNvPr id="19" name="文本框 18">
              <a:extLst>
                <a:ext uri="{FF2B5EF4-FFF2-40B4-BE49-F238E27FC236}">
                  <a16:creationId xmlns:a16="http://schemas.microsoft.com/office/drawing/2014/main" id="{93BB12EF-E1CA-3B51-A9CD-33EB17614AF7}"/>
                </a:ext>
              </a:extLst>
            </p:cNvPr>
            <p:cNvSpPr txBox="1"/>
            <p:nvPr/>
          </p:nvSpPr>
          <p:spPr>
            <a:xfrm>
              <a:off x="1577816" y="4194987"/>
              <a:ext cx="1135218" cy="533668"/>
            </a:xfrm>
            <a:prstGeom prst="rect">
              <a:avLst/>
            </a:prstGeom>
            <a:noFill/>
          </p:spPr>
          <p:txBody>
            <a:bodyPr wrap="none" rtlCol="0">
              <a:spAutoFit/>
            </a:bodyPr>
            <a:lstStyle/>
            <a:p>
              <a:r>
                <a:rPr lang="zh-CN" altLang="en-US" sz="1800" b="1" spc="563">
                  <a:solidFill>
                    <a:schemeClr val="bg1"/>
                  </a:solidFill>
                  <a:latin typeface="微软雅黑" panose="020B0503020204020204" pitchFamily="34" charset="-122"/>
                  <a:ea typeface="微软雅黑" panose="020B0503020204020204" pitchFamily="34" charset="-122"/>
                </a:rPr>
                <a:t>目录</a:t>
              </a:r>
            </a:p>
          </p:txBody>
        </p:sp>
        <p:sp>
          <p:nvSpPr>
            <p:cNvPr id="20" name="文本框 19">
              <a:extLst>
                <a:ext uri="{FF2B5EF4-FFF2-40B4-BE49-F238E27FC236}">
                  <a16:creationId xmlns:a16="http://schemas.microsoft.com/office/drawing/2014/main" id="{BA67EFFC-8DD4-4569-697A-8B1B65B8539F}"/>
                </a:ext>
              </a:extLst>
            </p:cNvPr>
            <p:cNvSpPr txBox="1"/>
            <p:nvPr/>
          </p:nvSpPr>
          <p:spPr>
            <a:xfrm>
              <a:off x="1239052" y="4682950"/>
              <a:ext cx="1866869" cy="533668"/>
            </a:xfrm>
            <a:prstGeom prst="rect">
              <a:avLst/>
            </a:prstGeom>
            <a:noFill/>
          </p:spPr>
          <p:txBody>
            <a:bodyPr wrap="none" rtlCol="0">
              <a:spAutoFit/>
            </a:bodyPr>
            <a:lstStyle/>
            <a:p>
              <a:r>
                <a:rPr lang="en-US" altLang="zh-CN" sz="1800" dirty="0">
                  <a:solidFill>
                    <a:schemeClr val="bg1"/>
                  </a:solidFill>
                  <a:latin typeface="Arial Black" panose="020B0A04020102020204" pitchFamily="34" charset="0"/>
                  <a:ea typeface="Kozuka Gothic Pro B" panose="020B0800000000000000" pitchFamily="34" charset="-128"/>
                </a:rPr>
                <a:t>contents</a:t>
              </a:r>
              <a:endParaRPr lang="zh-CN" altLang="en-US" sz="1800">
                <a:solidFill>
                  <a:schemeClr val="bg1"/>
                </a:solidFill>
                <a:latin typeface="Arial Black" panose="020B0A04020102020204" pitchFamily="34" charset="0"/>
                <a:ea typeface="Kozuka Gothic Pro B" panose="020B0800000000000000" pitchFamily="34" charset="-128"/>
              </a:endParaRPr>
            </a:p>
          </p:txBody>
        </p:sp>
        <p:grpSp>
          <p:nvGrpSpPr>
            <p:cNvPr id="21" name="组合 20">
              <a:extLst>
                <a:ext uri="{FF2B5EF4-FFF2-40B4-BE49-F238E27FC236}">
                  <a16:creationId xmlns:a16="http://schemas.microsoft.com/office/drawing/2014/main" id="{BCF0461A-7D84-2F81-6A9C-B30E289EAC9C}"/>
                </a:ext>
              </a:extLst>
            </p:cNvPr>
            <p:cNvGrpSpPr/>
            <p:nvPr/>
          </p:nvGrpSpPr>
          <p:grpSpPr>
            <a:xfrm flipH="1">
              <a:off x="722518" y="4925660"/>
              <a:ext cx="637650" cy="48248"/>
              <a:chOff x="2782883" y="4944533"/>
              <a:chExt cx="637650" cy="48248"/>
            </a:xfrm>
          </p:grpSpPr>
          <p:cxnSp>
            <p:nvCxnSpPr>
              <p:cNvPr id="25" name="直接连接符 75">
                <a:extLst>
                  <a:ext uri="{FF2B5EF4-FFF2-40B4-BE49-F238E27FC236}">
                    <a16:creationId xmlns:a16="http://schemas.microsoft.com/office/drawing/2014/main" id="{19FB1682-4219-7499-AF2B-BCBA422950C3}"/>
                  </a:ext>
                </a:extLst>
              </p:cNvPr>
              <p:cNvCxnSpPr/>
              <p:nvPr/>
            </p:nvCxnSpPr>
            <p:spPr>
              <a:xfrm>
                <a:off x="2806655" y="4968658"/>
                <a:ext cx="61387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71CB0851-DE87-9C74-2F15-B711A6E7E2D9}"/>
                  </a:ext>
                </a:extLst>
              </p:cNvPr>
              <p:cNvSpPr/>
              <p:nvPr/>
            </p:nvSpPr>
            <p:spPr>
              <a:xfrm flipH="1">
                <a:off x="2782883" y="4944533"/>
                <a:ext cx="53139" cy="482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grpSp>
          <p:nvGrpSpPr>
            <p:cNvPr id="22" name="组合 21">
              <a:extLst>
                <a:ext uri="{FF2B5EF4-FFF2-40B4-BE49-F238E27FC236}">
                  <a16:creationId xmlns:a16="http://schemas.microsoft.com/office/drawing/2014/main" id="{E198E483-7738-48E7-5050-41A106DC2C48}"/>
                </a:ext>
              </a:extLst>
            </p:cNvPr>
            <p:cNvGrpSpPr/>
            <p:nvPr/>
          </p:nvGrpSpPr>
          <p:grpSpPr>
            <a:xfrm>
              <a:off x="2962426" y="4925660"/>
              <a:ext cx="640448" cy="48249"/>
              <a:chOff x="3028447" y="4944533"/>
              <a:chExt cx="640448" cy="48249"/>
            </a:xfrm>
          </p:grpSpPr>
          <p:cxnSp>
            <p:nvCxnSpPr>
              <p:cNvPr id="23" name="直接连接符 73">
                <a:extLst>
                  <a:ext uri="{FF2B5EF4-FFF2-40B4-BE49-F238E27FC236}">
                    <a16:creationId xmlns:a16="http://schemas.microsoft.com/office/drawing/2014/main" id="{8BA44567-AAFF-E1A7-DF6A-C4A015394B42}"/>
                  </a:ext>
                </a:extLst>
              </p:cNvPr>
              <p:cNvCxnSpPr/>
              <p:nvPr/>
            </p:nvCxnSpPr>
            <p:spPr>
              <a:xfrm>
                <a:off x="3055017" y="4968656"/>
                <a:ext cx="61387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1809CB03-CAB6-1CF3-4C90-994106DF4E87}"/>
                  </a:ext>
                </a:extLst>
              </p:cNvPr>
              <p:cNvSpPr/>
              <p:nvPr/>
            </p:nvSpPr>
            <p:spPr>
              <a:xfrm flipH="1">
                <a:off x="3028447" y="4944533"/>
                <a:ext cx="53140" cy="482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60"/>
              </a:p>
            </p:txBody>
          </p:sp>
        </p:grpSp>
      </p:grpSp>
      <p:pic>
        <p:nvPicPr>
          <p:cNvPr id="29" name="图片 28">
            <a:extLst>
              <a:ext uri="{FF2B5EF4-FFF2-40B4-BE49-F238E27FC236}">
                <a16:creationId xmlns:a16="http://schemas.microsoft.com/office/drawing/2014/main" id="{14CD7917-8CE9-53A7-60A7-9D14762CC5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4981" y="1162546"/>
            <a:ext cx="809198" cy="809198"/>
          </a:xfrm>
          <a:prstGeom prst="rect">
            <a:avLst/>
          </a:prstGeom>
        </p:spPr>
      </p:pic>
      <p:grpSp>
        <p:nvGrpSpPr>
          <p:cNvPr id="8" name="组合 7">
            <a:extLst>
              <a:ext uri="{FF2B5EF4-FFF2-40B4-BE49-F238E27FC236}">
                <a16:creationId xmlns:a16="http://schemas.microsoft.com/office/drawing/2014/main" id="{22A5A773-0358-36CD-80E7-6E75141F3A0F}"/>
              </a:ext>
            </a:extLst>
          </p:cNvPr>
          <p:cNvGrpSpPr/>
          <p:nvPr/>
        </p:nvGrpSpPr>
        <p:grpSpPr>
          <a:xfrm>
            <a:off x="4571998" y="695350"/>
            <a:ext cx="2325514" cy="3658684"/>
            <a:chOff x="4600514" y="730902"/>
            <a:chExt cx="2325514" cy="3658684"/>
          </a:xfrm>
        </p:grpSpPr>
        <p:grpSp>
          <p:nvGrpSpPr>
            <p:cNvPr id="30" name="组合 29">
              <a:extLst>
                <a:ext uri="{FF2B5EF4-FFF2-40B4-BE49-F238E27FC236}">
                  <a16:creationId xmlns:a16="http://schemas.microsoft.com/office/drawing/2014/main" id="{7B7E8661-C581-E302-7945-20F997648FA0}"/>
                </a:ext>
              </a:extLst>
            </p:cNvPr>
            <p:cNvGrpSpPr/>
            <p:nvPr/>
          </p:nvGrpSpPr>
          <p:grpSpPr>
            <a:xfrm>
              <a:off x="4600528" y="730902"/>
              <a:ext cx="2307910" cy="540664"/>
              <a:chOff x="7343421" y="1218073"/>
              <a:chExt cx="2492611" cy="613458"/>
            </a:xfrm>
          </p:grpSpPr>
          <p:sp>
            <p:nvSpPr>
              <p:cNvPr id="31" name="椭圆 30">
                <a:extLst>
                  <a:ext uri="{FF2B5EF4-FFF2-40B4-BE49-F238E27FC236}">
                    <a16:creationId xmlns:a16="http://schemas.microsoft.com/office/drawing/2014/main" id="{EE12D7F7-5E5F-5819-C100-8A939D19AFC2}"/>
                  </a:ext>
                </a:extLst>
              </p:cNvPr>
              <p:cNvSpPr/>
              <p:nvPr/>
            </p:nvSpPr>
            <p:spPr>
              <a:xfrm>
                <a:off x="7343421" y="1218073"/>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01</a:t>
                </a:r>
                <a:endParaRPr lang="zh-CN" altLang="en-US" sz="140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C907C81D-AFB8-E90C-4A01-371ED6314AE4}"/>
                  </a:ext>
                </a:extLst>
              </p:cNvPr>
              <p:cNvSpPr txBox="1"/>
              <p:nvPr/>
            </p:nvSpPr>
            <p:spPr>
              <a:xfrm>
                <a:off x="8528561" y="1298124"/>
                <a:ext cx="1307471" cy="453980"/>
              </a:xfrm>
              <a:prstGeom prst="rect">
                <a:avLst/>
              </a:prstGeom>
              <a:noFill/>
            </p:spPr>
            <p:txBody>
              <a:bodyPr wrap="none" rtlCol="0">
                <a:spAutoFit/>
              </a:bodyPr>
              <a:lstStyle/>
              <a:p>
                <a:r>
                  <a:rPr lang="zh-CN" altLang="en-US" sz="2000" dirty="0">
                    <a:solidFill>
                      <a:schemeClr val="accent1">
                        <a:lumMod val="50000"/>
                      </a:schemeClr>
                    </a:solidFill>
                    <a:latin typeface="微软雅黑" panose="020B0503020204020204" pitchFamily="34" charset="-122"/>
                    <a:ea typeface="微软雅黑" panose="020B0503020204020204" pitchFamily="34" charset="-122"/>
                  </a:rPr>
                  <a:t>研究背景</a:t>
                </a:r>
              </a:p>
            </p:txBody>
          </p:sp>
        </p:grpSp>
        <p:grpSp>
          <p:nvGrpSpPr>
            <p:cNvPr id="33" name="组合 32">
              <a:extLst>
                <a:ext uri="{FF2B5EF4-FFF2-40B4-BE49-F238E27FC236}">
                  <a16:creationId xmlns:a16="http://schemas.microsoft.com/office/drawing/2014/main" id="{F87B89A7-6C74-5D44-568E-8BF8A3400766}"/>
                </a:ext>
              </a:extLst>
            </p:cNvPr>
            <p:cNvGrpSpPr/>
            <p:nvPr/>
          </p:nvGrpSpPr>
          <p:grpSpPr>
            <a:xfrm>
              <a:off x="4600532" y="1510408"/>
              <a:ext cx="2325496" cy="540663"/>
              <a:chOff x="7343420" y="2320799"/>
              <a:chExt cx="2511597" cy="613458"/>
            </a:xfrm>
          </p:grpSpPr>
          <p:sp>
            <p:nvSpPr>
              <p:cNvPr id="34" name="文本框 33">
                <a:extLst>
                  <a:ext uri="{FF2B5EF4-FFF2-40B4-BE49-F238E27FC236}">
                    <a16:creationId xmlns:a16="http://schemas.microsoft.com/office/drawing/2014/main" id="{A5C4A22A-6679-18E4-9112-AA6404C906AA}"/>
                  </a:ext>
                </a:extLst>
              </p:cNvPr>
              <p:cNvSpPr txBox="1"/>
              <p:nvPr/>
            </p:nvSpPr>
            <p:spPr>
              <a:xfrm>
                <a:off x="8547550" y="2407954"/>
                <a:ext cx="1307467"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文献综述</a:t>
                </a:r>
              </a:p>
            </p:txBody>
          </p:sp>
          <p:sp>
            <p:nvSpPr>
              <p:cNvPr id="35" name="椭圆 34">
                <a:extLst>
                  <a:ext uri="{FF2B5EF4-FFF2-40B4-BE49-F238E27FC236}">
                    <a16:creationId xmlns:a16="http://schemas.microsoft.com/office/drawing/2014/main" id="{54FE991D-9B49-632F-E4B1-CAE96F2DA52C}"/>
                  </a:ext>
                </a:extLst>
              </p:cNvPr>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02</a:t>
                </a:r>
                <a:endParaRPr lang="zh-CN" altLang="en-US" sz="1400">
                  <a:latin typeface="微软雅黑" panose="020B0503020204020204" pitchFamily="34" charset="-122"/>
                  <a:ea typeface="微软雅黑" panose="020B0503020204020204" pitchFamily="34" charset="-122"/>
                </a:endParaRPr>
              </a:p>
            </p:txBody>
          </p:sp>
        </p:grpSp>
        <p:grpSp>
          <p:nvGrpSpPr>
            <p:cNvPr id="39" name="组合 38">
              <a:extLst>
                <a:ext uri="{FF2B5EF4-FFF2-40B4-BE49-F238E27FC236}">
                  <a16:creationId xmlns:a16="http://schemas.microsoft.com/office/drawing/2014/main" id="{02555964-CD77-2CA4-454D-E59B0D2DB5C0}"/>
                </a:ext>
              </a:extLst>
            </p:cNvPr>
            <p:cNvGrpSpPr/>
            <p:nvPr/>
          </p:nvGrpSpPr>
          <p:grpSpPr>
            <a:xfrm>
              <a:off x="4600540" y="2289913"/>
              <a:ext cx="2325485" cy="540663"/>
              <a:chOff x="7343421" y="4735237"/>
              <a:chExt cx="2511587" cy="613458"/>
            </a:xfrm>
          </p:grpSpPr>
          <p:sp>
            <p:nvSpPr>
              <p:cNvPr id="40" name="文本框 39">
                <a:extLst>
                  <a:ext uri="{FF2B5EF4-FFF2-40B4-BE49-F238E27FC236}">
                    <a16:creationId xmlns:a16="http://schemas.microsoft.com/office/drawing/2014/main" id="{198594EA-8B7C-8680-9A4E-B05AB0C722F9}"/>
                  </a:ext>
                </a:extLst>
              </p:cNvPr>
              <p:cNvSpPr txBox="1"/>
              <p:nvPr/>
            </p:nvSpPr>
            <p:spPr>
              <a:xfrm>
                <a:off x="8547540" y="4812008"/>
                <a:ext cx="1307468"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研究内容</a:t>
                </a:r>
              </a:p>
            </p:txBody>
          </p:sp>
          <p:sp>
            <p:nvSpPr>
              <p:cNvPr id="41" name="椭圆 40">
                <a:extLst>
                  <a:ext uri="{FF2B5EF4-FFF2-40B4-BE49-F238E27FC236}">
                    <a16:creationId xmlns:a16="http://schemas.microsoft.com/office/drawing/2014/main" id="{5C57B1CC-A3B4-9431-91FA-FBB099F550E4}"/>
                  </a:ext>
                </a:extLst>
              </p:cNvPr>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03</a:t>
                </a:r>
                <a:endParaRPr lang="zh-CN" altLang="en-US" sz="1400" dirty="0">
                  <a:latin typeface="微软雅黑" panose="020B0503020204020204" pitchFamily="34" charset="-122"/>
                  <a:ea typeface="微软雅黑" panose="020B0503020204020204" pitchFamily="34" charset="-122"/>
                </a:endParaRPr>
              </a:p>
            </p:txBody>
          </p:sp>
        </p:grpSp>
        <p:grpSp>
          <p:nvGrpSpPr>
            <p:cNvPr id="2" name="组合 1">
              <a:extLst>
                <a:ext uri="{FF2B5EF4-FFF2-40B4-BE49-F238E27FC236}">
                  <a16:creationId xmlns:a16="http://schemas.microsoft.com/office/drawing/2014/main" id="{F2E8E1CD-3C4B-807F-F4D5-F583B4BF8B80}"/>
                </a:ext>
              </a:extLst>
            </p:cNvPr>
            <p:cNvGrpSpPr/>
            <p:nvPr/>
          </p:nvGrpSpPr>
          <p:grpSpPr>
            <a:xfrm>
              <a:off x="4600514" y="3069418"/>
              <a:ext cx="2325493" cy="540663"/>
              <a:chOff x="7343420" y="2320799"/>
              <a:chExt cx="2511595" cy="613458"/>
            </a:xfrm>
          </p:grpSpPr>
          <p:sp>
            <p:nvSpPr>
              <p:cNvPr id="3" name="文本框 2">
                <a:extLst>
                  <a:ext uri="{FF2B5EF4-FFF2-40B4-BE49-F238E27FC236}">
                    <a16:creationId xmlns:a16="http://schemas.microsoft.com/office/drawing/2014/main" id="{9B49F74A-F8DC-FA60-72B7-3C77B85720FF}"/>
                  </a:ext>
                </a:extLst>
              </p:cNvPr>
              <p:cNvSpPr txBox="1"/>
              <p:nvPr/>
            </p:nvSpPr>
            <p:spPr>
              <a:xfrm>
                <a:off x="8547548" y="2407954"/>
                <a:ext cx="1307467" cy="453981"/>
              </a:xfrm>
              <a:prstGeom prst="rect">
                <a:avLst/>
              </a:prstGeom>
              <a:noFill/>
            </p:spPr>
            <p:txBody>
              <a:bodyPr wrap="none" rtlCol="0">
                <a:spAutoFit/>
              </a:bodyPr>
              <a:lstStyle/>
              <a:p>
                <a:r>
                  <a:rPr lang="zh-CN" altLang="en-US" sz="2000" dirty="0">
                    <a:solidFill>
                      <a:srgbClr val="2F5597"/>
                    </a:solidFill>
                    <a:latin typeface="微软雅黑" panose="020B0503020204020204" pitchFamily="34" charset="-122"/>
                    <a:ea typeface="微软雅黑" panose="020B0503020204020204" pitchFamily="34" charset="-122"/>
                  </a:rPr>
                  <a:t>技术路线</a:t>
                </a:r>
              </a:p>
            </p:txBody>
          </p:sp>
          <p:sp>
            <p:nvSpPr>
              <p:cNvPr id="4" name="椭圆 3">
                <a:extLst>
                  <a:ext uri="{FF2B5EF4-FFF2-40B4-BE49-F238E27FC236}">
                    <a16:creationId xmlns:a16="http://schemas.microsoft.com/office/drawing/2014/main" id="{464036FE-910B-30F8-976F-98E97A9FF0B8}"/>
                  </a:ext>
                </a:extLst>
              </p:cNvPr>
              <p:cNvSpPr/>
              <p:nvPr/>
            </p:nvSpPr>
            <p:spPr>
              <a:xfrm>
                <a:off x="7343420" y="2320799"/>
                <a:ext cx="613459"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04</a:t>
                </a:r>
                <a:endParaRPr lang="zh-CN" altLang="en-US" sz="1400" dirty="0">
                  <a:latin typeface="微软雅黑" panose="020B0503020204020204" pitchFamily="34" charset="-122"/>
                  <a:ea typeface="微软雅黑" panose="020B0503020204020204" pitchFamily="34" charset="-122"/>
                </a:endParaRPr>
              </a:p>
            </p:txBody>
          </p:sp>
        </p:grpSp>
        <p:grpSp>
          <p:nvGrpSpPr>
            <p:cNvPr id="5" name="组合 4">
              <a:extLst>
                <a:ext uri="{FF2B5EF4-FFF2-40B4-BE49-F238E27FC236}">
                  <a16:creationId xmlns:a16="http://schemas.microsoft.com/office/drawing/2014/main" id="{4E423DED-D000-2925-477B-D5B10657ECF1}"/>
                </a:ext>
              </a:extLst>
            </p:cNvPr>
            <p:cNvGrpSpPr/>
            <p:nvPr/>
          </p:nvGrpSpPr>
          <p:grpSpPr>
            <a:xfrm>
              <a:off x="4600527" y="3848923"/>
              <a:ext cx="2325485" cy="540663"/>
              <a:chOff x="7343421" y="4735237"/>
              <a:chExt cx="2511587" cy="613458"/>
            </a:xfrm>
          </p:grpSpPr>
          <p:sp>
            <p:nvSpPr>
              <p:cNvPr id="6" name="文本框 5">
                <a:extLst>
                  <a:ext uri="{FF2B5EF4-FFF2-40B4-BE49-F238E27FC236}">
                    <a16:creationId xmlns:a16="http://schemas.microsoft.com/office/drawing/2014/main" id="{FDCAF273-7B39-3BB8-66A8-C0A384587F6A}"/>
                  </a:ext>
                </a:extLst>
              </p:cNvPr>
              <p:cNvSpPr txBox="1"/>
              <p:nvPr/>
            </p:nvSpPr>
            <p:spPr>
              <a:xfrm>
                <a:off x="8547540" y="4812008"/>
                <a:ext cx="1307468" cy="453981"/>
              </a:xfrm>
              <a:prstGeom prst="rect">
                <a:avLst/>
              </a:prstGeom>
              <a:noFill/>
            </p:spPr>
            <p:txBody>
              <a:bodyPr wrap="none" rtlCol="0">
                <a:spAutoFit/>
              </a:bodyPr>
              <a:lstStyle/>
              <a:p>
                <a:r>
                  <a:rPr lang="zh-CN" altLang="en-US" sz="2000" b="1" dirty="0">
                    <a:solidFill>
                      <a:srgbClr val="2F5597"/>
                    </a:solidFill>
                    <a:latin typeface="微软雅黑" panose="020B0503020204020204" pitchFamily="34" charset="-122"/>
                    <a:ea typeface="微软雅黑" panose="020B0503020204020204" pitchFamily="34" charset="-122"/>
                  </a:rPr>
                  <a:t>工作计划</a:t>
                </a:r>
              </a:p>
            </p:txBody>
          </p:sp>
          <p:sp>
            <p:nvSpPr>
              <p:cNvPr id="7" name="椭圆 6">
                <a:extLst>
                  <a:ext uri="{FF2B5EF4-FFF2-40B4-BE49-F238E27FC236}">
                    <a16:creationId xmlns:a16="http://schemas.microsoft.com/office/drawing/2014/main" id="{3CCC53DD-625F-0A69-B7E8-7A47125D6F35}"/>
                  </a:ext>
                </a:extLst>
              </p:cNvPr>
              <p:cNvSpPr/>
              <p:nvPr/>
            </p:nvSpPr>
            <p:spPr>
              <a:xfrm>
                <a:off x="7343421" y="4735237"/>
                <a:ext cx="613458" cy="613458"/>
              </a:xfrm>
              <a:prstGeom prst="ellips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05</a:t>
                </a:r>
                <a:endParaRPr lang="zh-CN" altLang="en-US" sz="1400" dirty="0">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4268392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B6D33DD-390B-E050-B4F8-8776453AD0E3}"/>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97D2C67-5B55-1E35-D247-CFBC63815161}"/>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工作计划</a:t>
            </a:r>
          </a:p>
        </p:txBody>
      </p:sp>
      <p:sp>
        <p:nvSpPr>
          <p:cNvPr id="8" name="文本框 7">
            <a:extLst>
              <a:ext uri="{FF2B5EF4-FFF2-40B4-BE49-F238E27FC236}">
                <a16:creationId xmlns:a16="http://schemas.microsoft.com/office/drawing/2014/main" id="{B3E5CDBC-2C4E-708E-CC18-129C6C96F696}"/>
              </a:ext>
            </a:extLst>
          </p:cNvPr>
          <p:cNvSpPr txBox="1"/>
          <p:nvPr/>
        </p:nvSpPr>
        <p:spPr>
          <a:xfrm>
            <a:off x="120025" y="587183"/>
            <a:ext cx="2114681" cy="338554"/>
          </a:xfrm>
          <a:prstGeom prst="rect">
            <a:avLst/>
          </a:prstGeom>
          <a:noFill/>
        </p:spPr>
        <p:txBody>
          <a:bodyPr wrap="none" rtlCol="0">
            <a:spAutoFit/>
          </a:bodyPr>
          <a:lstStyle/>
          <a:p>
            <a:pPr marL="285750" indent="-285750">
              <a:buFont typeface="Wingdings" panose="05000000000000000000" pitchFamily="2" charset="2"/>
              <a:buChar char="n"/>
            </a:pPr>
            <a:r>
              <a:rPr kumimoji="1" lang="zh-CN" altLang="en-US" sz="1600" b="1" dirty="0">
                <a:solidFill>
                  <a:srgbClr val="5B9BD5"/>
                </a:solidFill>
                <a:latin typeface="Microsoft YaHei" panose="020B0503020204020204" pitchFamily="34" charset="-122"/>
                <a:ea typeface="Microsoft YaHei" panose="020B0503020204020204" pitchFamily="34" charset="-122"/>
              </a:rPr>
              <a:t>各项任务时间规划</a:t>
            </a:r>
          </a:p>
        </p:txBody>
      </p:sp>
      <p:sp>
        <p:nvSpPr>
          <p:cNvPr id="3" name="文本框 32">
            <a:extLst>
              <a:ext uri="{FF2B5EF4-FFF2-40B4-BE49-F238E27FC236}">
                <a16:creationId xmlns:a16="http://schemas.microsoft.com/office/drawing/2014/main" id="{CE49826F-31AA-7693-ED8F-65DD2BE6F427}"/>
              </a:ext>
            </a:extLst>
          </p:cNvPr>
          <p:cNvSpPr txBox="1"/>
          <p:nvPr/>
        </p:nvSpPr>
        <p:spPr>
          <a:xfrm>
            <a:off x="705134" y="4334302"/>
            <a:ext cx="5289146" cy="30777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solidFill>
                  <a:srgbClr val="292934"/>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zh-CN" sz="1400" kern="100" dirty="0">
                <a:effectLst/>
                <a:latin typeface="+mj-ea"/>
                <a:ea typeface="+mj-ea"/>
                <a:cs typeface="+mj-ea"/>
              </a:rPr>
              <a:t>发表</a:t>
            </a:r>
            <a:r>
              <a:rPr lang="zh-CN" altLang="en-US" sz="1400" kern="100" dirty="0">
                <a:effectLst/>
                <a:latin typeface="+mj-ea"/>
                <a:ea typeface="+mj-ea"/>
                <a:cs typeface="+mj-ea"/>
              </a:rPr>
              <a:t>学术</a:t>
            </a:r>
            <a:r>
              <a:rPr lang="zh-CN" altLang="zh-CN" sz="1400" kern="100" dirty="0">
                <a:effectLst/>
                <a:latin typeface="+mj-ea"/>
                <a:ea typeface="+mj-ea"/>
                <a:cs typeface="+mj-ea"/>
              </a:rPr>
              <a:t>论文</a:t>
            </a:r>
            <a:r>
              <a:rPr lang="en-US" altLang="zh-CN" sz="1400" kern="100" dirty="0">
                <a:effectLst/>
                <a:latin typeface="+mj-ea"/>
                <a:ea typeface="+mj-ea"/>
                <a:cs typeface="+mj-ea"/>
              </a:rPr>
              <a:t>1-2</a:t>
            </a:r>
            <a:r>
              <a:rPr lang="zh-CN" altLang="zh-CN" sz="1400" kern="100" dirty="0">
                <a:effectLst/>
                <a:latin typeface="+mj-ea"/>
                <a:ea typeface="+mj-ea"/>
                <a:cs typeface="+mj-ea"/>
              </a:rPr>
              <a:t>篇，申请专利</a:t>
            </a:r>
            <a:r>
              <a:rPr lang="zh-CN" altLang="en-US" sz="1400" kern="100" dirty="0">
                <a:effectLst/>
                <a:latin typeface="+mj-ea"/>
                <a:ea typeface="+mj-ea"/>
                <a:cs typeface="+mj-ea"/>
              </a:rPr>
              <a:t>或软著</a:t>
            </a:r>
            <a:r>
              <a:rPr lang="en-US" altLang="zh-CN" sz="1400" kern="100" dirty="0">
                <a:effectLst/>
                <a:latin typeface="+mj-ea"/>
                <a:ea typeface="+mj-ea"/>
                <a:cs typeface="+mj-ea"/>
              </a:rPr>
              <a:t>1</a:t>
            </a:r>
            <a:r>
              <a:rPr lang="zh-CN" altLang="zh-CN" sz="1400" kern="100" dirty="0">
                <a:effectLst/>
                <a:latin typeface="+mj-ea"/>
                <a:ea typeface="+mj-ea"/>
                <a:cs typeface="+mj-ea"/>
              </a:rPr>
              <a:t>项</a:t>
            </a:r>
            <a:endParaRPr lang="zh-CN" altLang="en-US" sz="1400" dirty="0">
              <a:latin typeface="+mj-ea"/>
              <a:ea typeface="+mj-ea"/>
              <a:cs typeface="+mj-ea"/>
            </a:endParaRPr>
          </a:p>
        </p:txBody>
      </p:sp>
      <p:graphicFrame>
        <p:nvGraphicFramePr>
          <p:cNvPr id="5" name="表格 31">
            <a:extLst>
              <a:ext uri="{FF2B5EF4-FFF2-40B4-BE49-F238E27FC236}">
                <a16:creationId xmlns:a16="http://schemas.microsoft.com/office/drawing/2014/main" id="{21E6B32F-82BF-3EE7-C19A-2A8432A3F7F7}"/>
              </a:ext>
            </a:extLst>
          </p:cNvPr>
          <p:cNvGraphicFramePr>
            <a:graphicFrameLocks noGrp="1"/>
          </p:cNvGraphicFramePr>
          <p:nvPr>
            <p:extLst>
              <p:ext uri="{D42A27DB-BD31-4B8C-83A1-F6EECF244321}">
                <p14:modId xmlns:p14="http://schemas.microsoft.com/office/powerpoint/2010/main" val="4216596503"/>
              </p:ext>
            </p:extLst>
          </p:nvPr>
        </p:nvGraphicFramePr>
        <p:xfrm>
          <a:off x="705134" y="1110017"/>
          <a:ext cx="7624550" cy="3079848"/>
        </p:xfrm>
        <a:graphic>
          <a:graphicData uri="http://schemas.openxmlformats.org/drawingml/2006/table">
            <a:tbl>
              <a:tblPr firstRow="1" bandRow="1">
                <a:tableStyleId>{5C22544A-7EE6-4342-B048-85BDC9FD1C3A}</a:tableStyleId>
              </a:tblPr>
              <a:tblGrid>
                <a:gridCol w="1959596">
                  <a:extLst>
                    <a:ext uri="{9D8B030D-6E8A-4147-A177-3AD203B41FA5}">
                      <a16:colId xmlns:a16="http://schemas.microsoft.com/office/drawing/2014/main" val="20000"/>
                    </a:ext>
                  </a:extLst>
                </a:gridCol>
                <a:gridCol w="3836187">
                  <a:extLst>
                    <a:ext uri="{9D8B030D-6E8A-4147-A177-3AD203B41FA5}">
                      <a16:colId xmlns:a16="http://schemas.microsoft.com/office/drawing/2014/main" val="20001"/>
                    </a:ext>
                  </a:extLst>
                </a:gridCol>
                <a:gridCol w="1828767">
                  <a:extLst>
                    <a:ext uri="{9D8B030D-6E8A-4147-A177-3AD203B41FA5}">
                      <a16:colId xmlns:a16="http://schemas.microsoft.com/office/drawing/2014/main" val="20002"/>
                    </a:ext>
                  </a:extLst>
                </a:gridCol>
              </a:tblGrid>
              <a:tr h="384981">
                <a:tc>
                  <a:txBody>
                    <a:bodyPr/>
                    <a:lstStyle/>
                    <a:p>
                      <a:pPr algn="ctr"/>
                      <a:r>
                        <a:rPr lang="zh-CN" altLang="en-US" sz="1200" dirty="0">
                          <a:latin typeface="+mj-ea"/>
                          <a:ea typeface="+mj-ea"/>
                        </a:rPr>
                        <a:t>起讫日期</a:t>
                      </a:r>
                    </a:p>
                  </a:txBody>
                  <a:tcPr anchor="ctr"/>
                </a:tc>
                <a:tc>
                  <a:txBody>
                    <a:bodyPr/>
                    <a:lstStyle/>
                    <a:p>
                      <a:pPr algn="ctr"/>
                      <a:r>
                        <a:rPr lang="zh-CN" altLang="en-US" sz="1200" dirty="0">
                          <a:latin typeface="+mj-ea"/>
                          <a:ea typeface="+mj-ea"/>
                        </a:rPr>
                        <a:t>主要研究内容</a:t>
                      </a:r>
                    </a:p>
                  </a:txBody>
                  <a:tcPr anchor="ctr"/>
                </a:tc>
                <a:tc>
                  <a:txBody>
                    <a:bodyPr/>
                    <a:lstStyle/>
                    <a:p>
                      <a:pPr algn="ctr"/>
                      <a:r>
                        <a:rPr lang="zh-CN" altLang="en-US" sz="1200" dirty="0">
                          <a:latin typeface="+mj-ea"/>
                          <a:ea typeface="+mj-ea"/>
                        </a:rPr>
                        <a:t>预期结果</a:t>
                      </a:r>
                    </a:p>
                  </a:txBody>
                  <a:tcPr anchor="ctr"/>
                </a:tc>
                <a:extLst>
                  <a:ext uri="{0D108BD9-81ED-4DB2-BD59-A6C34878D82A}">
                    <a16:rowId xmlns:a16="http://schemas.microsoft.com/office/drawing/2014/main" val="10000"/>
                  </a:ext>
                </a:extLst>
              </a:tr>
              <a:tr h="384981">
                <a:tc>
                  <a:txBody>
                    <a:bodyPr/>
                    <a:lstStyle/>
                    <a:p>
                      <a:pPr algn="ctr"/>
                      <a:r>
                        <a:rPr lang="en-US" altLang="zh-CN" sz="1200" b="1" dirty="0">
                          <a:solidFill>
                            <a:schemeClr val="bg1"/>
                          </a:solidFill>
                          <a:latin typeface="+mj-ea"/>
                          <a:ea typeface="+mj-ea"/>
                        </a:rPr>
                        <a:t>2025.9-2025.10</a:t>
                      </a:r>
                    </a:p>
                  </a:txBody>
                  <a:tcPr anchor="ctr">
                    <a:solidFill>
                      <a:srgbClr val="4472C4"/>
                    </a:solidFill>
                  </a:tcPr>
                </a:tc>
                <a:tc>
                  <a:txBody>
                    <a:bodyPr/>
                    <a:lstStyle/>
                    <a:p>
                      <a:pPr algn="ctr"/>
                      <a:r>
                        <a:rPr lang="zh-CN" altLang="en-US" sz="1200" dirty="0">
                          <a:latin typeface="+mj-ea"/>
                          <a:ea typeface="+mj-ea"/>
                        </a:rPr>
                        <a:t>国内外文献查阅域资料整理</a:t>
                      </a:r>
                    </a:p>
                  </a:txBody>
                  <a:tcPr anchor="ctr">
                    <a:solidFill>
                      <a:schemeClr val="bg2"/>
                    </a:solidFill>
                  </a:tcPr>
                </a:tc>
                <a:tc>
                  <a:txBody>
                    <a:bodyPr/>
                    <a:lstStyle/>
                    <a:p>
                      <a:pPr algn="ctr"/>
                      <a:r>
                        <a:rPr lang="zh-CN" altLang="en-US" sz="1200" dirty="0">
                          <a:latin typeface="+mj-ea"/>
                          <a:ea typeface="+mj-ea"/>
                        </a:rPr>
                        <a:t>调研报告</a:t>
                      </a:r>
                    </a:p>
                  </a:txBody>
                  <a:tcPr anchor="ctr">
                    <a:solidFill>
                      <a:schemeClr val="bg2"/>
                    </a:solidFill>
                  </a:tcPr>
                </a:tc>
                <a:extLst>
                  <a:ext uri="{0D108BD9-81ED-4DB2-BD59-A6C34878D82A}">
                    <a16:rowId xmlns:a16="http://schemas.microsoft.com/office/drawing/2014/main" val="10001"/>
                  </a:ext>
                </a:extLst>
              </a:tr>
              <a:tr h="384981">
                <a:tc>
                  <a:txBody>
                    <a:bodyPr/>
                    <a:lstStyle/>
                    <a:p>
                      <a:pPr algn="ctr"/>
                      <a:r>
                        <a:rPr lang="en-US" altLang="zh-CN" sz="1200" b="1" dirty="0">
                          <a:solidFill>
                            <a:schemeClr val="bg1"/>
                          </a:solidFill>
                          <a:latin typeface="+mj-ea"/>
                          <a:ea typeface="+mj-ea"/>
                        </a:rPr>
                        <a:t>2025.11-2026.1</a:t>
                      </a:r>
                    </a:p>
                  </a:txBody>
                  <a:tcPr anchor="ctr">
                    <a:solidFill>
                      <a:srgbClr val="4472C4"/>
                    </a:solidFill>
                  </a:tcPr>
                </a:tc>
                <a:tc>
                  <a:txBody>
                    <a:bodyPr/>
                    <a:lstStyle/>
                    <a:p>
                      <a:pPr algn="ctr"/>
                      <a:r>
                        <a:rPr lang="zh-CN" altLang="en-US" sz="1200" dirty="0">
                          <a:latin typeface="+mj-ea"/>
                          <a:ea typeface="+mj-ea"/>
                        </a:rPr>
                        <a:t>完成大论文的第一部分</a:t>
                      </a:r>
                    </a:p>
                  </a:txBody>
                  <a:tcPr anchor="ctr">
                    <a:solidFill>
                      <a:schemeClr val="bg1">
                        <a:lumMod val="95000"/>
                      </a:schemeClr>
                    </a:solidFill>
                  </a:tcPr>
                </a:tc>
                <a:tc>
                  <a:txBody>
                    <a:bodyPr/>
                    <a:lstStyle/>
                    <a:p>
                      <a:pPr algn="ctr"/>
                      <a:r>
                        <a:rPr lang="zh-CN" altLang="en-US" sz="1200" dirty="0">
                          <a:latin typeface="+mj-ea"/>
                          <a:ea typeface="+mj-ea"/>
                        </a:rPr>
                        <a:t>实验报告，形成小论文</a:t>
                      </a:r>
                    </a:p>
                  </a:txBody>
                  <a:tcPr anchor="ctr">
                    <a:solidFill>
                      <a:schemeClr val="bg1">
                        <a:lumMod val="95000"/>
                      </a:schemeClr>
                    </a:solidFill>
                  </a:tcPr>
                </a:tc>
                <a:extLst>
                  <a:ext uri="{0D108BD9-81ED-4DB2-BD59-A6C34878D82A}">
                    <a16:rowId xmlns:a16="http://schemas.microsoft.com/office/drawing/2014/main" val="10002"/>
                  </a:ext>
                </a:extLst>
              </a:tr>
              <a:tr h="384981">
                <a:tc>
                  <a:txBody>
                    <a:bodyPr/>
                    <a:lstStyle/>
                    <a:p>
                      <a:pPr algn="ctr"/>
                      <a:r>
                        <a:rPr lang="en-US" altLang="zh-CN" sz="1200" b="1" dirty="0">
                          <a:solidFill>
                            <a:schemeClr val="bg1"/>
                          </a:solidFill>
                          <a:latin typeface="+mj-ea"/>
                          <a:ea typeface="+mj-ea"/>
                        </a:rPr>
                        <a:t>2026.2-2026.4</a:t>
                      </a:r>
                    </a:p>
                  </a:txBody>
                  <a:tcPr anchor="ctr">
                    <a:solidFill>
                      <a:srgbClr val="4472C4"/>
                    </a:solidFill>
                  </a:tcPr>
                </a:tc>
                <a:tc>
                  <a:txBody>
                    <a:bodyPr/>
                    <a:lstStyle/>
                    <a:p>
                      <a:pPr algn="ctr"/>
                      <a:r>
                        <a:rPr lang="zh-CN" altLang="en-US" sz="1200" dirty="0">
                          <a:latin typeface="+mj-ea"/>
                          <a:ea typeface="+mj-ea"/>
                        </a:rPr>
                        <a:t>完成大论文的第二部分</a:t>
                      </a:r>
                    </a:p>
                  </a:txBody>
                  <a:tcPr anchor="ctr">
                    <a:solidFill>
                      <a:schemeClr val="bg2"/>
                    </a:solidFill>
                  </a:tcPr>
                </a:tc>
                <a:tc>
                  <a:txBody>
                    <a:bodyPr/>
                    <a:lstStyle/>
                    <a:p>
                      <a:pPr algn="ctr"/>
                      <a:r>
                        <a:rPr lang="zh-CN" altLang="en-US" sz="1200" dirty="0">
                          <a:latin typeface="+mj-ea"/>
                          <a:ea typeface="+mj-ea"/>
                        </a:rPr>
                        <a:t>实验报告</a:t>
                      </a:r>
                    </a:p>
                  </a:txBody>
                  <a:tcPr anchor="ctr">
                    <a:solidFill>
                      <a:schemeClr val="bg2"/>
                    </a:solidFill>
                  </a:tcPr>
                </a:tc>
                <a:extLst>
                  <a:ext uri="{0D108BD9-81ED-4DB2-BD59-A6C34878D82A}">
                    <a16:rowId xmlns:a16="http://schemas.microsoft.com/office/drawing/2014/main" val="10003"/>
                  </a:ext>
                </a:extLst>
              </a:tr>
              <a:tr h="384981">
                <a:tc>
                  <a:txBody>
                    <a:bodyPr/>
                    <a:lstStyle/>
                    <a:p>
                      <a:pPr algn="ctr"/>
                      <a:r>
                        <a:rPr lang="en-US" altLang="zh-CN" sz="1200" b="1" dirty="0">
                          <a:solidFill>
                            <a:schemeClr val="bg1"/>
                          </a:solidFill>
                          <a:latin typeface="+mj-ea"/>
                          <a:ea typeface="+mj-ea"/>
                        </a:rPr>
                        <a:t>2026.5-2026.7</a:t>
                      </a:r>
                    </a:p>
                  </a:txBody>
                  <a:tcPr anchor="ctr">
                    <a:solidFill>
                      <a:srgbClr val="4472C4"/>
                    </a:solidFill>
                  </a:tcPr>
                </a:tc>
                <a:tc>
                  <a:txBody>
                    <a:bodyPr/>
                    <a:lstStyle/>
                    <a:p>
                      <a:pPr algn="ctr"/>
                      <a:r>
                        <a:rPr lang="zh-CN" altLang="en-US" sz="1200" dirty="0">
                          <a:latin typeface="+mj-ea"/>
                          <a:ea typeface="+mj-ea"/>
                        </a:rPr>
                        <a:t>完成大论文的第三部分</a:t>
                      </a:r>
                    </a:p>
                  </a:txBody>
                  <a:tcPr anchor="ctr">
                    <a:solidFill>
                      <a:schemeClr val="bg1">
                        <a:lumMod val="95000"/>
                      </a:schemeClr>
                    </a:solidFill>
                  </a:tcPr>
                </a:tc>
                <a:tc>
                  <a:txBody>
                    <a:bodyPr/>
                    <a:lstStyle/>
                    <a:p>
                      <a:pPr algn="ctr"/>
                      <a:r>
                        <a:rPr lang="zh-CN" altLang="en-US" sz="1200" dirty="0">
                          <a:latin typeface="+mj-ea"/>
                          <a:ea typeface="+mj-ea"/>
                        </a:rPr>
                        <a:t>实验报告，形成专利</a:t>
                      </a:r>
                    </a:p>
                  </a:txBody>
                  <a:tcPr anchor="ctr">
                    <a:solidFill>
                      <a:schemeClr val="bg1">
                        <a:lumMod val="95000"/>
                      </a:schemeClr>
                    </a:solidFill>
                  </a:tcPr>
                </a:tc>
                <a:extLst>
                  <a:ext uri="{0D108BD9-81ED-4DB2-BD59-A6C34878D82A}">
                    <a16:rowId xmlns:a16="http://schemas.microsoft.com/office/drawing/2014/main" val="10004"/>
                  </a:ext>
                </a:extLst>
              </a:tr>
              <a:tr h="384981">
                <a:tc>
                  <a:txBody>
                    <a:bodyPr/>
                    <a:lstStyle/>
                    <a:p>
                      <a:pPr algn="ctr"/>
                      <a:r>
                        <a:rPr lang="en-US" altLang="zh-CN" sz="1200" b="1" dirty="0">
                          <a:solidFill>
                            <a:schemeClr val="bg1"/>
                          </a:solidFill>
                          <a:latin typeface="+mj-ea"/>
                          <a:ea typeface="+mj-ea"/>
                        </a:rPr>
                        <a:t>2026.8-2026.10</a:t>
                      </a:r>
                    </a:p>
                  </a:txBody>
                  <a:tcPr anchor="ctr">
                    <a:solidFill>
                      <a:srgbClr val="4472C4"/>
                    </a:solidFill>
                  </a:tcPr>
                </a:tc>
                <a:tc>
                  <a:txBody>
                    <a:bodyPr/>
                    <a:lstStyle/>
                    <a:p>
                      <a:pPr algn="ctr"/>
                      <a:r>
                        <a:rPr lang="zh-CN" altLang="en-US" sz="1200" dirty="0">
                          <a:latin typeface="+mj-ea"/>
                          <a:ea typeface="+mj-ea"/>
                        </a:rPr>
                        <a:t>完成大论文的第四部分</a:t>
                      </a:r>
                    </a:p>
                  </a:txBody>
                  <a:tcPr anchor="c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sz="1200" dirty="0">
                          <a:latin typeface="+mj-ea"/>
                          <a:ea typeface="+mj-ea"/>
                        </a:rPr>
                        <a:t>实验报告</a:t>
                      </a:r>
                    </a:p>
                  </a:txBody>
                  <a:tcPr anchor="ctr">
                    <a:solidFill>
                      <a:schemeClr val="bg2"/>
                    </a:solidFill>
                  </a:tcPr>
                </a:tc>
                <a:extLst>
                  <a:ext uri="{0D108BD9-81ED-4DB2-BD59-A6C34878D82A}">
                    <a16:rowId xmlns:a16="http://schemas.microsoft.com/office/drawing/2014/main" val="10005"/>
                  </a:ext>
                </a:extLst>
              </a:tr>
              <a:tr h="384981">
                <a:tc>
                  <a:txBody>
                    <a:bodyPr/>
                    <a:lstStyle/>
                    <a:p>
                      <a:pPr algn="ctr"/>
                      <a:r>
                        <a:rPr lang="en-US" altLang="zh-CN" sz="1200" b="1" dirty="0">
                          <a:solidFill>
                            <a:schemeClr val="bg1"/>
                          </a:solidFill>
                          <a:latin typeface="+mj-ea"/>
                          <a:ea typeface="+mj-ea"/>
                        </a:rPr>
                        <a:t>2026.11-2027.1</a:t>
                      </a:r>
                    </a:p>
                  </a:txBody>
                  <a:tcPr anchor="ctr">
                    <a:solidFill>
                      <a:srgbClr val="4472C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zh-CN" altLang="en-US" sz="1200" dirty="0">
                          <a:latin typeface="+mj-ea"/>
                          <a:ea typeface="+mj-ea"/>
                        </a:rPr>
                        <a:t>整理报告，撰写大论文</a:t>
                      </a:r>
                    </a:p>
                  </a:txBody>
                  <a:tcPr anchor="ctr">
                    <a:solidFill>
                      <a:schemeClr val="bg1">
                        <a:lumMod val="95000"/>
                      </a:schemeClr>
                    </a:solidFill>
                  </a:tcPr>
                </a:tc>
                <a:tc>
                  <a:txBody>
                    <a:bodyPr/>
                    <a:lstStyle/>
                    <a:p>
                      <a:pPr algn="ctr"/>
                      <a:r>
                        <a:rPr lang="zh-CN" altLang="en-US" sz="1200" dirty="0">
                          <a:latin typeface="+mj-ea"/>
                          <a:ea typeface="+mj-ea"/>
                        </a:rPr>
                        <a:t>大论文初稿</a:t>
                      </a:r>
                    </a:p>
                  </a:txBody>
                  <a:tcPr anchor="ctr">
                    <a:solidFill>
                      <a:schemeClr val="bg1">
                        <a:lumMod val="95000"/>
                      </a:schemeClr>
                    </a:solidFill>
                  </a:tcPr>
                </a:tc>
                <a:extLst>
                  <a:ext uri="{0D108BD9-81ED-4DB2-BD59-A6C34878D82A}">
                    <a16:rowId xmlns:a16="http://schemas.microsoft.com/office/drawing/2014/main" val="10006"/>
                  </a:ext>
                </a:extLst>
              </a:tr>
              <a:tr h="384981">
                <a:tc>
                  <a:txBody>
                    <a:bodyPr/>
                    <a:lstStyle/>
                    <a:p>
                      <a:pPr algn="ctr"/>
                      <a:r>
                        <a:rPr lang="en-US" altLang="zh-CN" sz="1200" b="1" dirty="0">
                          <a:solidFill>
                            <a:schemeClr val="bg1"/>
                          </a:solidFill>
                          <a:latin typeface="+mj-ea"/>
                          <a:ea typeface="+mj-ea"/>
                        </a:rPr>
                        <a:t>2027.1-2027.3</a:t>
                      </a:r>
                    </a:p>
                  </a:txBody>
                  <a:tcPr anchor="ctr">
                    <a:solidFill>
                      <a:srgbClr val="4472C4"/>
                    </a:solidFill>
                  </a:tcPr>
                </a:tc>
                <a:tc>
                  <a:txBody>
                    <a:bodyPr/>
                    <a:lstStyle/>
                    <a:p>
                      <a:pPr algn="ctr"/>
                      <a:r>
                        <a:rPr lang="zh-CN" altLang="en-US" sz="1200" dirty="0">
                          <a:latin typeface="+mj-ea"/>
                          <a:ea typeface="+mj-ea"/>
                        </a:rPr>
                        <a:t>完成大论文</a:t>
                      </a:r>
                    </a:p>
                  </a:txBody>
                  <a:tcPr anchor="ctr">
                    <a:solidFill>
                      <a:schemeClr val="bg2"/>
                    </a:solidFill>
                  </a:tcPr>
                </a:tc>
                <a:tc>
                  <a:txBody>
                    <a:bodyPr/>
                    <a:lstStyle/>
                    <a:p>
                      <a:pPr algn="ctr"/>
                      <a:r>
                        <a:rPr lang="zh-CN" altLang="en-US" sz="1200" dirty="0">
                          <a:latin typeface="+mj-ea"/>
                          <a:ea typeface="+mj-ea"/>
                        </a:rPr>
                        <a:t>学位论文</a:t>
                      </a:r>
                    </a:p>
                  </a:txBody>
                  <a:tcPr anchor="ctr">
                    <a:solidFill>
                      <a:schemeClr val="bg2"/>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431992311"/>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BE6A12-ADDA-52AD-3EF9-406521234220}"/>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382DDF40-6A66-3007-4139-EB0CAB3645C7}"/>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参考文献</a:t>
            </a:r>
          </a:p>
        </p:txBody>
      </p:sp>
      <p:sp>
        <p:nvSpPr>
          <p:cNvPr id="6" name="文本框 5">
            <a:extLst>
              <a:ext uri="{FF2B5EF4-FFF2-40B4-BE49-F238E27FC236}">
                <a16:creationId xmlns:a16="http://schemas.microsoft.com/office/drawing/2014/main" id="{3AABF2E1-7980-CF8B-05B1-08E72DB5EDD9}"/>
              </a:ext>
            </a:extLst>
          </p:cNvPr>
          <p:cNvSpPr txBox="1"/>
          <p:nvPr/>
        </p:nvSpPr>
        <p:spPr>
          <a:xfrm>
            <a:off x="120025" y="626365"/>
            <a:ext cx="8764668" cy="4401205"/>
          </a:xfrm>
          <a:prstGeom prst="rect">
            <a:avLst/>
          </a:prstGeom>
          <a:noFill/>
        </p:spPr>
        <p:txBody>
          <a:bodyPr wrap="square">
            <a:spAutoFit/>
          </a:bodyPr>
          <a:lstStyle/>
          <a:p>
            <a:r>
              <a:rPr lang="en-US" altLang="zh-CN" sz="1000" dirty="0">
                <a:latin typeface="黑体" panose="02010609060101010101" pitchFamily="49" charset="-122"/>
                <a:ea typeface="黑体" panose="02010609060101010101" pitchFamily="49" charset="-122"/>
              </a:rPr>
              <a:t>[1] </a:t>
            </a:r>
            <a:r>
              <a:rPr lang="en-US" altLang="zh-CN" sz="1000" dirty="0" err="1">
                <a:latin typeface="黑体" panose="02010609060101010101" pitchFamily="49" charset="-122"/>
                <a:ea typeface="黑体" panose="02010609060101010101" pitchFamily="49" charset="-122"/>
              </a:rPr>
              <a:t>Xuesong</a:t>
            </a:r>
            <a:r>
              <a:rPr lang="en-US" altLang="zh-CN" sz="1000" dirty="0">
                <a:latin typeface="黑体" panose="02010609060101010101" pitchFamily="49" charset="-122"/>
                <a:ea typeface="黑体" panose="02010609060101010101" pitchFamily="49" charset="-122"/>
              </a:rPr>
              <a:t> Zhang, Amir M. </a:t>
            </a:r>
            <a:r>
              <a:rPr lang="en-US" altLang="zh-CN" sz="1000" dirty="0" err="1">
                <a:latin typeface="黑体" panose="02010609060101010101" pitchFamily="49" charset="-122"/>
                <a:ea typeface="黑体" panose="02010609060101010101" pitchFamily="49" charset="-122"/>
              </a:rPr>
              <a:t>Fathollahi</a:t>
            </a:r>
            <a:r>
              <a:rPr lang="en-US" altLang="zh-CN" sz="1000" dirty="0">
                <a:latin typeface="黑体" panose="02010609060101010101" pitchFamily="49" charset="-122"/>
                <a:ea typeface="黑体" panose="02010609060101010101" pitchFamily="49" charset="-122"/>
              </a:rPr>
              <a:t>-Fard, Guangdong Tian, Zaher </a:t>
            </a:r>
            <a:r>
              <a:rPr lang="en-US" altLang="zh-CN" sz="1000" dirty="0" err="1">
                <a:latin typeface="黑体" panose="02010609060101010101" pitchFamily="49" charset="-122"/>
                <a:ea typeface="黑体" panose="02010609060101010101" pitchFamily="49" charset="-122"/>
              </a:rPr>
              <a:t>Mundher</a:t>
            </a:r>
            <a:r>
              <a:rPr lang="en-US" altLang="zh-CN" sz="1000" dirty="0">
                <a:latin typeface="黑体" panose="02010609060101010101" pitchFamily="49" charset="-122"/>
                <a:ea typeface="黑体" panose="02010609060101010101" pitchFamily="49" charset="-122"/>
              </a:rPr>
              <a:t> Yaseen, Duc Truong Pham, Qiang Zhao, </a:t>
            </a:r>
            <a:r>
              <a:rPr lang="en-US" altLang="zh-CN" sz="1000" dirty="0" err="1">
                <a:latin typeface="黑体" panose="02010609060101010101" pitchFamily="49" charset="-122"/>
                <a:ea typeface="黑体" panose="02010609060101010101" pitchFamily="49" charset="-122"/>
              </a:rPr>
              <a:t>Jianzhao</a:t>
            </a:r>
            <a:r>
              <a:rPr lang="en-US" altLang="zh-CN" sz="1000" dirty="0">
                <a:latin typeface="黑体" panose="02010609060101010101" pitchFamily="49" charset="-122"/>
                <a:ea typeface="黑体" panose="02010609060101010101" pitchFamily="49" charset="-122"/>
              </a:rPr>
              <a:t> </a:t>
            </a:r>
            <a:r>
              <a:rPr lang="en-US" altLang="zh-CN" sz="1000" dirty="0" err="1">
                <a:latin typeface="黑体" panose="02010609060101010101" pitchFamily="49" charset="-122"/>
                <a:ea typeface="黑体" panose="02010609060101010101" pitchFamily="49" charset="-122"/>
              </a:rPr>
              <a:t>Wu,Human</a:t>
            </a:r>
            <a:r>
              <a:rPr lang="en-US" altLang="zh-CN" sz="1000" dirty="0">
                <a:latin typeface="黑体" panose="02010609060101010101" pitchFamily="49" charset="-122"/>
                <a:ea typeface="黑体" panose="02010609060101010101" pitchFamily="49" charset="-122"/>
              </a:rPr>
              <a:t>-Robot Collaboration in Mixed-Flow Assembly Line Balancing under Uncertainty: An Efficient Discrete Bees </a:t>
            </a:r>
            <a:r>
              <a:rPr lang="en-US" altLang="zh-CN" sz="1000" dirty="0" err="1">
                <a:latin typeface="黑体" panose="02010609060101010101" pitchFamily="49" charset="-122"/>
                <a:ea typeface="黑体" panose="02010609060101010101" pitchFamily="49" charset="-122"/>
              </a:rPr>
              <a:t>Algorithm,Journal</a:t>
            </a:r>
            <a:r>
              <a:rPr lang="en-US" altLang="zh-CN" sz="1000" dirty="0">
                <a:latin typeface="黑体" panose="02010609060101010101" pitchFamily="49" charset="-122"/>
                <a:ea typeface="黑体" panose="02010609060101010101" pitchFamily="49" charset="-122"/>
              </a:rPr>
              <a:t> of Industrial Information </a:t>
            </a:r>
            <a:r>
              <a:rPr lang="en-US" altLang="zh-CN" sz="1000" dirty="0" err="1">
                <a:latin typeface="黑体" panose="02010609060101010101" pitchFamily="49" charset="-122"/>
                <a:ea typeface="黑体" panose="02010609060101010101" pitchFamily="49" charset="-122"/>
              </a:rPr>
              <a:t>Integration,Volume</a:t>
            </a:r>
            <a:r>
              <a:rPr lang="en-US" altLang="zh-CN" sz="1000" dirty="0">
                <a:latin typeface="黑体" panose="02010609060101010101" pitchFamily="49" charset="-122"/>
                <a:ea typeface="黑体" panose="02010609060101010101" pitchFamily="49" charset="-122"/>
              </a:rPr>
              <a:t> 41,2024,100676,ISSN 2452-414X</a:t>
            </a:r>
          </a:p>
          <a:p>
            <a:r>
              <a:rPr lang="en-US" altLang="zh-CN" sz="1000" dirty="0">
                <a:latin typeface="黑体" panose="02010609060101010101" pitchFamily="49" charset="-122"/>
                <a:ea typeface="黑体" panose="02010609060101010101" pitchFamily="49" charset="-122"/>
              </a:rPr>
              <a:t>[2] </a:t>
            </a:r>
            <a:r>
              <a:rPr lang="en-US" altLang="zh-CN" sz="1000" dirty="0" err="1">
                <a:latin typeface="黑体" panose="02010609060101010101" pitchFamily="49" charset="-122"/>
                <a:ea typeface="黑体" panose="02010609060101010101" pitchFamily="49" charset="-122"/>
              </a:rPr>
              <a:t>Zenggui</a:t>
            </a:r>
            <a:r>
              <a:rPr lang="en-US" altLang="zh-CN" sz="1000" dirty="0">
                <a:latin typeface="黑体" panose="02010609060101010101" pitchFamily="49" charset="-122"/>
                <a:ea typeface="黑体" panose="02010609060101010101" pitchFamily="49" charset="-122"/>
              </a:rPr>
              <a:t> Gao, Jingwei Tang, </a:t>
            </a:r>
            <a:r>
              <a:rPr lang="en-US" altLang="zh-CN" sz="1000" dirty="0" err="1">
                <a:latin typeface="黑体" panose="02010609060101010101" pitchFamily="49" charset="-122"/>
                <a:ea typeface="黑体" panose="02010609060101010101" pitchFamily="49" charset="-122"/>
              </a:rPr>
              <a:t>Hongjiang</a:t>
            </a:r>
            <a:r>
              <a:rPr lang="en-US" altLang="zh-CN" sz="1000" dirty="0">
                <a:latin typeface="黑体" panose="02010609060101010101" pitchFamily="49" charset="-122"/>
                <a:ea typeface="黑体" panose="02010609060101010101" pitchFamily="49" charset="-122"/>
              </a:rPr>
              <a:t> Lu, Yuyan Yao, </a:t>
            </a:r>
            <a:r>
              <a:rPr lang="en-US" altLang="zh-CN" sz="1000" dirty="0" err="1">
                <a:latin typeface="黑体" panose="02010609060101010101" pitchFamily="49" charset="-122"/>
                <a:ea typeface="黑体" panose="02010609060101010101" pitchFamily="49" charset="-122"/>
              </a:rPr>
              <a:t>Xinjie</a:t>
            </a:r>
            <a:r>
              <a:rPr lang="en-US" altLang="zh-CN" sz="1000" dirty="0">
                <a:latin typeface="黑体" panose="02010609060101010101" pitchFamily="49" charset="-122"/>
                <a:ea typeface="黑体" panose="02010609060101010101" pitchFamily="49" charset="-122"/>
              </a:rPr>
              <a:t> Cao, </a:t>
            </a:r>
            <a:r>
              <a:rPr lang="en-US" altLang="zh-CN" sz="1000" dirty="0" err="1">
                <a:latin typeface="黑体" panose="02010609060101010101" pitchFamily="49" charset="-122"/>
                <a:ea typeface="黑体" panose="02010609060101010101" pitchFamily="49" charset="-122"/>
              </a:rPr>
              <a:t>Chunyang</a:t>
            </a:r>
            <a:r>
              <a:rPr lang="en-US" altLang="zh-CN" sz="1000" dirty="0">
                <a:latin typeface="黑体" panose="02010609060101010101" pitchFamily="49" charset="-122"/>
                <a:ea typeface="黑体" panose="02010609060101010101" pitchFamily="49" charset="-122"/>
              </a:rPr>
              <a:t> Yu, Lilan </a:t>
            </a:r>
            <a:r>
              <a:rPr lang="en-US" altLang="zh-CN" sz="1000" dirty="0" err="1">
                <a:latin typeface="黑体" panose="02010609060101010101" pitchFamily="49" charset="-122"/>
                <a:ea typeface="黑体" panose="02010609060101010101" pitchFamily="49" charset="-122"/>
              </a:rPr>
              <a:t>Liu,A</a:t>
            </a:r>
            <a:r>
              <a:rPr lang="en-US" altLang="zh-CN" sz="1000" dirty="0">
                <a:latin typeface="黑体" panose="02010609060101010101" pitchFamily="49" charset="-122"/>
                <a:ea typeface="黑体" panose="02010609060101010101" pitchFamily="49" charset="-122"/>
              </a:rPr>
              <a:t> dynamic task allocation framework for human-robot collaborative assembly based on digital twin and IGA-</a:t>
            </a:r>
            <a:r>
              <a:rPr lang="en-US" altLang="zh-CN" sz="1000" dirty="0" err="1">
                <a:latin typeface="黑体" panose="02010609060101010101" pitchFamily="49" charset="-122"/>
                <a:ea typeface="黑体" panose="02010609060101010101" pitchFamily="49" charset="-122"/>
              </a:rPr>
              <a:t>TS,Journal</a:t>
            </a:r>
            <a:r>
              <a:rPr lang="en-US" altLang="zh-CN" sz="1000" dirty="0">
                <a:latin typeface="黑体" panose="02010609060101010101" pitchFamily="49" charset="-122"/>
                <a:ea typeface="黑体" panose="02010609060101010101" pitchFamily="49" charset="-122"/>
              </a:rPr>
              <a:t> of Manufacturing </a:t>
            </a:r>
            <a:r>
              <a:rPr lang="en-US" altLang="zh-CN" sz="1000" dirty="0" err="1">
                <a:latin typeface="黑体" panose="02010609060101010101" pitchFamily="49" charset="-122"/>
                <a:ea typeface="黑体" panose="02010609060101010101" pitchFamily="49" charset="-122"/>
              </a:rPr>
              <a:t>Systems,Volume</a:t>
            </a:r>
            <a:r>
              <a:rPr lang="en-US" altLang="zh-CN" sz="1000" dirty="0">
                <a:latin typeface="黑体" panose="02010609060101010101" pitchFamily="49" charset="-122"/>
                <a:ea typeface="黑体" panose="02010609060101010101" pitchFamily="49" charset="-122"/>
              </a:rPr>
              <a:t> 80,2025,Pages 206-223,ISSN 0278-6125</a:t>
            </a:r>
          </a:p>
          <a:p>
            <a:r>
              <a:rPr lang="en-US" altLang="zh-CN" sz="1000" dirty="0">
                <a:latin typeface="黑体" panose="02010609060101010101" pitchFamily="49" charset="-122"/>
                <a:ea typeface="黑体" panose="02010609060101010101" pitchFamily="49" charset="-122"/>
              </a:rPr>
              <a:t>[3] Qinglin Gao, Jianhua Liu, Huiting Li, </a:t>
            </a:r>
            <a:r>
              <a:rPr lang="en-US" altLang="zh-CN" sz="1000" dirty="0" err="1">
                <a:latin typeface="黑体" panose="02010609060101010101" pitchFamily="49" charset="-122"/>
                <a:ea typeface="黑体" panose="02010609060101010101" pitchFamily="49" charset="-122"/>
              </a:rPr>
              <a:t>Cunbo</a:t>
            </a:r>
            <a:r>
              <a:rPr lang="en-US" altLang="zh-CN" sz="1000" dirty="0">
                <a:latin typeface="黑体" panose="02010609060101010101" pitchFamily="49" charset="-122"/>
                <a:ea typeface="黑体" panose="02010609060101010101" pitchFamily="49" charset="-122"/>
              </a:rPr>
              <a:t> Zhuang, </a:t>
            </a:r>
            <a:r>
              <a:rPr lang="en-US" altLang="zh-CN" sz="1000" dirty="0" err="1">
                <a:latin typeface="黑体" panose="02010609060101010101" pitchFamily="49" charset="-122"/>
                <a:ea typeface="黑体" panose="02010609060101010101" pitchFamily="49" charset="-122"/>
              </a:rPr>
              <a:t>Ziwen</a:t>
            </a:r>
            <a:r>
              <a:rPr lang="en-US" altLang="zh-CN" sz="1000" dirty="0">
                <a:latin typeface="黑体" panose="02010609060101010101" pitchFamily="49" charset="-122"/>
                <a:ea typeface="黑体" panose="02010609060101010101" pitchFamily="49" charset="-122"/>
              </a:rPr>
              <a:t> </a:t>
            </a:r>
            <a:r>
              <a:rPr lang="en-US" altLang="zh-CN" sz="1000" dirty="0" err="1">
                <a:latin typeface="黑体" panose="02010609060101010101" pitchFamily="49" charset="-122"/>
                <a:ea typeface="黑体" panose="02010609060101010101" pitchFamily="49" charset="-122"/>
              </a:rPr>
              <a:t>Liu,Digital</a:t>
            </a:r>
            <a:r>
              <a:rPr lang="en-US" altLang="zh-CN" sz="1000" dirty="0">
                <a:latin typeface="黑体" panose="02010609060101010101" pitchFamily="49" charset="-122"/>
                <a:ea typeface="黑体" panose="02010609060101010101" pitchFamily="49" charset="-122"/>
              </a:rPr>
              <a:t> twin-driven dynamic scheduling for the assembly workshop of complex products with workers </a:t>
            </a:r>
            <a:r>
              <a:rPr lang="en-US" altLang="zh-CN" sz="1000" dirty="0" err="1">
                <a:latin typeface="黑体" panose="02010609060101010101" pitchFamily="49" charset="-122"/>
                <a:ea typeface="黑体" panose="02010609060101010101" pitchFamily="49" charset="-122"/>
              </a:rPr>
              <a:t>allocation,Robotics</a:t>
            </a:r>
            <a:r>
              <a:rPr lang="en-US" altLang="zh-CN" sz="1000" dirty="0">
                <a:latin typeface="黑体" panose="02010609060101010101" pitchFamily="49" charset="-122"/>
                <a:ea typeface="黑体" panose="02010609060101010101" pitchFamily="49" charset="-122"/>
              </a:rPr>
              <a:t> and Computer-Integrated </a:t>
            </a:r>
            <a:r>
              <a:rPr lang="en-US" altLang="zh-CN" sz="1000" dirty="0" err="1">
                <a:latin typeface="黑体" panose="02010609060101010101" pitchFamily="49" charset="-122"/>
                <a:ea typeface="黑体" panose="02010609060101010101" pitchFamily="49" charset="-122"/>
              </a:rPr>
              <a:t>Manufacturing,Volume</a:t>
            </a:r>
            <a:r>
              <a:rPr lang="en-US" altLang="zh-CN" sz="1000" dirty="0">
                <a:latin typeface="黑体" panose="02010609060101010101" pitchFamily="49" charset="-122"/>
                <a:ea typeface="黑体" panose="02010609060101010101" pitchFamily="49" charset="-122"/>
              </a:rPr>
              <a:t> 89,2024,102786,ISSN 0736-5845</a:t>
            </a:r>
          </a:p>
          <a:p>
            <a:r>
              <a:rPr lang="en-US" altLang="zh-CN" sz="1000" dirty="0">
                <a:latin typeface="黑体" panose="02010609060101010101" pitchFamily="49" charset="-122"/>
                <a:ea typeface="黑体" panose="02010609060101010101" pitchFamily="49" charset="-122"/>
              </a:rPr>
              <a:t>[4] Jian Chen, </a:t>
            </a:r>
            <a:r>
              <a:rPr lang="en-US" altLang="zh-CN" sz="1000" dirty="0" err="1">
                <a:latin typeface="黑体" panose="02010609060101010101" pitchFamily="49" charset="-122"/>
                <a:ea typeface="黑体" panose="02010609060101010101" pitchFamily="49" charset="-122"/>
              </a:rPr>
              <a:t>Hanlei</a:t>
            </a:r>
            <a:r>
              <a:rPr lang="en-US" altLang="zh-CN" sz="1000" dirty="0">
                <a:latin typeface="黑体" panose="02010609060101010101" pitchFamily="49" charset="-122"/>
                <a:ea typeface="黑体" panose="02010609060101010101" pitchFamily="49" charset="-122"/>
              </a:rPr>
              <a:t> Zhang, Wenjing Ma, </a:t>
            </a:r>
            <a:r>
              <a:rPr lang="en-US" altLang="zh-CN" sz="1000" dirty="0" err="1">
                <a:latin typeface="黑体" panose="02010609060101010101" pitchFamily="49" charset="-122"/>
                <a:ea typeface="黑体" panose="02010609060101010101" pitchFamily="49" charset="-122"/>
              </a:rPr>
              <a:t>Gangyan</a:t>
            </a:r>
            <a:r>
              <a:rPr lang="en-US" altLang="zh-CN" sz="1000" dirty="0">
                <a:latin typeface="黑体" panose="02010609060101010101" pitchFamily="49" charset="-122"/>
                <a:ea typeface="黑体" panose="02010609060101010101" pitchFamily="49" charset="-122"/>
              </a:rPr>
              <a:t> </a:t>
            </a:r>
            <a:r>
              <a:rPr lang="en-US" altLang="zh-CN" sz="1000" dirty="0" err="1">
                <a:latin typeface="黑体" panose="02010609060101010101" pitchFamily="49" charset="-122"/>
                <a:ea typeface="黑体" panose="02010609060101010101" pitchFamily="49" charset="-122"/>
              </a:rPr>
              <a:t>Xu,Real</a:t>
            </a:r>
            <a:r>
              <a:rPr lang="en-US" altLang="zh-CN" sz="1000" dirty="0">
                <a:latin typeface="黑体" panose="02010609060101010101" pitchFamily="49" charset="-122"/>
                <a:ea typeface="黑体" panose="02010609060101010101" pitchFamily="49" charset="-122"/>
              </a:rPr>
              <a:t>-time scheduling for two-stage assembly </a:t>
            </a:r>
            <a:r>
              <a:rPr lang="en-US" altLang="zh-CN" sz="1000" dirty="0" err="1">
                <a:latin typeface="黑体" panose="02010609060101010101" pitchFamily="49" charset="-122"/>
                <a:ea typeface="黑体" panose="02010609060101010101" pitchFamily="49" charset="-122"/>
              </a:rPr>
              <a:t>flowshop</a:t>
            </a:r>
            <a:r>
              <a:rPr lang="en-US" altLang="zh-CN" sz="1000" dirty="0">
                <a:latin typeface="黑体" panose="02010609060101010101" pitchFamily="49" charset="-122"/>
                <a:ea typeface="黑体" panose="02010609060101010101" pitchFamily="49" charset="-122"/>
              </a:rPr>
              <a:t> with dynamic job arrivals by deep reinforcement </a:t>
            </a:r>
            <a:r>
              <a:rPr lang="en-US" altLang="zh-CN" sz="1000" dirty="0" err="1">
                <a:latin typeface="黑体" panose="02010609060101010101" pitchFamily="49" charset="-122"/>
                <a:ea typeface="黑体" panose="02010609060101010101" pitchFamily="49" charset="-122"/>
              </a:rPr>
              <a:t>learning,Advanced</a:t>
            </a:r>
            <a:r>
              <a:rPr lang="en-US" altLang="zh-CN" sz="1000" dirty="0">
                <a:latin typeface="黑体" panose="02010609060101010101" pitchFamily="49" charset="-122"/>
                <a:ea typeface="黑体" panose="02010609060101010101" pitchFamily="49" charset="-122"/>
              </a:rPr>
              <a:t> Engineering </a:t>
            </a:r>
            <a:r>
              <a:rPr lang="en-US" altLang="zh-CN" sz="1000" dirty="0" err="1">
                <a:latin typeface="黑体" panose="02010609060101010101" pitchFamily="49" charset="-122"/>
                <a:ea typeface="黑体" panose="02010609060101010101" pitchFamily="49" charset="-122"/>
              </a:rPr>
              <a:t>Informatics,Volume</a:t>
            </a:r>
            <a:r>
              <a:rPr lang="en-US" altLang="zh-CN" sz="1000" dirty="0">
                <a:latin typeface="黑体" panose="02010609060101010101" pitchFamily="49" charset="-122"/>
                <a:ea typeface="黑体" panose="02010609060101010101" pitchFamily="49" charset="-122"/>
              </a:rPr>
              <a:t> 62, Part A,2024,102632,ISSN 1474-0346</a:t>
            </a:r>
          </a:p>
          <a:p>
            <a:r>
              <a:rPr lang="en-US" altLang="zh-CN" sz="1000" dirty="0">
                <a:latin typeface="黑体" panose="02010609060101010101" pitchFamily="49" charset="-122"/>
                <a:ea typeface="黑体" panose="02010609060101010101" pitchFamily="49" charset="-122"/>
              </a:rPr>
              <a:t>[5] </a:t>
            </a:r>
            <a:r>
              <a:rPr lang="zh-CN" altLang="en-US" sz="1000" dirty="0">
                <a:latin typeface="黑体" panose="02010609060101010101" pitchFamily="49" charset="-122"/>
                <a:ea typeface="黑体" panose="02010609060101010101" pitchFamily="49" charset="-122"/>
              </a:rPr>
              <a:t>钟金成</a:t>
            </a:r>
            <a:r>
              <a:rPr lang="en-US" altLang="zh-CN" sz="1000" dirty="0">
                <a:latin typeface="黑体" panose="02010609060101010101" pitchFamily="49" charset="-122"/>
                <a:ea typeface="黑体" panose="02010609060101010101" pitchFamily="49" charset="-122"/>
              </a:rPr>
              <a:t>,</a:t>
            </a:r>
            <a:r>
              <a:rPr lang="zh-CN" altLang="en-US" sz="1000" dirty="0">
                <a:latin typeface="黑体" panose="02010609060101010101" pitchFamily="49" charset="-122"/>
                <a:ea typeface="黑体" panose="02010609060101010101" pitchFamily="49" charset="-122"/>
              </a:rPr>
              <a:t>马浩宇</a:t>
            </a:r>
            <a:r>
              <a:rPr lang="en-US" altLang="zh-CN" sz="1000" dirty="0">
                <a:latin typeface="黑体" panose="02010609060101010101" pitchFamily="49" charset="-122"/>
                <a:ea typeface="黑体" panose="02010609060101010101" pitchFamily="49" charset="-122"/>
              </a:rPr>
              <a:t>,</a:t>
            </a:r>
            <a:r>
              <a:rPr lang="zh-CN" altLang="en-US" sz="1000" dirty="0">
                <a:latin typeface="黑体" panose="02010609060101010101" pitchFamily="49" charset="-122"/>
                <a:ea typeface="黑体" panose="02010609060101010101" pitchFamily="49" charset="-122"/>
              </a:rPr>
              <a:t>龙明盛</a:t>
            </a:r>
            <a:r>
              <a:rPr lang="en-US" altLang="zh-CN" sz="1000" dirty="0">
                <a:latin typeface="黑体" panose="02010609060101010101" pitchFamily="49" charset="-122"/>
                <a:ea typeface="黑体" panose="02010609060101010101" pitchFamily="49" charset="-122"/>
              </a:rPr>
              <a:t>,</a:t>
            </a:r>
            <a:r>
              <a:rPr lang="zh-CN" altLang="en-US" sz="1000" dirty="0">
                <a:latin typeface="黑体" panose="02010609060101010101" pitchFamily="49" charset="-122"/>
                <a:ea typeface="黑体" panose="02010609060101010101" pitchFamily="49" charset="-122"/>
              </a:rPr>
              <a:t>王建民</a:t>
            </a:r>
            <a:r>
              <a:rPr lang="en-US" altLang="zh-CN" sz="1000" dirty="0">
                <a:latin typeface="黑体" panose="02010609060101010101" pitchFamily="49" charset="-122"/>
                <a:ea typeface="黑体" panose="02010609060101010101" pitchFamily="49" charset="-122"/>
              </a:rPr>
              <a:t>.</a:t>
            </a:r>
            <a:r>
              <a:rPr lang="zh-CN" altLang="en-US" sz="1000" dirty="0">
                <a:latin typeface="黑体" panose="02010609060101010101" pitchFamily="49" charset="-122"/>
                <a:ea typeface="黑体" panose="02010609060101010101" pitchFamily="49" charset="-122"/>
              </a:rPr>
              <a:t>基于深度强化学习和知识迁移的飞机装配脉动生产线调度方法</a:t>
            </a:r>
            <a:r>
              <a:rPr lang="en-US" altLang="zh-CN" sz="1000" dirty="0">
                <a:latin typeface="黑体" panose="02010609060101010101" pitchFamily="49" charset="-122"/>
                <a:ea typeface="黑体" panose="02010609060101010101" pitchFamily="49" charset="-122"/>
              </a:rPr>
              <a:t>[J].</a:t>
            </a:r>
            <a:r>
              <a:rPr lang="zh-CN" altLang="en-US" sz="1000" dirty="0">
                <a:latin typeface="黑体" panose="02010609060101010101" pitchFamily="49" charset="-122"/>
                <a:ea typeface="黑体" panose="02010609060101010101" pitchFamily="49" charset="-122"/>
              </a:rPr>
              <a:t>中国科学：信息科学</a:t>
            </a:r>
            <a:r>
              <a:rPr lang="en-US" altLang="zh-CN" sz="1000" dirty="0">
                <a:latin typeface="黑体" panose="02010609060101010101" pitchFamily="49" charset="-122"/>
                <a:ea typeface="黑体" panose="02010609060101010101" pitchFamily="49" charset="-122"/>
              </a:rPr>
              <a:t>,2024,54(6):1441-1457</a:t>
            </a:r>
          </a:p>
          <a:p>
            <a:r>
              <a:rPr lang="en-US" altLang="zh-CN" sz="1000" dirty="0">
                <a:latin typeface="黑体" panose="02010609060101010101" pitchFamily="49" charset="-122"/>
                <a:ea typeface="黑体" panose="02010609060101010101" pitchFamily="49" charset="-122"/>
              </a:rPr>
              <a:t>[6] </a:t>
            </a:r>
            <a:r>
              <a:rPr lang="en-US" altLang="zh-CN" sz="1000" dirty="0" err="1">
                <a:latin typeface="黑体" panose="02010609060101010101" pitchFamily="49" charset="-122"/>
                <a:ea typeface="黑体" panose="02010609060101010101" pitchFamily="49" charset="-122"/>
              </a:rPr>
              <a:t>Dongyuan</a:t>
            </a:r>
            <a:r>
              <a:rPr lang="en-US" altLang="zh-CN" sz="1000" dirty="0">
                <a:latin typeface="黑体" panose="02010609060101010101" pitchFamily="49" charset="-122"/>
                <a:ea typeface="黑体" panose="02010609060101010101" pitchFamily="49" charset="-122"/>
              </a:rPr>
              <a:t> Wang, Fei Qiao, </a:t>
            </a:r>
            <a:r>
              <a:rPr lang="en-US" altLang="zh-CN" sz="1000" dirty="0" err="1">
                <a:latin typeface="黑体" panose="02010609060101010101" pitchFamily="49" charset="-122"/>
                <a:ea typeface="黑体" panose="02010609060101010101" pitchFamily="49" charset="-122"/>
              </a:rPr>
              <a:t>Liuen</a:t>
            </a:r>
            <a:r>
              <a:rPr lang="en-US" altLang="zh-CN" sz="1000" dirty="0">
                <a:latin typeface="黑体" panose="02010609060101010101" pitchFamily="49" charset="-122"/>
                <a:ea typeface="黑体" panose="02010609060101010101" pitchFamily="49" charset="-122"/>
              </a:rPr>
              <a:t> Guan, Juan Liu, Chen Ding, Jiaxuan </a:t>
            </a:r>
            <a:r>
              <a:rPr lang="en-US" altLang="zh-CN" sz="1000" dirty="0" err="1">
                <a:latin typeface="黑体" panose="02010609060101010101" pitchFamily="49" charset="-122"/>
                <a:ea typeface="黑体" panose="02010609060101010101" pitchFamily="49" charset="-122"/>
              </a:rPr>
              <a:t>Shi,Human</a:t>
            </a:r>
            <a:r>
              <a:rPr lang="en-US" altLang="zh-CN" sz="1000" dirty="0">
                <a:latin typeface="黑体" panose="02010609060101010101" pitchFamily="49" charset="-122"/>
                <a:ea typeface="黑体" panose="02010609060101010101" pitchFamily="49" charset="-122"/>
              </a:rPr>
              <a:t>–machine collaborative optimization method for dynamic worker allocation in aircraft final assembly </a:t>
            </a:r>
            <a:r>
              <a:rPr lang="en-US" altLang="zh-CN" sz="1000" dirty="0" err="1">
                <a:latin typeface="黑体" panose="02010609060101010101" pitchFamily="49" charset="-122"/>
                <a:ea typeface="黑体" panose="02010609060101010101" pitchFamily="49" charset="-122"/>
              </a:rPr>
              <a:t>lines,Computers</a:t>
            </a:r>
            <a:r>
              <a:rPr lang="en-US" altLang="zh-CN" sz="1000" dirty="0">
                <a:latin typeface="黑体" panose="02010609060101010101" pitchFamily="49" charset="-122"/>
                <a:ea typeface="黑体" panose="02010609060101010101" pitchFamily="49" charset="-122"/>
              </a:rPr>
              <a:t> &amp; Industrial </a:t>
            </a:r>
            <a:r>
              <a:rPr lang="en-US" altLang="zh-CN" sz="1000" dirty="0" err="1">
                <a:latin typeface="黑体" panose="02010609060101010101" pitchFamily="49" charset="-122"/>
                <a:ea typeface="黑体" panose="02010609060101010101" pitchFamily="49" charset="-122"/>
              </a:rPr>
              <a:t>Engineering,Volume</a:t>
            </a:r>
            <a:r>
              <a:rPr lang="en-US" altLang="zh-CN" sz="1000" dirty="0">
                <a:latin typeface="黑体" panose="02010609060101010101" pitchFamily="49" charset="-122"/>
                <a:ea typeface="黑体" panose="02010609060101010101" pitchFamily="49" charset="-122"/>
              </a:rPr>
              <a:t> 194,2024,110370,ISSN 0360-8352</a:t>
            </a:r>
          </a:p>
          <a:p>
            <a:r>
              <a:rPr lang="en-US" altLang="zh-CN" sz="1000" dirty="0">
                <a:latin typeface="黑体" panose="02010609060101010101" pitchFamily="49" charset="-122"/>
                <a:ea typeface="黑体" panose="02010609060101010101" pitchFamily="49" charset="-122"/>
              </a:rPr>
              <a:t>[7] Yuyan Zhang, Chunjie Yang, Zhe Liu, Siwei Lou, </a:t>
            </a:r>
            <a:r>
              <a:rPr lang="en-US" altLang="zh-CN" sz="1000" dirty="0" err="1">
                <a:latin typeface="黑体" panose="02010609060101010101" pitchFamily="49" charset="-122"/>
                <a:ea typeface="黑体" panose="02010609060101010101" pitchFamily="49" charset="-122"/>
              </a:rPr>
              <a:t>Xiaoke</a:t>
            </a:r>
            <a:r>
              <a:rPr lang="en-US" altLang="zh-CN" sz="1000" dirty="0">
                <a:latin typeface="黑体" panose="02010609060101010101" pitchFamily="49" charset="-122"/>
                <a:ea typeface="黑体" panose="02010609060101010101" pitchFamily="49" charset="-122"/>
              </a:rPr>
              <a:t> Huang, Shaoqi </a:t>
            </a:r>
            <a:r>
              <a:rPr lang="en-US" altLang="zh-CN" sz="1000" dirty="0" err="1">
                <a:latin typeface="黑体" panose="02010609060101010101" pitchFamily="49" charset="-122"/>
                <a:ea typeface="黑体" panose="02010609060101010101" pitchFamily="49" charset="-122"/>
              </a:rPr>
              <a:t>Wang,Concept</a:t>
            </a:r>
            <a:r>
              <a:rPr lang="en-US" altLang="zh-CN" sz="1000" dirty="0">
                <a:latin typeface="黑体" panose="02010609060101010101" pitchFamily="49" charset="-122"/>
                <a:ea typeface="黑体" panose="02010609060101010101" pitchFamily="49" charset="-122"/>
              </a:rPr>
              <a:t> drift meets industrial data streams: An efficient drift adaptation framework with knowledge embedding and </a:t>
            </a:r>
            <a:r>
              <a:rPr lang="en-US" altLang="zh-CN" sz="1000" dirty="0" err="1">
                <a:latin typeface="黑体" panose="02010609060101010101" pitchFamily="49" charset="-122"/>
                <a:ea typeface="黑体" panose="02010609060101010101" pitchFamily="49" charset="-122"/>
              </a:rPr>
              <a:t>transfer,Expert</a:t>
            </a:r>
            <a:r>
              <a:rPr lang="en-US" altLang="zh-CN" sz="1000" dirty="0">
                <a:latin typeface="黑体" panose="02010609060101010101" pitchFamily="49" charset="-122"/>
                <a:ea typeface="黑体" panose="02010609060101010101" pitchFamily="49" charset="-122"/>
              </a:rPr>
              <a:t> Systems with </a:t>
            </a:r>
            <a:r>
              <a:rPr lang="en-US" altLang="zh-CN" sz="1000" dirty="0" err="1">
                <a:latin typeface="黑体" panose="02010609060101010101" pitchFamily="49" charset="-122"/>
                <a:ea typeface="黑体" panose="02010609060101010101" pitchFamily="49" charset="-122"/>
              </a:rPr>
              <a:t>Applications,Volume</a:t>
            </a:r>
            <a:r>
              <a:rPr lang="en-US" altLang="zh-CN" sz="1000" dirty="0">
                <a:latin typeface="黑体" panose="02010609060101010101" pitchFamily="49" charset="-122"/>
                <a:ea typeface="黑体" panose="02010609060101010101" pitchFamily="49" charset="-122"/>
              </a:rPr>
              <a:t> 290,2025,128439,ISSN 0957-4174</a:t>
            </a:r>
          </a:p>
          <a:p>
            <a:r>
              <a:rPr lang="en-US" altLang="zh-CN" sz="1000" dirty="0">
                <a:latin typeface="黑体" panose="02010609060101010101" pitchFamily="49" charset="-122"/>
                <a:ea typeface="黑体" panose="02010609060101010101" pitchFamily="49" charset="-122"/>
              </a:rPr>
              <a:t>[8] Firas Bayram, </a:t>
            </a:r>
            <a:r>
              <a:rPr lang="en-US" altLang="zh-CN" sz="1000" dirty="0" err="1">
                <a:latin typeface="黑体" panose="02010609060101010101" pitchFamily="49" charset="-122"/>
                <a:ea typeface="黑体" panose="02010609060101010101" pitchFamily="49" charset="-122"/>
              </a:rPr>
              <a:t>Bestoun</a:t>
            </a:r>
            <a:r>
              <a:rPr lang="en-US" altLang="zh-CN" sz="1000" dirty="0">
                <a:latin typeface="黑体" panose="02010609060101010101" pitchFamily="49" charset="-122"/>
                <a:ea typeface="黑体" panose="02010609060101010101" pitchFamily="49" charset="-122"/>
              </a:rPr>
              <a:t> S. Ahmed, Erik </a:t>
            </a:r>
            <a:r>
              <a:rPr lang="en-US" altLang="zh-CN" sz="1000" dirty="0" err="1">
                <a:latin typeface="黑体" panose="02010609060101010101" pitchFamily="49" charset="-122"/>
                <a:ea typeface="黑体" panose="02010609060101010101" pitchFamily="49" charset="-122"/>
              </a:rPr>
              <a:t>Hallin,Adaptive</a:t>
            </a:r>
            <a:r>
              <a:rPr lang="en-US" altLang="zh-CN" sz="1000" dirty="0">
                <a:latin typeface="黑体" panose="02010609060101010101" pitchFamily="49" charset="-122"/>
                <a:ea typeface="黑体" panose="02010609060101010101" pitchFamily="49" charset="-122"/>
              </a:rPr>
              <a:t> data quality scoring operations framework using drift-aware mechanism for industrial applications,</a:t>
            </a:r>
          </a:p>
          <a:p>
            <a:r>
              <a:rPr lang="en-US" altLang="zh-CN" sz="1000" dirty="0">
                <a:latin typeface="黑体" panose="02010609060101010101" pitchFamily="49" charset="-122"/>
                <a:ea typeface="黑体" panose="02010609060101010101" pitchFamily="49" charset="-122"/>
              </a:rPr>
              <a:t>Journal of Systems and </a:t>
            </a:r>
            <a:r>
              <a:rPr lang="en-US" altLang="zh-CN" sz="1000" dirty="0" err="1">
                <a:latin typeface="黑体" panose="02010609060101010101" pitchFamily="49" charset="-122"/>
                <a:ea typeface="黑体" panose="02010609060101010101" pitchFamily="49" charset="-122"/>
              </a:rPr>
              <a:t>Software,Volume</a:t>
            </a:r>
            <a:r>
              <a:rPr lang="en-US" altLang="zh-CN" sz="1000" dirty="0">
                <a:latin typeface="黑体" panose="02010609060101010101" pitchFamily="49" charset="-122"/>
                <a:ea typeface="黑体" panose="02010609060101010101" pitchFamily="49" charset="-122"/>
              </a:rPr>
              <a:t> 217,2024,112184,ISSN 0164-1212</a:t>
            </a:r>
          </a:p>
          <a:p>
            <a:r>
              <a:rPr lang="en-US" altLang="zh-CN" sz="1000" dirty="0">
                <a:latin typeface="黑体" panose="02010609060101010101" pitchFamily="49" charset="-122"/>
                <a:ea typeface="黑体" panose="02010609060101010101" pitchFamily="49" charset="-122"/>
              </a:rPr>
              <a:t>[9] Yu Zhang, Ping Zhou, </a:t>
            </a:r>
            <a:r>
              <a:rPr lang="en-US" altLang="zh-CN" sz="1000" dirty="0" err="1">
                <a:latin typeface="黑体" panose="02010609060101010101" pitchFamily="49" charset="-122"/>
                <a:ea typeface="黑体" panose="02010609060101010101" pitchFamily="49" charset="-122"/>
              </a:rPr>
              <a:t>Ruiyao</a:t>
            </a:r>
            <a:r>
              <a:rPr lang="en-US" altLang="zh-CN" sz="1000" dirty="0">
                <a:latin typeface="黑体" panose="02010609060101010101" pitchFamily="49" charset="-122"/>
                <a:ea typeface="黑体" panose="02010609060101010101" pitchFamily="49" charset="-122"/>
              </a:rPr>
              <a:t> Zhang, </a:t>
            </a:r>
            <a:r>
              <a:rPr lang="en-US" altLang="zh-CN" sz="1000" dirty="0" err="1">
                <a:latin typeface="黑体" panose="02010609060101010101" pitchFamily="49" charset="-122"/>
                <a:ea typeface="黑体" panose="02010609060101010101" pitchFamily="49" charset="-122"/>
              </a:rPr>
              <a:t>Shaowen</a:t>
            </a:r>
            <a:r>
              <a:rPr lang="en-US" altLang="zh-CN" sz="1000" dirty="0">
                <a:latin typeface="黑体" panose="02010609060101010101" pitchFamily="49" charset="-122"/>
                <a:ea typeface="黑体" panose="02010609060101010101" pitchFamily="49" charset="-122"/>
              </a:rPr>
              <a:t> Lu, Tianyou </a:t>
            </a:r>
            <a:r>
              <a:rPr lang="en-US" altLang="zh-CN" sz="1000" dirty="0" err="1">
                <a:latin typeface="黑体" panose="02010609060101010101" pitchFamily="49" charset="-122"/>
                <a:ea typeface="黑体" panose="02010609060101010101" pitchFamily="49" charset="-122"/>
              </a:rPr>
              <a:t>Chai,Semi</a:t>
            </a:r>
            <a:r>
              <a:rPr lang="en-US" altLang="zh-CN" sz="1000" dirty="0">
                <a:latin typeface="黑体" panose="02010609060101010101" pitchFamily="49" charset="-122"/>
                <a:ea typeface="黑体" panose="02010609060101010101" pitchFamily="49" charset="-122"/>
              </a:rPr>
              <a:t>-supervised concept drift detection and adaptation based on conformal martingale </a:t>
            </a:r>
            <a:r>
              <a:rPr lang="en-US" altLang="zh-CN" sz="1000" dirty="0" err="1">
                <a:latin typeface="黑体" panose="02010609060101010101" pitchFamily="49" charset="-122"/>
                <a:ea typeface="黑体" panose="02010609060101010101" pitchFamily="49" charset="-122"/>
              </a:rPr>
              <a:t>framework,Journal</a:t>
            </a:r>
            <a:r>
              <a:rPr lang="en-US" altLang="zh-CN" sz="1000" dirty="0">
                <a:latin typeface="黑体" panose="02010609060101010101" pitchFamily="49" charset="-122"/>
                <a:ea typeface="黑体" panose="02010609060101010101" pitchFamily="49" charset="-122"/>
              </a:rPr>
              <a:t> of Process </a:t>
            </a:r>
            <a:r>
              <a:rPr lang="en-US" altLang="zh-CN" sz="1000" dirty="0" err="1">
                <a:latin typeface="黑体" panose="02010609060101010101" pitchFamily="49" charset="-122"/>
                <a:ea typeface="黑体" panose="02010609060101010101" pitchFamily="49" charset="-122"/>
              </a:rPr>
              <a:t>Control,Volume</a:t>
            </a:r>
            <a:r>
              <a:rPr lang="en-US" altLang="zh-CN" sz="1000" dirty="0">
                <a:latin typeface="黑体" panose="02010609060101010101" pitchFamily="49" charset="-122"/>
                <a:ea typeface="黑体" panose="02010609060101010101" pitchFamily="49" charset="-122"/>
              </a:rPr>
              <a:t> 147,2025,103374,ISSN 0959-1524</a:t>
            </a:r>
          </a:p>
          <a:p>
            <a:r>
              <a:rPr lang="en-US" altLang="zh-CN" sz="1000" dirty="0">
                <a:latin typeface="黑体" panose="02010609060101010101" pitchFamily="49" charset="-122"/>
                <a:ea typeface="黑体" panose="02010609060101010101" pitchFamily="49" charset="-122"/>
              </a:rPr>
              <a:t>[10] Julien </a:t>
            </a:r>
            <a:r>
              <a:rPr lang="en-US" altLang="zh-CN" sz="1000" dirty="0" err="1">
                <a:latin typeface="黑体" panose="02010609060101010101" pitchFamily="49" charset="-122"/>
                <a:ea typeface="黑体" panose="02010609060101010101" pitchFamily="49" charset="-122"/>
              </a:rPr>
              <a:t>Chapelin</a:t>
            </a:r>
            <a:r>
              <a:rPr lang="en-US" altLang="zh-CN" sz="1000" dirty="0">
                <a:latin typeface="黑体" panose="02010609060101010101" pitchFamily="49" charset="-122"/>
                <a:ea typeface="黑体" panose="02010609060101010101" pitchFamily="49" charset="-122"/>
              </a:rPr>
              <a:t>, Alexandre Voisin, Bertrand Rose, Benoît </a:t>
            </a:r>
            <a:r>
              <a:rPr lang="en-US" altLang="zh-CN" sz="1000" dirty="0" err="1">
                <a:latin typeface="黑体" panose="02010609060101010101" pitchFamily="49" charset="-122"/>
                <a:ea typeface="黑体" panose="02010609060101010101" pitchFamily="49" charset="-122"/>
              </a:rPr>
              <a:t>Iung</a:t>
            </a:r>
            <a:r>
              <a:rPr lang="en-US" altLang="zh-CN" sz="1000" dirty="0">
                <a:latin typeface="黑体" panose="02010609060101010101" pitchFamily="49" charset="-122"/>
                <a:ea typeface="黑体" panose="02010609060101010101" pitchFamily="49" charset="-122"/>
              </a:rPr>
              <a:t>, Lionel Steck, Ludovic Chaves, Mathieu Lauer, Olivier </a:t>
            </a:r>
            <a:r>
              <a:rPr lang="en-US" altLang="zh-CN" sz="1000" dirty="0" err="1">
                <a:latin typeface="黑体" panose="02010609060101010101" pitchFamily="49" charset="-122"/>
                <a:ea typeface="黑体" panose="02010609060101010101" pitchFamily="49" charset="-122"/>
              </a:rPr>
              <a:t>Jotz,Data</a:t>
            </a:r>
            <a:r>
              <a:rPr lang="en-US" altLang="zh-CN" sz="1000" dirty="0">
                <a:latin typeface="黑体" panose="02010609060101010101" pitchFamily="49" charset="-122"/>
                <a:ea typeface="黑体" panose="02010609060101010101" pitchFamily="49" charset="-122"/>
              </a:rPr>
              <a:t>-driven drift detection and diagnosis framework for predictive maintenance of heterogeneous production processes: Application to a multiple tapping </a:t>
            </a:r>
            <a:r>
              <a:rPr lang="en-US" altLang="zh-CN" sz="1000" dirty="0" err="1">
                <a:latin typeface="黑体" panose="02010609060101010101" pitchFamily="49" charset="-122"/>
                <a:ea typeface="黑体" panose="02010609060101010101" pitchFamily="49" charset="-122"/>
              </a:rPr>
              <a:t>process,Engineering</a:t>
            </a:r>
            <a:r>
              <a:rPr lang="en-US" altLang="zh-CN" sz="1000" dirty="0">
                <a:latin typeface="黑体" panose="02010609060101010101" pitchFamily="49" charset="-122"/>
                <a:ea typeface="黑体" panose="02010609060101010101" pitchFamily="49" charset="-122"/>
              </a:rPr>
              <a:t> Applications of Artificial </a:t>
            </a:r>
            <a:r>
              <a:rPr lang="en-US" altLang="zh-CN" sz="1000" dirty="0" err="1">
                <a:latin typeface="黑体" panose="02010609060101010101" pitchFamily="49" charset="-122"/>
                <a:ea typeface="黑体" panose="02010609060101010101" pitchFamily="49" charset="-122"/>
              </a:rPr>
              <a:t>Intelligence,Volume</a:t>
            </a:r>
            <a:r>
              <a:rPr lang="en-US" altLang="zh-CN" sz="1000" dirty="0">
                <a:latin typeface="黑体" panose="02010609060101010101" pitchFamily="49" charset="-122"/>
                <a:ea typeface="黑体" panose="02010609060101010101" pitchFamily="49" charset="-122"/>
              </a:rPr>
              <a:t> 139, Part A,2025,109552,ISSN 0952-1976</a:t>
            </a:r>
          </a:p>
          <a:p>
            <a:r>
              <a:rPr lang="en-US" altLang="zh-CN" sz="1000" dirty="0">
                <a:latin typeface="黑体" panose="02010609060101010101" pitchFamily="49" charset="-122"/>
                <a:ea typeface="黑体" panose="02010609060101010101" pitchFamily="49" charset="-122"/>
              </a:rPr>
              <a:t>[11]</a:t>
            </a:r>
            <a:r>
              <a:rPr lang="zh-CN" altLang="en-US" sz="1000" dirty="0">
                <a:latin typeface="黑体" panose="02010609060101010101" pitchFamily="49" charset="-122"/>
                <a:ea typeface="黑体" panose="02010609060101010101" pitchFamily="49" charset="-122"/>
              </a:rPr>
              <a:t> </a:t>
            </a:r>
            <a:r>
              <a:rPr lang="en-US" altLang="zh-CN" sz="1000" dirty="0">
                <a:latin typeface="黑体" panose="02010609060101010101" pitchFamily="49" charset="-122"/>
                <a:ea typeface="黑体" panose="02010609060101010101" pitchFamily="49" charset="-122"/>
              </a:rPr>
              <a:t>Yuyan Zhang, Zhe Liu, Chunjie Yang, </a:t>
            </a:r>
            <a:r>
              <a:rPr lang="en-US" altLang="zh-CN" sz="1000" dirty="0" err="1">
                <a:latin typeface="黑体" panose="02010609060101010101" pitchFamily="49" charset="-122"/>
                <a:ea typeface="黑体" panose="02010609060101010101" pitchFamily="49" charset="-122"/>
              </a:rPr>
              <a:t>Xiaoke</a:t>
            </a:r>
            <a:r>
              <a:rPr lang="en-US" altLang="zh-CN" sz="1000" dirty="0">
                <a:latin typeface="黑体" panose="02010609060101010101" pitchFamily="49" charset="-122"/>
                <a:ea typeface="黑体" panose="02010609060101010101" pitchFamily="49" charset="-122"/>
              </a:rPr>
              <a:t> Huang, Siwei Lou, </a:t>
            </a:r>
            <a:r>
              <a:rPr lang="en-US" altLang="zh-CN" sz="1000" dirty="0" err="1">
                <a:latin typeface="黑体" panose="02010609060101010101" pitchFamily="49" charset="-122"/>
                <a:ea typeface="黑体" panose="02010609060101010101" pitchFamily="49" charset="-122"/>
              </a:rPr>
              <a:t>Hanwen</a:t>
            </a:r>
            <a:r>
              <a:rPr lang="en-US" altLang="zh-CN" sz="1000" dirty="0">
                <a:latin typeface="黑体" panose="02010609060101010101" pitchFamily="49" charset="-122"/>
                <a:ea typeface="黑体" panose="02010609060101010101" pitchFamily="49" charset="-122"/>
              </a:rPr>
              <a:t> Zhang, </a:t>
            </a:r>
            <a:r>
              <a:rPr lang="en-US" altLang="zh-CN" sz="1000" dirty="0" err="1">
                <a:latin typeface="黑体" panose="02010609060101010101" pitchFamily="49" charset="-122"/>
                <a:ea typeface="黑体" panose="02010609060101010101" pitchFamily="49" charset="-122"/>
              </a:rPr>
              <a:t>Duojin</a:t>
            </a:r>
            <a:r>
              <a:rPr lang="en-US" altLang="zh-CN" sz="1000" dirty="0">
                <a:latin typeface="黑体" panose="02010609060101010101" pitchFamily="49" charset="-122"/>
                <a:ea typeface="黑体" panose="02010609060101010101" pitchFamily="49" charset="-122"/>
              </a:rPr>
              <a:t> </a:t>
            </a:r>
            <a:r>
              <a:rPr lang="en-US" altLang="zh-CN" sz="1000" dirty="0" err="1">
                <a:latin typeface="黑体" panose="02010609060101010101" pitchFamily="49" charset="-122"/>
                <a:ea typeface="黑体" panose="02010609060101010101" pitchFamily="49" charset="-122"/>
              </a:rPr>
              <a:t>Yan,Unveiling</a:t>
            </a:r>
            <a:r>
              <a:rPr lang="en-US" altLang="zh-CN" sz="1000" dirty="0">
                <a:latin typeface="黑体" panose="02010609060101010101" pitchFamily="49" charset="-122"/>
                <a:ea typeface="黑体" panose="02010609060101010101" pitchFamily="49" charset="-122"/>
              </a:rPr>
              <a:t> dynamics changes: Singular spectrum analysis-based method for detecting concept drift in industrial data </a:t>
            </a:r>
            <a:r>
              <a:rPr lang="en-US" altLang="zh-CN" sz="1000" dirty="0" err="1">
                <a:latin typeface="黑体" panose="02010609060101010101" pitchFamily="49" charset="-122"/>
                <a:ea typeface="黑体" panose="02010609060101010101" pitchFamily="49" charset="-122"/>
              </a:rPr>
              <a:t>streams,Knowledge</a:t>
            </a:r>
            <a:r>
              <a:rPr lang="en-US" altLang="zh-CN" sz="1000" dirty="0">
                <a:latin typeface="黑体" panose="02010609060101010101" pitchFamily="49" charset="-122"/>
                <a:ea typeface="黑体" panose="02010609060101010101" pitchFamily="49" charset="-122"/>
              </a:rPr>
              <a:t>-Based </a:t>
            </a:r>
            <a:r>
              <a:rPr lang="en-US" altLang="zh-CN" sz="1000" dirty="0" err="1">
                <a:latin typeface="黑体" panose="02010609060101010101" pitchFamily="49" charset="-122"/>
                <a:ea typeface="黑体" panose="02010609060101010101" pitchFamily="49" charset="-122"/>
              </a:rPr>
              <a:t>Systems,Volume</a:t>
            </a:r>
            <a:r>
              <a:rPr lang="en-US" altLang="zh-CN" sz="1000" dirty="0">
                <a:latin typeface="黑体" panose="02010609060101010101" pitchFamily="49" charset="-122"/>
                <a:ea typeface="黑体" panose="02010609060101010101" pitchFamily="49" charset="-122"/>
              </a:rPr>
              <a:t> 293,2024,111640,ISSN 0950-7051</a:t>
            </a:r>
          </a:p>
          <a:p>
            <a:r>
              <a:rPr lang="en-US" altLang="zh-CN" sz="1000" dirty="0">
                <a:latin typeface="黑体" panose="02010609060101010101" pitchFamily="49" charset="-122"/>
                <a:ea typeface="黑体" panose="02010609060101010101" pitchFamily="49" charset="-122"/>
              </a:rPr>
              <a:t>[12] </a:t>
            </a:r>
            <a:r>
              <a:rPr lang="en-US" altLang="zh-CN" sz="1000" dirty="0" err="1">
                <a:latin typeface="黑体" panose="02010609060101010101" pitchFamily="49" charset="-122"/>
                <a:ea typeface="黑体" panose="02010609060101010101" pitchFamily="49" charset="-122"/>
              </a:rPr>
              <a:t>Pingfan</a:t>
            </a:r>
            <a:r>
              <a:rPr lang="en-US" altLang="zh-CN" sz="1000" dirty="0">
                <a:latin typeface="黑体" panose="02010609060101010101" pitchFamily="49" charset="-122"/>
                <a:ea typeface="黑体" panose="02010609060101010101" pitchFamily="49" charset="-122"/>
              </a:rPr>
              <a:t> Wang, Hang Yu, </a:t>
            </a:r>
            <a:r>
              <a:rPr lang="en-US" altLang="zh-CN" sz="1000" dirty="0" err="1">
                <a:latin typeface="黑体" panose="02010609060101010101" pitchFamily="49" charset="-122"/>
                <a:ea typeface="黑体" panose="02010609060101010101" pitchFamily="49" charset="-122"/>
              </a:rPr>
              <a:t>Nanlin</a:t>
            </a:r>
            <a:r>
              <a:rPr lang="en-US" altLang="zh-CN" sz="1000" dirty="0">
                <a:latin typeface="黑体" panose="02010609060101010101" pitchFamily="49" charset="-122"/>
                <a:ea typeface="黑体" panose="02010609060101010101" pitchFamily="49" charset="-122"/>
              </a:rPr>
              <a:t> Jin, Duncan Davies, Wai Lok </a:t>
            </a:r>
            <a:r>
              <a:rPr lang="en-US" altLang="zh-CN" sz="1000" dirty="0" err="1">
                <a:latin typeface="黑体" panose="02010609060101010101" pitchFamily="49" charset="-122"/>
                <a:ea typeface="黑体" panose="02010609060101010101" pitchFamily="49" charset="-122"/>
              </a:rPr>
              <a:t>Woo,QuadCDD</a:t>
            </a:r>
            <a:r>
              <a:rPr lang="en-US" altLang="zh-CN" sz="1000" dirty="0">
                <a:latin typeface="黑体" panose="02010609060101010101" pitchFamily="49" charset="-122"/>
                <a:ea typeface="黑体" panose="02010609060101010101" pitchFamily="49" charset="-122"/>
              </a:rPr>
              <a:t>: A Quadruple-based Approach for Understanding Concept Drift in Data </a:t>
            </a:r>
            <a:r>
              <a:rPr lang="en-US" altLang="zh-CN" sz="1000" dirty="0" err="1">
                <a:latin typeface="黑体" panose="02010609060101010101" pitchFamily="49" charset="-122"/>
                <a:ea typeface="黑体" panose="02010609060101010101" pitchFamily="49" charset="-122"/>
              </a:rPr>
              <a:t>Streams,Expert</a:t>
            </a:r>
            <a:r>
              <a:rPr lang="en-US" altLang="zh-CN" sz="1000" dirty="0">
                <a:latin typeface="黑体" panose="02010609060101010101" pitchFamily="49" charset="-122"/>
                <a:ea typeface="黑体" panose="02010609060101010101" pitchFamily="49" charset="-122"/>
              </a:rPr>
              <a:t> Systems with </a:t>
            </a:r>
            <a:r>
              <a:rPr lang="en-US" altLang="zh-CN" sz="1000" dirty="0" err="1">
                <a:latin typeface="黑体" panose="02010609060101010101" pitchFamily="49" charset="-122"/>
                <a:ea typeface="黑体" panose="02010609060101010101" pitchFamily="49" charset="-122"/>
              </a:rPr>
              <a:t>Applications,Volume</a:t>
            </a:r>
            <a:r>
              <a:rPr lang="en-US" altLang="zh-CN" sz="1000" dirty="0">
                <a:latin typeface="黑体" panose="02010609060101010101" pitchFamily="49" charset="-122"/>
                <a:ea typeface="黑体" panose="02010609060101010101" pitchFamily="49" charset="-122"/>
              </a:rPr>
              <a:t> 238, Part E,2024,122114,ISSN 0957-4174</a:t>
            </a:r>
          </a:p>
        </p:txBody>
      </p:sp>
    </p:spTree>
    <p:extLst>
      <p:ext uri="{BB962C8B-B14F-4D97-AF65-F5344CB8AC3E}">
        <p14:creationId xmlns:p14="http://schemas.microsoft.com/office/powerpoint/2010/main" val="2560375668"/>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8A14EDB-A266-A552-CBBB-417B4C11CAC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2007E6B6-BEFD-9F5E-0EA2-4930D05EA223}"/>
              </a:ext>
            </a:extLst>
          </p:cNvPr>
          <p:cNvSpPr txBox="1"/>
          <p:nvPr/>
        </p:nvSpPr>
        <p:spPr>
          <a:xfrm>
            <a:off x="120025" y="91328"/>
            <a:ext cx="1210588" cy="400110"/>
          </a:xfrm>
          <a:prstGeom prst="rect">
            <a:avLst/>
          </a:prstGeom>
          <a:noFill/>
        </p:spPr>
        <p:txBody>
          <a:bodyPr wrap="none" rtlCol="0">
            <a:spAutoFit/>
          </a:bodyPr>
          <a:lstStyle/>
          <a:p>
            <a:r>
              <a:rPr kumimoji="1" lang="zh-CN" altLang="en-US" sz="2000" b="1" dirty="0">
                <a:solidFill>
                  <a:srgbClr val="2F5597"/>
                </a:solidFill>
                <a:latin typeface="Microsoft YaHei" panose="020B0503020204020204" pitchFamily="34" charset="-122"/>
                <a:ea typeface="Microsoft YaHei" panose="020B0503020204020204" pitchFamily="34" charset="-122"/>
              </a:rPr>
              <a:t>参考文献</a:t>
            </a:r>
          </a:p>
        </p:txBody>
      </p:sp>
      <p:sp>
        <p:nvSpPr>
          <p:cNvPr id="6" name="文本框 5">
            <a:extLst>
              <a:ext uri="{FF2B5EF4-FFF2-40B4-BE49-F238E27FC236}">
                <a16:creationId xmlns:a16="http://schemas.microsoft.com/office/drawing/2014/main" id="{ABD8D492-FD14-3341-B26E-5DAC8A8FF6FE}"/>
              </a:ext>
            </a:extLst>
          </p:cNvPr>
          <p:cNvSpPr txBox="1"/>
          <p:nvPr/>
        </p:nvSpPr>
        <p:spPr>
          <a:xfrm>
            <a:off x="120025" y="626365"/>
            <a:ext cx="8764668" cy="2246769"/>
          </a:xfrm>
          <a:prstGeom prst="rect">
            <a:avLst/>
          </a:prstGeom>
          <a:noFill/>
        </p:spPr>
        <p:txBody>
          <a:bodyPr wrap="square">
            <a:spAutoFit/>
          </a:bodyPr>
          <a:lstStyle/>
          <a:p>
            <a:r>
              <a:rPr lang="en-US" altLang="zh-CN" sz="1000" dirty="0">
                <a:latin typeface="黑体" panose="02010609060101010101" pitchFamily="49" charset="-122"/>
                <a:ea typeface="黑体" panose="02010609060101010101" pitchFamily="49" charset="-122"/>
              </a:rPr>
              <a:t>[13] Zhi-Gang Du, Shao-Quan Ni, Jeng-</a:t>
            </a:r>
            <a:r>
              <a:rPr lang="en-US" altLang="zh-CN" sz="1000" dirty="0" err="1">
                <a:latin typeface="黑体" panose="02010609060101010101" pitchFamily="49" charset="-122"/>
                <a:ea typeface="黑体" panose="02010609060101010101" pitchFamily="49" charset="-122"/>
              </a:rPr>
              <a:t>Shyang</a:t>
            </a:r>
            <a:r>
              <a:rPr lang="en-US" altLang="zh-CN" sz="1000" dirty="0">
                <a:latin typeface="黑体" panose="02010609060101010101" pitchFamily="49" charset="-122"/>
                <a:ea typeface="黑体" panose="02010609060101010101" pitchFamily="49" charset="-122"/>
              </a:rPr>
              <a:t> Pan, Shu-Chuan </a:t>
            </a:r>
            <a:r>
              <a:rPr lang="en-US" altLang="zh-CN" sz="1000" dirty="0" err="1">
                <a:latin typeface="黑体" panose="02010609060101010101" pitchFamily="49" charset="-122"/>
                <a:ea typeface="黑体" panose="02010609060101010101" pitchFamily="49" charset="-122"/>
              </a:rPr>
              <a:t>Chu,Multi</a:t>
            </a:r>
            <a:r>
              <a:rPr lang="en-US" altLang="zh-CN" sz="1000" dirty="0">
                <a:latin typeface="黑体" panose="02010609060101010101" pitchFamily="49" charset="-122"/>
                <a:ea typeface="黑体" panose="02010609060101010101" pitchFamily="49" charset="-122"/>
              </a:rPr>
              <a:t>-objective optimization of empty train allocation using a Fast Surrogate-Assist Evolutionary Algorithm based on incremental </a:t>
            </a:r>
            <a:r>
              <a:rPr lang="en-US" altLang="zh-CN" sz="1000" dirty="0" err="1">
                <a:latin typeface="黑体" panose="02010609060101010101" pitchFamily="49" charset="-122"/>
                <a:ea typeface="黑体" panose="02010609060101010101" pitchFamily="49" charset="-122"/>
              </a:rPr>
              <a:t>learning,Expert</a:t>
            </a:r>
            <a:r>
              <a:rPr lang="en-US" altLang="zh-CN" sz="1000" dirty="0">
                <a:latin typeface="黑体" panose="02010609060101010101" pitchFamily="49" charset="-122"/>
                <a:ea typeface="黑体" panose="02010609060101010101" pitchFamily="49" charset="-122"/>
              </a:rPr>
              <a:t> Systems with </a:t>
            </a:r>
            <a:r>
              <a:rPr lang="en-US" altLang="zh-CN" sz="1000" dirty="0" err="1">
                <a:latin typeface="黑体" panose="02010609060101010101" pitchFamily="49" charset="-122"/>
                <a:ea typeface="黑体" panose="02010609060101010101" pitchFamily="49" charset="-122"/>
              </a:rPr>
              <a:t>Applications,Volume</a:t>
            </a:r>
            <a:r>
              <a:rPr lang="en-US" altLang="zh-CN" sz="1000" dirty="0">
                <a:latin typeface="黑体" panose="02010609060101010101" pitchFamily="49" charset="-122"/>
                <a:ea typeface="黑体" panose="02010609060101010101" pitchFamily="49" charset="-122"/>
              </a:rPr>
              <a:t> 280,2025,127505,ISSN 0957-4174</a:t>
            </a:r>
          </a:p>
          <a:p>
            <a:r>
              <a:rPr lang="en-US" altLang="zh-CN" sz="1000" dirty="0">
                <a:latin typeface="黑体" panose="02010609060101010101" pitchFamily="49" charset="-122"/>
                <a:ea typeface="黑体" panose="02010609060101010101" pitchFamily="49" charset="-122"/>
              </a:rPr>
              <a:t>[14] </a:t>
            </a:r>
            <a:r>
              <a:rPr lang="en-US" altLang="zh-CN" sz="1000" dirty="0" err="1">
                <a:latin typeface="黑体" panose="02010609060101010101" pitchFamily="49" charset="-122"/>
                <a:ea typeface="黑体" panose="02010609060101010101" pitchFamily="49" charset="-122"/>
              </a:rPr>
              <a:t>Junqiang</a:t>
            </a:r>
            <a:r>
              <a:rPr lang="en-US" altLang="zh-CN" sz="1000" dirty="0">
                <a:latin typeface="黑体" panose="02010609060101010101" pitchFamily="49" charset="-122"/>
                <a:ea typeface="黑体" panose="02010609060101010101" pitchFamily="49" charset="-122"/>
              </a:rPr>
              <a:t> </a:t>
            </a:r>
            <a:r>
              <a:rPr lang="en-US" altLang="zh-CN" sz="1000" dirty="0" err="1">
                <a:latin typeface="黑体" panose="02010609060101010101" pitchFamily="49" charset="-122"/>
                <a:ea typeface="黑体" panose="02010609060101010101" pitchFamily="49" charset="-122"/>
              </a:rPr>
              <a:t>Liu,Bearing</a:t>
            </a:r>
            <a:r>
              <a:rPr lang="en-US" altLang="zh-CN" sz="1000" dirty="0">
                <a:latin typeface="黑体" panose="02010609060101010101" pitchFamily="49" charset="-122"/>
                <a:ea typeface="黑体" panose="02010609060101010101" pitchFamily="49" charset="-122"/>
              </a:rPr>
              <a:t> fault diagnosis based on incremental transfer learning and ensemble learning with stochastic configuration </a:t>
            </a:r>
            <a:r>
              <a:rPr lang="en-US" altLang="zh-CN" sz="1000" dirty="0" err="1">
                <a:latin typeface="黑体" panose="02010609060101010101" pitchFamily="49" charset="-122"/>
                <a:ea typeface="黑体" panose="02010609060101010101" pitchFamily="49" charset="-122"/>
              </a:rPr>
              <a:t>network,Expert</a:t>
            </a:r>
            <a:r>
              <a:rPr lang="en-US" altLang="zh-CN" sz="1000" dirty="0">
                <a:latin typeface="黑体" panose="02010609060101010101" pitchFamily="49" charset="-122"/>
                <a:ea typeface="黑体" panose="02010609060101010101" pitchFamily="49" charset="-122"/>
              </a:rPr>
              <a:t> Systems with </a:t>
            </a:r>
            <a:r>
              <a:rPr lang="en-US" altLang="zh-CN" sz="1000" dirty="0" err="1">
                <a:latin typeface="黑体" panose="02010609060101010101" pitchFamily="49" charset="-122"/>
                <a:ea typeface="黑体" panose="02010609060101010101" pitchFamily="49" charset="-122"/>
              </a:rPr>
              <a:t>Applications,Volume</a:t>
            </a:r>
            <a:r>
              <a:rPr lang="en-US" altLang="zh-CN" sz="1000" dirty="0">
                <a:latin typeface="黑体" panose="02010609060101010101" pitchFamily="49" charset="-122"/>
                <a:ea typeface="黑体" panose="02010609060101010101" pitchFamily="49" charset="-122"/>
              </a:rPr>
              <a:t> 290,2025,128398,ISSN 0957-4174</a:t>
            </a:r>
          </a:p>
          <a:p>
            <a:r>
              <a:rPr lang="en-US" altLang="zh-CN" sz="1000" dirty="0">
                <a:latin typeface="黑体" panose="02010609060101010101" pitchFamily="49" charset="-122"/>
                <a:ea typeface="黑体" panose="02010609060101010101" pitchFamily="49" charset="-122"/>
              </a:rPr>
              <a:t>[15] Zhihui Zhang, </a:t>
            </a:r>
            <a:r>
              <a:rPr lang="en-US" altLang="zh-CN" sz="1000" dirty="0" err="1">
                <a:latin typeface="黑体" panose="02010609060101010101" pitchFamily="49" charset="-122"/>
                <a:ea typeface="黑体" panose="02010609060101010101" pitchFamily="49" charset="-122"/>
              </a:rPr>
              <a:t>Zhidan</a:t>
            </a:r>
            <a:r>
              <a:rPr lang="en-US" altLang="zh-CN" sz="1000" dirty="0">
                <a:latin typeface="黑体" panose="02010609060101010101" pitchFamily="49" charset="-122"/>
                <a:ea typeface="黑体" panose="02010609060101010101" pitchFamily="49" charset="-122"/>
              </a:rPr>
              <a:t> Zhong, Zhe Li, </a:t>
            </a:r>
            <a:r>
              <a:rPr lang="en-US" altLang="zh-CN" sz="1000" dirty="0" err="1">
                <a:latin typeface="黑体" panose="02010609060101010101" pitchFamily="49" charset="-122"/>
                <a:ea typeface="黑体" panose="02010609060101010101" pitchFamily="49" charset="-122"/>
              </a:rPr>
              <a:t>Wentao</a:t>
            </a:r>
            <a:r>
              <a:rPr lang="en-US" altLang="zh-CN" sz="1000" dirty="0">
                <a:latin typeface="黑体" panose="02010609060101010101" pitchFamily="49" charset="-122"/>
                <a:ea typeface="黑体" panose="02010609060101010101" pitchFamily="49" charset="-122"/>
              </a:rPr>
              <a:t> Mao, Yunhao </a:t>
            </a:r>
            <a:r>
              <a:rPr lang="en-US" altLang="zh-CN" sz="1000" dirty="0" err="1">
                <a:latin typeface="黑体" panose="02010609060101010101" pitchFamily="49" charset="-122"/>
                <a:ea typeface="黑体" panose="02010609060101010101" pitchFamily="49" charset="-122"/>
              </a:rPr>
              <a:t>Cui,Failure</a:t>
            </a:r>
            <a:r>
              <a:rPr lang="en-US" altLang="zh-CN" sz="1000" dirty="0">
                <a:latin typeface="黑体" panose="02010609060101010101" pitchFamily="49" charset="-122"/>
                <a:ea typeface="黑体" panose="02010609060101010101" pitchFamily="49" charset="-122"/>
              </a:rPr>
              <a:t> mechanism-driven multi-adversarial domain transfer learning for rolling bearing fault </a:t>
            </a:r>
            <a:r>
              <a:rPr lang="en-US" altLang="zh-CN" sz="1000" dirty="0" err="1">
                <a:latin typeface="黑体" panose="02010609060101010101" pitchFamily="49" charset="-122"/>
                <a:ea typeface="黑体" panose="02010609060101010101" pitchFamily="49" charset="-122"/>
              </a:rPr>
              <a:t>diagnosis,Results</a:t>
            </a:r>
            <a:r>
              <a:rPr lang="en-US" altLang="zh-CN" sz="1000" dirty="0">
                <a:latin typeface="黑体" panose="02010609060101010101" pitchFamily="49" charset="-122"/>
                <a:ea typeface="黑体" panose="02010609060101010101" pitchFamily="49" charset="-122"/>
              </a:rPr>
              <a:t> in </a:t>
            </a:r>
            <a:r>
              <a:rPr lang="en-US" altLang="zh-CN" sz="1000" dirty="0" err="1">
                <a:latin typeface="黑体" panose="02010609060101010101" pitchFamily="49" charset="-122"/>
                <a:ea typeface="黑体" panose="02010609060101010101" pitchFamily="49" charset="-122"/>
              </a:rPr>
              <a:t>Engineering,Volume</a:t>
            </a:r>
            <a:r>
              <a:rPr lang="en-US" altLang="zh-CN" sz="1000" dirty="0">
                <a:latin typeface="黑体" panose="02010609060101010101" pitchFamily="49" charset="-122"/>
                <a:ea typeface="黑体" panose="02010609060101010101" pitchFamily="49" charset="-122"/>
              </a:rPr>
              <a:t> 27,2025,106165,ISSN 2590-1230</a:t>
            </a:r>
          </a:p>
          <a:p>
            <a:r>
              <a:rPr lang="en-US" altLang="zh-CN" sz="1000" dirty="0">
                <a:latin typeface="黑体" panose="02010609060101010101" pitchFamily="49" charset="-122"/>
                <a:ea typeface="黑体" panose="02010609060101010101" pitchFamily="49" charset="-122"/>
              </a:rPr>
              <a:t>[16] </a:t>
            </a:r>
            <a:r>
              <a:rPr lang="en-US" altLang="zh-CN" sz="1000" dirty="0" err="1">
                <a:latin typeface="黑体" panose="02010609060101010101" pitchFamily="49" charset="-122"/>
                <a:ea typeface="黑体" panose="02010609060101010101" pitchFamily="49" charset="-122"/>
              </a:rPr>
              <a:t>Penghao</a:t>
            </a:r>
            <a:r>
              <a:rPr lang="en-US" altLang="zh-CN" sz="1000" dirty="0">
                <a:latin typeface="黑体" panose="02010609060101010101" pitchFamily="49" charset="-122"/>
                <a:ea typeface="黑体" panose="02010609060101010101" pitchFamily="49" charset="-122"/>
              </a:rPr>
              <a:t> Wu, </a:t>
            </a:r>
            <a:r>
              <a:rPr lang="en-US" altLang="zh-CN" sz="1000" dirty="0" err="1">
                <a:latin typeface="黑体" panose="02010609060101010101" pitchFamily="49" charset="-122"/>
                <a:ea typeface="黑体" panose="02010609060101010101" pitchFamily="49" charset="-122"/>
              </a:rPr>
              <a:t>Engang</a:t>
            </a:r>
            <a:r>
              <a:rPr lang="en-US" altLang="zh-CN" sz="1000" dirty="0">
                <a:latin typeface="黑体" panose="02010609060101010101" pitchFamily="49" charset="-122"/>
                <a:ea typeface="黑体" panose="02010609060101010101" pitchFamily="49" charset="-122"/>
              </a:rPr>
              <a:t> Tian, </a:t>
            </a:r>
            <a:r>
              <a:rPr lang="en-US" altLang="zh-CN" sz="1000" dirty="0" err="1">
                <a:latin typeface="黑体" panose="02010609060101010101" pitchFamily="49" charset="-122"/>
                <a:ea typeface="黑体" panose="02010609060101010101" pitchFamily="49" charset="-122"/>
              </a:rPr>
              <a:t>Hongfeng</a:t>
            </a:r>
            <a:r>
              <a:rPr lang="en-US" altLang="zh-CN" sz="1000" dirty="0">
                <a:latin typeface="黑体" panose="02010609060101010101" pitchFamily="49" charset="-122"/>
                <a:ea typeface="黑体" panose="02010609060101010101" pitchFamily="49" charset="-122"/>
              </a:rPr>
              <a:t> Tao, Yiyang </a:t>
            </a:r>
            <a:r>
              <a:rPr lang="en-US" altLang="zh-CN" sz="1000" dirty="0" err="1">
                <a:latin typeface="黑体" panose="02010609060101010101" pitchFamily="49" charset="-122"/>
                <a:ea typeface="黑体" panose="02010609060101010101" pitchFamily="49" charset="-122"/>
              </a:rPr>
              <a:t>Chen,Transfer</a:t>
            </a:r>
            <a:r>
              <a:rPr lang="en-US" altLang="zh-CN" sz="1000" dirty="0">
                <a:latin typeface="黑体" panose="02010609060101010101" pitchFamily="49" charset="-122"/>
                <a:ea typeface="黑体" panose="02010609060101010101" pitchFamily="49" charset="-122"/>
              </a:rPr>
              <a:t> learning-motivated intelligent fault diagnosis framework for cross-domain knowledge </a:t>
            </a:r>
            <a:r>
              <a:rPr lang="en-US" altLang="zh-CN" sz="1000" dirty="0" err="1">
                <a:latin typeface="黑体" panose="02010609060101010101" pitchFamily="49" charset="-122"/>
                <a:ea typeface="黑体" panose="02010609060101010101" pitchFamily="49" charset="-122"/>
              </a:rPr>
              <a:t>distillation,Neural</a:t>
            </a:r>
            <a:r>
              <a:rPr lang="en-US" altLang="zh-CN" sz="1000" dirty="0">
                <a:latin typeface="黑体" panose="02010609060101010101" pitchFamily="49" charset="-122"/>
                <a:ea typeface="黑体" panose="02010609060101010101" pitchFamily="49" charset="-122"/>
              </a:rPr>
              <a:t> </a:t>
            </a:r>
            <a:r>
              <a:rPr lang="en-US" altLang="zh-CN" sz="1000" dirty="0" err="1">
                <a:latin typeface="黑体" panose="02010609060101010101" pitchFamily="49" charset="-122"/>
                <a:ea typeface="黑体" panose="02010609060101010101" pitchFamily="49" charset="-122"/>
              </a:rPr>
              <a:t>Networks,Volume</a:t>
            </a:r>
            <a:r>
              <a:rPr lang="en-US" altLang="zh-CN" sz="1000" dirty="0">
                <a:latin typeface="黑体" panose="02010609060101010101" pitchFamily="49" charset="-122"/>
                <a:ea typeface="黑体" panose="02010609060101010101" pitchFamily="49" charset="-122"/>
              </a:rPr>
              <a:t> 190,2025,107699,ISSN 0893-6080</a:t>
            </a:r>
          </a:p>
          <a:p>
            <a:r>
              <a:rPr lang="en-US" altLang="zh-CN" sz="1000" dirty="0">
                <a:latin typeface="黑体" panose="02010609060101010101" pitchFamily="49" charset="-122"/>
                <a:ea typeface="黑体" panose="02010609060101010101" pitchFamily="49" charset="-122"/>
              </a:rPr>
              <a:t>[17] </a:t>
            </a:r>
            <a:r>
              <a:rPr lang="en-US" altLang="zh-CN" sz="1000" dirty="0" err="1">
                <a:latin typeface="黑体" panose="02010609060101010101" pitchFamily="49" charset="-122"/>
                <a:ea typeface="黑体" panose="02010609060101010101" pitchFamily="49" charset="-122"/>
              </a:rPr>
              <a:t>Biqing</a:t>
            </a:r>
            <a:r>
              <a:rPr lang="en-US" altLang="zh-CN" sz="1000" dirty="0">
                <a:latin typeface="黑体" panose="02010609060101010101" pitchFamily="49" charset="-122"/>
                <a:ea typeface="黑体" panose="02010609060101010101" pitchFamily="49" charset="-122"/>
              </a:rPr>
              <a:t> Duan, Qing Wang, Di Liu, Wei Zhou, </a:t>
            </a:r>
            <a:r>
              <a:rPr lang="en-US" altLang="zh-CN" sz="1000" dirty="0" err="1">
                <a:latin typeface="黑体" panose="02010609060101010101" pitchFamily="49" charset="-122"/>
                <a:ea typeface="黑体" panose="02010609060101010101" pitchFamily="49" charset="-122"/>
              </a:rPr>
              <a:t>Zhenli</a:t>
            </a:r>
            <a:r>
              <a:rPr lang="en-US" altLang="zh-CN" sz="1000" dirty="0">
                <a:latin typeface="黑体" panose="02010609060101010101" pitchFamily="49" charset="-122"/>
                <a:ea typeface="黑体" panose="02010609060101010101" pitchFamily="49" charset="-122"/>
              </a:rPr>
              <a:t> He, </a:t>
            </a:r>
            <a:r>
              <a:rPr lang="en-US" altLang="zh-CN" sz="1000" dirty="0" err="1">
                <a:latin typeface="黑体" panose="02010609060101010101" pitchFamily="49" charset="-122"/>
                <a:ea typeface="黑体" panose="02010609060101010101" pitchFamily="49" charset="-122"/>
              </a:rPr>
              <a:t>Shengfa</a:t>
            </a:r>
            <a:r>
              <a:rPr lang="en-US" altLang="zh-CN" sz="1000" dirty="0">
                <a:latin typeface="黑体" panose="02010609060101010101" pitchFamily="49" charset="-122"/>
                <a:ea typeface="黑体" panose="02010609060101010101" pitchFamily="49" charset="-122"/>
              </a:rPr>
              <a:t> </a:t>
            </a:r>
            <a:r>
              <a:rPr lang="en-US" altLang="zh-CN" sz="1000" dirty="0" err="1">
                <a:latin typeface="黑体" panose="02010609060101010101" pitchFamily="49" charset="-122"/>
                <a:ea typeface="黑体" panose="02010609060101010101" pitchFamily="49" charset="-122"/>
              </a:rPr>
              <a:t>Miao,LODAP</a:t>
            </a:r>
            <a:r>
              <a:rPr lang="en-US" altLang="zh-CN" sz="1000" dirty="0">
                <a:latin typeface="黑体" panose="02010609060101010101" pitchFamily="49" charset="-122"/>
                <a:ea typeface="黑体" panose="02010609060101010101" pitchFamily="49" charset="-122"/>
              </a:rPr>
              <a:t>: On-device incremental learning via lightweight operations and data </a:t>
            </a:r>
            <a:r>
              <a:rPr lang="en-US" altLang="zh-CN" sz="1000" dirty="0" err="1">
                <a:latin typeface="黑体" panose="02010609060101010101" pitchFamily="49" charset="-122"/>
                <a:ea typeface="黑体" panose="02010609060101010101" pitchFamily="49" charset="-122"/>
              </a:rPr>
              <a:t>pruning,Journal</a:t>
            </a:r>
            <a:r>
              <a:rPr lang="en-US" altLang="zh-CN" sz="1000" dirty="0">
                <a:latin typeface="黑体" panose="02010609060101010101" pitchFamily="49" charset="-122"/>
                <a:ea typeface="黑体" panose="02010609060101010101" pitchFamily="49" charset="-122"/>
              </a:rPr>
              <a:t> of Systems </a:t>
            </a:r>
            <a:r>
              <a:rPr lang="en-US" altLang="zh-CN" sz="1000" dirty="0" err="1">
                <a:latin typeface="黑体" panose="02010609060101010101" pitchFamily="49" charset="-122"/>
                <a:ea typeface="黑体" panose="02010609060101010101" pitchFamily="49" charset="-122"/>
              </a:rPr>
              <a:t>Architecture,Volume</a:t>
            </a:r>
            <a:r>
              <a:rPr lang="en-US" altLang="zh-CN" sz="1000" dirty="0">
                <a:latin typeface="黑体" panose="02010609060101010101" pitchFamily="49" charset="-122"/>
                <a:ea typeface="黑体" panose="02010609060101010101" pitchFamily="49" charset="-122"/>
              </a:rPr>
              <a:t> 168,2025,103571,ISSN 1383-7621</a:t>
            </a:r>
          </a:p>
          <a:p>
            <a:r>
              <a:rPr lang="en-US" altLang="zh-CN" sz="1000" dirty="0">
                <a:latin typeface="黑体" panose="02010609060101010101" pitchFamily="49" charset="-122"/>
                <a:ea typeface="黑体" panose="02010609060101010101" pitchFamily="49" charset="-122"/>
              </a:rPr>
              <a:t>[18] Guangli Li, </a:t>
            </a:r>
            <a:r>
              <a:rPr lang="en-US" altLang="zh-CN" sz="1000" dirty="0" err="1">
                <a:latin typeface="黑体" panose="02010609060101010101" pitchFamily="49" charset="-122"/>
                <a:ea typeface="黑体" panose="02010609060101010101" pitchFamily="49" charset="-122"/>
              </a:rPr>
              <a:t>Chentao</a:t>
            </a:r>
            <a:r>
              <a:rPr lang="en-US" altLang="zh-CN" sz="1000" dirty="0">
                <a:latin typeface="黑体" panose="02010609060101010101" pitchFamily="49" charset="-122"/>
                <a:ea typeface="黑体" panose="02010609060101010101" pitchFamily="49" charset="-122"/>
              </a:rPr>
              <a:t> Huang, </a:t>
            </a:r>
            <a:r>
              <a:rPr lang="en-US" altLang="zh-CN" sz="1000" dirty="0" err="1">
                <a:latin typeface="黑体" panose="02010609060101010101" pitchFamily="49" charset="-122"/>
                <a:ea typeface="黑体" panose="02010609060101010101" pitchFamily="49" charset="-122"/>
              </a:rPr>
              <a:t>Xinjiong</a:t>
            </a:r>
            <a:r>
              <a:rPr lang="en-US" altLang="zh-CN" sz="1000" dirty="0">
                <a:latin typeface="黑体" panose="02010609060101010101" pitchFamily="49" charset="-122"/>
                <a:ea typeface="黑体" panose="02010609060101010101" pitchFamily="49" charset="-122"/>
              </a:rPr>
              <a:t> Zhou, Lang Hu, Jianguo Wu, Hongbin </a:t>
            </a:r>
            <a:r>
              <a:rPr lang="en-US" altLang="zh-CN" sz="1000" dirty="0" err="1">
                <a:latin typeface="黑体" panose="02010609060101010101" pitchFamily="49" charset="-122"/>
                <a:ea typeface="黑体" panose="02010609060101010101" pitchFamily="49" charset="-122"/>
              </a:rPr>
              <a:t>Zhang,DOKD</a:t>
            </a:r>
            <a:r>
              <a:rPr lang="en-US" altLang="zh-CN" sz="1000" dirty="0">
                <a:latin typeface="黑体" panose="02010609060101010101" pitchFamily="49" charset="-122"/>
                <a:ea typeface="黑体" panose="02010609060101010101" pitchFamily="49" charset="-122"/>
              </a:rPr>
              <a:t>-MFR: Integrating Dual Online Knowledge Distillation with Multi-scale Feature Refinement for pneumonia image </a:t>
            </a:r>
            <a:r>
              <a:rPr lang="en-US" altLang="zh-CN" sz="1000" dirty="0" err="1">
                <a:latin typeface="黑体" panose="02010609060101010101" pitchFamily="49" charset="-122"/>
                <a:ea typeface="黑体" panose="02010609060101010101" pitchFamily="49" charset="-122"/>
              </a:rPr>
              <a:t>recognition,Biomedical</a:t>
            </a:r>
            <a:r>
              <a:rPr lang="en-US" altLang="zh-CN" sz="1000" dirty="0">
                <a:latin typeface="黑体" panose="02010609060101010101" pitchFamily="49" charset="-122"/>
                <a:ea typeface="黑体" panose="02010609060101010101" pitchFamily="49" charset="-122"/>
              </a:rPr>
              <a:t> Signal Processing and </a:t>
            </a:r>
            <a:r>
              <a:rPr lang="en-US" altLang="zh-CN" sz="1000" dirty="0" err="1">
                <a:latin typeface="黑体" panose="02010609060101010101" pitchFamily="49" charset="-122"/>
                <a:ea typeface="黑体" panose="02010609060101010101" pitchFamily="49" charset="-122"/>
              </a:rPr>
              <a:t>Control,Volume</a:t>
            </a:r>
            <a:r>
              <a:rPr lang="en-US" altLang="zh-CN" sz="1000" dirty="0">
                <a:latin typeface="黑体" panose="02010609060101010101" pitchFamily="49" charset="-122"/>
                <a:ea typeface="黑体" panose="02010609060101010101" pitchFamily="49" charset="-122"/>
              </a:rPr>
              <a:t> 110, Part B,2025,108047,ISSN 1746-8094</a:t>
            </a:r>
          </a:p>
        </p:txBody>
      </p:sp>
    </p:spTree>
    <p:extLst>
      <p:ext uri="{BB962C8B-B14F-4D97-AF65-F5344CB8AC3E}">
        <p14:creationId xmlns:p14="http://schemas.microsoft.com/office/powerpoint/2010/main" val="4162545385"/>
      </p:ext>
    </p:extLst>
  </p:cSld>
  <p:clrMapOvr>
    <a:masterClrMapping/>
  </p:clrMapOvr>
  <mc:AlternateContent xmlns:mc="http://schemas.openxmlformats.org/markup-compatibility/2006" xmlns:p14="http://schemas.microsoft.com/office/powerpoint/2010/main">
    <mc:Choice Requires="p14">
      <p:transition spd="slow" p14:dur="2000" advTm="79322"/>
    </mc:Choice>
    <mc:Fallback xmlns="">
      <p:transition spd="slow" advTm="79322"/>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EF92167-871E-E9AC-8CEE-13386C12FAE3}"/>
              </a:ext>
            </a:extLst>
          </p:cNvPr>
          <p:cNvSpPr/>
          <p:nvPr/>
        </p:nvSpPr>
        <p:spPr>
          <a:xfrm>
            <a:off x="4222960" y="1398545"/>
            <a:ext cx="257112" cy="5042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232" rtl="0" eaLnBrk="1" latinLnBrk="0" hangingPunct="1">
              <a:defRPr sz="1800" kern="1200">
                <a:solidFill>
                  <a:schemeClr val="lt1"/>
                </a:solidFill>
                <a:latin typeface="+mn-lt"/>
                <a:ea typeface="+mn-ea"/>
                <a:cs typeface="+mn-cs"/>
              </a:defRPr>
            </a:lvl1pPr>
            <a:lvl2pPr marL="457116" algn="l" defTabSz="914232" rtl="0" eaLnBrk="1" latinLnBrk="0" hangingPunct="1">
              <a:defRPr sz="1800" kern="1200">
                <a:solidFill>
                  <a:schemeClr val="lt1"/>
                </a:solidFill>
                <a:latin typeface="+mn-lt"/>
                <a:ea typeface="+mn-ea"/>
                <a:cs typeface="+mn-cs"/>
              </a:defRPr>
            </a:lvl2pPr>
            <a:lvl3pPr marL="914232" algn="l" defTabSz="914232" rtl="0" eaLnBrk="1" latinLnBrk="0" hangingPunct="1">
              <a:defRPr sz="1800" kern="1200">
                <a:solidFill>
                  <a:schemeClr val="lt1"/>
                </a:solidFill>
                <a:latin typeface="+mn-lt"/>
                <a:ea typeface="+mn-ea"/>
                <a:cs typeface="+mn-cs"/>
              </a:defRPr>
            </a:lvl3pPr>
            <a:lvl4pPr marL="1371348" algn="l" defTabSz="914232" rtl="0" eaLnBrk="1" latinLnBrk="0" hangingPunct="1">
              <a:defRPr sz="1800" kern="1200">
                <a:solidFill>
                  <a:schemeClr val="lt1"/>
                </a:solidFill>
                <a:latin typeface="+mn-lt"/>
                <a:ea typeface="+mn-ea"/>
                <a:cs typeface="+mn-cs"/>
              </a:defRPr>
            </a:lvl4pPr>
            <a:lvl5pPr marL="1828464" algn="l" defTabSz="914232" rtl="0" eaLnBrk="1" latinLnBrk="0" hangingPunct="1">
              <a:defRPr sz="1800" kern="1200">
                <a:solidFill>
                  <a:schemeClr val="lt1"/>
                </a:solidFill>
                <a:latin typeface="+mn-lt"/>
                <a:ea typeface="+mn-ea"/>
                <a:cs typeface="+mn-cs"/>
              </a:defRPr>
            </a:lvl5pPr>
            <a:lvl6pPr marL="2285581" algn="l" defTabSz="914232" rtl="0" eaLnBrk="1" latinLnBrk="0" hangingPunct="1">
              <a:defRPr sz="1800" kern="1200">
                <a:solidFill>
                  <a:schemeClr val="lt1"/>
                </a:solidFill>
                <a:latin typeface="+mn-lt"/>
                <a:ea typeface="+mn-ea"/>
                <a:cs typeface="+mn-cs"/>
              </a:defRPr>
            </a:lvl6pPr>
            <a:lvl7pPr marL="2742696" algn="l" defTabSz="914232" rtl="0" eaLnBrk="1" latinLnBrk="0" hangingPunct="1">
              <a:defRPr sz="1800" kern="1200">
                <a:solidFill>
                  <a:schemeClr val="lt1"/>
                </a:solidFill>
                <a:latin typeface="+mn-lt"/>
                <a:ea typeface="+mn-ea"/>
                <a:cs typeface="+mn-cs"/>
              </a:defRPr>
            </a:lvl7pPr>
            <a:lvl8pPr marL="3199813" algn="l" defTabSz="914232" rtl="0" eaLnBrk="1" latinLnBrk="0" hangingPunct="1">
              <a:defRPr sz="1800" kern="1200">
                <a:solidFill>
                  <a:schemeClr val="lt1"/>
                </a:solidFill>
                <a:latin typeface="+mn-lt"/>
                <a:ea typeface="+mn-ea"/>
                <a:cs typeface="+mn-cs"/>
              </a:defRPr>
            </a:lvl8pPr>
            <a:lvl9pPr marL="3656929" algn="l" defTabSz="914232" rtl="0" eaLnBrk="1" latinLnBrk="0" hangingPunct="1">
              <a:defRPr sz="1800" kern="1200">
                <a:solidFill>
                  <a:schemeClr val="lt1"/>
                </a:solidFill>
                <a:latin typeface="+mn-lt"/>
                <a:ea typeface="+mn-ea"/>
                <a:cs typeface="+mn-cs"/>
              </a:defRPr>
            </a:lvl9pPr>
          </a:lstStyle>
          <a:p>
            <a:pPr algn="ctr"/>
            <a:endParaRPr lang="zh-CN" altLang="en-US"/>
          </a:p>
        </p:txBody>
      </p:sp>
      <p:sp>
        <p:nvSpPr>
          <p:cNvPr id="4" name="矩形 3">
            <a:extLst>
              <a:ext uri="{FF2B5EF4-FFF2-40B4-BE49-F238E27FC236}">
                <a16:creationId xmlns:a16="http://schemas.microsoft.com/office/drawing/2014/main" id="{A2F645F3-8699-882E-C660-F1FA947C3EB9}"/>
              </a:ext>
            </a:extLst>
          </p:cNvPr>
          <p:cNvSpPr/>
          <p:nvPr/>
        </p:nvSpPr>
        <p:spPr>
          <a:xfrm>
            <a:off x="4222960" y="1398545"/>
            <a:ext cx="1971191" cy="2471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232" rtl="0" eaLnBrk="1" latinLnBrk="0" hangingPunct="1">
              <a:defRPr sz="1800" kern="1200">
                <a:solidFill>
                  <a:schemeClr val="lt1"/>
                </a:solidFill>
                <a:latin typeface="+mn-lt"/>
                <a:ea typeface="+mn-ea"/>
                <a:cs typeface="+mn-cs"/>
              </a:defRPr>
            </a:lvl1pPr>
            <a:lvl2pPr marL="457116" algn="l" defTabSz="914232" rtl="0" eaLnBrk="1" latinLnBrk="0" hangingPunct="1">
              <a:defRPr sz="1800" kern="1200">
                <a:solidFill>
                  <a:schemeClr val="lt1"/>
                </a:solidFill>
                <a:latin typeface="+mn-lt"/>
                <a:ea typeface="+mn-ea"/>
                <a:cs typeface="+mn-cs"/>
              </a:defRPr>
            </a:lvl2pPr>
            <a:lvl3pPr marL="914232" algn="l" defTabSz="914232" rtl="0" eaLnBrk="1" latinLnBrk="0" hangingPunct="1">
              <a:defRPr sz="1800" kern="1200">
                <a:solidFill>
                  <a:schemeClr val="lt1"/>
                </a:solidFill>
                <a:latin typeface="+mn-lt"/>
                <a:ea typeface="+mn-ea"/>
                <a:cs typeface="+mn-cs"/>
              </a:defRPr>
            </a:lvl3pPr>
            <a:lvl4pPr marL="1371348" algn="l" defTabSz="914232" rtl="0" eaLnBrk="1" latinLnBrk="0" hangingPunct="1">
              <a:defRPr sz="1800" kern="1200">
                <a:solidFill>
                  <a:schemeClr val="lt1"/>
                </a:solidFill>
                <a:latin typeface="+mn-lt"/>
                <a:ea typeface="+mn-ea"/>
                <a:cs typeface="+mn-cs"/>
              </a:defRPr>
            </a:lvl4pPr>
            <a:lvl5pPr marL="1828464" algn="l" defTabSz="914232" rtl="0" eaLnBrk="1" latinLnBrk="0" hangingPunct="1">
              <a:defRPr sz="1800" kern="1200">
                <a:solidFill>
                  <a:schemeClr val="lt1"/>
                </a:solidFill>
                <a:latin typeface="+mn-lt"/>
                <a:ea typeface="+mn-ea"/>
                <a:cs typeface="+mn-cs"/>
              </a:defRPr>
            </a:lvl5pPr>
            <a:lvl6pPr marL="2285581" algn="l" defTabSz="914232" rtl="0" eaLnBrk="1" latinLnBrk="0" hangingPunct="1">
              <a:defRPr sz="1800" kern="1200">
                <a:solidFill>
                  <a:schemeClr val="lt1"/>
                </a:solidFill>
                <a:latin typeface="+mn-lt"/>
                <a:ea typeface="+mn-ea"/>
                <a:cs typeface="+mn-cs"/>
              </a:defRPr>
            </a:lvl6pPr>
            <a:lvl7pPr marL="2742696" algn="l" defTabSz="914232" rtl="0" eaLnBrk="1" latinLnBrk="0" hangingPunct="1">
              <a:defRPr sz="1800" kern="1200">
                <a:solidFill>
                  <a:schemeClr val="lt1"/>
                </a:solidFill>
                <a:latin typeface="+mn-lt"/>
                <a:ea typeface="+mn-ea"/>
                <a:cs typeface="+mn-cs"/>
              </a:defRPr>
            </a:lvl7pPr>
            <a:lvl8pPr marL="3199813" algn="l" defTabSz="914232" rtl="0" eaLnBrk="1" latinLnBrk="0" hangingPunct="1">
              <a:defRPr sz="1800" kern="1200">
                <a:solidFill>
                  <a:schemeClr val="lt1"/>
                </a:solidFill>
                <a:latin typeface="+mn-lt"/>
                <a:ea typeface="+mn-ea"/>
                <a:cs typeface="+mn-cs"/>
              </a:defRPr>
            </a:lvl8pPr>
            <a:lvl9pPr marL="3656929" algn="l" defTabSz="914232" rtl="0" eaLnBrk="1" latinLnBrk="0" hangingPunct="1">
              <a:defRPr sz="1800" kern="1200">
                <a:solidFill>
                  <a:schemeClr val="lt1"/>
                </a:solidFill>
                <a:latin typeface="+mn-lt"/>
                <a:ea typeface="+mn-ea"/>
                <a:cs typeface="+mn-cs"/>
              </a:defRPr>
            </a:lvl9pPr>
          </a:lstStyle>
          <a:p>
            <a:pPr algn="ctr"/>
            <a:endParaRPr lang="zh-CN" altLang="en-US"/>
          </a:p>
        </p:txBody>
      </p:sp>
      <p:sp>
        <p:nvSpPr>
          <p:cNvPr id="5" name="矩形 4">
            <a:extLst>
              <a:ext uri="{FF2B5EF4-FFF2-40B4-BE49-F238E27FC236}">
                <a16:creationId xmlns:a16="http://schemas.microsoft.com/office/drawing/2014/main" id="{AADC1B5B-4019-158E-0510-D95534E8C052}"/>
              </a:ext>
            </a:extLst>
          </p:cNvPr>
          <p:cNvSpPr/>
          <p:nvPr/>
        </p:nvSpPr>
        <p:spPr>
          <a:xfrm rot="5400000">
            <a:off x="5146872" y="2360119"/>
            <a:ext cx="2170282" cy="2471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232" rtl="0" eaLnBrk="1" latinLnBrk="0" hangingPunct="1">
              <a:defRPr sz="1800" kern="1200">
                <a:solidFill>
                  <a:schemeClr val="lt1"/>
                </a:solidFill>
                <a:latin typeface="+mn-lt"/>
                <a:ea typeface="+mn-ea"/>
                <a:cs typeface="+mn-cs"/>
              </a:defRPr>
            </a:lvl1pPr>
            <a:lvl2pPr marL="457116" algn="l" defTabSz="914232" rtl="0" eaLnBrk="1" latinLnBrk="0" hangingPunct="1">
              <a:defRPr sz="1800" kern="1200">
                <a:solidFill>
                  <a:schemeClr val="lt1"/>
                </a:solidFill>
                <a:latin typeface="+mn-lt"/>
                <a:ea typeface="+mn-ea"/>
                <a:cs typeface="+mn-cs"/>
              </a:defRPr>
            </a:lvl2pPr>
            <a:lvl3pPr marL="914232" algn="l" defTabSz="914232" rtl="0" eaLnBrk="1" latinLnBrk="0" hangingPunct="1">
              <a:defRPr sz="1800" kern="1200">
                <a:solidFill>
                  <a:schemeClr val="lt1"/>
                </a:solidFill>
                <a:latin typeface="+mn-lt"/>
                <a:ea typeface="+mn-ea"/>
                <a:cs typeface="+mn-cs"/>
              </a:defRPr>
            </a:lvl3pPr>
            <a:lvl4pPr marL="1371348" algn="l" defTabSz="914232" rtl="0" eaLnBrk="1" latinLnBrk="0" hangingPunct="1">
              <a:defRPr sz="1800" kern="1200">
                <a:solidFill>
                  <a:schemeClr val="lt1"/>
                </a:solidFill>
                <a:latin typeface="+mn-lt"/>
                <a:ea typeface="+mn-ea"/>
                <a:cs typeface="+mn-cs"/>
              </a:defRPr>
            </a:lvl4pPr>
            <a:lvl5pPr marL="1828464" algn="l" defTabSz="914232" rtl="0" eaLnBrk="1" latinLnBrk="0" hangingPunct="1">
              <a:defRPr sz="1800" kern="1200">
                <a:solidFill>
                  <a:schemeClr val="lt1"/>
                </a:solidFill>
                <a:latin typeface="+mn-lt"/>
                <a:ea typeface="+mn-ea"/>
                <a:cs typeface="+mn-cs"/>
              </a:defRPr>
            </a:lvl5pPr>
            <a:lvl6pPr marL="2285581" algn="l" defTabSz="914232" rtl="0" eaLnBrk="1" latinLnBrk="0" hangingPunct="1">
              <a:defRPr sz="1800" kern="1200">
                <a:solidFill>
                  <a:schemeClr val="lt1"/>
                </a:solidFill>
                <a:latin typeface="+mn-lt"/>
                <a:ea typeface="+mn-ea"/>
                <a:cs typeface="+mn-cs"/>
              </a:defRPr>
            </a:lvl6pPr>
            <a:lvl7pPr marL="2742696" algn="l" defTabSz="914232" rtl="0" eaLnBrk="1" latinLnBrk="0" hangingPunct="1">
              <a:defRPr sz="1800" kern="1200">
                <a:solidFill>
                  <a:schemeClr val="lt1"/>
                </a:solidFill>
                <a:latin typeface="+mn-lt"/>
                <a:ea typeface="+mn-ea"/>
                <a:cs typeface="+mn-cs"/>
              </a:defRPr>
            </a:lvl7pPr>
            <a:lvl8pPr marL="3199813" algn="l" defTabSz="914232" rtl="0" eaLnBrk="1" latinLnBrk="0" hangingPunct="1">
              <a:defRPr sz="1800" kern="1200">
                <a:solidFill>
                  <a:schemeClr val="lt1"/>
                </a:solidFill>
                <a:latin typeface="+mn-lt"/>
                <a:ea typeface="+mn-ea"/>
                <a:cs typeface="+mn-cs"/>
              </a:defRPr>
            </a:lvl8pPr>
            <a:lvl9pPr marL="3656929" algn="l" defTabSz="914232" rtl="0" eaLnBrk="1" latinLnBrk="0" hangingPunct="1">
              <a:defRPr sz="1800" kern="1200">
                <a:solidFill>
                  <a:schemeClr val="lt1"/>
                </a:solidFill>
                <a:latin typeface="+mn-lt"/>
                <a:ea typeface="+mn-ea"/>
                <a:cs typeface="+mn-cs"/>
              </a:defRPr>
            </a:lvl9pPr>
          </a:lstStyle>
          <a:p>
            <a:pPr algn="ctr"/>
            <a:endParaRPr lang="zh-CN" altLang="en-US"/>
          </a:p>
        </p:txBody>
      </p:sp>
      <p:sp>
        <p:nvSpPr>
          <p:cNvPr id="6" name="矩形 5">
            <a:extLst>
              <a:ext uri="{FF2B5EF4-FFF2-40B4-BE49-F238E27FC236}">
                <a16:creationId xmlns:a16="http://schemas.microsoft.com/office/drawing/2014/main" id="{9A8DDC8D-BA75-86E9-46EE-B550AC483C24}"/>
              </a:ext>
            </a:extLst>
          </p:cNvPr>
          <p:cNvSpPr/>
          <p:nvPr/>
        </p:nvSpPr>
        <p:spPr>
          <a:xfrm flipV="1">
            <a:off x="4222960" y="3064582"/>
            <a:ext cx="257112" cy="3428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232" rtl="0" eaLnBrk="1" latinLnBrk="0" hangingPunct="1">
              <a:defRPr sz="1800" kern="1200">
                <a:solidFill>
                  <a:schemeClr val="lt1"/>
                </a:solidFill>
                <a:latin typeface="+mn-lt"/>
                <a:ea typeface="+mn-ea"/>
                <a:cs typeface="+mn-cs"/>
              </a:defRPr>
            </a:lvl1pPr>
            <a:lvl2pPr marL="457116" algn="l" defTabSz="914232" rtl="0" eaLnBrk="1" latinLnBrk="0" hangingPunct="1">
              <a:defRPr sz="1800" kern="1200">
                <a:solidFill>
                  <a:schemeClr val="lt1"/>
                </a:solidFill>
                <a:latin typeface="+mn-lt"/>
                <a:ea typeface="+mn-ea"/>
                <a:cs typeface="+mn-cs"/>
              </a:defRPr>
            </a:lvl2pPr>
            <a:lvl3pPr marL="914232" algn="l" defTabSz="914232" rtl="0" eaLnBrk="1" latinLnBrk="0" hangingPunct="1">
              <a:defRPr sz="1800" kern="1200">
                <a:solidFill>
                  <a:schemeClr val="lt1"/>
                </a:solidFill>
                <a:latin typeface="+mn-lt"/>
                <a:ea typeface="+mn-ea"/>
                <a:cs typeface="+mn-cs"/>
              </a:defRPr>
            </a:lvl3pPr>
            <a:lvl4pPr marL="1371348" algn="l" defTabSz="914232" rtl="0" eaLnBrk="1" latinLnBrk="0" hangingPunct="1">
              <a:defRPr sz="1800" kern="1200">
                <a:solidFill>
                  <a:schemeClr val="lt1"/>
                </a:solidFill>
                <a:latin typeface="+mn-lt"/>
                <a:ea typeface="+mn-ea"/>
                <a:cs typeface="+mn-cs"/>
              </a:defRPr>
            </a:lvl4pPr>
            <a:lvl5pPr marL="1828464" algn="l" defTabSz="914232" rtl="0" eaLnBrk="1" latinLnBrk="0" hangingPunct="1">
              <a:defRPr sz="1800" kern="1200">
                <a:solidFill>
                  <a:schemeClr val="lt1"/>
                </a:solidFill>
                <a:latin typeface="+mn-lt"/>
                <a:ea typeface="+mn-ea"/>
                <a:cs typeface="+mn-cs"/>
              </a:defRPr>
            </a:lvl5pPr>
            <a:lvl6pPr marL="2285581" algn="l" defTabSz="914232" rtl="0" eaLnBrk="1" latinLnBrk="0" hangingPunct="1">
              <a:defRPr sz="1800" kern="1200">
                <a:solidFill>
                  <a:schemeClr val="lt1"/>
                </a:solidFill>
                <a:latin typeface="+mn-lt"/>
                <a:ea typeface="+mn-ea"/>
                <a:cs typeface="+mn-cs"/>
              </a:defRPr>
            </a:lvl6pPr>
            <a:lvl7pPr marL="2742696" algn="l" defTabSz="914232" rtl="0" eaLnBrk="1" latinLnBrk="0" hangingPunct="1">
              <a:defRPr sz="1800" kern="1200">
                <a:solidFill>
                  <a:schemeClr val="lt1"/>
                </a:solidFill>
                <a:latin typeface="+mn-lt"/>
                <a:ea typeface="+mn-ea"/>
                <a:cs typeface="+mn-cs"/>
              </a:defRPr>
            </a:lvl7pPr>
            <a:lvl8pPr marL="3199813" algn="l" defTabSz="914232" rtl="0" eaLnBrk="1" latinLnBrk="0" hangingPunct="1">
              <a:defRPr sz="1800" kern="1200">
                <a:solidFill>
                  <a:schemeClr val="lt1"/>
                </a:solidFill>
                <a:latin typeface="+mn-lt"/>
                <a:ea typeface="+mn-ea"/>
                <a:cs typeface="+mn-cs"/>
              </a:defRPr>
            </a:lvl8pPr>
            <a:lvl9pPr marL="3656929" algn="l" defTabSz="914232" rtl="0" eaLnBrk="1" latinLnBrk="0" hangingPunct="1">
              <a:defRPr sz="1800" kern="1200">
                <a:solidFill>
                  <a:schemeClr val="lt1"/>
                </a:solidFill>
                <a:latin typeface="+mn-lt"/>
                <a:ea typeface="+mn-ea"/>
                <a:cs typeface="+mn-cs"/>
              </a:defRPr>
            </a:lvl9pPr>
          </a:lstStyle>
          <a:p>
            <a:pPr algn="ctr"/>
            <a:endParaRPr lang="zh-CN" altLang="en-US"/>
          </a:p>
        </p:txBody>
      </p:sp>
      <p:sp>
        <p:nvSpPr>
          <p:cNvPr id="7" name="矩形 6">
            <a:extLst>
              <a:ext uri="{FF2B5EF4-FFF2-40B4-BE49-F238E27FC236}">
                <a16:creationId xmlns:a16="http://schemas.microsoft.com/office/drawing/2014/main" id="{39DD6E67-D5D9-6163-E6E5-00356277B265}"/>
              </a:ext>
            </a:extLst>
          </p:cNvPr>
          <p:cNvSpPr/>
          <p:nvPr/>
        </p:nvSpPr>
        <p:spPr>
          <a:xfrm flipV="1">
            <a:off x="4222960" y="3321694"/>
            <a:ext cx="1971191" cy="2471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232" rtl="0" eaLnBrk="1" latinLnBrk="0" hangingPunct="1">
              <a:defRPr sz="1800" kern="1200">
                <a:solidFill>
                  <a:schemeClr val="lt1"/>
                </a:solidFill>
                <a:latin typeface="+mn-lt"/>
                <a:ea typeface="+mn-ea"/>
                <a:cs typeface="+mn-cs"/>
              </a:defRPr>
            </a:lvl1pPr>
            <a:lvl2pPr marL="457116" algn="l" defTabSz="914232" rtl="0" eaLnBrk="1" latinLnBrk="0" hangingPunct="1">
              <a:defRPr sz="1800" kern="1200">
                <a:solidFill>
                  <a:schemeClr val="lt1"/>
                </a:solidFill>
                <a:latin typeface="+mn-lt"/>
                <a:ea typeface="+mn-ea"/>
                <a:cs typeface="+mn-cs"/>
              </a:defRPr>
            </a:lvl2pPr>
            <a:lvl3pPr marL="914232" algn="l" defTabSz="914232" rtl="0" eaLnBrk="1" latinLnBrk="0" hangingPunct="1">
              <a:defRPr sz="1800" kern="1200">
                <a:solidFill>
                  <a:schemeClr val="lt1"/>
                </a:solidFill>
                <a:latin typeface="+mn-lt"/>
                <a:ea typeface="+mn-ea"/>
                <a:cs typeface="+mn-cs"/>
              </a:defRPr>
            </a:lvl3pPr>
            <a:lvl4pPr marL="1371348" algn="l" defTabSz="914232" rtl="0" eaLnBrk="1" latinLnBrk="0" hangingPunct="1">
              <a:defRPr sz="1800" kern="1200">
                <a:solidFill>
                  <a:schemeClr val="lt1"/>
                </a:solidFill>
                <a:latin typeface="+mn-lt"/>
                <a:ea typeface="+mn-ea"/>
                <a:cs typeface="+mn-cs"/>
              </a:defRPr>
            </a:lvl4pPr>
            <a:lvl5pPr marL="1828464" algn="l" defTabSz="914232" rtl="0" eaLnBrk="1" latinLnBrk="0" hangingPunct="1">
              <a:defRPr sz="1800" kern="1200">
                <a:solidFill>
                  <a:schemeClr val="lt1"/>
                </a:solidFill>
                <a:latin typeface="+mn-lt"/>
                <a:ea typeface="+mn-ea"/>
                <a:cs typeface="+mn-cs"/>
              </a:defRPr>
            </a:lvl5pPr>
            <a:lvl6pPr marL="2285581" algn="l" defTabSz="914232" rtl="0" eaLnBrk="1" latinLnBrk="0" hangingPunct="1">
              <a:defRPr sz="1800" kern="1200">
                <a:solidFill>
                  <a:schemeClr val="lt1"/>
                </a:solidFill>
                <a:latin typeface="+mn-lt"/>
                <a:ea typeface="+mn-ea"/>
                <a:cs typeface="+mn-cs"/>
              </a:defRPr>
            </a:lvl6pPr>
            <a:lvl7pPr marL="2742696" algn="l" defTabSz="914232" rtl="0" eaLnBrk="1" latinLnBrk="0" hangingPunct="1">
              <a:defRPr sz="1800" kern="1200">
                <a:solidFill>
                  <a:schemeClr val="lt1"/>
                </a:solidFill>
                <a:latin typeface="+mn-lt"/>
                <a:ea typeface="+mn-ea"/>
                <a:cs typeface="+mn-cs"/>
              </a:defRPr>
            </a:lvl7pPr>
            <a:lvl8pPr marL="3199813" algn="l" defTabSz="914232" rtl="0" eaLnBrk="1" latinLnBrk="0" hangingPunct="1">
              <a:defRPr sz="1800" kern="1200">
                <a:solidFill>
                  <a:schemeClr val="lt1"/>
                </a:solidFill>
                <a:latin typeface="+mn-lt"/>
                <a:ea typeface="+mn-ea"/>
                <a:cs typeface="+mn-cs"/>
              </a:defRPr>
            </a:lvl8pPr>
            <a:lvl9pPr marL="3656929" algn="l" defTabSz="914232" rtl="0" eaLnBrk="1" latinLnBrk="0" hangingPunct="1">
              <a:defRPr sz="1800" kern="1200">
                <a:solidFill>
                  <a:schemeClr val="lt1"/>
                </a:solidFill>
                <a:latin typeface="+mn-lt"/>
                <a:ea typeface="+mn-ea"/>
                <a:cs typeface="+mn-cs"/>
              </a:defRPr>
            </a:lvl9pPr>
          </a:lstStyle>
          <a:p>
            <a:pPr algn="ctr"/>
            <a:endParaRPr lang="zh-CN" altLang="en-US"/>
          </a:p>
        </p:txBody>
      </p:sp>
      <p:sp>
        <p:nvSpPr>
          <p:cNvPr id="8" name="TextBox 27">
            <a:extLst>
              <a:ext uri="{FF2B5EF4-FFF2-40B4-BE49-F238E27FC236}">
                <a16:creationId xmlns:a16="http://schemas.microsoft.com/office/drawing/2014/main" id="{B2454A97-6378-E6F5-15B0-1676C486BD6C}"/>
              </a:ext>
            </a:extLst>
          </p:cNvPr>
          <p:cNvSpPr txBox="1"/>
          <p:nvPr/>
        </p:nvSpPr>
        <p:spPr>
          <a:xfrm>
            <a:off x="937071" y="2520841"/>
            <a:ext cx="469127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defPPr>
              <a:defRPr lang="zh-CN"/>
            </a:defPPr>
            <a:lvl1pPr marL="0" algn="l" defTabSz="914232" rtl="0" eaLnBrk="1" latinLnBrk="0" hangingPunct="1">
              <a:defRPr sz="1800" kern="1200">
                <a:solidFill>
                  <a:schemeClr val="tx1"/>
                </a:solidFill>
                <a:latin typeface="+mn-lt"/>
                <a:ea typeface="+mn-ea"/>
                <a:cs typeface="+mn-cs"/>
              </a:defRPr>
            </a:lvl1pPr>
            <a:lvl2pPr marL="457116" algn="l" defTabSz="914232" rtl="0" eaLnBrk="1" latinLnBrk="0" hangingPunct="1">
              <a:defRPr sz="1800" kern="1200">
                <a:solidFill>
                  <a:schemeClr val="tx1"/>
                </a:solidFill>
                <a:latin typeface="+mn-lt"/>
                <a:ea typeface="+mn-ea"/>
                <a:cs typeface="+mn-cs"/>
              </a:defRPr>
            </a:lvl2pPr>
            <a:lvl3pPr marL="914232" algn="l" defTabSz="914232" rtl="0" eaLnBrk="1" latinLnBrk="0" hangingPunct="1">
              <a:defRPr sz="1800" kern="1200">
                <a:solidFill>
                  <a:schemeClr val="tx1"/>
                </a:solidFill>
                <a:latin typeface="+mn-lt"/>
                <a:ea typeface="+mn-ea"/>
                <a:cs typeface="+mn-cs"/>
              </a:defRPr>
            </a:lvl3pPr>
            <a:lvl4pPr marL="1371348" algn="l" defTabSz="914232" rtl="0" eaLnBrk="1" latinLnBrk="0" hangingPunct="1">
              <a:defRPr sz="1800" kern="1200">
                <a:solidFill>
                  <a:schemeClr val="tx1"/>
                </a:solidFill>
                <a:latin typeface="+mn-lt"/>
                <a:ea typeface="+mn-ea"/>
                <a:cs typeface="+mn-cs"/>
              </a:defRPr>
            </a:lvl4pPr>
            <a:lvl5pPr marL="1828464" algn="l" defTabSz="914232" rtl="0" eaLnBrk="1" latinLnBrk="0" hangingPunct="1">
              <a:defRPr sz="1800" kern="1200">
                <a:solidFill>
                  <a:schemeClr val="tx1"/>
                </a:solidFill>
                <a:latin typeface="+mn-lt"/>
                <a:ea typeface="+mn-ea"/>
                <a:cs typeface="+mn-cs"/>
              </a:defRPr>
            </a:lvl5pPr>
            <a:lvl6pPr marL="2285581" algn="l" defTabSz="914232" rtl="0" eaLnBrk="1" latinLnBrk="0" hangingPunct="1">
              <a:defRPr sz="1800" kern="1200">
                <a:solidFill>
                  <a:schemeClr val="tx1"/>
                </a:solidFill>
                <a:latin typeface="+mn-lt"/>
                <a:ea typeface="+mn-ea"/>
                <a:cs typeface="+mn-cs"/>
              </a:defRPr>
            </a:lvl6pPr>
            <a:lvl7pPr marL="2742696" algn="l" defTabSz="914232" rtl="0" eaLnBrk="1" latinLnBrk="0" hangingPunct="1">
              <a:defRPr sz="1800" kern="1200">
                <a:solidFill>
                  <a:schemeClr val="tx1"/>
                </a:solidFill>
                <a:latin typeface="+mn-lt"/>
                <a:ea typeface="+mn-ea"/>
                <a:cs typeface="+mn-cs"/>
              </a:defRPr>
            </a:lvl7pPr>
            <a:lvl8pPr marL="3199813" algn="l" defTabSz="914232" rtl="0" eaLnBrk="1" latinLnBrk="0" hangingPunct="1">
              <a:defRPr sz="1800" kern="1200">
                <a:solidFill>
                  <a:schemeClr val="tx1"/>
                </a:solidFill>
                <a:latin typeface="+mn-lt"/>
                <a:ea typeface="+mn-ea"/>
                <a:cs typeface="+mn-cs"/>
              </a:defRPr>
            </a:lvl8pPr>
            <a:lvl9pPr marL="3656929" algn="l" defTabSz="914232" rtl="0" eaLnBrk="1" latinLnBrk="0" hangingPunct="1">
              <a:defRPr sz="1800" kern="1200">
                <a:solidFill>
                  <a:schemeClr val="tx1"/>
                </a:solidFill>
                <a:latin typeface="+mn-lt"/>
                <a:ea typeface="+mn-ea"/>
                <a:cs typeface="+mn-cs"/>
              </a:defRPr>
            </a:lvl9pPr>
          </a:lstStyle>
          <a:p>
            <a:pPr algn="r"/>
            <a:r>
              <a:rPr lang="zh-CN" altLang="en-US" sz="3200" dirty="0">
                <a:solidFill>
                  <a:srgbClr val="2F5597"/>
                </a:solidFill>
                <a:latin typeface="微软雅黑" panose="020B0503020204020204" pitchFamily="34" charset="-122"/>
                <a:ea typeface="微软雅黑" panose="020B0503020204020204" pitchFamily="34" charset="-122"/>
              </a:rPr>
              <a:t>请</a:t>
            </a:r>
            <a:r>
              <a:rPr lang="zh-CN" altLang="en-US" sz="3200">
                <a:solidFill>
                  <a:srgbClr val="2F5597"/>
                </a:solidFill>
                <a:latin typeface="微软雅黑" panose="020B0503020204020204" pitchFamily="34" charset="-122"/>
                <a:ea typeface="微软雅黑" panose="020B0503020204020204" pitchFamily="34" charset="-122"/>
              </a:rPr>
              <a:t>老师和同学们</a:t>
            </a:r>
            <a:r>
              <a:rPr lang="zh-CN" altLang="en-US" sz="3200" dirty="0">
                <a:solidFill>
                  <a:srgbClr val="2F5597"/>
                </a:solidFill>
                <a:latin typeface="微软雅黑" panose="020B0503020204020204" pitchFamily="34" charset="-122"/>
                <a:ea typeface="微软雅黑" panose="020B0503020204020204" pitchFamily="34" charset="-122"/>
              </a:rPr>
              <a:t>批评指正！</a:t>
            </a:r>
          </a:p>
        </p:txBody>
      </p:sp>
      <p:sp>
        <p:nvSpPr>
          <p:cNvPr id="9" name="TextBox 28">
            <a:extLst>
              <a:ext uri="{FF2B5EF4-FFF2-40B4-BE49-F238E27FC236}">
                <a16:creationId xmlns:a16="http://schemas.microsoft.com/office/drawing/2014/main" id="{AFA90EEB-7D70-A63E-FD5B-9041274F8800}"/>
              </a:ext>
            </a:extLst>
          </p:cNvPr>
          <p:cNvSpPr txBox="1"/>
          <p:nvPr/>
        </p:nvSpPr>
        <p:spPr>
          <a:xfrm>
            <a:off x="3061551" y="1963633"/>
            <a:ext cx="256679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defPPr>
              <a:defRPr lang="zh-CN"/>
            </a:defPPr>
            <a:lvl1pPr marL="0" algn="l" defTabSz="914232" rtl="0" eaLnBrk="1" latinLnBrk="0" hangingPunct="1">
              <a:defRPr sz="1800" kern="1200">
                <a:solidFill>
                  <a:schemeClr val="tx1"/>
                </a:solidFill>
                <a:latin typeface="+mn-lt"/>
                <a:ea typeface="+mn-ea"/>
                <a:cs typeface="+mn-cs"/>
              </a:defRPr>
            </a:lvl1pPr>
            <a:lvl2pPr marL="457116" algn="l" defTabSz="914232" rtl="0" eaLnBrk="1" latinLnBrk="0" hangingPunct="1">
              <a:defRPr sz="1800" kern="1200">
                <a:solidFill>
                  <a:schemeClr val="tx1"/>
                </a:solidFill>
                <a:latin typeface="+mn-lt"/>
                <a:ea typeface="+mn-ea"/>
                <a:cs typeface="+mn-cs"/>
              </a:defRPr>
            </a:lvl2pPr>
            <a:lvl3pPr marL="914232" algn="l" defTabSz="914232" rtl="0" eaLnBrk="1" latinLnBrk="0" hangingPunct="1">
              <a:defRPr sz="1800" kern="1200">
                <a:solidFill>
                  <a:schemeClr val="tx1"/>
                </a:solidFill>
                <a:latin typeface="+mn-lt"/>
                <a:ea typeface="+mn-ea"/>
                <a:cs typeface="+mn-cs"/>
              </a:defRPr>
            </a:lvl3pPr>
            <a:lvl4pPr marL="1371348" algn="l" defTabSz="914232" rtl="0" eaLnBrk="1" latinLnBrk="0" hangingPunct="1">
              <a:defRPr sz="1800" kern="1200">
                <a:solidFill>
                  <a:schemeClr val="tx1"/>
                </a:solidFill>
                <a:latin typeface="+mn-lt"/>
                <a:ea typeface="+mn-ea"/>
                <a:cs typeface="+mn-cs"/>
              </a:defRPr>
            </a:lvl4pPr>
            <a:lvl5pPr marL="1828464" algn="l" defTabSz="914232" rtl="0" eaLnBrk="1" latinLnBrk="0" hangingPunct="1">
              <a:defRPr sz="1800" kern="1200">
                <a:solidFill>
                  <a:schemeClr val="tx1"/>
                </a:solidFill>
                <a:latin typeface="+mn-lt"/>
                <a:ea typeface="+mn-ea"/>
                <a:cs typeface="+mn-cs"/>
              </a:defRPr>
            </a:lvl5pPr>
            <a:lvl6pPr marL="2285581" algn="l" defTabSz="914232" rtl="0" eaLnBrk="1" latinLnBrk="0" hangingPunct="1">
              <a:defRPr sz="1800" kern="1200">
                <a:solidFill>
                  <a:schemeClr val="tx1"/>
                </a:solidFill>
                <a:latin typeface="+mn-lt"/>
                <a:ea typeface="+mn-ea"/>
                <a:cs typeface="+mn-cs"/>
              </a:defRPr>
            </a:lvl6pPr>
            <a:lvl7pPr marL="2742696" algn="l" defTabSz="914232" rtl="0" eaLnBrk="1" latinLnBrk="0" hangingPunct="1">
              <a:defRPr sz="1800" kern="1200">
                <a:solidFill>
                  <a:schemeClr val="tx1"/>
                </a:solidFill>
                <a:latin typeface="+mn-lt"/>
                <a:ea typeface="+mn-ea"/>
                <a:cs typeface="+mn-cs"/>
              </a:defRPr>
            </a:lvl7pPr>
            <a:lvl8pPr marL="3199813" algn="l" defTabSz="914232" rtl="0" eaLnBrk="1" latinLnBrk="0" hangingPunct="1">
              <a:defRPr sz="1800" kern="1200">
                <a:solidFill>
                  <a:schemeClr val="tx1"/>
                </a:solidFill>
                <a:latin typeface="+mn-lt"/>
                <a:ea typeface="+mn-ea"/>
                <a:cs typeface="+mn-cs"/>
              </a:defRPr>
            </a:lvl8pPr>
            <a:lvl9pPr marL="3656929" algn="l" defTabSz="914232" rtl="0" eaLnBrk="1" latinLnBrk="0" hangingPunct="1">
              <a:defRPr sz="1800" kern="1200">
                <a:solidFill>
                  <a:schemeClr val="tx1"/>
                </a:solidFill>
                <a:latin typeface="+mn-lt"/>
                <a:ea typeface="+mn-ea"/>
                <a:cs typeface="+mn-cs"/>
              </a:defRPr>
            </a:lvl9pPr>
          </a:lstStyle>
          <a:p>
            <a:pPr algn="r"/>
            <a:r>
              <a:rPr lang="en-US" altLang="zh-CN" sz="3200" b="1" dirty="0">
                <a:solidFill>
                  <a:srgbClr val="2F5597"/>
                </a:solidFill>
                <a:latin typeface="微软雅黑" panose="020B0503020204020204" pitchFamily="34" charset="-122"/>
                <a:ea typeface="微软雅黑" panose="020B0503020204020204" pitchFamily="34" charset="-122"/>
              </a:rPr>
              <a:t>THANK YOU</a:t>
            </a:r>
            <a:endParaRPr lang="zh-CN" altLang="en-US" sz="3200" b="1" dirty="0">
              <a:solidFill>
                <a:srgbClr val="2F559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455921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演示文稿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w="9525"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演示文稿4" id="{A5BC430D-E74F-4787-AFDD-77D1171A1BC3}" vid="{C6882B1B-BE76-46B6-96AE-77BBE6CEFBB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46625</TotalTime>
  <Words>6017</Words>
  <Application>Microsoft Office PowerPoint</Application>
  <PresentationFormat>全屏显示(16:9)</PresentationFormat>
  <Paragraphs>525</Paragraphs>
  <Slides>22</Slides>
  <Notes>21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PingFang SC</vt:lpstr>
      <vt:lpstr>等线</vt:lpstr>
      <vt:lpstr>黑体</vt:lpstr>
      <vt:lpstr>华文行楷</vt:lpstr>
      <vt:lpstr>楷体</vt:lpstr>
      <vt:lpstr>微软雅黑</vt:lpstr>
      <vt:lpstr>微软雅黑</vt:lpstr>
      <vt:lpstr>Arial</vt:lpstr>
      <vt:lpstr>Arial Black</vt:lpstr>
      <vt:lpstr>Calibri</vt:lpstr>
      <vt:lpstr>Times New Roman</vt:lpstr>
      <vt:lpstr>Wingdings</vt:lpstr>
      <vt:lpstr>演示文稿5</vt:lpstr>
      <vt:lpstr>基于调度知识演化的 飞机脉动装配线动态调度研究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面向智能制造的 适应性调度体系和优化方法研究</dc:title>
  <dc:creator>鹃 刘</dc:creator>
  <cp:lastModifiedBy>陈凌韬 陈凌韬</cp:lastModifiedBy>
  <cp:revision>294</cp:revision>
  <dcterms:created xsi:type="dcterms:W3CDTF">2018-05-17T04:14:21Z</dcterms:created>
  <dcterms:modified xsi:type="dcterms:W3CDTF">2025-10-22T04:51:12Z</dcterms:modified>
</cp:coreProperties>
</file>