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84" r:id="rId2"/>
  </p:sldMasterIdLst>
  <p:notesMasterIdLst>
    <p:notesMasterId r:id="rId49"/>
  </p:notesMasterIdLst>
  <p:sldIdLst>
    <p:sldId id="262" r:id="rId3"/>
    <p:sldId id="16669930" r:id="rId4"/>
    <p:sldId id="16670064" r:id="rId5"/>
    <p:sldId id="16670061" r:id="rId6"/>
    <p:sldId id="16670095" r:id="rId7"/>
    <p:sldId id="16670070" r:id="rId8"/>
    <p:sldId id="16670112" r:id="rId9"/>
    <p:sldId id="16670072" r:id="rId10"/>
    <p:sldId id="16670075" r:id="rId11"/>
    <p:sldId id="16670060" r:id="rId12"/>
    <p:sldId id="16670066" r:id="rId13"/>
    <p:sldId id="16670077" r:id="rId14"/>
    <p:sldId id="16670076" r:id="rId15"/>
    <p:sldId id="16670096" r:id="rId16"/>
    <p:sldId id="16670098" r:id="rId17"/>
    <p:sldId id="16670062" r:id="rId18"/>
    <p:sldId id="16670100" r:id="rId19"/>
    <p:sldId id="16670101" r:id="rId20"/>
    <p:sldId id="16670102" r:id="rId21"/>
    <p:sldId id="16670099" r:id="rId22"/>
    <p:sldId id="16670084" r:id="rId23"/>
    <p:sldId id="16670083" r:id="rId24"/>
    <p:sldId id="16670085" r:id="rId25"/>
    <p:sldId id="16670063" r:id="rId26"/>
    <p:sldId id="16670068" r:id="rId27"/>
    <p:sldId id="16670093" r:id="rId28"/>
    <p:sldId id="16670105" r:id="rId29"/>
    <p:sldId id="16670111" r:id="rId30"/>
    <p:sldId id="16670088" r:id="rId31"/>
    <p:sldId id="16670103" r:id="rId32"/>
    <p:sldId id="16670087" r:id="rId33"/>
    <p:sldId id="16670104" r:id="rId34"/>
    <p:sldId id="16670106" r:id="rId35"/>
    <p:sldId id="16670086" r:id="rId36"/>
    <p:sldId id="16670107" r:id="rId37"/>
    <p:sldId id="16670108" r:id="rId38"/>
    <p:sldId id="16670092" r:id="rId39"/>
    <p:sldId id="16670109" r:id="rId40"/>
    <p:sldId id="16670110" r:id="rId41"/>
    <p:sldId id="16670094" r:id="rId42"/>
    <p:sldId id="16670065" r:id="rId43"/>
    <p:sldId id="16670069" r:id="rId44"/>
    <p:sldId id="16670091" r:id="rId45"/>
    <p:sldId id="16670073" r:id="rId46"/>
    <p:sldId id="16670074" r:id="rId47"/>
    <p:sldId id="16670046" r:id="rId48"/>
  </p:sldIdLst>
  <p:sldSz cx="12192000" cy="6858000"/>
  <p:notesSz cx="6858000" cy="9144000"/>
  <p:custDataLst>
    <p:tags r:id="rId50"/>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486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B8E27"/>
    <a:srgbClr val="003F88"/>
    <a:srgbClr val="3192F2"/>
    <a:srgbClr val="D26262"/>
    <a:srgbClr val="90B272"/>
    <a:srgbClr val="EEF4E7"/>
    <a:srgbClr val="E9F1E0"/>
    <a:srgbClr val="D57D74"/>
    <a:srgbClr val="FC8D36"/>
    <a:srgbClr val="A7C98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AEFB766-E030-4806-A394-BF80695CBD13}" v="1683" dt="2026-06-12T09:35:42.459"/>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C083E6E3-FA7D-4D7B-A595-EF9225AFEA82}" styleName="浅色样式 1 - 强调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DCAF9ED-07DC-4A11-8D7F-57B35C25682E}" styleName="中度样式 1 - 强调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0660B408-B3CF-4A94-85FC-2B1E0A45F4A2}" styleName="深色样式 2 - 强调 1/强调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浅色样式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31" autoAdjust="0"/>
    <p:restoredTop sz="79612" autoAdjust="0"/>
  </p:normalViewPr>
  <p:slideViewPr>
    <p:cSldViewPr snapToGrid="0" showGuides="1">
      <p:cViewPr varScale="1">
        <p:scale>
          <a:sx n="88" d="100"/>
          <a:sy n="88" d="100"/>
        </p:scale>
        <p:origin x="928" y="56"/>
      </p:cViewPr>
      <p:guideLst>
        <p:guide orient="horz" pos="3158"/>
        <p:guide pos="486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tags" Target="tags/tag1.xml"/><Relationship Id="rId55" Type="http://schemas.microsoft.com/office/2016/11/relationships/changesInfo" Target="changesInfos/changesInfo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theme" Target="theme/theme1.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microsoft.com/office/2015/10/relationships/revisionInfo" Target="revisionInfo.xml"/><Relationship Id="rId8" Type="http://schemas.openxmlformats.org/officeDocument/2006/relationships/slide" Target="slides/slide6.xml"/><Relationship Id="rId51" Type="http://schemas.openxmlformats.org/officeDocument/2006/relationships/presProps" Target="pres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陈凌韬 陈凌韬" userId="81acf5ebae9f403a" providerId="LiveId" clId="{D9F12F90-5E30-4441-B053-A456B7B6408B}"/>
    <pc:docChg chg="undo redo custSel addSld delSld modSld sldOrd">
      <pc:chgData name="陈凌韬 陈凌韬" userId="81acf5ebae9f403a" providerId="LiveId" clId="{D9F12F90-5E30-4441-B053-A456B7B6408B}" dt="2026-06-12T09:23:53.969" v="24030"/>
      <pc:docMkLst>
        <pc:docMk/>
      </pc:docMkLst>
      <pc:sldChg chg="delSp modSp mod modNotesTx">
        <pc:chgData name="陈凌韬 陈凌韬" userId="81acf5ebae9f403a" providerId="LiveId" clId="{D9F12F90-5E30-4441-B053-A456B7B6408B}" dt="2026-06-12T08:48:06.390" v="24028" actId="1036"/>
        <pc:sldMkLst>
          <pc:docMk/>
          <pc:sldMk cId="1474919320" sldId="262"/>
        </pc:sldMkLst>
        <pc:spChg chg="mod">
          <ac:chgData name="陈凌韬 陈凌韬" userId="81acf5ebae9f403a" providerId="LiveId" clId="{D9F12F90-5E30-4441-B053-A456B7B6408B}" dt="2026-06-04T02:12:08.300" v="124" actId="1036"/>
          <ac:spMkLst>
            <pc:docMk/>
            <pc:sldMk cId="1474919320" sldId="262"/>
            <ac:spMk id="23" creationId="{033B6573-0EE0-C928-7711-CB3499C37E7D}"/>
          </ac:spMkLst>
        </pc:spChg>
        <pc:spChg chg="mod">
          <ac:chgData name="陈凌韬 陈凌韬" userId="81acf5ebae9f403a" providerId="LiveId" clId="{D9F12F90-5E30-4441-B053-A456B7B6408B}" dt="2026-06-12T08:48:06.390" v="24028" actId="1036"/>
          <ac:spMkLst>
            <pc:docMk/>
            <pc:sldMk cId="1474919320" sldId="262"/>
            <ac:spMk id="24" creationId="{8EBC643D-6059-80C8-4277-9FF65CFB0129}"/>
          </ac:spMkLst>
        </pc:spChg>
        <pc:spChg chg="del mod">
          <ac:chgData name="陈凌韬 陈凌韬" userId="81acf5ebae9f403a" providerId="LiveId" clId="{D9F12F90-5E30-4441-B053-A456B7B6408B}" dt="2026-06-12T08:47:52.805" v="24009" actId="478"/>
          <ac:spMkLst>
            <pc:docMk/>
            <pc:sldMk cId="1474919320" sldId="262"/>
            <ac:spMk id="32" creationId="{0B460F75-BC22-E02A-00CD-CBC8B67BF635}"/>
          </ac:spMkLst>
        </pc:spChg>
      </pc:sldChg>
      <pc:sldChg chg="addSp delSp modSp mod">
        <pc:chgData name="陈凌韬 陈凌韬" userId="81acf5ebae9f403a" providerId="LiveId" clId="{D9F12F90-5E30-4441-B053-A456B7B6408B}" dt="2026-06-04T02:23:10.091" v="556" actId="1035"/>
        <pc:sldMkLst>
          <pc:docMk/>
          <pc:sldMk cId="361659196" sldId="16669930"/>
        </pc:sldMkLst>
        <pc:spChg chg="mod">
          <ac:chgData name="陈凌韬 陈凌韬" userId="81acf5ebae9f403a" providerId="LiveId" clId="{D9F12F90-5E30-4441-B053-A456B7B6408B}" dt="2026-06-04T02:22:48.654" v="483" actId="1036"/>
          <ac:spMkLst>
            <pc:docMk/>
            <pc:sldMk cId="361659196" sldId="16669930"/>
            <ac:spMk id="4" creationId="{3F7EC979-657A-84E7-E05B-04969B398F6E}"/>
          </ac:spMkLst>
        </pc:spChg>
        <pc:spChg chg="mod">
          <ac:chgData name="陈凌韬 陈凌韬" userId="81acf5ebae9f403a" providerId="LiveId" clId="{D9F12F90-5E30-4441-B053-A456B7B6408B}" dt="2026-06-04T02:22:37.464" v="473" actId="1036"/>
          <ac:spMkLst>
            <pc:docMk/>
            <pc:sldMk cId="361659196" sldId="16669930"/>
            <ac:spMk id="9" creationId="{F6CDB0C8-9192-CE57-11F3-48D6F623E314}"/>
          </ac:spMkLst>
        </pc:spChg>
        <pc:spChg chg="mod">
          <ac:chgData name="陈凌韬 陈凌韬" userId="81acf5ebae9f403a" providerId="LiveId" clId="{D9F12F90-5E30-4441-B053-A456B7B6408B}" dt="2026-06-04T02:22:43.360" v="478" actId="1036"/>
          <ac:spMkLst>
            <pc:docMk/>
            <pc:sldMk cId="361659196" sldId="16669930"/>
            <ac:spMk id="14" creationId="{9854163A-C1A7-A611-E6DE-657214813EFF}"/>
          </ac:spMkLst>
        </pc:spChg>
        <pc:spChg chg="mod">
          <ac:chgData name="陈凌韬 陈凌韬" userId="81acf5ebae9f403a" providerId="LiveId" clId="{D9F12F90-5E30-4441-B053-A456B7B6408B}" dt="2026-06-04T02:21:11.953" v="383" actId="20577"/>
          <ac:spMkLst>
            <pc:docMk/>
            <pc:sldMk cId="361659196" sldId="16669930"/>
            <ac:spMk id="34" creationId="{41BC7EFA-6339-9D9A-471C-4F8A2535FB72}"/>
          </ac:spMkLst>
        </pc:spChg>
        <pc:spChg chg="mod">
          <ac:chgData name="陈凌韬 陈凌韬" userId="81acf5ebae9f403a" providerId="LiveId" clId="{D9F12F90-5E30-4441-B053-A456B7B6408B}" dt="2026-06-04T02:21:16.019" v="384" actId="20577"/>
          <ac:spMkLst>
            <pc:docMk/>
            <pc:sldMk cId="361659196" sldId="16669930"/>
            <ac:spMk id="35" creationId="{51D1DA87-1F3A-3025-2DDE-122C82C1405F}"/>
          </ac:spMkLst>
        </pc:spChg>
        <pc:spChg chg="mod">
          <ac:chgData name="陈凌韬 陈凌韬" userId="81acf5ebae9f403a" providerId="LiveId" clId="{D9F12F90-5E30-4441-B053-A456B7B6408B}" dt="2026-06-04T02:17:33.074" v="243" actId="14100"/>
          <ac:spMkLst>
            <pc:docMk/>
            <pc:sldMk cId="361659196" sldId="16669930"/>
            <ac:spMk id="37" creationId="{29F97B7C-47FF-86E5-798F-03FE90810325}"/>
          </ac:spMkLst>
        </pc:spChg>
        <pc:spChg chg="add del mod">
          <ac:chgData name="陈凌韬 陈凌韬" userId="81acf5ebae9f403a" providerId="LiveId" clId="{D9F12F90-5E30-4441-B053-A456B7B6408B}" dt="2026-06-04T02:23:10.091" v="556" actId="1035"/>
          <ac:spMkLst>
            <pc:docMk/>
            <pc:sldMk cId="361659196" sldId="16669930"/>
            <ac:spMk id="40" creationId="{E1D8439F-99BB-F832-6093-984C18B9E096}"/>
          </ac:spMkLst>
        </pc:spChg>
        <pc:spChg chg="add del mod">
          <ac:chgData name="陈凌韬 陈凌韬" userId="81acf5ebae9f403a" providerId="LiveId" clId="{D9F12F90-5E30-4441-B053-A456B7B6408B}" dt="2026-06-04T02:22:58.196" v="502" actId="1036"/>
          <ac:spMkLst>
            <pc:docMk/>
            <pc:sldMk cId="361659196" sldId="16669930"/>
            <ac:spMk id="41" creationId="{576F73E7-278C-6749-B926-F66D533A5193}"/>
          </ac:spMkLst>
        </pc:spChg>
        <pc:spChg chg="add del mod">
          <ac:chgData name="陈凌韬 陈凌韬" userId="81acf5ebae9f403a" providerId="LiveId" clId="{D9F12F90-5E30-4441-B053-A456B7B6408B}" dt="2026-06-04T02:23:05.287" v="531" actId="1035"/>
          <ac:spMkLst>
            <pc:docMk/>
            <pc:sldMk cId="361659196" sldId="16669930"/>
            <ac:spMk id="42" creationId="{01C187AD-A5D4-1F8F-9624-D4CA1C00BCD7}"/>
          </ac:spMkLst>
        </pc:spChg>
        <pc:spChg chg="add del">
          <ac:chgData name="陈凌韬 陈凌韬" userId="81acf5ebae9f403a" providerId="LiveId" clId="{D9F12F90-5E30-4441-B053-A456B7B6408B}" dt="2026-06-04T02:20:28.086" v="326" actId="478"/>
          <ac:spMkLst>
            <pc:docMk/>
            <pc:sldMk cId="361659196" sldId="16669930"/>
            <ac:spMk id="43" creationId="{6A5447C9-EDDC-C391-83D4-E5A9F8986759}"/>
          </ac:spMkLst>
        </pc:spChg>
        <pc:spChg chg="add del">
          <ac:chgData name="陈凌韬 陈凌韬" userId="81acf5ebae9f403a" providerId="LiveId" clId="{D9F12F90-5E30-4441-B053-A456B7B6408B}" dt="2026-06-04T02:20:29.120" v="332" actId="478"/>
          <ac:spMkLst>
            <pc:docMk/>
            <pc:sldMk cId="361659196" sldId="16669930"/>
            <ac:spMk id="44" creationId="{91225F41-B094-59EA-D933-C1720A787537}"/>
          </ac:spMkLst>
        </pc:spChg>
        <pc:spChg chg="add del mod">
          <ac:chgData name="陈凌韬 陈凌韬" userId="81acf5ebae9f403a" providerId="LiveId" clId="{D9F12F90-5E30-4441-B053-A456B7B6408B}" dt="2026-06-04T02:20:47.394" v="349" actId="20577"/>
          <ac:spMkLst>
            <pc:docMk/>
            <pc:sldMk cId="361659196" sldId="16669930"/>
            <ac:spMk id="45" creationId="{1334D66B-C194-8A9C-98E9-48776469AA7B}"/>
          </ac:spMkLst>
        </pc:spChg>
        <pc:spChg chg="mod">
          <ac:chgData name="陈凌韬 陈凌韬" userId="81acf5ebae9f403a" providerId="LiveId" clId="{D9F12F90-5E30-4441-B053-A456B7B6408B}" dt="2026-06-04T02:20:10.482" v="305" actId="1076"/>
          <ac:spMkLst>
            <pc:docMk/>
            <pc:sldMk cId="361659196" sldId="16669930"/>
            <ac:spMk id="48" creationId="{775A247B-BB9E-1675-ED8B-406F61CB1DC8}"/>
          </ac:spMkLst>
        </pc:spChg>
        <pc:grpChg chg="add del">
          <ac:chgData name="陈凌韬 陈凌韬" userId="81acf5ebae9f403a" providerId="LiveId" clId="{D9F12F90-5E30-4441-B053-A456B7B6408B}" dt="2026-06-04T02:19:25.194" v="298" actId="478"/>
          <ac:grpSpMkLst>
            <pc:docMk/>
            <pc:sldMk cId="361659196" sldId="16669930"/>
            <ac:grpSpMk id="46" creationId="{F1D49F93-A33F-3340-D7BA-30060110908C}"/>
          </ac:grpSpMkLst>
        </pc:grpChg>
        <pc:grpChg chg="mod">
          <ac:chgData name="陈凌韬 陈凌韬" userId="81acf5ebae9f403a" providerId="LiveId" clId="{D9F12F90-5E30-4441-B053-A456B7B6408B}" dt="2026-06-04T02:21:41.577" v="397" actId="1076"/>
          <ac:grpSpMkLst>
            <pc:docMk/>
            <pc:sldMk cId="361659196" sldId="16669930"/>
            <ac:grpSpMk id="49" creationId="{A22EA5D8-1702-3450-E7F0-EBE428992FF9}"/>
          </ac:grpSpMkLst>
        </pc:grpChg>
      </pc:sldChg>
      <pc:sldChg chg="modSp add del mod">
        <pc:chgData name="陈凌韬 陈凌韬" userId="81acf5ebae9f403a" providerId="LiveId" clId="{D9F12F90-5E30-4441-B053-A456B7B6408B}" dt="2026-06-09T11:48:55.750" v="12766" actId="20577"/>
        <pc:sldMkLst>
          <pc:docMk/>
          <pc:sldMk cId="2012498907" sldId="16670046"/>
        </pc:sldMkLst>
        <pc:spChg chg="mod">
          <ac:chgData name="陈凌韬 陈凌韬" userId="81acf5ebae9f403a" providerId="LiveId" clId="{D9F12F90-5E30-4441-B053-A456B7B6408B}" dt="2026-06-09T11:48:49.726" v="12764" actId="20577"/>
          <ac:spMkLst>
            <pc:docMk/>
            <pc:sldMk cId="2012498907" sldId="16670046"/>
            <ac:spMk id="3" creationId="{DFD95EAC-B1B1-8F05-83F1-0EE16A5776A9}"/>
          </ac:spMkLst>
        </pc:spChg>
        <pc:spChg chg="mod">
          <ac:chgData name="陈凌韬 陈凌韬" userId="81acf5ebae9f403a" providerId="LiveId" clId="{D9F12F90-5E30-4441-B053-A456B7B6408B}" dt="2026-06-09T11:48:55.750" v="12766" actId="20577"/>
          <ac:spMkLst>
            <pc:docMk/>
            <pc:sldMk cId="2012498907" sldId="16670046"/>
            <ac:spMk id="4" creationId="{392A3008-9E6D-F835-4A6A-123EFD452C73}"/>
          </ac:spMkLst>
        </pc:spChg>
      </pc:sldChg>
      <pc:sldChg chg="modSp add del mod">
        <pc:chgData name="陈凌韬 陈凌韬" userId="81acf5ebae9f403a" providerId="LiveId" clId="{D9F12F90-5E30-4441-B053-A456B7B6408B}" dt="2026-06-09T11:48:34.266" v="12745" actId="47"/>
        <pc:sldMkLst>
          <pc:docMk/>
          <pc:sldMk cId="1165182442" sldId="16670060"/>
        </pc:sldMkLst>
        <pc:spChg chg="mod">
          <ac:chgData name="陈凌韬 陈凌韬" userId="81acf5ebae9f403a" providerId="LiveId" clId="{D9F12F90-5E30-4441-B053-A456B7B6408B}" dt="2026-06-04T02:36:08.738" v="651" actId="207"/>
          <ac:spMkLst>
            <pc:docMk/>
            <pc:sldMk cId="1165182442" sldId="16670060"/>
            <ac:spMk id="2" creationId="{94C01946-A2F3-E1DD-72F3-8A7D50BA813B}"/>
          </ac:spMkLst>
        </pc:spChg>
        <pc:spChg chg="mod">
          <ac:chgData name="陈凌韬 陈凌韬" userId="81acf5ebae9f403a" providerId="LiveId" clId="{D9F12F90-5E30-4441-B053-A456B7B6408B}" dt="2026-06-04T02:34:41.656" v="640" actId="207"/>
          <ac:spMkLst>
            <pc:docMk/>
            <pc:sldMk cId="1165182442" sldId="16670060"/>
            <ac:spMk id="4" creationId="{52EA279A-A441-1943-3DEF-35862A0C248B}"/>
          </ac:spMkLst>
        </pc:spChg>
        <pc:spChg chg="mod">
          <ac:chgData name="陈凌韬 陈凌韬" userId="81acf5ebae9f403a" providerId="LiveId" clId="{D9F12F90-5E30-4441-B053-A456B7B6408B}" dt="2026-06-04T02:34:32.748" v="639" actId="207"/>
          <ac:spMkLst>
            <pc:docMk/>
            <pc:sldMk cId="1165182442" sldId="16670060"/>
            <ac:spMk id="9" creationId="{73752DEC-EEE4-2220-D23D-4C0422C96014}"/>
          </ac:spMkLst>
        </pc:spChg>
        <pc:spChg chg="mod">
          <ac:chgData name="陈凌韬 陈凌韬" userId="81acf5ebae9f403a" providerId="LiveId" clId="{D9F12F90-5E30-4441-B053-A456B7B6408B}" dt="2026-06-04T02:26:17.876" v="578" actId="207"/>
          <ac:spMkLst>
            <pc:docMk/>
            <pc:sldMk cId="1165182442" sldId="16670060"/>
            <ac:spMk id="33" creationId="{12C351D4-DEC6-C7DC-21B5-413C520CAB69}"/>
          </ac:spMkLst>
        </pc:spChg>
        <pc:spChg chg="mod">
          <ac:chgData name="陈凌韬 陈凌韬" userId="81acf5ebae9f403a" providerId="LiveId" clId="{D9F12F90-5E30-4441-B053-A456B7B6408B}" dt="2026-06-04T02:24:37.217" v="568" actId="207"/>
          <ac:spMkLst>
            <pc:docMk/>
            <pc:sldMk cId="1165182442" sldId="16670060"/>
            <ac:spMk id="34" creationId="{EC65B8D8-28BC-90A6-73FB-47D07533FBDF}"/>
          </ac:spMkLst>
        </pc:spChg>
        <pc:spChg chg="mod">
          <ac:chgData name="陈凌韬 陈凌韬" userId="81acf5ebae9f403a" providerId="LiveId" clId="{D9F12F90-5E30-4441-B053-A456B7B6408B}" dt="2026-06-04T02:36:11.562" v="652" actId="207"/>
          <ac:spMkLst>
            <pc:docMk/>
            <pc:sldMk cId="1165182442" sldId="16670060"/>
            <ac:spMk id="37" creationId="{30F0FF5F-6A5C-3A40-2F1D-D6FC746BB55A}"/>
          </ac:spMkLst>
        </pc:spChg>
        <pc:spChg chg="mod">
          <ac:chgData name="陈凌韬 陈凌韬" userId="81acf5ebae9f403a" providerId="LiveId" clId="{D9F12F90-5E30-4441-B053-A456B7B6408B}" dt="2026-06-04T02:25:56.995" v="576" actId="207"/>
          <ac:spMkLst>
            <pc:docMk/>
            <pc:sldMk cId="1165182442" sldId="16670060"/>
            <ac:spMk id="40" creationId="{7394990E-E1B4-B6D6-3F08-2C671BFFAD3F}"/>
          </ac:spMkLst>
        </pc:spChg>
        <pc:spChg chg="mod">
          <ac:chgData name="陈凌韬 陈凌韬" userId="81acf5ebae9f403a" providerId="LiveId" clId="{D9F12F90-5E30-4441-B053-A456B7B6408B}" dt="2026-06-04T02:24:34.825" v="567" actId="207"/>
          <ac:spMkLst>
            <pc:docMk/>
            <pc:sldMk cId="1165182442" sldId="16670060"/>
            <ac:spMk id="41" creationId="{D1418B31-1DF9-A56D-7AC9-577C50A9BF4D}"/>
          </ac:spMkLst>
        </pc:spChg>
        <pc:spChg chg="mod">
          <ac:chgData name="陈凌韬 陈凌韬" userId="81acf5ebae9f403a" providerId="LiveId" clId="{D9F12F90-5E30-4441-B053-A456B7B6408B}" dt="2026-06-04T02:26:01.725" v="577" actId="207"/>
          <ac:spMkLst>
            <pc:docMk/>
            <pc:sldMk cId="1165182442" sldId="16670060"/>
            <ac:spMk id="43" creationId="{DFDAE0C5-5876-D368-6EC2-B41B5A50E39C}"/>
          </ac:spMkLst>
        </pc:spChg>
        <pc:spChg chg="mod">
          <ac:chgData name="陈凌韬 陈凌韬" userId="81acf5ebae9f403a" providerId="LiveId" clId="{D9F12F90-5E30-4441-B053-A456B7B6408B}" dt="2026-06-04T02:24:24.121" v="566" actId="207"/>
          <ac:spMkLst>
            <pc:docMk/>
            <pc:sldMk cId="1165182442" sldId="16670060"/>
            <ac:spMk id="44" creationId="{F0057FF4-3234-CFDB-575D-6AA606238521}"/>
          </ac:spMkLst>
        </pc:spChg>
      </pc:sldChg>
      <pc:sldChg chg="addSp delSp modSp add mod ord modNotesTx">
        <pc:chgData name="陈凌韬 陈凌韬" userId="81acf5ebae9f403a" providerId="LiveId" clId="{D9F12F90-5E30-4441-B053-A456B7B6408B}" dt="2026-06-12T09:23:53.969" v="24030"/>
        <pc:sldMkLst>
          <pc:docMk/>
          <pc:sldMk cId="159309529" sldId="16670061"/>
        </pc:sldMkLst>
        <pc:spChg chg="add mod">
          <ac:chgData name="陈凌韬 陈凌韬" userId="81acf5ebae9f403a" providerId="LiveId" clId="{D9F12F90-5E30-4441-B053-A456B7B6408B}" dt="2026-06-10T13:29:28.031" v="17055" actId="1036"/>
          <ac:spMkLst>
            <pc:docMk/>
            <pc:sldMk cId="159309529" sldId="16670061"/>
            <ac:spMk id="2" creationId="{474E9CEF-1DF3-EFD7-4722-EA482055F08E}"/>
          </ac:spMkLst>
        </pc:spChg>
        <pc:spChg chg="add mod">
          <ac:chgData name="陈凌韬 陈凌韬" userId="81acf5ebae9f403a" providerId="LiveId" clId="{D9F12F90-5E30-4441-B053-A456B7B6408B}" dt="2026-06-10T13:27:26.385" v="17025" actId="404"/>
          <ac:spMkLst>
            <pc:docMk/>
            <pc:sldMk cId="159309529" sldId="16670061"/>
            <ac:spMk id="3" creationId="{ADA21B51-6F9C-26BD-0BAB-EEDA5DBEF344}"/>
          </ac:spMkLst>
        </pc:spChg>
        <pc:spChg chg="add mod">
          <ac:chgData name="陈凌韬 陈凌韬" userId="81acf5ebae9f403a" providerId="LiveId" clId="{D9F12F90-5E30-4441-B053-A456B7B6408B}" dt="2026-06-10T13:15:28.006" v="16925" actId="692"/>
          <ac:spMkLst>
            <pc:docMk/>
            <pc:sldMk cId="159309529" sldId="16670061"/>
            <ac:spMk id="4" creationId="{402A4182-4CE7-292D-FC75-E5B0317EC779}"/>
          </ac:spMkLst>
        </pc:spChg>
        <pc:spChg chg="add mod">
          <ac:chgData name="陈凌韬 陈凌韬" userId="81acf5ebae9f403a" providerId="LiveId" clId="{D9F12F90-5E30-4441-B053-A456B7B6408B}" dt="2026-06-10T13:29:28.031" v="17055" actId="1036"/>
          <ac:spMkLst>
            <pc:docMk/>
            <pc:sldMk cId="159309529" sldId="16670061"/>
            <ac:spMk id="5" creationId="{7EFE1E5B-F02A-6797-11A8-9834091C3DE8}"/>
          </ac:spMkLst>
        </pc:spChg>
        <pc:spChg chg="add mod">
          <ac:chgData name="陈凌韬 陈凌韬" userId="81acf5ebae9f403a" providerId="LiveId" clId="{D9F12F90-5E30-4441-B053-A456B7B6408B}" dt="2026-06-11T02:07:40.084" v="18114" actId="692"/>
          <ac:spMkLst>
            <pc:docMk/>
            <pc:sldMk cId="159309529" sldId="16670061"/>
            <ac:spMk id="6" creationId="{DFA70C13-5C18-063D-2D38-DA980F4AA6DF}"/>
          </ac:spMkLst>
        </pc:spChg>
        <pc:spChg chg="mod">
          <ac:chgData name="陈凌韬 陈凌韬" userId="81acf5ebae9f403a" providerId="LiveId" clId="{D9F12F90-5E30-4441-B053-A456B7B6408B}" dt="2026-06-04T02:30:19.043" v="627" actId="20577"/>
          <ac:spMkLst>
            <pc:docMk/>
            <pc:sldMk cId="159309529" sldId="16670061"/>
            <ac:spMk id="8" creationId="{F9D7F962-4DE1-4C71-8B05-0F9945C7E1D9}"/>
          </ac:spMkLst>
        </pc:spChg>
        <pc:spChg chg="add mod">
          <ac:chgData name="陈凌韬 陈凌韬" userId="81acf5ebae9f403a" providerId="LiveId" clId="{D9F12F90-5E30-4441-B053-A456B7B6408B}" dt="2026-06-11T02:07:40.084" v="18114" actId="692"/>
          <ac:spMkLst>
            <pc:docMk/>
            <pc:sldMk cId="159309529" sldId="16670061"/>
            <ac:spMk id="33" creationId="{47A0DB64-0A91-C626-2F8C-127FB132B136}"/>
          </ac:spMkLst>
        </pc:spChg>
        <pc:spChg chg="add mod">
          <ac:chgData name="陈凌韬 陈凌韬" userId="81acf5ebae9f403a" providerId="LiveId" clId="{D9F12F90-5E30-4441-B053-A456B7B6408B}" dt="2026-06-10T13:12:54.803" v="16906" actId="20577"/>
          <ac:spMkLst>
            <pc:docMk/>
            <pc:sldMk cId="159309529" sldId="16670061"/>
            <ac:spMk id="37" creationId="{846DAE91-24EA-3831-49B4-101F30826142}"/>
          </ac:spMkLst>
        </pc:spChg>
        <pc:spChg chg="add mod">
          <ac:chgData name="陈凌韬 陈凌韬" userId="81acf5ebae9f403a" providerId="LiveId" clId="{D9F12F90-5E30-4441-B053-A456B7B6408B}" dt="2026-06-11T02:07:40.084" v="18114" actId="692"/>
          <ac:spMkLst>
            <pc:docMk/>
            <pc:sldMk cId="159309529" sldId="16670061"/>
            <ac:spMk id="78" creationId="{8DB26CAD-A94A-B092-C8F1-F0FE5DC71314}"/>
          </ac:spMkLst>
        </pc:spChg>
        <pc:spChg chg="add mod">
          <ac:chgData name="陈凌韬 陈凌韬" userId="81acf5ebae9f403a" providerId="LiveId" clId="{D9F12F90-5E30-4441-B053-A456B7B6408B}" dt="2026-06-11T02:07:40.084" v="18114" actId="692"/>
          <ac:spMkLst>
            <pc:docMk/>
            <pc:sldMk cId="159309529" sldId="16670061"/>
            <ac:spMk id="83" creationId="{522AAF73-BF15-AC68-2825-45B66317CBF7}"/>
          </ac:spMkLst>
        </pc:spChg>
        <pc:spChg chg="add mod">
          <ac:chgData name="陈凌韬 陈凌韬" userId="81acf5ebae9f403a" providerId="LiveId" clId="{D9F12F90-5E30-4441-B053-A456B7B6408B}" dt="2026-06-10T13:15:54.136" v="16949" actId="692"/>
          <ac:spMkLst>
            <pc:docMk/>
            <pc:sldMk cId="159309529" sldId="16670061"/>
            <ac:spMk id="87" creationId="{464B51AB-8C17-5E8A-2346-71C4E5AA06F3}"/>
          </ac:spMkLst>
        </pc:spChg>
        <pc:spChg chg="add mod">
          <ac:chgData name="陈凌韬 陈凌韬" userId="81acf5ebae9f403a" providerId="LiveId" clId="{D9F12F90-5E30-4441-B053-A456B7B6408B}" dt="2026-06-10T16:23:30.734" v="17976" actId="14100"/>
          <ac:spMkLst>
            <pc:docMk/>
            <pc:sldMk cId="159309529" sldId="16670061"/>
            <ac:spMk id="89" creationId="{F5F88E63-4F25-878F-76D4-BAD10C48B05E}"/>
          </ac:spMkLst>
        </pc:spChg>
        <pc:spChg chg="add mod ord">
          <ac:chgData name="陈凌韬 陈凌韬" userId="81acf5ebae9f403a" providerId="LiveId" clId="{D9F12F90-5E30-4441-B053-A456B7B6408B}" dt="2026-06-10T15:14:05.397" v="17087" actId="207"/>
          <ac:spMkLst>
            <pc:docMk/>
            <pc:sldMk cId="159309529" sldId="16670061"/>
            <ac:spMk id="92" creationId="{AC8C0933-BBCB-319B-8257-AD2BB91164B3}"/>
          </ac:spMkLst>
        </pc:spChg>
        <pc:spChg chg="add mod ord">
          <ac:chgData name="陈凌韬 陈凌韬" userId="81acf5ebae9f403a" providerId="LiveId" clId="{D9F12F90-5E30-4441-B053-A456B7B6408B}" dt="2026-06-10T13:29:28.031" v="17055" actId="1036"/>
          <ac:spMkLst>
            <pc:docMk/>
            <pc:sldMk cId="159309529" sldId="16670061"/>
            <ac:spMk id="93" creationId="{BBC47679-9071-4F88-19A5-A4C2A2A81412}"/>
          </ac:spMkLst>
        </pc:spChg>
        <pc:spChg chg="add mod">
          <ac:chgData name="陈凌韬 陈凌韬" userId="81acf5ebae9f403a" providerId="LiveId" clId="{D9F12F90-5E30-4441-B053-A456B7B6408B}" dt="2026-06-10T13:43:58.939" v="17058" actId="207"/>
          <ac:spMkLst>
            <pc:docMk/>
            <pc:sldMk cId="159309529" sldId="16670061"/>
            <ac:spMk id="94" creationId="{0356463C-F7F4-D3E3-BD70-103E8DA0F79E}"/>
          </ac:spMkLst>
        </pc:spChg>
        <pc:spChg chg="add mod">
          <ac:chgData name="陈凌韬 陈凌韬" userId="81acf5ebae9f403a" providerId="LiveId" clId="{D9F12F90-5E30-4441-B053-A456B7B6408B}" dt="2026-06-10T13:29:28.031" v="17055" actId="1036"/>
          <ac:spMkLst>
            <pc:docMk/>
            <pc:sldMk cId="159309529" sldId="16670061"/>
            <ac:spMk id="95" creationId="{4546211E-D759-839F-EC5F-04306960DEB0}"/>
          </ac:spMkLst>
        </pc:spChg>
        <pc:spChg chg="add mod">
          <ac:chgData name="陈凌韬 陈凌韬" userId="81acf5ebae9f403a" providerId="LiveId" clId="{D9F12F90-5E30-4441-B053-A456B7B6408B}" dt="2026-06-11T02:04:32.690" v="18110" actId="1035"/>
          <ac:spMkLst>
            <pc:docMk/>
            <pc:sldMk cId="159309529" sldId="16670061"/>
            <ac:spMk id="134" creationId="{128BD06F-462B-0665-B7AD-7841B2ADDAE9}"/>
          </ac:spMkLst>
        </pc:spChg>
        <pc:spChg chg="add mod">
          <ac:chgData name="陈凌韬 陈凌韬" userId="81acf5ebae9f403a" providerId="LiveId" clId="{D9F12F90-5E30-4441-B053-A456B7B6408B}" dt="2026-06-11T02:04:32.690" v="18110" actId="1035"/>
          <ac:spMkLst>
            <pc:docMk/>
            <pc:sldMk cId="159309529" sldId="16670061"/>
            <ac:spMk id="135" creationId="{00F037AF-8671-D928-B9CB-287D36445FD8}"/>
          </ac:spMkLst>
        </pc:spChg>
        <pc:spChg chg="add mod">
          <ac:chgData name="陈凌韬 陈凌韬" userId="81acf5ebae9f403a" providerId="LiveId" clId="{D9F12F90-5E30-4441-B053-A456B7B6408B}" dt="2026-06-10T15:19:45.652" v="17144" actId="20577"/>
          <ac:spMkLst>
            <pc:docMk/>
            <pc:sldMk cId="159309529" sldId="16670061"/>
            <ac:spMk id="136" creationId="{0FBC5E0A-1389-1191-839C-BFC0CA4C4BF1}"/>
          </ac:spMkLst>
        </pc:spChg>
        <pc:picChg chg="add mod">
          <ac:chgData name="陈凌韬 陈凌韬" userId="81acf5ebae9f403a" providerId="LiveId" clId="{D9F12F90-5E30-4441-B053-A456B7B6408B}" dt="2026-06-10T13:29:05.012" v="17043" actId="1036"/>
          <ac:picMkLst>
            <pc:docMk/>
            <pc:sldMk cId="159309529" sldId="16670061"/>
            <ac:picMk id="121" creationId="{175C9B39-6045-BCDA-0FDB-757CB6010CBB}"/>
          </ac:picMkLst>
        </pc:picChg>
        <pc:picChg chg="add mod">
          <ac:chgData name="陈凌韬 陈凌韬" userId="81acf5ebae9f403a" providerId="LiveId" clId="{D9F12F90-5E30-4441-B053-A456B7B6408B}" dt="2026-06-10T13:29:05.012" v="17043" actId="1036"/>
          <ac:picMkLst>
            <pc:docMk/>
            <pc:sldMk cId="159309529" sldId="16670061"/>
            <ac:picMk id="123" creationId="{C00E361B-6CEC-1CF8-938E-6DD62457A222}"/>
          </ac:picMkLst>
        </pc:picChg>
        <pc:cxnChg chg="add mod">
          <ac:chgData name="陈凌韬 陈凌韬" userId="81acf5ebae9f403a" providerId="LiveId" clId="{D9F12F90-5E30-4441-B053-A456B7B6408B}" dt="2026-06-11T02:07:40.084" v="18114" actId="692"/>
          <ac:cxnSpMkLst>
            <pc:docMk/>
            <pc:sldMk cId="159309529" sldId="16670061"/>
            <ac:cxnSpMk id="13" creationId="{E78BEEB1-5E32-896C-348E-3AFCF476B355}"/>
          </ac:cxnSpMkLst>
        </pc:cxnChg>
        <pc:cxnChg chg="add mod">
          <ac:chgData name="陈凌韬 陈凌韬" userId="81acf5ebae9f403a" providerId="LiveId" clId="{D9F12F90-5E30-4441-B053-A456B7B6408B}" dt="2026-06-10T13:14:58.160" v="16917" actId="692"/>
          <ac:cxnSpMkLst>
            <pc:docMk/>
            <pc:sldMk cId="159309529" sldId="16670061"/>
            <ac:cxnSpMk id="15" creationId="{43ABEFD5-F51F-E503-3441-BDB203411E6C}"/>
          </ac:cxnSpMkLst>
        </pc:cxnChg>
        <pc:cxnChg chg="add mod">
          <ac:chgData name="陈凌韬 陈凌韬" userId="81acf5ebae9f403a" providerId="LiveId" clId="{D9F12F90-5E30-4441-B053-A456B7B6408B}" dt="2026-06-10T13:14:58.160" v="16917" actId="692"/>
          <ac:cxnSpMkLst>
            <pc:docMk/>
            <pc:sldMk cId="159309529" sldId="16670061"/>
            <ac:cxnSpMk id="20" creationId="{B8F48E88-5AFA-E91C-E362-6FD995EF600A}"/>
          </ac:cxnSpMkLst>
        </pc:cxnChg>
        <pc:cxnChg chg="add mod">
          <ac:chgData name="陈凌韬 陈凌韬" userId="81acf5ebae9f403a" providerId="LiveId" clId="{D9F12F90-5E30-4441-B053-A456B7B6408B}" dt="2026-06-10T13:14:58.160" v="16917" actId="692"/>
          <ac:cxnSpMkLst>
            <pc:docMk/>
            <pc:sldMk cId="159309529" sldId="16670061"/>
            <ac:cxnSpMk id="29" creationId="{F5608FA3-2A62-F101-56B5-757101E352C1}"/>
          </ac:cxnSpMkLst>
        </pc:cxnChg>
        <pc:cxnChg chg="add mod">
          <ac:chgData name="陈凌韬 陈凌韬" userId="81acf5ebae9f403a" providerId="LiveId" clId="{D9F12F90-5E30-4441-B053-A456B7B6408B}" dt="2026-06-11T02:07:40.084" v="18114" actId="692"/>
          <ac:cxnSpMkLst>
            <pc:docMk/>
            <pc:sldMk cId="159309529" sldId="16670061"/>
            <ac:cxnSpMk id="39" creationId="{23315871-4B91-B471-CA6A-0F8C183D2BF3}"/>
          </ac:cxnSpMkLst>
        </pc:cxnChg>
        <pc:cxnChg chg="add mod">
          <ac:chgData name="陈凌韬 陈凌韬" userId="81acf5ebae9f403a" providerId="LiveId" clId="{D9F12F90-5E30-4441-B053-A456B7B6408B}" dt="2026-06-11T02:07:40.084" v="18114" actId="692"/>
          <ac:cxnSpMkLst>
            <pc:docMk/>
            <pc:sldMk cId="159309529" sldId="16670061"/>
            <ac:cxnSpMk id="77" creationId="{24263B13-45A4-EA31-A2C6-B1B9B22C8510}"/>
          </ac:cxnSpMkLst>
        </pc:cxnChg>
        <pc:cxnChg chg="add mod">
          <ac:chgData name="陈凌韬 陈凌韬" userId="81acf5ebae9f403a" providerId="LiveId" clId="{D9F12F90-5E30-4441-B053-A456B7B6408B}" dt="2026-06-11T02:07:57.892" v="18116" actId="692"/>
          <ac:cxnSpMkLst>
            <pc:docMk/>
            <pc:sldMk cId="159309529" sldId="16670061"/>
            <ac:cxnSpMk id="86" creationId="{3EAE7E28-2B9C-A29D-6C89-BB09257034C5}"/>
          </ac:cxnSpMkLst>
        </pc:cxnChg>
        <pc:cxnChg chg="add mod">
          <ac:chgData name="陈凌韬 陈凌韬" userId="81acf5ebae9f403a" providerId="LiveId" clId="{D9F12F90-5E30-4441-B053-A456B7B6408B}" dt="2026-06-11T02:07:40.084" v="18114" actId="692"/>
          <ac:cxnSpMkLst>
            <pc:docMk/>
            <pc:sldMk cId="159309529" sldId="16670061"/>
            <ac:cxnSpMk id="98" creationId="{9451FD42-D97F-03EA-2227-14C8A18D1F61}"/>
          </ac:cxnSpMkLst>
        </pc:cxnChg>
      </pc:sldChg>
      <pc:sldChg chg="modSp add del mod">
        <pc:chgData name="陈凌韬 陈凌韬" userId="81acf5ebae9f403a" providerId="LiveId" clId="{D9F12F90-5E30-4441-B053-A456B7B6408B}" dt="2026-06-09T11:48:35.414" v="12749" actId="47"/>
        <pc:sldMkLst>
          <pc:docMk/>
          <pc:sldMk cId="2884327728" sldId="16670062"/>
        </pc:sldMkLst>
      </pc:sldChg>
      <pc:sldChg chg="modSp add del mod">
        <pc:chgData name="陈凌韬 陈凌韬" userId="81acf5ebae9f403a" providerId="LiveId" clId="{D9F12F90-5E30-4441-B053-A456B7B6408B}" dt="2026-06-09T11:48:38.623" v="12754" actId="47"/>
        <pc:sldMkLst>
          <pc:docMk/>
          <pc:sldMk cId="1410414963" sldId="16670063"/>
        </pc:sldMkLst>
      </pc:sldChg>
      <pc:sldChg chg="add ord">
        <pc:chgData name="陈凌韬 陈凌韬" userId="81acf5ebae9f403a" providerId="LiveId" clId="{D9F12F90-5E30-4441-B053-A456B7B6408B}" dt="2026-06-04T02:35:13.095" v="644"/>
        <pc:sldMkLst>
          <pc:docMk/>
          <pc:sldMk cId="3365711115" sldId="16670064"/>
        </pc:sldMkLst>
      </pc:sldChg>
      <pc:sldChg chg="modSp add del mod">
        <pc:chgData name="陈凌韬 陈凌韬" userId="81acf5ebae9f403a" providerId="LiveId" clId="{D9F12F90-5E30-4441-B053-A456B7B6408B}" dt="2026-06-09T11:48:39.938" v="12756" actId="47"/>
        <pc:sldMkLst>
          <pc:docMk/>
          <pc:sldMk cId="1366785611" sldId="16670065"/>
        </pc:sldMkLst>
      </pc:sldChg>
      <pc:sldChg chg="addSp delSp modSp add del mod ord">
        <pc:chgData name="陈凌韬 陈凌韬" userId="81acf5ebae9f403a" providerId="LiveId" clId="{D9F12F90-5E30-4441-B053-A456B7B6408B}" dt="2026-06-11T05:19:49.022" v="18841" actId="20577"/>
        <pc:sldMkLst>
          <pc:docMk/>
          <pc:sldMk cId="2260989921" sldId="16670066"/>
        </pc:sldMkLst>
        <pc:spChg chg="add mod">
          <ac:chgData name="陈凌韬 陈凌韬" userId="81acf5ebae9f403a" providerId="LiveId" clId="{D9F12F90-5E30-4441-B053-A456B7B6408B}" dt="2026-06-11T05:19:49.022" v="18841" actId="20577"/>
          <ac:spMkLst>
            <pc:docMk/>
            <pc:sldMk cId="2260989921" sldId="16670066"/>
            <ac:spMk id="2" creationId="{A96BDE1F-354E-28A8-11D5-4DC736BBB573}"/>
          </ac:spMkLst>
        </pc:spChg>
        <pc:spChg chg="add mod">
          <ac:chgData name="陈凌韬 陈凌韬" userId="81acf5ebae9f403a" providerId="LiveId" clId="{D9F12F90-5E30-4441-B053-A456B7B6408B}" dt="2026-06-09T00:51:46.046" v="12208" actId="692"/>
          <ac:spMkLst>
            <pc:docMk/>
            <pc:sldMk cId="2260989921" sldId="16670066"/>
            <ac:spMk id="3" creationId="{6CFE6F7B-09DD-5F6E-3A81-EAB7D322D5D0}"/>
          </ac:spMkLst>
        </pc:spChg>
        <pc:spChg chg="add mod">
          <ac:chgData name="陈凌韬 陈凌韬" userId="81acf5ebae9f403a" providerId="LiveId" clId="{D9F12F90-5E30-4441-B053-A456B7B6408B}" dt="2026-06-09T00:53:04.540" v="12222" actId="692"/>
          <ac:spMkLst>
            <pc:docMk/>
            <pc:sldMk cId="2260989921" sldId="16670066"/>
            <ac:spMk id="4" creationId="{61DC2395-42B3-81B4-77A7-0A3CE5C30BDF}"/>
          </ac:spMkLst>
        </pc:spChg>
        <pc:spChg chg="add mod">
          <ac:chgData name="陈凌韬 陈凌韬" userId="81acf5ebae9f403a" providerId="LiveId" clId="{D9F12F90-5E30-4441-B053-A456B7B6408B}" dt="2026-06-09T00:53:21.711" v="12225" actId="692"/>
          <ac:spMkLst>
            <pc:docMk/>
            <pc:sldMk cId="2260989921" sldId="16670066"/>
            <ac:spMk id="5" creationId="{3D80D874-237D-40B6-9D78-BB57176E6F50}"/>
          </ac:spMkLst>
        </pc:spChg>
        <pc:spChg chg="mod">
          <ac:chgData name="陈凌韬 陈凌韬" userId="81acf5ebae9f403a" providerId="LiveId" clId="{D9F12F90-5E30-4441-B053-A456B7B6408B}" dt="2026-06-04T02:37:11.454" v="680" actId="20577"/>
          <ac:spMkLst>
            <pc:docMk/>
            <pc:sldMk cId="2260989921" sldId="16670066"/>
            <ac:spMk id="8" creationId="{DD184077-DB38-3D99-9C96-24B6D27B698D}"/>
          </ac:spMkLst>
        </pc:spChg>
        <pc:spChg chg="add mod">
          <ac:chgData name="陈凌韬 陈凌韬" userId="81acf5ebae9f403a" providerId="LiveId" clId="{D9F12F90-5E30-4441-B053-A456B7B6408B}" dt="2026-06-08T12:39:27.582" v="10475" actId="20577"/>
          <ac:spMkLst>
            <pc:docMk/>
            <pc:sldMk cId="2260989921" sldId="16670066"/>
            <ac:spMk id="15" creationId="{53F36F3E-416F-BC4B-5304-F80E43BCE7AA}"/>
          </ac:spMkLst>
        </pc:spChg>
        <pc:spChg chg="add mod">
          <ac:chgData name="陈凌韬 陈凌韬" userId="81acf5ebae9f403a" providerId="LiveId" clId="{D9F12F90-5E30-4441-B053-A456B7B6408B}" dt="2026-06-09T00:52:57.513" v="12220" actId="692"/>
          <ac:spMkLst>
            <pc:docMk/>
            <pc:sldMk cId="2260989921" sldId="16670066"/>
            <ac:spMk id="19" creationId="{1AC4724D-F313-4AA3-5DC6-99989A5B4C5E}"/>
          </ac:spMkLst>
        </pc:spChg>
        <pc:spChg chg="add mod">
          <ac:chgData name="陈凌韬 陈凌韬" userId="81acf5ebae9f403a" providerId="LiveId" clId="{D9F12F90-5E30-4441-B053-A456B7B6408B}" dt="2026-06-09T00:52:54.245" v="12219" actId="692"/>
          <ac:spMkLst>
            <pc:docMk/>
            <pc:sldMk cId="2260989921" sldId="16670066"/>
            <ac:spMk id="20" creationId="{829A9151-6068-25FF-668D-E35527C9B7A5}"/>
          </ac:spMkLst>
        </pc:spChg>
        <pc:spChg chg="add mod">
          <ac:chgData name="陈凌韬 陈凌韬" userId="81acf5ebae9f403a" providerId="LiveId" clId="{D9F12F90-5E30-4441-B053-A456B7B6408B}" dt="2026-06-09T00:52:50.881" v="12218" actId="692"/>
          <ac:spMkLst>
            <pc:docMk/>
            <pc:sldMk cId="2260989921" sldId="16670066"/>
            <ac:spMk id="21" creationId="{E028007D-8AA0-A858-371C-64B839546543}"/>
          </ac:spMkLst>
        </pc:spChg>
        <pc:spChg chg="add mod">
          <ac:chgData name="陈凌韬 陈凌韬" userId="81acf5ebae9f403a" providerId="LiveId" clId="{D9F12F90-5E30-4441-B053-A456B7B6408B}" dt="2026-06-09T00:52:45.974" v="12217" actId="692"/>
          <ac:spMkLst>
            <pc:docMk/>
            <pc:sldMk cId="2260989921" sldId="16670066"/>
            <ac:spMk id="22" creationId="{9E465099-A032-E149-E25F-8D68BB4DE484}"/>
          </ac:spMkLst>
        </pc:spChg>
        <pc:spChg chg="add mod">
          <ac:chgData name="陈凌韬 陈凌韬" userId="81acf5ebae9f403a" providerId="LiveId" clId="{D9F12F90-5E30-4441-B053-A456B7B6408B}" dt="2026-06-09T00:52:38.867" v="12215" actId="692"/>
          <ac:spMkLst>
            <pc:docMk/>
            <pc:sldMk cId="2260989921" sldId="16670066"/>
            <ac:spMk id="23" creationId="{0E8AA53E-DC31-1302-7BEA-5FD879D40380}"/>
          </ac:spMkLst>
        </pc:spChg>
        <pc:spChg chg="add mod">
          <ac:chgData name="陈凌韬 陈凌韬" userId="81acf5ebae9f403a" providerId="LiveId" clId="{D9F12F90-5E30-4441-B053-A456B7B6408B}" dt="2026-06-09T00:52:42.638" v="12216" actId="692"/>
          <ac:spMkLst>
            <pc:docMk/>
            <pc:sldMk cId="2260989921" sldId="16670066"/>
            <ac:spMk id="24" creationId="{46523C6A-8ABE-77F1-611B-C55763687958}"/>
          </ac:spMkLst>
        </pc:spChg>
        <pc:spChg chg="add mod">
          <ac:chgData name="陈凌韬 陈凌韬" userId="81acf5ebae9f403a" providerId="LiveId" clId="{D9F12F90-5E30-4441-B053-A456B7B6408B}" dt="2026-06-09T00:51:25.155" v="12207" actId="207"/>
          <ac:spMkLst>
            <pc:docMk/>
            <pc:sldMk cId="2260989921" sldId="16670066"/>
            <ac:spMk id="25" creationId="{17707411-B5E6-3776-2AED-673A5A1E6CAC}"/>
          </ac:spMkLst>
        </pc:spChg>
        <pc:spChg chg="add mod">
          <ac:chgData name="陈凌韬 陈凌韬" userId="81acf5ebae9f403a" providerId="LiveId" clId="{D9F12F90-5E30-4441-B053-A456B7B6408B}" dt="2026-06-09T00:53:00.568" v="12221" actId="207"/>
          <ac:spMkLst>
            <pc:docMk/>
            <pc:sldMk cId="2260989921" sldId="16670066"/>
            <ac:spMk id="26" creationId="{D0C9F386-2EE1-2C76-E09D-59CF2B119EAE}"/>
          </ac:spMkLst>
        </pc:spChg>
        <pc:spChg chg="add mod">
          <ac:chgData name="陈凌韬 陈凌韬" userId="81acf5ebae9f403a" providerId="LiveId" clId="{D9F12F90-5E30-4441-B053-A456B7B6408B}" dt="2026-06-09T00:53:15.239" v="12224" actId="207"/>
          <ac:spMkLst>
            <pc:docMk/>
            <pc:sldMk cId="2260989921" sldId="16670066"/>
            <ac:spMk id="27" creationId="{F19DA2AF-4433-0C71-A341-D45DEF93A441}"/>
          </ac:spMkLst>
        </pc:spChg>
        <pc:spChg chg="add mod">
          <ac:chgData name="陈凌韬 陈凌韬" userId="81acf5ebae9f403a" providerId="LiveId" clId="{D9F12F90-5E30-4441-B053-A456B7B6408B}" dt="2026-06-09T00:53:26.089" v="12226" actId="692"/>
          <ac:spMkLst>
            <pc:docMk/>
            <pc:sldMk cId="2260989921" sldId="16670066"/>
            <ac:spMk id="51" creationId="{5BA6FD90-F542-6C6C-22FF-A844340FB312}"/>
          </ac:spMkLst>
        </pc:spChg>
        <pc:spChg chg="add mod">
          <ac:chgData name="陈凌韬 陈凌韬" userId="81acf5ebae9f403a" providerId="LiveId" clId="{D9F12F90-5E30-4441-B053-A456B7B6408B}" dt="2026-06-09T00:53:28.816" v="12227" actId="692"/>
          <ac:spMkLst>
            <pc:docMk/>
            <pc:sldMk cId="2260989921" sldId="16670066"/>
            <ac:spMk id="52" creationId="{608F90CC-D7DE-6000-087A-181D137D81C6}"/>
          </ac:spMkLst>
        </pc:spChg>
        <pc:spChg chg="add mod">
          <ac:chgData name="陈凌韬 陈凌韬" userId="81acf5ebae9f403a" providerId="LiveId" clId="{D9F12F90-5E30-4441-B053-A456B7B6408B}" dt="2026-06-09T00:53:31.205" v="12228" actId="692"/>
          <ac:spMkLst>
            <pc:docMk/>
            <pc:sldMk cId="2260989921" sldId="16670066"/>
            <ac:spMk id="53" creationId="{B0A7204F-E511-44A0-5E22-3EDA0EDF1FF1}"/>
          </ac:spMkLst>
        </pc:spChg>
        <pc:spChg chg="add mod">
          <ac:chgData name="陈凌韬 陈凌韬" userId="81acf5ebae9f403a" providerId="LiveId" clId="{D9F12F90-5E30-4441-B053-A456B7B6408B}" dt="2026-06-09T00:53:33.715" v="12229" actId="692"/>
          <ac:spMkLst>
            <pc:docMk/>
            <pc:sldMk cId="2260989921" sldId="16670066"/>
            <ac:spMk id="54" creationId="{4EC18EE4-73CF-8A3E-895C-A20482BC3EDF}"/>
          </ac:spMkLst>
        </pc:spChg>
        <pc:spChg chg="add mod">
          <ac:chgData name="陈凌韬 陈凌韬" userId="81acf5ebae9f403a" providerId="LiveId" clId="{D9F12F90-5E30-4441-B053-A456B7B6408B}" dt="2026-06-09T00:54:12.286" v="12234" actId="692"/>
          <ac:spMkLst>
            <pc:docMk/>
            <pc:sldMk cId="2260989921" sldId="16670066"/>
            <ac:spMk id="55" creationId="{B7F20C6B-3A67-E066-3957-E4FEE3AD168D}"/>
          </ac:spMkLst>
        </pc:spChg>
        <pc:spChg chg="add mod">
          <ac:chgData name="陈凌韬 陈凌韬" userId="81acf5ebae9f403a" providerId="LiveId" clId="{D9F12F90-5E30-4441-B053-A456B7B6408B}" dt="2026-06-09T00:52:03.229" v="12210" actId="692"/>
          <ac:spMkLst>
            <pc:docMk/>
            <pc:sldMk cId="2260989921" sldId="16670066"/>
            <ac:spMk id="64" creationId="{A9CC8F8D-232A-933B-B493-FA267241361C}"/>
          </ac:spMkLst>
        </pc:spChg>
        <pc:spChg chg="add mod">
          <ac:chgData name="陈凌韬 陈凌韬" userId="81acf5ebae9f403a" providerId="LiveId" clId="{D9F12F90-5E30-4441-B053-A456B7B6408B}" dt="2026-06-09T00:52:07.087" v="12211" actId="692"/>
          <ac:spMkLst>
            <pc:docMk/>
            <pc:sldMk cId="2260989921" sldId="16670066"/>
            <ac:spMk id="65" creationId="{66A61A70-E13C-C5D4-9D1B-1BE5315531F4}"/>
          </ac:spMkLst>
        </pc:spChg>
        <pc:spChg chg="add mod">
          <ac:chgData name="陈凌韬 陈凌韬" userId="81acf5ebae9f403a" providerId="LiveId" clId="{D9F12F90-5E30-4441-B053-A456B7B6408B}" dt="2026-06-09T00:52:10.985" v="12212" actId="692"/>
          <ac:spMkLst>
            <pc:docMk/>
            <pc:sldMk cId="2260989921" sldId="16670066"/>
            <ac:spMk id="66" creationId="{C2D1E1AD-CCED-01A3-8605-60135931E034}"/>
          </ac:spMkLst>
        </pc:spChg>
        <pc:spChg chg="add mod">
          <ac:chgData name="陈凌韬 陈凌韬" userId="81acf5ebae9f403a" providerId="LiveId" clId="{D9F12F90-5E30-4441-B053-A456B7B6408B}" dt="2026-06-09T00:52:14.195" v="12213" actId="692"/>
          <ac:spMkLst>
            <pc:docMk/>
            <pc:sldMk cId="2260989921" sldId="16670066"/>
            <ac:spMk id="67" creationId="{DDE14EEA-0B89-82F5-3830-C021FED80F6B}"/>
          </ac:spMkLst>
        </pc:spChg>
        <pc:spChg chg="add mod">
          <ac:chgData name="陈凌韬 陈凌韬" userId="81acf5ebae9f403a" providerId="LiveId" clId="{D9F12F90-5E30-4441-B053-A456B7B6408B}" dt="2026-06-08T08:42:12.463" v="8573" actId="207"/>
          <ac:spMkLst>
            <pc:docMk/>
            <pc:sldMk cId="2260989921" sldId="16670066"/>
            <ac:spMk id="80" creationId="{9BA1DDA0-4F59-8EA6-3A10-989800F85D17}"/>
          </ac:spMkLst>
        </pc:spChg>
        <pc:spChg chg="add mod">
          <ac:chgData name="陈凌韬 陈凌韬" userId="81acf5ebae9f403a" providerId="LiveId" clId="{D9F12F90-5E30-4441-B053-A456B7B6408B}" dt="2026-06-08T07:25:02.848" v="8380" actId="2085"/>
          <ac:spMkLst>
            <pc:docMk/>
            <pc:sldMk cId="2260989921" sldId="16670066"/>
            <ac:spMk id="81" creationId="{DCFFCCFB-8857-5CD9-A645-1D58118C6301}"/>
          </ac:spMkLst>
        </pc:spChg>
        <pc:spChg chg="add mod">
          <ac:chgData name="陈凌韬 陈凌韬" userId="81acf5ebae9f403a" providerId="LiveId" clId="{D9F12F90-5E30-4441-B053-A456B7B6408B}" dt="2026-06-08T08:42:20.659" v="8577" actId="207"/>
          <ac:spMkLst>
            <pc:docMk/>
            <pc:sldMk cId="2260989921" sldId="16670066"/>
            <ac:spMk id="82" creationId="{173F6DC7-115E-5B6F-7C2A-6CD5D55AAB59}"/>
          </ac:spMkLst>
        </pc:spChg>
        <pc:spChg chg="add mod">
          <ac:chgData name="陈凌韬 陈凌韬" userId="81acf5ebae9f403a" providerId="LiveId" clId="{D9F12F90-5E30-4441-B053-A456B7B6408B}" dt="2026-06-08T07:25:27.823" v="8387" actId="207"/>
          <ac:spMkLst>
            <pc:docMk/>
            <pc:sldMk cId="2260989921" sldId="16670066"/>
            <ac:spMk id="83" creationId="{694A5D5D-BC59-FB13-5DD4-F9C885EC4B8D}"/>
          </ac:spMkLst>
        </pc:spChg>
        <pc:spChg chg="add mod">
          <ac:chgData name="陈凌韬 陈凌韬" userId="81acf5ebae9f403a" providerId="LiveId" clId="{D9F12F90-5E30-4441-B053-A456B7B6408B}" dt="2026-06-08T08:42:30.463" v="8581" actId="207"/>
          <ac:spMkLst>
            <pc:docMk/>
            <pc:sldMk cId="2260989921" sldId="16670066"/>
            <ac:spMk id="84" creationId="{79BEB3C9-C054-EFC6-E4A5-4D2690EFF5DE}"/>
          </ac:spMkLst>
        </pc:spChg>
        <pc:spChg chg="add mod">
          <ac:chgData name="陈凌韬 陈凌韬" userId="81acf5ebae9f403a" providerId="LiveId" clId="{D9F12F90-5E30-4441-B053-A456B7B6408B}" dt="2026-06-08T07:25:57.302" v="8394" actId="2085"/>
          <ac:spMkLst>
            <pc:docMk/>
            <pc:sldMk cId="2260989921" sldId="16670066"/>
            <ac:spMk id="85" creationId="{5716BDD2-2049-398C-D08E-FB9259BE98AC}"/>
          </ac:spMkLst>
        </pc:spChg>
        <pc:spChg chg="add mod">
          <ac:chgData name="陈凌韬 陈凌韬" userId="81acf5ebae9f403a" providerId="LiveId" clId="{D9F12F90-5E30-4441-B053-A456B7B6408B}" dt="2026-06-08T06:58:53.055" v="6526" actId="1076"/>
          <ac:spMkLst>
            <pc:docMk/>
            <pc:sldMk cId="2260989921" sldId="16670066"/>
            <ac:spMk id="86" creationId="{92012FA3-58F9-E286-B3D4-BE3DC915D903}"/>
          </ac:spMkLst>
        </pc:spChg>
        <pc:spChg chg="add mod">
          <ac:chgData name="陈凌韬 陈凌韬" userId="81acf5ebae9f403a" providerId="LiveId" clId="{D9F12F90-5E30-4441-B053-A456B7B6408B}" dt="2026-06-08T06:59:28.780" v="6564" actId="122"/>
          <ac:spMkLst>
            <pc:docMk/>
            <pc:sldMk cId="2260989921" sldId="16670066"/>
            <ac:spMk id="87" creationId="{9F312888-4CD0-EC1C-010A-9A044D2EE0EF}"/>
          </ac:spMkLst>
        </pc:spChg>
        <pc:spChg chg="add mod">
          <ac:chgData name="陈凌韬 陈凌韬" userId="81acf5ebae9f403a" providerId="LiveId" clId="{D9F12F90-5E30-4441-B053-A456B7B6408B}" dt="2026-06-08T12:33:02.321" v="10402" actId="20577"/>
          <ac:spMkLst>
            <pc:docMk/>
            <pc:sldMk cId="2260989921" sldId="16670066"/>
            <ac:spMk id="88" creationId="{5CB05420-175B-08C1-863A-32F55826EFFF}"/>
          </ac:spMkLst>
        </pc:spChg>
        <pc:spChg chg="add mod">
          <ac:chgData name="陈凌韬 陈凌韬" userId="81acf5ebae9f403a" providerId="LiveId" clId="{D9F12F90-5E30-4441-B053-A456B7B6408B}" dt="2026-06-08T07:00:41.896" v="6721" actId="20577"/>
          <ac:spMkLst>
            <pc:docMk/>
            <pc:sldMk cId="2260989921" sldId="16670066"/>
            <ac:spMk id="89" creationId="{95BD90D3-7668-F03F-6EE1-BA1CF0BC38CF}"/>
          </ac:spMkLst>
        </pc:spChg>
        <pc:spChg chg="add mod">
          <ac:chgData name="陈凌韬 陈凌韬" userId="81acf5ebae9f403a" providerId="LiveId" clId="{D9F12F90-5E30-4441-B053-A456B7B6408B}" dt="2026-06-08T12:33:09.110" v="10408" actId="20577"/>
          <ac:spMkLst>
            <pc:docMk/>
            <pc:sldMk cId="2260989921" sldId="16670066"/>
            <ac:spMk id="90" creationId="{DA3F6A74-1F74-E5F0-029A-7973E122159E}"/>
          </ac:spMkLst>
        </pc:spChg>
        <pc:spChg chg="add mod">
          <ac:chgData name="陈凌韬 陈凌韬" userId="81acf5ebae9f403a" providerId="LiveId" clId="{D9F12F90-5E30-4441-B053-A456B7B6408B}" dt="2026-06-08T12:33:13.691" v="10414" actId="20577"/>
          <ac:spMkLst>
            <pc:docMk/>
            <pc:sldMk cId="2260989921" sldId="16670066"/>
            <ac:spMk id="91" creationId="{4CC3AAD3-6C19-43FB-0114-D4E7A9A37C73}"/>
          </ac:spMkLst>
        </pc:spChg>
        <pc:spChg chg="add mod">
          <ac:chgData name="陈凌韬 陈凌韬" userId="81acf5ebae9f403a" providerId="LiveId" clId="{D9F12F90-5E30-4441-B053-A456B7B6408B}" dt="2026-06-08T12:34:43.255" v="10441" actId="20577"/>
          <ac:spMkLst>
            <pc:docMk/>
            <pc:sldMk cId="2260989921" sldId="16670066"/>
            <ac:spMk id="92" creationId="{4B71280D-F9C8-093E-F618-5B4E8EFEFC70}"/>
          </ac:spMkLst>
        </pc:spChg>
        <pc:spChg chg="add mod">
          <ac:chgData name="陈凌韬 陈凌韬" userId="81acf5ebae9f403a" providerId="LiveId" clId="{D9F12F90-5E30-4441-B053-A456B7B6408B}" dt="2026-06-08T07:02:47.479" v="6941" actId="20577"/>
          <ac:spMkLst>
            <pc:docMk/>
            <pc:sldMk cId="2260989921" sldId="16670066"/>
            <ac:spMk id="93" creationId="{5BC78422-75AB-2129-8782-3625A82A7991}"/>
          </ac:spMkLst>
        </pc:spChg>
        <pc:spChg chg="add mod">
          <ac:chgData name="陈凌韬 陈凌韬" userId="81acf5ebae9f403a" providerId="LiveId" clId="{D9F12F90-5E30-4441-B053-A456B7B6408B}" dt="2026-06-08T07:03:58.328" v="7225" actId="20577"/>
          <ac:spMkLst>
            <pc:docMk/>
            <pc:sldMk cId="2260989921" sldId="16670066"/>
            <ac:spMk id="94" creationId="{92F65A88-8E75-4262-313F-DE6C8E28EA8B}"/>
          </ac:spMkLst>
        </pc:spChg>
        <pc:spChg chg="add mod">
          <ac:chgData name="陈凌韬 陈凌韬" userId="81acf5ebae9f403a" providerId="LiveId" clId="{D9F12F90-5E30-4441-B053-A456B7B6408B}" dt="2026-06-08T07:03:51.008" v="7213" actId="20577"/>
          <ac:spMkLst>
            <pc:docMk/>
            <pc:sldMk cId="2260989921" sldId="16670066"/>
            <ac:spMk id="95" creationId="{AEFC899E-5831-F757-7BF0-C07DACB4E516}"/>
          </ac:spMkLst>
        </pc:spChg>
        <pc:spChg chg="add mod">
          <ac:chgData name="陈凌韬 陈凌韬" userId="81acf5ebae9f403a" providerId="LiveId" clId="{D9F12F90-5E30-4441-B053-A456B7B6408B}" dt="2026-06-08T07:03:41.485" v="7193" actId="20577"/>
          <ac:spMkLst>
            <pc:docMk/>
            <pc:sldMk cId="2260989921" sldId="16670066"/>
            <ac:spMk id="96" creationId="{F78B19E1-534B-3666-72B9-F7C71CEF14E6}"/>
          </ac:spMkLst>
        </pc:spChg>
        <pc:spChg chg="add mod">
          <ac:chgData name="陈凌韬 陈凌韬" userId="81acf5ebae9f403a" providerId="LiveId" clId="{D9F12F90-5E30-4441-B053-A456B7B6408B}" dt="2026-06-08T07:06:36.343" v="7272" actId="1035"/>
          <ac:spMkLst>
            <pc:docMk/>
            <pc:sldMk cId="2260989921" sldId="16670066"/>
            <ac:spMk id="97" creationId="{BD9387BC-4BAC-6472-4319-0D8DCB269158}"/>
          </ac:spMkLst>
        </pc:spChg>
        <pc:spChg chg="add mod">
          <ac:chgData name="陈凌韬 陈凌韬" userId="81acf5ebae9f403a" providerId="LiveId" clId="{D9F12F90-5E30-4441-B053-A456B7B6408B}" dt="2026-06-08T07:06:39.560" v="7273" actId="1037"/>
          <ac:spMkLst>
            <pc:docMk/>
            <pc:sldMk cId="2260989921" sldId="16670066"/>
            <ac:spMk id="99" creationId="{50964E04-1F9A-6425-72B0-A109C6B05DE8}"/>
          </ac:spMkLst>
        </pc:spChg>
        <pc:spChg chg="add mod">
          <ac:chgData name="陈凌韬 陈凌韬" userId="81acf5ebae9f403a" providerId="LiveId" clId="{D9F12F90-5E30-4441-B053-A456B7B6408B}" dt="2026-06-08T07:07:45.345" v="7489" actId="120"/>
          <ac:spMkLst>
            <pc:docMk/>
            <pc:sldMk cId="2260989921" sldId="16670066"/>
            <ac:spMk id="100" creationId="{4864E00E-E8E7-54B1-7ECB-257752C67BF1}"/>
          </ac:spMkLst>
        </pc:spChg>
        <pc:spChg chg="add mod">
          <ac:chgData name="陈凌韬 陈凌韬" userId="81acf5ebae9f403a" providerId="LiveId" clId="{D9F12F90-5E30-4441-B053-A456B7B6408B}" dt="2026-06-08T07:07:50.236" v="7496" actId="1036"/>
          <ac:spMkLst>
            <pc:docMk/>
            <pc:sldMk cId="2260989921" sldId="16670066"/>
            <ac:spMk id="101" creationId="{2DAF9570-341A-66B2-346D-60262D4E5DE9}"/>
          </ac:spMkLst>
        </pc:spChg>
        <pc:spChg chg="add mod">
          <ac:chgData name="陈凌韬 陈凌韬" userId="81acf5ebae9f403a" providerId="LiveId" clId="{D9F12F90-5E30-4441-B053-A456B7B6408B}" dt="2026-06-08T07:25:13.957" v="8383" actId="207"/>
          <ac:spMkLst>
            <pc:docMk/>
            <pc:sldMk cId="2260989921" sldId="16670066"/>
            <ac:spMk id="102" creationId="{9E67C4F6-A77E-3CEE-9DED-D0A938AF8A37}"/>
          </ac:spMkLst>
        </pc:spChg>
        <pc:spChg chg="add mod">
          <ac:chgData name="陈凌韬 陈凌韬" userId="81acf5ebae9f403a" providerId="LiveId" clId="{D9F12F90-5E30-4441-B053-A456B7B6408B}" dt="2026-06-08T07:25:11.901" v="8382" actId="207"/>
          <ac:spMkLst>
            <pc:docMk/>
            <pc:sldMk cId="2260989921" sldId="16670066"/>
            <ac:spMk id="103" creationId="{30F224EE-E01E-3B68-9B6F-886E0DBFC09B}"/>
          </ac:spMkLst>
        </pc:spChg>
        <pc:spChg chg="add mod">
          <ac:chgData name="陈凌韬 陈凌韬" userId="81acf5ebae9f403a" providerId="LiveId" clId="{D9F12F90-5E30-4441-B053-A456B7B6408B}" dt="2026-06-08T07:25:16.221" v="8384" actId="207"/>
          <ac:spMkLst>
            <pc:docMk/>
            <pc:sldMk cId="2260989921" sldId="16670066"/>
            <ac:spMk id="104" creationId="{189E61F6-1524-C57F-0049-1F858E52C5A9}"/>
          </ac:spMkLst>
        </pc:spChg>
        <pc:spChg chg="add mod">
          <ac:chgData name="陈凌韬 陈凌韬" userId="81acf5ebae9f403a" providerId="LiveId" clId="{D9F12F90-5E30-4441-B053-A456B7B6408B}" dt="2026-06-08T09:18:03.336" v="8995" actId="14100"/>
          <ac:spMkLst>
            <pc:docMk/>
            <pc:sldMk cId="2260989921" sldId="16670066"/>
            <ac:spMk id="105" creationId="{E025C937-6D71-20F8-996B-E182A45D3E13}"/>
          </ac:spMkLst>
        </pc:spChg>
        <pc:spChg chg="add mod">
          <ac:chgData name="陈凌韬 陈凌韬" userId="81acf5ebae9f403a" providerId="LiveId" clId="{D9F12F90-5E30-4441-B053-A456B7B6408B}" dt="2026-06-08T12:34:17.591" v="10426" actId="20577"/>
          <ac:spMkLst>
            <pc:docMk/>
            <pc:sldMk cId="2260989921" sldId="16670066"/>
            <ac:spMk id="106" creationId="{7FBB501C-AC9E-7238-7705-FC4472ABB5E0}"/>
          </ac:spMkLst>
        </pc:spChg>
        <pc:spChg chg="add mod">
          <ac:chgData name="陈凌韬 陈凌韬" userId="81acf5ebae9f403a" providerId="LiveId" clId="{D9F12F90-5E30-4441-B053-A456B7B6408B}" dt="2026-06-08T09:17:57.467" v="8993" actId="14100"/>
          <ac:spMkLst>
            <pc:docMk/>
            <pc:sldMk cId="2260989921" sldId="16670066"/>
            <ac:spMk id="107" creationId="{6A5AFE05-C802-5CDE-0B52-57F3EB3A5102}"/>
          </ac:spMkLst>
        </pc:spChg>
        <pc:spChg chg="add mod">
          <ac:chgData name="陈凌韬 陈凌韬" userId="81acf5ebae9f403a" providerId="LiveId" clId="{D9F12F90-5E30-4441-B053-A456B7B6408B}" dt="2026-06-08T07:25:40.226" v="8390" actId="207"/>
          <ac:spMkLst>
            <pc:docMk/>
            <pc:sldMk cId="2260989921" sldId="16670066"/>
            <ac:spMk id="108" creationId="{FFA8A363-5802-BA2C-A977-6A80B27EA010}"/>
          </ac:spMkLst>
        </pc:spChg>
        <pc:spChg chg="add mod">
          <ac:chgData name="陈凌韬 陈凌韬" userId="81acf5ebae9f403a" providerId="LiveId" clId="{D9F12F90-5E30-4441-B053-A456B7B6408B}" dt="2026-06-08T07:25:42.881" v="8391" actId="207"/>
          <ac:spMkLst>
            <pc:docMk/>
            <pc:sldMk cId="2260989921" sldId="16670066"/>
            <ac:spMk id="109" creationId="{E3BF1B6C-2AA6-B0B3-4612-2F4AE166410B}"/>
          </ac:spMkLst>
        </pc:spChg>
        <pc:spChg chg="add mod">
          <ac:chgData name="陈凌韬 陈凌韬" userId="81acf5ebae9f403a" providerId="LiveId" clId="{D9F12F90-5E30-4441-B053-A456B7B6408B}" dt="2026-06-08T12:34:07.211" v="10421" actId="20577"/>
          <ac:spMkLst>
            <pc:docMk/>
            <pc:sldMk cId="2260989921" sldId="16670066"/>
            <ac:spMk id="110" creationId="{86E2C71F-895C-2995-10BC-1FD57B3A3F10}"/>
          </ac:spMkLst>
        </pc:spChg>
        <pc:spChg chg="add mod">
          <ac:chgData name="陈凌韬 陈凌韬" userId="81acf5ebae9f403a" providerId="LiveId" clId="{D9F12F90-5E30-4441-B053-A456B7B6408B}" dt="2026-06-08T07:18:46.572" v="8040" actId="14100"/>
          <ac:spMkLst>
            <pc:docMk/>
            <pc:sldMk cId="2260989921" sldId="16670066"/>
            <ac:spMk id="111" creationId="{017AE82A-3EA6-4600-8D4A-BE616D295004}"/>
          </ac:spMkLst>
        </pc:spChg>
        <pc:spChg chg="add mod">
          <ac:chgData name="陈凌韬 陈凌韬" userId="81acf5ebae9f403a" providerId="LiveId" clId="{D9F12F90-5E30-4441-B053-A456B7B6408B}" dt="2026-06-08T07:18:57.781" v="8043" actId="20577"/>
          <ac:spMkLst>
            <pc:docMk/>
            <pc:sldMk cId="2260989921" sldId="16670066"/>
            <ac:spMk id="112" creationId="{EAAFF933-45FF-EAE4-8452-2037098554F2}"/>
          </ac:spMkLst>
        </pc:spChg>
        <pc:spChg chg="add mod">
          <ac:chgData name="陈凌韬 陈凌韬" userId="81acf5ebae9f403a" providerId="LiveId" clId="{D9F12F90-5E30-4441-B053-A456B7B6408B}" dt="2026-06-08T07:19:10.129" v="8047" actId="20577"/>
          <ac:spMkLst>
            <pc:docMk/>
            <pc:sldMk cId="2260989921" sldId="16670066"/>
            <ac:spMk id="113" creationId="{21166E98-FD28-31B6-B55B-F980A5807A9C}"/>
          </ac:spMkLst>
        </pc:spChg>
        <pc:spChg chg="add mod">
          <ac:chgData name="陈凌韬 陈凌韬" userId="81acf5ebae9f403a" providerId="LiveId" clId="{D9F12F90-5E30-4441-B053-A456B7B6408B}" dt="2026-06-08T07:19:36.817" v="8054" actId="1076"/>
          <ac:spMkLst>
            <pc:docMk/>
            <pc:sldMk cId="2260989921" sldId="16670066"/>
            <ac:spMk id="114" creationId="{9C96313A-A433-0763-8651-6F067BD74ECE}"/>
          </ac:spMkLst>
        </pc:spChg>
        <pc:spChg chg="add mod">
          <ac:chgData name="陈凌韬 陈凌韬" userId="81acf5ebae9f403a" providerId="LiveId" clId="{D9F12F90-5E30-4441-B053-A456B7B6408B}" dt="2026-06-09T00:51:53.914" v="12209" actId="207"/>
          <ac:spMkLst>
            <pc:docMk/>
            <pc:sldMk cId="2260989921" sldId="16670066"/>
            <ac:spMk id="115" creationId="{B4F474C6-0FA6-39F0-4549-E305580BCCB9}"/>
          </ac:spMkLst>
        </pc:spChg>
        <pc:spChg chg="add mod">
          <ac:chgData name="陈凌韬 陈凌韬" userId="81acf5ebae9f403a" providerId="LiveId" clId="{D9F12F90-5E30-4441-B053-A456B7B6408B}" dt="2026-06-09T00:51:53.914" v="12209" actId="207"/>
          <ac:spMkLst>
            <pc:docMk/>
            <pc:sldMk cId="2260989921" sldId="16670066"/>
            <ac:spMk id="116" creationId="{AFB09106-037D-578B-9BCF-E4422D31FF3F}"/>
          </ac:spMkLst>
        </pc:spChg>
        <pc:spChg chg="add mod">
          <ac:chgData name="陈凌韬 陈凌韬" userId="81acf5ebae9f403a" providerId="LiveId" clId="{D9F12F90-5E30-4441-B053-A456B7B6408B}" dt="2026-06-09T00:51:53.914" v="12209" actId="207"/>
          <ac:spMkLst>
            <pc:docMk/>
            <pc:sldMk cId="2260989921" sldId="16670066"/>
            <ac:spMk id="117" creationId="{CFB2FCFE-931A-2F9C-C3B1-F64CC13627EE}"/>
          </ac:spMkLst>
        </pc:spChg>
        <pc:picChg chg="add mod">
          <ac:chgData name="陈凌韬 陈凌韬" userId="81acf5ebae9f403a" providerId="LiveId" clId="{D9F12F90-5E30-4441-B053-A456B7B6408B}" dt="2026-06-08T07:06:49.660" v="7283" actId="1036"/>
          <ac:picMkLst>
            <pc:docMk/>
            <pc:sldMk cId="2260989921" sldId="16670066"/>
            <ac:picMk id="6" creationId="{0478453C-F872-5896-ED13-F8E132DFFF49}"/>
          </ac:picMkLst>
        </pc:picChg>
        <pc:picChg chg="add mod">
          <ac:chgData name="陈凌韬 陈凌韬" userId="81acf5ebae9f403a" providerId="LiveId" clId="{D9F12F90-5E30-4441-B053-A456B7B6408B}" dt="2026-06-08T07:26:02.820" v="8396" actId="207"/>
          <ac:picMkLst>
            <pc:docMk/>
            <pc:sldMk cId="2260989921" sldId="16670066"/>
            <ac:picMk id="29" creationId="{762A1DF7-4285-35B2-2186-EC51765CA78E}"/>
          </ac:picMkLst>
        </pc:picChg>
        <pc:picChg chg="add mod topLvl">
          <ac:chgData name="陈凌韬 陈凌韬" userId="81acf5ebae9f403a" providerId="LiveId" clId="{D9F12F90-5E30-4441-B053-A456B7B6408B}" dt="2026-06-09T00:53:12.331" v="12223" actId="207"/>
          <ac:picMkLst>
            <pc:docMk/>
            <pc:sldMk cId="2260989921" sldId="16670066"/>
            <ac:picMk id="33" creationId="{AB077DD9-B80D-158A-3F41-BE6FEDB49016}"/>
          </ac:picMkLst>
        </pc:picChg>
        <pc:picChg chg="add mod">
          <ac:chgData name="陈凌韬 陈凌韬" userId="81acf5ebae9f403a" providerId="LiveId" clId="{D9F12F90-5E30-4441-B053-A456B7B6408B}" dt="2026-06-09T00:52:24.308" v="12214" actId="207"/>
          <ac:picMkLst>
            <pc:docMk/>
            <pc:sldMk cId="2260989921" sldId="16670066"/>
            <ac:picMk id="35" creationId="{599825AA-9100-8883-1A88-D668B9896392}"/>
          </ac:picMkLst>
        </pc:picChg>
        <pc:picChg chg="add mod">
          <ac:chgData name="陈凌韬 陈凌韬" userId="81acf5ebae9f403a" providerId="LiveId" clId="{D9F12F90-5E30-4441-B053-A456B7B6408B}" dt="2026-06-08T07:25:34.324" v="8389" actId="207"/>
          <ac:picMkLst>
            <pc:docMk/>
            <pc:sldMk cId="2260989921" sldId="16670066"/>
            <ac:picMk id="39" creationId="{83EB345C-30A3-3022-D153-A445CAAC6CBB}"/>
          </ac:picMkLst>
        </pc:picChg>
        <pc:picChg chg="add mod">
          <ac:chgData name="陈凌韬 陈凌韬" userId="81acf5ebae9f403a" providerId="LiveId" clId="{D9F12F90-5E30-4441-B053-A456B7B6408B}" dt="2026-06-08T07:25:07.422" v="8381" actId="207"/>
          <ac:picMkLst>
            <pc:docMk/>
            <pc:sldMk cId="2260989921" sldId="16670066"/>
            <ac:picMk id="41" creationId="{D2D89E60-5978-A4C8-88D5-FE7CD2273CA1}"/>
          </ac:picMkLst>
        </pc:picChg>
        <pc:picChg chg="add mod">
          <ac:chgData name="陈凌韬 陈凌韬" userId="81acf5ebae9f403a" providerId="LiveId" clId="{D9F12F90-5E30-4441-B053-A456B7B6408B}" dt="2026-06-09T00:53:12.331" v="12223" actId="207"/>
          <ac:picMkLst>
            <pc:docMk/>
            <pc:sldMk cId="2260989921" sldId="16670066"/>
            <ac:picMk id="43" creationId="{39C35D83-7EF4-AE4E-E6D7-08A5F68FB302}"/>
          </ac:picMkLst>
        </pc:picChg>
        <pc:picChg chg="add mod">
          <ac:chgData name="陈凌韬 陈凌韬" userId="81acf5ebae9f403a" providerId="LiveId" clId="{D9F12F90-5E30-4441-B053-A456B7B6408B}" dt="2026-06-09T00:52:24.308" v="12214" actId="207"/>
          <ac:picMkLst>
            <pc:docMk/>
            <pc:sldMk cId="2260989921" sldId="16670066"/>
            <ac:picMk id="44" creationId="{ECED8CB7-A0F6-4ED3-A920-3D1C36864194}"/>
          </ac:picMkLst>
        </pc:picChg>
        <pc:picChg chg="add mod">
          <ac:chgData name="陈凌韬 陈凌韬" userId="81acf5ebae9f403a" providerId="LiveId" clId="{D9F12F90-5E30-4441-B053-A456B7B6408B}" dt="2026-06-09T00:52:24.308" v="12214" actId="207"/>
          <ac:picMkLst>
            <pc:docMk/>
            <pc:sldMk cId="2260989921" sldId="16670066"/>
            <ac:picMk id="45" creationId="{E035DA8B-58D6-9BD9-67C0-1A639D8DA419}"/>
          </ac:picMkLst>
        </pc:picChg>
        <pc:picChg chg="add mod">
          <ac:chgData name="陈凌韬 陈凌韬" userId="81acf5ebae9f403a" providerId="LiveId" clId="{D9F12F90-5E30-4441-B053-A456B7B6408B}" dt="2026-06-09T00:52:24.308" v="12214" actId="207"/>
          <ac:picMkLst>
            <pc:docMk/>
            <pc:sldMk cId="2260989921" sldId="16670066"/>
            <ac:picMk id="46" creationId="{2EB36DD8-3FCF-A5EB-2CD2-BCB3DADED8FB}"/>
          </ac:picMkLst>
        </pc:picChg>
        <pc:picChg chg="add mod">
          <ac:chgData name="陈凌韬 陈凌韬" userId="81acf5ebae9f403a" providerId="LiveId" clId="{D9F12F90-5E30-4441-B053-A456B7B6408B}" dt="2026-06-09T00:52:24.308" v="12214" actId="207"/>
          <ac:picMkLst>
            <pc:docMk/>
            <pc:sldMk cId="2260989921" sldId="16670066"/>
            <ac:picMk id="49" creationId="{6C5DC130-3E25-AFD9-83CC-4E3EEB059019}"/>
          </ac:picMkLst>
        </pc:picChg>
        <pc:picChg chg="add mod">
          <ac:chgData name="陈凌韬 陈凌韬" userId="81acf5ebae9f403a" providerId="LiveId" clId="{D9F12F90-5E30-4441-B053-A456B7B6408B}" dt="2026-06-09T00:52:24.308" v="12214" actId="207"/>
          <ac:picMkLst>
            <pc:docMk/>
            <pc:sldMk cId="2260989921" sldId="16670066"/>
            <ac:picMk id="50" creationId="{2321ED9B-8520-C3B5-587C-B6EE67EB1F98}"/>
          </ac:picMkLst>
        </pc:picChg>
        <pc:picChg chg="add mod">
          <ac:chgData name="陈凌韬 陈凌韬" userId="81acf5ebae9f403a" providerId="LiveId" clId="{D9F12F90-5E30-4441-B053-A456B7B6408B}" dt="2026-06-09T00:53:12.331" v="12223" actId="207"/>
          <ac:picMkLst>
            <pc:docMk/>
            <pc:sldMk cId="2260989921" sldId="16670066"/>
            <ac:picMk id="56" creationId="{984F2659-B6E9-2DFD-3FEB-B419B443D1A8}"/>
          </ac:picMkLst>
        </pc:picChg>
        <pc:picChg chg="add mod">
          <ac:chgData name="陈凌韬 陈凌韬" userId="81acf5ebae9f403a" providerId="LiveId" clId="{D9F12F90-5E30-4441-B053-A456B7B6408B}" dt="2026-06-08T07:25:30.445" v="8388" actId="207"/>
          <ac:picMkLst>
            <pc:docMk/>
            <pc:sldMk cId="2260989921" sldId="16670066"/>
            <ac:picMk id="57" creationId="{F3D0DEE5-4626-CFC6-4519-97D947B9CA1B}"/>
          </ac:picMkLst>
        </pc:picChg>
        <pc:picChg chg="add mod topLvl">
          <ac:chgData name="陈凌韬 陈凌韬" userId="81acf5ebae9f403a" providerId="LiveId" clId="{D9F12F90-5E30-4441-B053-A456B7B6408B}" dt="2026-06-09T00:53:12.331" v="12223" actId="207"/>
          <ac:picMkLst>
            <pc:docMk/>
            <pc:sldMk cId="2260989921" sldId="16670066"/>
            <ac:picMk id="59" creationId="{F9701200-EB68-BF10-0838-A111F17525CD}"/>
          </ac:picMkLst>
        </pc:picChg>
        <pc:picChg chg="add mod">
          <ac:chgData name="陈凌韬 陈凌韬" userId="81acf5ebae9f403a" providerId="LiveId" clId="{D9F12F90-5E30-4441-B053-A456B7B6408B}" dt="2026-06-09T00:53:12.331" v="12223" actId="207"/>
          <ac:picMkLst>
            <pc:docMk/>
            <pc:sldMk cId="2260989921" sldId="16670066"/>
            <ac:picMk id="61" creationId="{C813A9A2-35DD-14AB-1899-299D74454D34}"/>
          </ac:picMkLst>
        </pc:picChg>
        <pc:picChg chg="add mod">
          <ac:chgData name="陈凌韬 陈凌韬" userId="81acf5ebae9f403a" providerId="LiveId" clId="{D9F12F90-5E30-4441-B053-A456B7B6408B}" dt="2026-06-09T00:53:12.331" v="12223" actId="207"/>
          <ac:picMkLst>
            <pc:docMk/>
            <pc:sldMk cId="2260989921" sldId="16670066"/>
            <ac:picMk id="63" creationId="{6723C775-FBD4-44FA-87DF-0EE1062C9665}"/>
          </ac:picMkLst>
        </pc:picChg>
        <pc:picChg chg="add mod">
          <ac:chgData name="陈凌韬 陈凌韬" userId="81acf5ebae9f403a" providerId="LiveId" clId="{D9F12F90-5E30-4441-B053-A456B7B6408B}" dt="2026-06-09T00:51:53.914" v="12209" actId="207"/>
          <ac:picMkLst>
            <pc:docMk/>
            <pc:sldMk cId="2260989921" sldId="16670066"/>
            <ac:picMk id="68" creationId="{BD9435F9-D445-9C0C-148F-7DD3CF40FF11}"/>
          </ac:picMkLst>
        </pc:picChg>
        <pc:picChg chg="add mod">
          <ac:chgData name="陈凌韬 陈凌韬" userId="81acf5ebae9f403a" providerId="LiveId" clId="{D9F12F90-5E30-4441-B053-A456B7B6408B}" dt="2026-06-09T00:51:53.914" v="12209" actId="207"/>
          <ac:picMkLst>
            <pc:docMk/>
            <pc:sldMk cId="2260989921" sldId="16670066"/>
            <ac:picMk id="69" creationId="{298BE71F-80C4-7C77-585E-7CBCAA8C9756}"/>
          </ac:picMkLst>
        </pc:picChg>
        <pc:picChg chg="add mod">
          <ac:chgData name="陈凌韬 陈凌韬" userId="81acf5ebae9f403a" providerId="LiveId" clId="{D9F12F90-5E30-4441-B053-A456B7B6408B}" dt="2026-06-08T06:52:02.390" v="6430" actId="1076"/>
          <ac:picMkLst>
            <pc:docMk/>
            <pc:sldMk cId="2260989921" sldId="16670066"/>
            <ac:picMk id="70" creationId="{352AFFFB-42FA-E975-9040-CF52E9D7DC66}"/>
          </ac:picMkLst>
        </pc:picChg>
        <pc:picChg chg="add mod">
          <ac:chgData name="陈凌韬 陈凌韬" userId="81acf5ebae9f403a" providerId="LiveId" clId="{D9F12F90-5E30-4441-B053-A456B7B6408B}" dt="2026-06-08T06:52:20.682" v="6432" actId="1076"/>
          <ac:picMkLst>
            <pc:docMk/>
            <pc:sldMk cId="2260989921" sldId="16670066"/>
            <ac:picMk id="71" creationId="{9E43C094-8538-9A49-04F5-FDE7B62498FE}"/>
          </ac:picMkLst>
        </pc:picChg>
        <pc:picChg chg="add mod">
          <ac:chgData name="陈凌韬 陈凌韬" userId="81acf5ebae9f403a" providerId="LiveId" clId="{D9F12F90-5E30-4441-B053-A456B7B6408B}" dt="2026-06-09T00:51:53.914" v="12209" actId="207"/>
          <ac:picMkLst>
            <pc:docMk/>
            <pc:sldMk cId="2260989921" sldId="16670066"/>
            <ac:picMk id="72" creationId="{BA6562EE-974D-76F5-8FB4-767010B6EB3D}"/>
          </ac:picMkLst>
        </pc:picChg>
        <pc:picChg chg="add mod">
          <ac:chgData name="陈凌韬 陈凌韬" userId="81acf5ebae9f403a" providerId="LiveId" clId="{D9F12F90-5E30-4441-B053-A456B7B6408B}" dt="2026-06-09T00:51:53.914" v="12209" actId="207"/>
          <ac:picMkLst>
            <pc:docMk/>
            <pc:sldMk cId="2260989921" sldId="16670066"/>
            <ac:picMk id="73" creationId="{0F97F7E4-48EE-ED87-C4D9-2E5344968A20}"/>
          </ac:picMkLst>
        </pc:picChg>
        <pc:picChg chg="add mod">
          <ac:chgData name="陈凌韬 陈凌韬" userId="81acf5ebae9f403a" providerId="LiveId" clId="{D9F12F90-5E30-4441-B053-A456B7B6408B}" dt="2026-06-09T00:51:53.914" v="12209" actId="207"/>
          <ac:picMkLst>
            <pc:docMk/>
            <pc:sldMk cId="2260989921" sldId="16670066"/>
            <ac:picMk id="77" creationId="{448C9625-0705-6FD1-0137-D4358C91D1DE}"/>
          </ac:picMkLst>
        </pc:picChg>
        <pc:picChg chg="add mod">
          <ac:chgData name="陈凌韬 陈凌韬" userId="81acf5ebae9f403a" providerId="LiveId" clId="{D9F12F90-5E30-4441-B053-A456B7B6408B}" dt="2026-06-09T00:51:53.914" v="12209" actId="207"/>
          <ac:picMkLst>
            <pc:docMk/>
            <pc:sldMk cId="2260989921" sldId="16670066"/>
            <ac:picMk id="78" creationId="{14B25CBC-CC45-40DF-EC61-13F62417F3C1}"/>
          </ac:picMkLst>
        </pc:picChg>
        <pc:picChg chg="add mod">
          <ac:chgData name="陈凌韬 陈凌韬" userId="81acf5ebae9f403a" providerId="LiveId" clId="{D9F12F90-5E30-4441-B053-A456B7B6408B}" dt="2026-06-09T00:51:53.914" v="12209" actId="207"/>
          <ac:picMkLst>
            <pc:docMk/>
            <pc:sldMk cId="2260989921" sldId="16670066"/>
            <ac:picMk id="79" creationId="{38FD5EE4-3110-0FE9-7244-7A950241B799}"/>
          </ac:picMkLst>
        </pc:picChg>
      </pc:sldChg>
      <pc:sldChg chg="addSp delSp modSp add del mod ord">
        <pc:chgData name="陈凌韬 陈凌韬" userId="81acf5ebae9f403a" providerId="LiveId" clId="{D9F12F90-5E30-4441-B053-A456B7B6408B}" dt="2026-06-12T08:00:16.061" v="24001" actId="20577"/>
        <pc:sldMkLst>
          <pc:docMk/>
          <pc:sldMk cId="4054197652" sldId="16670068"/>
        </pc:sldMkLst>
        <pc:spChg chg="add mod">
          <ac:chgData name="陈凌韬 陈凌韬" userId="81acf5ebae9f403a" providerId="LiveId" clId="{D9F12F90-5E30-4441-B053-A456B7B6408B}" dt="2026-06-12T08:00:16.061" v="24001" actId="20577"/>
          <ac:spMkLst>
            <pc:docMk/>
            <pc:sldMk cId="4054197652" sldId="16670068"/>
            <ac:spMk id="2" creationId="{32F62006-A94D-6B4C-A54C-2F671695ED84}"/>
          </ac:spMkLst>
        </pc:spChg>
      </pc:sldChg>
      <pc:sldChg chg="delSp modSp add del mod ord">
        <pc:chgData name="陈凌韬 陈凌韬" userId="81acf5ebae9f403a" providerId="LiveId" clId="{D9F12F90-5E30-4441-B053-A456B7B6408B}" dt="2026-06-09T11:48:40.414" v="12757" actId="47"/>
        <pc:sldMkLst>
          <pc:docMk/>
          <pc:sldMk cId="2927011041" sldId="16670069"/>
        </pc:sldMkLst>
      </pc:sldChg>
      <pc:sldChg chg="addSp delSp modSp add mod">
        <pc:chgData name="陈凌韬 陈凌韬" userId="81acf5ebae9f403a" providerId="LiveId" clId="{D9F12F90-5E30-4441-B053-A456B7B6408B}" dt="2026-06-11T02:29:01.669" v="18164" actId="14100"/>
        <pc:sldMkLst>
          <pc:docMk/>
          <pc:sldMk cId="2532334242" sldId="16670070"/>
        </pc:sldMkLst>
        <pc:spChg chg="add mod">
          <ac:chgData name="陈凌韬 陈凌韬" userId="81acf5ebae9f403a" providerId="LiveId" clId="{D9F12F90-5E30-4441-B053-A456B7B6408B}" dt="2026-06-10T13:13:01.327" v="16911" actId="20577"/>
          <ac:spMkLst>
            <pc:docMk/>
            <pc:sldMk cId="2532334242" sldId="16670070"/>
            <ac:spMk id="2" creationId="{0F871BF9-EF5B-2D59-C38C-783BC800E49D}"/>
          </ac:spMkLst>
        </pc:spChg>
        <pc:spChg chg="add mod">
          <ac:chgData name="陈凌韬 陈凌韬" userId="81acf5ebae9f403a" providerId="LiveId" clId="{D9F12F90-5E30-4441-B053-A456B7B6408B}" dt="2026-06-11T02:29:01.669" v="18164" actId="14100"/>
          <ac:spMkLst>
            <pc:docMk/>
            <pc:sldMk cId="2532334242" sldId="16670070"/>
            <ac:spMk id="5" creationId="{78936778-2321-6726-3660-33AFA3557D48}"/>
          </ac:spMkLst>
        </pc:spChg>
        <pc:graphicFrameChg chg="add mod modGraphic">
          <ac:chgData name="陈凌韬 陈凌韬" userId="81acf5ebae9f403a" providerId="LiveId" clId="{D9F12F90-5E30-4441-B053-A456B7B6408B}" dt="2026-06-11T02:28:55.738" v="18163" actId="14100"/>
          <ac:graphicFrameMkLst>
            <pc:docMk/>
            <pc:sldMk cId="2532334242" sldId="16670070"/>
            <ac:graphicFrameMk id="3" creationId="{E89A9C47-DB20-3875-ABC5-A1CFE62A8EBD}"/>
          </ac:graphicFrameMkLst>
        </pc:graphicFrameChg>
      </pc:sldChg>
      <pc:sldChg chg="addSp delSp modSp add mod modNotesTx">
        <pc:chgData name="陈凌韬 陈凌韬" userId="81acf5ebae9f403a" providerId="LiveId" clId="{D9F12F90-5E30-4441-B053-A456B7B6408B}" dt="2026-06-11T03:12:28.084" v="18829" actId="20577"/>
        <pc:sldMkLst>
          <pc:docMk/>
          <pc:sldMk cId="2432208111" sldId="16670071"/>
        </pc:sldMkLst>
        <pc:spChg chg="mod">
          <ac:chgData name="陈凌韬 陈凌韬" userId="81acf5ebae9f403a" providerId="LiveId" clId="{D9F12F90-5E30-4441-B053-A456B7B6408B}" dt="2026-06-11T03:12:28.084" v="18829" actId="20577"/>
          <ac:spMkLst>
            <pc:docMk/>
            <pc:sldMk cId="2432208111" sldId="16670071"/>
            <ac:spMk id="2" creationId="{3495CD1E-7C45-808E-F0B3-875E76264791}"/>
          </ac:spMkLst>
        </pc:spChg>
        <pc:spChg chg="add del mod">
          <ac:chgData name="陈凌韬 陈凌韬" userId="81acf5ebae9f403a" providerId="LiveId" clId="{D9F12F90-5E30-4441-B053-A456B7B6408B}" dt="2026-06-11T02:49:11.517" v="18365" actId="1038"/>
          <ac:spMkLst>
            <pc:docMk/>
            <pc:sldMk cId="2432208111" sldId="16670071"/>
            <ac:spMk id="45" creationId="{78A2FECA-474D-0AF8-2B93-B40DFF20CF50}"/>
          </ac:spMkLst>
        </pc:spChg>
        <pc:spChg chg="add mod">
          <ac:chgData name="陈凌韬 陈凌韬" userId="81acf5ebae9f403a" providerId="LiveId" clId="{D9F12F90-5E30-4441-B053-A456B7B6408B}" dt="2026-06-11T02:50:21.100" v="18463" actId="403"/>
          <ac:spMkLst>
            <pc:docMk/>
            <pc:sldMk cId="2432208111" sldId="16670071"/>
            <ac:spMk id="46" creationId="{26BB3EF2-32F4-5CE6-5EED-F0DD811A7544}"/>
          </ac:spMkLst>
        </pc:spChg>
        <pc:spChg chg="add mod">
          <ac:chgData name="陈凌韬 陈凌韬" userId="81acf5ebae9f403a" providerId="LiveId" clId="{D9F12F90-5E30-4441-B053-A456B7B6408B}" dt="2026-06-11T02:50:05.771" v="18447" actId="1038"/>
          <ac:spMkLst>
            <pc:docMk/>
            <pc:sldMk cId="2432208111" sldId="16670071"/>
            <ac:spMk id="48" creationId="{D027487B-3581-0D6B-FAD1-DBDD948DE362}"/>
          </ac:spMkLst>
        </pc:spChg>
        <pc:spChg chg="add mod">
          <ac:chgData name="陈凌韬 陈凌韬" userId="81acf5ebae9f403a" providerId="LiveId" clId="{D9F12F90-5E30-4441-B053-A456B7B6408B}" dt="2026-06-11T02:50:23.819" v="18465" actId="403"/>
          <ac:spMkLst>
            <pc:docMk/>
            <pc:sldMk cId="2432208111" sldId="16670071"/>
            <ac:spMk id="49" creationId="{476541AD-C4F8-74D3-F759-A29DDC30C127}"/>
          </ac:spMkLst>
        </pc:spChg>
        <pc:spChg chg="add mod">
          <ac:chgData name="陈凌韬 陈凌韬" userId="81acf5ebae9f403a" providerId="LiveId" clId="{D9F12F90-5E30-4441-B053-A456B7B6408B}" dt="2026-06-11T02:49:31.037" v="18390" actId="1038"/>
          <ac:spMkLst>
            <pc:docMk/>
            <pc:sldMk cId="2432208111" sldId="16670071"/>
            <ac:spMk id="50" creationId="{F6D2E712-BE46-2C13-BB09-D217BDE5E7FD}"/>
          </ac:spMkLst>
        </pc:spChg>
        <pc:spChg chg="add mod">
          <ac:chgData name="陈凌韬 陈凌韬" userId="81acf5ebae9f403a" providerId="LiveId" clId="{D9F12F90-5E30-4441-B053-A456B7B6408B}" dt="2026-06-11T03:09:56.705" v="18810" actId="20577"/>
          <ac:spMkLst>
            <pc:docMk/>
            <pc:sldMk cId="2432208111" sldId="16670071"/>
            <ac:spMk id="51" creationId="{BF660FE7-5E3F-38B6-42FB-92D171B9CEE1}"/>
          </ac:spMkLst>
        </pc:spChg>
        <pc:spChg chg="add del mod">
          <ac:chgData name="陈凌韬 陈凌韬" userId="81acf5ebae9f403a" providerId="LiveId" clId="{D9F12F90-5E30-4441-B053-A456B7B6408B}" dt="2026-06-11T02:46:37.940" v="18200" actId="478"/>
          <ac:spMkLst>
            <pc:docMk/>
            <pc:sldMk cId="2432208111" sldId="16670071"/>
            <ac:spMk id="52" creationId="{34A75C0B-C71C-7F99-7C9B-040A35236932}"/>
          </ac:spMkLst>
        </pc:spChg>
        <pc:spChg chg="add del mod">
          <ac:chgData name="陈凌韬 陈凌韬" userId="81acf5ebae9f403a" providerId="LiveId" clId="{D9F12F90-5E30-4441-B053-A456B7B6408B}" dt="2026-06-11T02:46:37.940" v="18200" actId="478"/>
          <ac:spMkLst>
            <pc:docMk/>
            <pc:sldMk cId="2432208111" sldId="16670071"/>
            <ac:spMk id="53" creationId="{8A315CE2-0CED-AD88-59AB-AA0CFFD9C33D}"/>
          </ac:spMkLst>
        </pc:spChg>
        <pc:spChg chg="add mod">
          <ac:chgData name="陈凌韬 陈凌韬" userId="81acf5ebae9f403a" providerId="LiveId" clId="{D9F12F90-5E30-4441-B053-A456B7B6408B}" dt="2026-06-11T02:50:40.295" v="18469" actId="403"/>
          <ac:spMkLst>
            <pc:docMk/>
            <pc:sldMk cId="2432208111" sldId="16670071"/>
            <ac:spMk id="55" creationId="{05FC9552-CD01-D933-03A7-5A5F8D70DF61}"/>
          </ac:spMkLst>
        </pc:spChg>
        <pc:spChg chg="add mod">
          <ac:chgData name="陈凌韬 陈凌韬" userId="81acf5ebae9f403a" providerId="LiveId" clId="{D9F12F90-5E30-4441-B053-A456B7B6408B}" dt="2026-06-11T02:55:39.372" v="18595" actId="20577"/>
          <ac:spMkLst>
            <pc:docMk/>
            <pc:sldMk cId="2432208111" sldId="16670071"/>
            <ac:spMk id="56" creationId="{A0EB3D78-A8B2-310F-3112-F763801E0EBF}"/>
          </ac:spMkLst>
        </pc:spChg>
        <pc:spChg chg="add mod">
          <ac:chgData name="陈凌韬 陈凌韬" userId="81acf5ebae9f403a" providerId="LiveId" clId="{D9F12F90-5E30-4441-B053-A456B7B6408B}" dt="2026-06-11T02:55:50.933" v="18624" actId="20577"/>
          <ac:spMkLst>
            <pc:docMk/>
            <pc:sldMk cId="2432208111" sldId="16670071"/>
            <ac:spMk id="57" creationId="{7C727EFB-71B2-AD31-2B99-5BC43FA9770B}"/>
          </ac:spMkLst>
        </pc:spChg>
        <pc:spChg chg="add mod">
          <ac:chgData name="陈凌韬 陈凌韬" userId="81acf5ebae9f403a" providerId="LiveId" clId="{D9F12F90-5E30-4441-B053-A456B7B6408B}" dt="2026-06-11T02:56:04.408" v="18639" actId="20577"/>
          <ac:spMkLst>
            <pc:docMk/>
            <pc:sldMk cId="2432208111" sldId="16670071"/>
            <ac:spMk id="58" creationId="{C87CE7B9-4A41-7501-662C-E51E38E5B1F1}"/>
          </ac:spMkLst>
        </pc:spChg>
        <pc:spChg chg="add mod">
          <ac:chgData name="陈凌韬 陈凌韬" userId="81acf5ebae9f403a" providerId="LiveId" clId="{D9F12F90-5E30-4441-B053-A456B7B6408B}" dt="2026-06-11T02:50:40.295" v="18469" actId="403"/>
          <ac:spMkLst>
            <pc:docMk/>
            <pc:sldMk cId="2432208111" sldId="16670071"/>
            <ac:spMk id="59" creationId="{48B2DC76-A26D-F077-7EAE-2A8BBFA89F2A}"/>
          </ac:spMkLst>
        </pc:spChg>
        <pc:spChg chg="add mod">
          <ac:chgData name="陈凌韬 陈凌韬" userId="81acf5ebae9f403a" providerId="LiveId" clId="{D9F12F90-5E30-4441-B053-A456B7B6408B}" dt="2026-06-11T02:56:18.685" v="18653" actId="20577"/>
          <ac:spMkLst>
            <pc:docMk/>
            <pc:sldMk cId="2432208111" sldId="16670071"/>
            <ac:spMk id="60" creationId="{13D30048-812F-845F-0C46-855706C2BBC6}"/>
          </ac:spMkLst>
        </pc:spChg>
        <pc:spChg chg="add mod">
          <ac:chgData name="陈凌韬 陈凌韬" userId="81acf5ebae9f403a" providerId="LiveId" clId="{D9F12F90-5E30-4441-B053-A456B7B6408B}" dt="2026-06-11T02:50:40.295" v="18469" actId="403"/>
          <ac:spMkLst>
            <pc:docMk/>
            <pc:sldMk cId="2432208111" sldId="16670071"/>
            <ac:spMk id="61" creationId="{FE9DE96A-B170-E00A-1FB7-44AD05708B96}"/>
          </ac:spMkLst>
        </pc:spChg>
        <pc:spChg chg="add mod">
          <ac:chgData name="陈凌韬 陈凌韬" userId="81acf5ebae9f403a" providerId="LiveId" clId="{D9F12F90-5E30-4441-B053-A456B7B6408B}" dt="2026-06-11T02:50:40.295" v="18469" actId="403"/>
          <ac:spMkLst>
            <pc:docMk/>
            <pc:sldMk cId="2432208111" sldId="16670071"/>
            <ac:spMk id="62" creationId="{42681B32-A846-8A33-ED9F-72B5763C4020}"/>
          </ac:spMkLst>
        </pc:spChg>
        <pc:spChg chg="add mod">
          <ac:chgData name="陈凌韬 陈凌韬" userId="81acf5ebae9f403a" providerId="LiveId" clId="{D9F12F90-5E30-4441-B053-A456B7B6408B}" dt="2026-06-11T02:56:30.978" v="18677" actId="20577"/>
          <ac:spMkLst>
            <pc:docMk/>
            <pc:sldMk cId="2432208111" sldId="16670071"/>
            <ac:spMk id="63" creationId="{9BBE454B-91C5-4868-F153-0D026432622C}"/>
          </ac:spMkLst>
        </pc:spChg>
        <pc:spChg chg="add del mod">
          <ac:chgData name="陈凌韬 陈凌韬" userId="81acf5ebae9f403a" providerId="LiveId" clId="{D9F12F90-5E30-4441-B053-A456B7B6408B}" dt="2026-06-11T02:46:37.940" v="18200" actId="478"/>
          <ac:spMkLst>
            <pc:docMk/>
            <pc:sldMk cId="2432208111" sldId="16670071"/>
            <ac:spMk id="64" creationId="{ABB30AFF-3FCA-55B2-DAB0-CA789BB725F5}"/>
          </ac:spMkLst>
        </pc:spChg>
        <pc:spChg chg="add del mod">
          <ac:chgData name="陈凌韬 陈凌韬" userId="81acf5ebae9f403a" providerId="LiveId" clId="{D9F12F90-5E30-4441-B053-A456B7B6408B}" dt="2026-06-11T02:46:37.940" v="18200" actId="478"/>
          <ac:spMkLst>
            <pc:docMk/>
            <pc:sldMk cId="2432208111" sldId="16670071"/>
            <ac:spMk id="65" creationId="{22F627AF-E05A-C65D-00B9-0A9E223CFF74}"/>
          </ac:spMkLst>
        </pc:spChg>
        <pc:spChg chg="add del mod">
          <ac:chgData name="陈凌韬 陈凌韬" userId="81acf5ebae9f403a" providerId="LiveId" clId="{D9F12F90-5E30-4441-B053-A456B7B6408B}" dt="2026-06-11T02:46:37.940" v="18200" actId="478"/>
          <ac:spMkLst>
            <pc:docMk/>
            <pc:sldMk cId="2432208111" sldId="16670071"/>
            <ac:spMk id="66" creationId="{8FAC629B-CFC3-6F4F-F2D8-C705CA52E541}"/>
          </ac:spMkLst>
        </pc:spChg>
        <pc:spChg chg="add mod">
          <ac:chgData name="陈凌韬 陈凌韬" userId="81acf5ebae9f403a" providerId="LiveId" clId="{D9F12F90-5E30-4441-B053-A456B7B6408B}" dt="2026-06-11T02:50:26.607" v="18466" actId="403"/>
          <ac:spMkLst>
            <pc:docMk/>
            <pc:sldMk cId="2432208111" sldId="16670071"/>
            <ac:spMk id="67" creationId="{A4E3AA29-285F-4AAA-41CD-C214536E99DA}"/>
          </ac:spMkLst>
        </pc:spChg>
        <pc:spChg chg="add mod">
          <ac:chgData name="陈凌韬 陈凌韬" userId="81acf5ebae9f403a" providerId="LiveId" clId="{D9F12F90-5E30-4441-B053-A456B7B6408B}" dt="2026-06-11T02:57:44.593" v="18687" actId="207"/>
          <ac:spMkLst>
            <pc:docMk/>
            <pc:sldMk cId="2432208111" sldId="16670071"/>
            <ac:spMk id="68" creationId="{352E556A-0432-A6DA-C3C9-5446D49C329B}"/>
          </ac:spMkLst>
        </pc:spChg>
        <pc:spChg chg="add mod">
          <ac:chgData name="陈凌韬 陈凌韬" userId="81acf5ebae9f403a" providerId="LiveId" clId="{D9F12F90-5E30-4441-B053-A456B7B6408B}" dt="2026-06-11T02:55:02.857" v="18540" actId="20577"/>
          <ac:spMkLst>
            <pc:docMk/>
            <pc:sldMk cId="2432208111" sldId="16670071"/>
            <ac:spMk id="81" creationId="{E956B7DD-11E6-9EF6-32C5-B8681BDE6C6F}"/>
          </ac:spMkLst>
        </pc:spChg>
        <pc:spChg chg="add mod">
          <ac:chgData name="陈凌韬 陈凌韬" userId="81acf5ebae9f403a" providerId="LiveId" clId="{D9F12F90-5E30-4441-B053-A456B7B6408B}" dt="2026-06-11T02:54:44.208" v="18521" actId="1038"/>
          <ac:spMkLst>
            <pc:docMk/>
            <pc:sldMk cId="2432208111" sldId="16670071"/>
            <ac:spMk id="82" creationId="{815D90C5-CAE2-9D7D-47B8-6132D87F7F8C}"/>
          </ac:spMkLst>
        </pc:spChg>
        <pc:spChg chg="add mod">
          <ac:chgData name="陈凌韬 陈凌韬" userId="81acf5ebae9f403a" providerId="LiveId" clId="{D9F12F90-5E30-4441-B053-A456B7B6408B}" dt="2026-06-11T02:55:18.578" v="18552" actId="14100"/>
          <ac:spMkLst>
            <pc:docMk/>
            <pc:sldMk cId="2432208111" sldId="16670071"/>
            <ac:spMk id="83" creationId="{A0C73BE2-61A9-A60C-645D-949596B4FBE7}"/>
          </ac:spMkLst>
        </pc:spChg>
        <pc:spChg chg="add del mod">
          <ac:chgData name="陈凌韬 陈凌韬" userId="81acf5ebae9f403a" providerId="LiveId" clId="{D9F12F90-5E30-4441-B053-A456B7B6408B}" dt="2026-06-11T02:46:37.940" v="18200" actId="478"/>
          <ac:spMkLst>
            <pc:docMk/>
            <pc:sldMk cId="2432208111" sldId="16670071"/>
            <ac:spMk id="85" creationId="{6F2BEF74-CCCB-1F0B-8626-8A749475D05E}"/>
          </ac:spMkLst>
        </pc:spChg>
        <pc:cxnChg chg="add mod">
          <ac:chgData name="陈凌韬 陈凌韬" userId="81acf5ebae9f403a" providerId="LiveId" clId="{D9F12F90-5E30-4441-B053-A456B7B6408B}" dt="2026-06-11T02:58:05.314" v="18688" actId="1036"/>
          <ac:cxnSpMkLst>
            <pc:docMk/>
            <pc:sldMk cId="2432208111" sldId="16670071"/>
            <ac:cxnSpMk id="31" creationId="{ED23EC5C-A589-DE20-B6E3-A0AECC11C0BC}"/>
          </ac:cxnSpMkLst>
        </pc:cxnChg>
        <pc:cxnChg chg="add mod">
          <ac:chgData name="陈凌韬 陈凌韬" userId="81acf5ebae9f403a" providerId="LiveId" clId="{D9F12F90-5E30-4441-B053-A456B7B6408B}" dt="2026-06-11T02:48:03.490" v="18353" actId="1038"/>
          <ac:cxnSpMkLst>
            <pc:docMk/>
            <pc:sldMk cId="2432208111" sldId="16670071"/>
            <ac:cxnSpMk id="35" creationId="{D7AF1D0B-B323-85F8-F2EC-106087D90649}"/>
          </ac:cxnSpMkLst>
        </pc:cxnChg>
        <pc:cxnChg chg="add mod">
          <ac:chgData name="陈凌韬 陈凌韬" userId="81acf5ebae9f403a" providerId="LiveId" clId="{D9F12F90-5E30-4441-B053-A456B7B6408B}" dt="2026-06-11T02:47:18.666" v="18331" actId="1037"/>
          <ac:cxnSpMkLst>
            <pc:docMk/>
            <pc:sldMk cId="2432208111" sldId="16670071"/>
            <ac:cxnSpMk id="40" creationId="{FFEB2E6E-0742-2247-1AFB-3C720CBAFF04}"/>
          </ac:cxnSpMkLst>
        </pc:cxnChg>
        <pc:cxnChg chg="add mod">
          <ac:chgData name="陈凌韬 陈凌韬" userId="81acf5ebae9f403a" providerId="LiveId" clId="{D9F12F90-5E30-4441-B053-A456B7B6408B}" dt="2026-06-11T02:49:44.003" v="18418" actId="1037"/>
          <ac:cxnSpMkLst>
            <pc:docMk/>
            <pc:sldMk cId="2432208111" sldId="16670071"/>
            <ac:cxnSpMk id="41" creationId="{C1FEA1D0-C3F0-1703-A7DA-C525D05B1D91}"/>
          </ac:cxnSpMkLst>
        </pc:cxnChg>
        <pc:cxnChg chg="add del mod">
          <ac:chgData name="陈凌韬 陈凌韬" userId="81acf5ebae9f403a" providerId="LiveId" clId="{D9F12F90-5E30-4441-B053-A456B7B6408B}" dt="2026-06-11T02:46:35.100" v="18199" actId="478"/>
          <ac:cxnSpMkLst>
            <pc:docMk/>
            <pc:sldMk cId="2432208111" sldId="16670071"/>
            <ac:cxnSpMk id="42" creationId="{911A67C0-31D6-E5BB-3228-B871B5288031}"/>
          </ac:cxnSpMkLst>
        </pc:cxnChg>
        <pc:cxnChg chg="add mod">
          <ac:chgData name="陈凌韬 陈凌韬" userId="81acf5ebae9f403a" providerId="LiveId" clId="{D9F12F90-5E30-4441-B053-A456B7B6408B}" dt="2026-06-04T13:31:33.809" v="4301" actId="14100"/>
          <ac:cxnSpMkLst>
            <pc:docMk/>
            <pc:sldMk cId="2432208111" sldId="16670071"/>
            <ac:cxnSpMk id="43" creationId="{AD652C73-A9CC-CB03-BE8A-0F0730B98EA7}"/>
          </ac:cxnSpMkLst>
        </pc:cxnChg>
        <pc:cxnChg chg="add mod">
          <ac:chgData name="陈凌韬 陈凌韬" userId="81acf5ebae9f403a" providerId="LiveId" clId="{D9F12F90-5E30-4441-B053-A456B7B6408B}" dt="2026-06-11T02:49:11.517" v="18365" actId="1038"/>
          <ac:cxnSpMkLst>
            <pc:docMk/>
            <pc:sldMk cId="2432208111" sldId="16670071"/>
            <ac:cxnSpMk id="70" creationId="{C2087AE9-E1E4-6D16-01E9-C069A0700993}"/>
          </ac:cxnSpMkLst>
        </pc:cxnChg>
        <pc:cxnChg chg="add mod">
          <ac:chgData name="陈凌韬 陈凌韬" userId="81acf5ebae9f403a" providerId="LiveId" clId="{D9F12F90-5E30-4441-B053-A456B7B6408B}" dt="2026-06-11T02:49:11.517" v="18365" actId="1038"/>
          <ac:cxnSpMkLst>
            <pc:docMk/>
            <pc:sldMk cId="2432208111" sldId="16670071"/>
            <ac:cxnSpMk id="71" creationId="{B1A3067A-D9B6-E6E4-3F3F-6AAE09469C0A}"/>
          </ac:cxnSpMkLst>
        </pc:cxnChg>
        <pc:cxnChg chg="add mod">
          <ac:chgData name="陈凌韬 陈凌韬" userId="81acf5ebae9f403a" providerId="LiveId" clId="{D9F12F90-5E30-4441-B053-A456B7B6408B}" dt="2026-06-11T02:50:09.193" v="18454" actId="1037"/>
          <ac:cxnSpMkLst>
            <pc:docMk/>
            <pc:sldMk cId="2432208111" sldId="16670071"/>
            <ac:cxnSpMk id="74" creationId="{034D85D0-EBB9-F047-223D-90A63C12E8E1}"/>
          </ac:cxnSpMkLst>
        </pc:cxnChg>
        <pc:cxnChg chg="add mod">
          <ac:chgData name="陈凌韬 陈凌韬" userId="81acf5ebae9f403a" providerId="LiveId" clId="{D9F12F90-5E30-4441-B053-A456B7B6408B}" dt="2026-06-11T02:50:11.870" v="18461" actId="1037"/>
          <ac:cxnSpMkLst>
            <pc:docMk/>
            <pc:sldMk cId="2432208111" sldId="16670071"/>
            <ac:cxnSpMk id="75" creationId="{AC2AD4E0-0D5B-C751-30F2-B304FF2D9761}"/>
          </ac:cxnSpMkLst>
        </pc:cxnChg>
        <pc:cxnChg chg="add mod">
          <ac:chgData name="陈凌韬 陈凌韬" userId="81acf5ebae9f403a" providerId="LiveId" clId="{D9F12F90-5E30-4441-B053-A456B7B6408B}" dt="2026-06-11T02:49:51.822" v="18429" actId="1037"/>
          <ac:cxnSpMkLst>
            <pc:docMk/>
            <pc:sldMk cId="2432208111" sldId="16670071"/>
            <ac:cxnSpMk id="76" creationId="{E30CFD02-017D-DD1E-A230-D8DC68921B78}"/>
          </ac:cxnSpMkLst>
        </pc:cxnChg>
        <pc:cxnChg chg="add mod">
          <ac:chgData name="陈凌韬 陈凌韬" userId="81acf5ebae9f403a" providerId="LiveId" clId="{D9F12F90-5E30-4441-B053-A456B7B6408B}" dt="2026-06-11T02:49:54.359" v="18439" actId="1038"/>
          <ac:cxnSpMkLst>
            <pc:docMk/>
            <pc:sldMk cId="2432208111" sldId="16670071"/>
            <ac:cxnSpMk id="77" creationId="{A9A8FFDC-3B30-CA18-7B21-1D4F5C804BFB}"/>
          </ac:cxnSpMkLst>
        </pc:cxnChg>
        <pc:cxnChg chg="add del mod">
          <ac:chgData name="陈凌韬 陈凌韬" userId="81acf5ebae9f403a" providerId="LiveId" clId="{D9F12F90-5E30-4441-B053-A456B7B6408B}" dt="2026-06-11T02:46:37.940" v="18200" actId="478"/>
          <ac:cxnSpMkLst>
            <pc:docMk/>
            <pc:sldMk cId="2432208111" sldId="16670071"/>
            <ac:cxnSpMk id="78" creationId="{3D3219CE-6FB9-DC06-0249-6DD41D70ECCC}"/>
          </ac:cxnSpMkLst>
        </pc:cxnChg>
        <pc:cxnChg chg="add del mod">
          <ac:chgData name="陈凌韬 陈凌韬" userId="81acf5ebae9f403a" providerId="LiveId" clId="{D9F12F90-5E30-4441-B053-A456B7B6408B}" dt="2026-06-11T02:46:37.940" v="18200" actId="478"/>
          <ac:cxnSpMkLst>
            <pc:docMk/>
            <pc:sldMk cId="2432208111" sldId="16670071"/>
            <ac:cxnSpMk id="79" creationId="{258C8310-470C-F427-F7FB-5E8F2D0CF5CB}"/>
          </ac:cxnSpMkLst>
        </pc:cxnChg>
      </pc:sldChg>
      <pc:sldChg chg="addSp modSp add mod">
        <pc:chgData name="陈凌韬 陈凌韬" userId="81acf5ebae9f403a" providerId="LiveId" clId="{D9F12F90-5E30-4441-B053-A456B7B6408B}" dt="2026-06-11T03:12:32.782" v="18833" actId="20577"/>
        <pc:sldMkLst>
          <pc:docMk/>
          <pc:sldMk cId="3231821628" sldId="16670072"/>
        </pc:sldMkLst>
        <pc:spChg chg="mod">
          <ac:chgData name="陈凌韬 陈凌韬" userId="81acf5ebae9f403a" providerId="LiveId" clId="{D9F12F90-5E30-4441-B053-A456B7B6408B}" dt="2026-06-11T03:12:32.782" v="18833" actId="20577"/>
          <ac:spMkLst>
            <pc:docMk/>
            <pc:sldMk cId="3231821628" sldId="16670072"/>
            <ac:spMk id="2" creationId="{135C6F8E-1C99-D13E-9D42-C4D8F3AB3619}"/>
          </ac:spMkLst>
        </pc:spChg>
        <pc:spChg chg="add mod">
          <ac:chgData name="陈凌韬 陈凌韬" userId="81acf5ebae9f403a" providerId="LiveId" clId="{D9F12F90-5E30-4441-B053-A456B7B6408B}" dt="2026-06-11T03:02:54.817" v="18714" actId="207"/>
          <ac:spMkLst>
            <pc:docMk/>
            <pc:sldMk cId="3231821628" sldId="16670072"/>
            <ac:spMk id="4" creationId="{2BDE8831-0C17-8C6A-9BD2-FC9ED734CF3C}"/>
          </ac:spMkLst>
        </pc:spChg>
        <pc:graphicFrameChg chg="add mod modGraphic">
          <ac:chgData name="陈凌韬 陈凌韬" userId="81acf5ebae9f403a" providerId="LiveId" clId="{D9F12F90-5E30-4441-B053-A456B7B6408B}" dt="2026-06-11T03:01:25.499" v="18707" actId="20577"/>
          <ac:graphicFrameMkLst>
            <pc:docMk/>
            <pc:sldMk cId="3231821628" sldId="16670072"/>
            <ac:graphicFrameMk id="3" creationId="{7F29F54E-B7DF-CA8B-E8C8-8E962636A975}"/>
          </ac:graphicFrameMkLst>
        </pc:graphicFrameChg>
      </pc:sldChg>
      <pc:sldChg chg="delSp modSp add del mod">
        <pc:chgData name="陈凌韬 陈凌韬" userId="81acf5ebae9f403a" providerId="LiveId" clId="{D9F12F90-5E30-4441-B053-A456B7B6408B}" dt="2026-06-11T02:53:29.069" v="18488" actId="20577"/>
        <pc:sldMkLst>
          <pc:docMk/>
          <pc:sldMk cId="1267984735" sldId="16670073"/>
        </pc:sldMkLst>
        <pc:spChg chg="mod">
          <ac:chgData name="陈凌韬 陈凌韬" userId="81acf5ebae9f403a" providerId="LiveId" clId="{D9F12F90-5E30-4441-B053-A456B7B6408B}" dt="2026-06-11T02:53:29.069" v="18488" actId="20577"/>
          <ac:spMkLst>
            <pc:docMk/>
            <pc:sldMk cId="1267984735" sldId="16670073"/>
            <ac:spMk id="13" creationId="{2CE32F42-8670-E4A5-0743-047B954869D8}"/>
          </ac:spMkLst>
        </pc:spChg>
      </pc:sldChg>
      <pc:sldChg chg="modSp add del mod">
        <pc:chgData name="陈凌韬 陈凌韬" userId="81acf5ebae9f403a" providerId="LiveId" clId="{D9F12F90-5E30-4441-B053-A456B7B6408B}" dt="2026-06-11T02:54:11.131" v="18495" actId="20577"/>
        <pc:sldMkLst>
          <pc:docMk/>
          <pc:sldMk cId="972367678" sldId="16670074"/>
        </pc:sldMkLst>
        <pc:spChg chg="mod">
          <ac:chgData name="陈凌韬 陈凌韬" userId="81acf5ebae9f403a" providerId="LiveId" clId="{D9F12F90-5E30-4441-B053-A456B7B6408B}" dt="2026-06-11T02:54:11.131" v="18495" actId="20577"/>
          <ac:spMkLst>
            <pc:docMk/>
            <pc:sldMk cId="972367678" sldId="16670074"/>
            <ac:spMk id="13" creationId="{AE733C64-B27F-9576-4656-03172BF3A572}"/>
          </ac:spMkLst>
        </pc:spChg>
      </pc:sldChg>
      <pc:sldChg chg="addSp delSp modSp add mod">
        <pc:chgData name="陈凌韬 陈凌韬" userId="81acf5ebae9f403a" providerId="LiveId" clId="{D9F12F90-5E30-4441-B053-A456B7B6408B}" dt="2026-06-11T03:12:37.285" v="18837" actId="20577"/>
        <pc:sldMkLst>
          <pc:docMk/>
          <pc:sldMk cId="168021229" sldId="16670075"/>
        </pc:sldMkLst>
        <pc:spChg chg="mod">
          <ac:chgData name="陈凌韬 陈凌韬" userId="81acf5ebae9f403a" providerId="LiveId" clId="{D9F12F90-5E30-4441-B053-A456B7B6408B}" dt="2026-06-11T03:12:37.285" v="18837" actId="20577"/>
          <ac:spMkLst>
            <pc:docMk/>
            <pc:sldMk cId="168021229" sldId="16670075"/>
            <ac:spMk id="2" creationId="{EF389FB2-B383-BB6A-407E-57D5D5E486F5}"/>
          </ac:spMkLst>
        </pc:spChg>
        <pc:spChg chg="mod">
          <ac:chgData name="陈凌韬 陈凌韬" userId="81acf5ebae9f403a" providerId="LiveId" clId="{D9F12F90-5E30-4441-B053-A456B7B6408B}" dt="2026-06-11T03:08:50.466" v="18797" actId="403"/>
          <ac:spMkLst>
            <pc:docMk/>
            <pc:sldMk cId="168021229" sldId="16670075"/>
            <ac:spMk id="3" creationId="{15787947-23CC-D098-36FB-8C04FE35E328}"/>
          </ac:spMkLst>
        </pc:spChg>
        <pc:spChg chg="add mod">
          <ac:chgData name="陈凌韬 陈凌韬" userId="81acf5ebae9f403a" providerId="LiveId" clId="{D9F12F90-5E30-4441-B053-A456B7B6408B}" dt="2026-06-05T06:58:46.136" v="5295" actId="1076"/>
          <ac:spMkLst>
            <pc:docMk/>
            <pc:sldMk cId="168021229" sldId="16670075"/>
            <ac:spMk id="4" creationId="{9CF33A06-51CB-CFF5-FE55-166C8A632818}"/>
          </ac:spMkLst>
        </pc:spChg>
        <pc:spChg chg="add mod">
          <ac:chgData name="陈凌韬 陈凌韬" userId="81acf5ebae9f403a" providerId="LiveId" clId="{D9F12F90-5E30-4441-B053-A456B7B6408B}" dt="2026-06-11T03:08:08.178" v="18779" actId="1035"/>
          <ac:spMkLst>
            <pc:docMk/>
            <pc:sldMk cId="168021229" sldId="16670075"/>
            <ac:spMk id="5" creationId="{4EA1EAAA-2754-FB4E-805B-3CA18A412F1B}"/>
          </ac:spMkLst>
        </pc:spChg>
        <pc:spChg chg="add mod">
          <ac:chgData name="陈凌韬 陈凌韬" userId="81acf5ebae9f403a" providerId="LiveId" clId="{D9F12F90-5E30-4441-B053-A456B7B6408B}" dt="2026-06-11T03:08:08.178" v="18779" actId="1035"/>
          <ac:spMkLst>
            <pc:docMk/>
            <pc:sldMk cId="168021229" sldId="16670075"/>
            <ac:spMk id="6" creationId="{D531DB96-9137-C786-F74A-35C5B1D426D5}"/>
          </ac:spMkLst>
        </pc:spChg>
        <pc:spChg chg="add mod">
          <ac:chgData name="陈凌韬 陈凌韬" userId="81acf5ebae9f403a" providerId="LiveId" clId="{D9F12F90-5E30-4441-B053-A456B7B6408B}" dt="2026-06-11T03:11:49.218" v="18823" actId="207"/>
          <ac:spMkLst>
            <pc:docMk/>
            <pc:sldMk cId="168021229" sldId="16670075"/>
            <ac:spMk id="12" creationId="{6CDBCD67-84A8-6B60-2D36-347C75EB8CB4}"/>
          </ac:spMkLst>
        </pc:spChg>
        <pc:spChg chg="add mod">
          <ac:chgData name="陈凌韬 陈凌韬" userId="81acf5ebae9f403a" providerId="LiveId" clId="{D9F12F90-5E30-4441-B053-A456B7B6408B}" dt="2026-06-11T03:11:53.628" v="18824" actId="207"/>
          <ac:spMkLst>
            <pc:docMk/>
            <pc:sldMk cId="168021229" sldId="16670075"/>
            <ac:spMk id="13" creationId="{F6F989CC-9EB2-EBF8-6271-86AAEB28B925}"/>
          </ac:spMkLst>
        </pc:spChg>
        <pc:spChg chg="add mod">
          <ac:chgData name="陈凌韬 陈凌韬" userId="81acf5ebae9f403a" providerId="LiveId" clId="{D9F12F90-5E30-4441-B053-A456B7B6408B}" dt="2026-06-11T03:08:08.178" v="18779" actId="1035"/>
          <ac:spMkLst>
            <pc:docMk/>
            <pc:sldMk cId="168021229" sldId="16670075"/>
            <ac:spMk id="19" creationId="{98BF5BC6-EA1E-531B-A612-E2E57B7BCA90}"/>
          </ac:spMkLst>
        </pc:spChg>
        <pc:spChg chg="add mod">
          <ac:chgData name="陈凌韬 陈凌韬" userId="81acf5ebae9f403a" providerId="LiveId" clId="{D9F12F90-5E30-4441-B053-A456B7B6408B}" dt="2026-06-11T03:08:08.178" v="18779" actId="1035"/>
          <ac:spMkLst>
            <pc:docMk/>
            <pc:sldMk cId="168021229" sldId="16670075"/>
            <ac:spMk id="20" creationId="{BD28F1E3-235E-3085-5F5E-DC807052C027}"/>
          </ac:spMkLst>
        </pc:spChg>
        <pc:spChg chg="add mod">
          <ac:chgData name="陈凌韬 陈凌韬" userId="81acf5ebae9f403a" providerId="LiveId" clId="{D9F12F90-5E30-4441-B053-A456B7B6408B}" dt="2026-06-11T03:08:08.178" v="18779" actId="1035"/>
          <ac:spMkLst>
            <pc:docMk/>
            <pc:sldMk cId="168021229" sldId="16670075"/>
            <ac:spMk id="21" creationId="{D4756E12-0687-1E23-560F-955063B95090}"/>
          </ac:spMkLst>
        </pc:spChg>
        <pc:spChg chg="add mod">
          <ac:chgData name="陈凌韬 陈凌韬" userId="81acf5ebae9f403a" providerId="LiveId" clId="{D9F12F90-5E30-4441-B053-A456B7B6408B}" dt="2026-06-11T03:08:08.178" v="18779" actId="1035"/>
          <ac:spMkLst>
            <pc:docMk/>
            <pc:sldMk cId="168021229" sldId="16670075"/>
            <ac:spMk id="22" creationId="{37B61946-2A12-A35A-0649-1C7881480B63}"/>
          </ac:spMkLst>
        </pc:spChg>
        <pc:spChg chg="add mod">
          <ac:chgData name="陈凌韬 陈凌韬" userId="81acf5ebae9f403a" providerId="LiveId" clId="{D9F12F90-5E30-4441-B053-A456B7B6408B}" dt="2026-06-11T03:11:59.558" v="18825" actId="207"/>
          <ac:spMkLst>
            <pc:docMk/>
            <pc:sldMk cId="168021229" sldId="16670075"/>
            <ac:spMk id="23" creationId="{5A2584B2-2871-145C-BD86-9BFF5072BD8F}"/>
          </ac:spMkLst>
        </pc:spChg>
        <pc:spChg chg="add del mod">
          <ac:chgData name="陈凌韬 陈凌韬" userId="81acf5ebae9f403a" providerId="LiveId" clId="{D9F12F90-5E30-4441-B053-A456B7B6408B}" dt="2026-06-11T03:09:01.622" v="18798" actId="478"/>
          <ac:spMkLst>
            <pc:docMk/>
            <pc:sldMk cId="168021229" sldId="16670075"/>
            <ac:spMk id="24" creationId="{273E4721-C8E5-F3BE-64B8-7E02915F0494}"/>
          </ac:spMkLst>
        </pc:spChg>
        <pc:spChg chg="add del mod">
          <ac:chgData name="陈凌韬 陈凌韬" userId="81acf5ebae9f403a" providerId="LiveId" clId="{D9F12F90-5E30-4441-B053-A456B7B6408B}" dt="2026-06-11T03:09:22.307" v="18802" actId="478"/>
          <ac:spMkLst>
            <pc:docMk/>
            <pc:sldMk cId="168021229" sldId="16670075"/>
            <ac:spMk id="26" creationId="{CA7C03FC-5134-4AAB-6779-01081DFCD23F}"/>
          </ac:spMkLst>
        </pc:spChg>
      </pc:sldChg>
      <pc:sldChg chg="addSp delSp modSp add del mod">
        <pc:chgData name="陈凌韬 陈凌韬" userId="81acf5ebae9f403a" providerId="LiveId" clId="{D9F12F90-5E30-4441-B053-A456B7B6408B}" dt="2026-06-11T08:14:05.430" v="20305" actId="207"/>
        <pc:sldMkLst>
          <pc:docMk/>
          <pc:sldMk cId="2258554270" sldId="16670076"/>
        </pc:sldMkLst>
        <pc:spChg chg="add mod">
          <ac:chgData name="陈凌韬 陈凌韬" userId="81acf5ebae9f403a" providerId="LiveId" clId="{D9F12F90-5E30-4441-B053-A456B7B6408B}" dt="2026-06-11T07:16:44.415" v="19349" actId="20577"/>
          <ac:spMkLst>
            <pc:docMk/>
            <pc:sldMk cId="2258554270" sldId="16670076"/>
            <ac:spMk id="2" creationId="{E9B3750E-5B36-B428-FDB4-0705A385AEE9}"/>
          </ac:spMkLst>
        </pc:spChg>
        <pc:spChg chg="add mod">
          <ac:chgData name="陈凌韬 陈凌韬" userId="81acf5ebae9f403a" providerId="LiveId" clId="{D9F12F90-5E30-4441-B053-A456B7B6408B}" dt="2026-06-11T07:53:45.571" v="19404" actId="1076"/>
          <ac:spMkLst>
            <pc:docMk/>
            <pc:sldMk cId="2258554270" sldId="16670076"/>
            <ac:spMk id="3" creationId="{14249B33-264B-8DBC-DEB2-CD591B9BF6A5}"/>
          </ac:spMkLst>
        </pc:spChg>
        <pc:spChg chg="add mod">
          <ac:chgData name="陈凌韬 陈凌韬" userId="81acf5ebae9f403a" providerId="LiveId" clId="{D9F12F90-5E30-4441-B053-A456B7B6408B}" dt="2026-06-11T07:52:51.512" v="19392" actId="1076"/>
          <ac:spMkLst>
            <pc:docMk/>
            <pc:sldMk cId="2258554270" sldId="16670076"/>
            <ac:spMk id="4" creationId="{5E22A1F1-FB36-6A95-C9E6-1A853F1AE916}"/>
          </ac:spMkLst>
        </pc:spChg>
        <pc:spChg chg="add mod">
          <ac:chgData name="陈凌韬 陈凌韬" userId="81acf5ebae9f403a" providerId="LiveId" clId="{D9F12F90-5E30-4441-B053-A456B7B6408B}" dt="2026-06-11T05:38:19.585" v="19179" actId="14100"/>
          <ac:spMkLst>
            <pc:docMk/>
            <pc:sldMk cId="2258554270" sldId="16670076"/>
            <ac:spMk id="5" creationId="{5CFB04E8-25ED-52C1-878C-D3A12FEC1D84}"/>
          </ac:spMkLst>
        </pc:spChg>
        <pc:spChg chg="add mod">
          <ac:chgData name="陈凌韬 陈凌韬" userId="81acf5ebae9f403a" providerId="LiveId" clId="{D9F12F90-5E30-4441-B053-A456B7B6408B}" dt="2026-06-08T15:18:32.110" v="12172"/>
          <ac:spMkLst>
            <pc:docMk/>
            <pc:sldMk cId="2258554270" sldId="16670076"/>
            <ac:spMk id="6" creationId="{10F816AA-4AA9-F2C5-E56A-0F1BFDAEFBB7}"/>
          </ac:spMkLst>
        </pc:spChg>
        <pc:spChg chg="add mod">
          <ac:chgData name="陈凌韬 陈凌韬" userId="81acf5ebae9f403a" providerId="LiveId" clId="{D9F12F90-5E30-4441-B053-A456B7B6408B}" dt="2026-06-11T07:56:33.421" v="19472" actId="20577"/>
          <ac:spMkLst>
            <pc:docMk/>
            <pc:sldMk cId="2258554270" sldId="16670076"/>
            <ac:spMk id="12" creationId="{F638C2F9-AD84-AE75-7879-E77D11047950}"/>
          </ac:spMkLst>
        </pc:spChg>
        <pc:spChg chg="add del mod">
          <ac:chgData name="陈凌韬 陈凌韬" userId="81acf5ebae9f403a" providerId="LiveId" clId="{D9F12F90-5E30-4441-B053-A456B7B6408B}" dt="2026-06-11T08:05:46.284" v="19957" actId="478"/>
          <ac:spMkLst>
            <pc:docMk/>
            <pc:sldMk cId="2258554270" sldId="16670076"/>
            <ac:spMk id="13" creationId="{8D2EBE86-7E9A-9F1F-508A-BE998BA7DEFB}"/>
          </ac:spMkLst>
        </pc:spChg>
        <pc:spChg chg="add mod">
          <ac:chgData name="陈凌韬 陈凌韬" userId="81acf5ebae9f403a" providerId="LiveId" clId="{D9F12F90-5E30-4441-B053-A456B7B6408B}" dt="2026-06-11T07:14:01.339" v="19207" actId="1035"/>
          <ac:spMkLst>
            <pc:docMk/>
            <pc:sldMk cId="2258554270" sldId="16670076"/>
            <ac:spMk id="14" creationId="{5993E2CA-5EA8-3B09-FF6F-5EA544AFE1BD}"/>
          </ac:spMkLst>
        </pc:spChg>
        <pc:spChg chg="add mod">
          <ac:chgData name="陈凌韬 陈凌韬" userId="81acf5ebae9f403a" providerId="LiveId" clId="{D9F12F90-5E30-4441-B053-A456B7B6408B}" dt="2026-06-11T07:57:43.712" v="19495" actId="1037"/>
          <ac:spMkLst>
            <pc:docMk/>
            <pc:sldMk cId="2258554270" sldId="16670076"/>
            <ac:spMk id="15" creationId="{203A7285-7520-08C3-D552-B82F6058177D}"/>
          </ac:spMkLst>
        </pc:spChg>
        <pc:spChg chg="add del mod">
          <ac:chgData name="陈凌韬 陈凌韬" userId="81acf5ebae9f403a" providerId="LiveId" clId="{D9F12F90-5E30-4441-B053-A456B7B6408B}" dt="2026-06-11T05:38:12.859" v="19178" actId="478"/>
          <ac:spMkLst>
            <pc:docMk/>
            <pc:sldMk cId="2258554270" sldId="16670076"/>
            <ac:spMk id="15" creationId="{8BCF793E-EE8B-534E-FD88-5B5F4B2CE05E}"/>
          </ac:spMkLst>
        </pc:spChg>
        <pc:spChg chg="add mod">
          <ac:chgData name="陈凌韬 陈凌韬" userId="81acf5ebae9f403a" providerId="LiveId" clId="{D9F12F90-5E30-4441-B053-A456B7B6408B}" dt="2026-06-11T07:15:47.165" v="19278" actId="14100"/>
          <ac:spMkLst>
            <pc:docMk/>
            <pc:sldMk cId="2258554270" sldId="16670076"/>
            <ac:spMk id="16" creationId="{9E1C310F-4672-3EE1-B23D-2FA88A822D2F}"/>
          </ac:spMkLst>
        </pc:spChg>
        <pc:spChg chg="add mod">
          <ac:chgData name="陈凌韬 陈凌韬" userId="81acf5ebae9f403a" providerId="LiveId" clId="{D9F12F90-5E30-4441-B053-A456B7B6408B}" dt="2026-06-11T05:41:53.415" v="19181" actId="14100"/>
          <ac:spMkLst>
            <pc:docMk/>
            <pc:sldMk cId="2258554270" sldId="16670076"/>
            <ac:spMk id="17" creationId="{FB0685B7-8C7A-9DA5-52A4-3F76735DA713}"/>
          </ac:spMkLst>
        </pc:spChg>
        <pc:spChg chg="add mod">
          <ac:chgData name="陈凌韬 陈凌韬" userId="81acf5ebae9f403a" providerId="LiveId" clId="{D9F12F90-5E30-4441-B053-A456B7B6408B}" dt="2026-06-11T07:58:02.468" v="19509" actId="20577"/>
          <ac:spMkLst>
            <pc:docMk/>
            <pc:sldMk cId="2258554270" sldId="16670076"/>
            <ac:spMk id="18" creationId="{B6884ADD-BEC4-6A74-158D-016CF90AE8C2}"/>
          </ac:spMkLst>
        </pc:spChg>
        <pc:spChg chg="add del mod">
          <ac:chgData name="陈凌韬 陈凌韬" userId="81acf5ebae9f403a" providerId="LiveId" clId="{D9F12F90-5E30-4441-B053-A456B7B6408B}" dt="2026-06-11T05:38:12.859" v="19178" actId="478"/>
          <ac:spMkLst>
            <pc:docMk/>
            <pc:sldMk cId="2258554270" sldId="16670076"/>
            <ac:spMk id="18" creationId="{FDFBE466-703F-AD72-A1D6-8D16EA687C0F}"/>
          </ac:spMkLst>
        </pc:spChg>
        <pc:spChg chg="add mod">
          <ac:chgData name="陈凌韬 陈凌韬" userId="81acf5ebae9f403a" providerId="LiveId" clId="{D9F12F90-5E30-4441-B053-A456B7B6408B}" dt="2026-06-11T08:04:12.626" v="19736" actId="1036"/>
          <ac:spMkLst>
            <pc:docMk/>
            <pc:sldMk cId="2258554270" sldId="16670076"/>
            <ac:spMk id="19" creationId="{6DC02EEB-1E2C-AE7F-6F3A-70473256462B}"/>
          </ac:spMkLst>
        </pc:spChg>
        <pc:spChg chg="add mod">
          <ac:chgData name="陈凌韬 陈凌韬" userId="81acf5ebae9f403a" providerId="LiveId" clId="{D9F12F90-5E30-4441-B053-A456B7B6408B}" dt="2026-06-11T07:57:49.626" v="19498" actId="1038"/>
          <ac:spMkLst>
            <pc:docMk/>
            <pc:sldMk cId="2258554270" sldId="16670076"/>
            <ac:spMk id="20" creationId="{69A8F085-A57E-B2D3-AA1F-52474801DC8C}"/>
          </ac:spMkLst>
        </pc:spChg>
        <pc:spChg chg="add mod">
          <ac:chgData name="陈凌韬 陈凌韬" userId="81acf5ebae9f403a" providerId="LiveId" clId="{D9F12F90-5E30-4441-B053-A456B7B6408B}" dt="2026-06-11T07:58:08.262" v="19523" actId="20577"/>
          <ac:spMkLst>
            <pc:docMk/>
            <pc:sldMk cId="2258554270" sldId="16670076"/>
            <ac:spMk id="21" creationId="{C4C3FF8C-5481-EC8E-25E9-A41E3754A4D0}"/>
          </ac:spMkLst>
        </pc:spChg>
        <pc:spChg chg="add mod">
          <ac:chgData name="陈凌韬 陈凌韬" userId="81acf5ebae9f403a" providerId="LiveId" clId="{D9F12F90-5E30-4441-B053-A456B7B6408B}" dt="2026-06-11T08:02:01.296" v="19671" actId="20577"/>
          <ac:spMkLst>
            <pc:docMk/>
            <pc:sldMk cId="2258554270" sldId="16670076"/>
            <ac:spMk id="22" creationId="{005C0B88-1967-FCAC-2911-92ADF1989CE4}"/>
          </ac:spMkLst>
        </pc:spChg>
        <pc:spChg chg="add mod">
          <ac:chgData name="陈凌韬 陈凌韬" userId="81acf5ebae9f403a" providerId="LiveId" clId="{D9F12F90-5E30-4441-B053-A456B7B6408B}" dt="2026-06-11T08:01:20.661" v="19640" actId="1076"/>
          <ac:spMkLst>
            <pc:docMk/>
            <pc:sldMk cId="2258554270" sldId="16670076"/>
            <ac:spMk id="24" creationId="{D0ED73D8-ADDE-B059-7577-EE76A7CF3816}"/>
          </ac:spMkLst>
        </pc:spChg>
        <pc:spChg chg="add mod">
          <ac:chgData name="陈凌韬 陈凌韬" userId="81acf5ebae9f403a" providerId="LiveId" clId="{D9F12F90-5E30-4441-B053-A456B7B6408B}" dt="2026-06-11T08:01:30.265" v="19642" actId="1076"/>
          <ac:spMkLst>
            <pc:docMk/>
            <pc:sldMk cId="2258554270" sldId="16670076"/>
            <ac:spMk id="26" creationId="{D68E0D2F-3F6D-DF1F-8283-A02CC8F37CD0}"/>
          </ac:spMkLst>
        </pc:spChg>
        <pc:spChg chg="add del mod">
          <ac:chgData name="陈凌韬 陈凌韬" userId="81acf5ebae9f403a" providerId="LiveId" clId="{D9F12F90-5E30-4441-B053-A456B7B6408B}" dt="2026-06-11T05:38:12.859" v="19178" actId="478"/>
          <ac:spMkLst>
            <pc:docMk/>
            <pc:sldMk cId="2258554270" sldId="16670076"/>
            <ac:spMk id="27" creationId="{9F34A1FC-9EA4-B27F-6862-B2C142A1C075}"/>
          </ac:spMkLst>
        </pc:spChg>
        <pc:spChg chg="add mod">
          <ac:chgData name="陈凌韬 陈凌韬" userId="81acf5ebae9f403a" providerId="LiveId" clId="{D9F12F90-5E30-4441-B053-A456B7B6408B}" dt="2026-06-11T08:04:33.105" v="19738" actId="1076"/>
          <ac:spMkLst>
            <pc:docMk/>
            <pc:sldMk cId="2258554270" sldId="16670076"/>
            <ac:spMk id="27" creationId="{BC273C2E-94CC-FF12-0610-B0E21C4FF9B6}"/>
          </ac:spMkLst>
        </pc:spChg>
        <pc:spChg chg="add mod">
          <ac:chgData name="陈凌韬 陈凌韬" userId="81acf5ebae9f403a" providerId="LiveId" clId="{D9F12F90-5E30-4441-B053-A456B7B6408B}" dt="2026-06-11T08:04:43.642" v="19740" actId="1076"/>
          <ac:spMkLst>
            <pc:docMk/>
            <pc:sldMk cId="2258554270" sldId="16670076"/>
            <ac:spMk id="28" creationId="{3A66E220-20CB-0652-5BBA-08996F581CDD}"/>
          </ac:spMkLst>
        </pc:spChg>
        <pc:spChg chg="add mod">
          <ac:chgData name="陈凌韬 陈凌韬" userId="81acf5ebae9f403a" providerId="LiveId" clId="{D9F12F90-5E30-4441-B053-A456B7B6408B}" dt="2026-06-11T08:05:55.825" v="19958" actId="207"/>
          <ac:spMkLst>
            <pc:docMk/>
            <pc:sldMk cId="2258554270" sldId="16670076"/>
            <ac:spMk id="29" creationId="{1732AC6F-8182-DB1A-74AB-C661D59E8329}"/>
          </ac:spMkLst>
        </pc:spChg>
        <pc:spChg chg="add mod">
          <ac:chgData name="陈凌韬 陈凌韬" userId="81acf5ebae9f403a" providerId="LiveId" clId="{D9F12F90-5E30-4441-B053-A456B7B6408B}" dt="2026-06-11T08:05:55.825" v="19958" actId="207"/>
          <ac:spMkLst>
            <pc:docMk/>
            <pc:sldMk cId="2258554270" sldId="16670076"/>
            <ac:spMk id="30" creationId="{592A3CD8-1C1E-7C98-0F7B-83C3B4AD5C81}"/>
          </ac:spMkLst>
        </pc:spChg>
        <pc:spChg chg="add del mod">
          <ac:chgData name="陈凌韬 陈凌韬" userId="81acf5ebae9f403a" providerId="LiveId" clId="{D9F12F90-5E30-4441-B053-A456B7B6408B}" dt="2026-06-11T05:38:12.859" v="19178" actId="478"/>
          <ac:spMkLst>
            <pc:docMk/>
            <pc:sldMk cId="2258554270" sldId="16670076"/>
            <ac:spMk id="31" creationId="{53F94BCA-11AB-81FD-BE83-BC2A8AC7E250}"/>
          </ac:spMkLst>
        </pc:spChg>
        <pc:spChg chg="add mod">
          <ac:chgData name="陈凌韬 陈凌韬" userId="81acf5ebae9f403a" providerId="LiveId" clId="{D9F12F90-5E30-4441-B053-A456B7B6408B}" dt="2026-06-11T08:05:55.825" v="19958" actId="207"/>
          <ac:spMkLst>
            <pc:docMk/>
            <pc:sldMk cId="2258554270" sldId="16670076"/>
            <ac:spMk id="31" creationId="{D35A33A5-5F52-F0D2-AC89-82996DB2EA2A}"/>
          </ac:spMkLst>
        </pc:spChg>
        <pc:spChg chg="add mod">
          <ac:chgData name="陈凌韬 陈凌韬" userId="81acf5ebae9f403a" providerId="LiveId" clId="{D9F12F90-5E30-4441-B053-A456B7B6408B}" dt="2026-06-11T08:11:51.489" v="20214" actId="20577"/>
          <ac:spMkLst>
            <pc:docMk/>
            <pc:sldMk cId="2258554270" sldId="16670076"/>
            <ac:spMk id="32" creationId="{725A980A-4794-9B6A-BE75-05F684EBF2E7}"/>
          </ac:spMkLst>
        </pc:spChg>
        <pc:spChg chg="add del mod">
          <ac:chgData name="陈凌韬 陈凌韬" userId="81acf5ebae9f403a" providerId="LiveId" clId="{D9F12F90-5E30-4441-B053-A456B7B6408B}" dt="2026-06-11T05:38:12.859" v="19178" actId="478"/>
          <ac:spMkLst>
            <pc:docMk/>
            <pc:sldMk cId="2258554270" sldId="16670076"/>
            <ac:spMk id="32" creationId="{85B69B60-ACC1-B135-3822-6234F749782D}"/>
          </ac:spMkLst>
        </pc:spChg>
        <pc:spChg chg="add mod">
          <ac:chgData name="陈凌韬 陈凌韬" userId="81acf5ebae9f403a" providerId="LiveId" clId="{D9F12F90-5E30-4441-B053-A456B7B6408B}" dt="2026-06-11T08:12:45.323" v="20224" actId="20577"/>
          <ac:spMkLst>
            <pc:docMk/>
            <pc:sldMk cId="2258554270" sldId="16670076"/>
            <ac:spMk id="33" creationId="{23DC0416-3130-B1FE-2848-3770F2C8F039}"/>
          </ac:spMkLst>
        </pc:spChg>
        <pc:spChg chg="add mod">
          <ac:chgData name="陈凌韬 陈凌韬" userId="81acf5ebae9f403a" providerId="LiveId" clId="{D9F12F90-5E30-4441-B053-A456B7B6408B}" dt="2026-06-11T08:13:30.880" v="20232" actId="20577"/>
          <ac:spMkLst>
            <pc:docMk/>
            <pc:sldMk cId="2258554270" sldId="16670076"/>
            <ac:spMk id="34" creationId="{F3B81D29-6673-EE7F-6FF5-ED41766C99FE}"/>
          </ac:spMkLst>
        </pc:spChg>
        <pc:spChg chg="add mod">
          <ac:chgData name="陈凌韬 陈凌韬" userId="81acf5ebae9f403a" providerId="LiveId" clId="{D9F12F90-5E30-4441-B053-A456B7B6408B}" dt="2026-06-11T08:14:05.430" v="20305" actId="207"/>
          <ac:spMkLst>
            <pc:docMk/>
            <pc:sldMk cId="2258554270" sldId="16670076"/>
            <ac:spMk id="35" creationId="{07D46DA3-E338-2498-1F25-C686AF8F610C}"/>
          </ac:spMkLst>
        </pc:spChg>
        <pc:spChg chg="add mod">
          <ac:chgData name="陈凌韬 陈凌韬" userId="81acf5ebae9f403a" providerId="LiveId" clId="{D9F12F90-5E30-4441-B053-A456B7B6408B}" dt="2026-06-11T08:14:05.430" v="20305" actId="207"/>
          <ac:spMkLst>
            <pc:docMk/>
            <pc:sldMk cId="2258554270" sldId="16670076"/>
            <ac:spMk id="36" creationId="{B5844B6F-73F4-A116-389C-CE6FA27F0A21}"/>
          </ac:spMkLst>
        </pc:spChg>
        <pc:spChg chg="add del mod">
          <ac:chgData name="陈凌韬 陈凌韬" userId="81acf5ebae9f403a" providerId="LiveId" clId="{D9F12F90-5E30-4441-B053-A456B7B6408B}" dt="2026-06-11T05:38:12.859" v="19178" actId="478"/>
          <ac:spMkLst>
            <pc:docMk/>
            <pc:sldMk cId="2258554270" sldId="16670076"/>
            <ac:spMk id="37" creationId="{F5D67282-0BA3-5BFC-1456-E62F57C57848}"/>
          </ac:spMkLst>
        </pc:spChg>
        <pc:spChg chg="add del mod">
          <ac:chgData name="陈凌韬 陈凌韬" userId="81acf5ebae9f403a" providerId="LiveId" clId="{D9F12F90-5E30-4441-B053-A456B7B6408B}" dt="2026-06-11T05:38:12.859" v="19178" actId="478"/>
          <ac:spMkLst>
            <pc:docMk/>
            <pc:sldMk cId="2258554270" sldId="16670076"/>
            <ac:spMk id="40" creationId="{0FCE7E04-DB9C-97FD-2EBA-EAE392C07EC4}"/>
          </ac:spMkLst>
        </pc:spChg>
        <pc:spChg chg="add del mod">
          <ac:chgData name="陈凌韬 陈凌韬" userId="81acf5ebae9f403a" providerId="LiveId" clId="{D9F12F90-5E30-4441-B053-A456B7B6408B}" dt="2026-06-11T05:38:12.859" v="19178" actId="478"/>
          <ac:spMkLst>
            <pc:docMk/>
            <pc:sldMk cId="2258554270" sldId="16670076"/>
            <ac:spMk id="47" creationId="{C3F64D72-383D-56F7-F979-1A985D9B479B}"/>
          </ac:spMkLst>
        </pc:spChg>
        <pc:spChg chg="add del mod">
          <ac:chgData name="陈凌韬 陈凌韬" userId="81acf5ebae9f403a" providerId="LiveId" clId="{D9F12F90-5E30-4441-B053-A456B7B6408B}" dt="2026-06-11T05:38:12.859" v="19178" actId="478"/>
          <ac:spMkLst>
            <pc:docMk/>
            <pc:sldMk cId="2258554270" sldId="16670076"/>
            <ac:spMk id="49" creationId="{97885D3E-F843-B25E-4B81-96A45864F0DC}"/>
          </ac:spMkLst>
        </pc:spChg>
        <pc:spChg chg="add del mod">
          <ac:chgData name="陈凌韬 陈凌韬" userId="81acf5ebae9f403a" providerId="LiveId" clId="{D9F12F90-5E30-4441-B053-A456B7B6408B}" dt="2026-06-11T05:38:12.859" v="19178" actId="478"/>
          <ac:spMkLst>
            <pc:docMk/>
            <pc:sldMk cId="2258554270" sldId="16670076"/>
            <ac:spMk id="51" creationId="{07A2EA13-21FD-4C63-6873-DA0F8AA23203}"/>
          </ac:spMkLst>
        </pc:spChg>
        <pc:spChg chg="add del mod">
          <ac:chgData name="陈凌韬 陈凌韬" userId="81acf5ebae9f403a" providerId="LiveId" clId="{D9F12F90-5E30-4441-B053-A456B7B6408B}" dt="2026-06-11T07:52:01.601" v="19357" actId="478"/>
          <ac:spMkLst>
            <pc:docMk/>
            <pc:sldMk cId="2258554270" sldId="16670076"/>
            <ac:spMk id="52" creationId="{438728A9-893C-1842-D36E-39BF9E768346}"/>
          </ac:spMkLst>
        </pc:spChg>
        <pc:spChg chg="add del mod">
          <ac:chgData name="陈凌韬 陈凌韬" userId="81acf5ebae9f403a" providerId="LiveId" clId="{D9F12F90-5E30-4441-B053-A456B7B6408B}" dt="2026-06-11T07:52:01.601" v="19357" actId="478"/>
          <ac:spMkLst>
            <pc:docMk/>
            <pc:sldMk cId="2258554270" sldId="16670076"/>
            <ac:spMk id="53" creationId="{B9C84620-E107-0814-E0AC-A5D339264CC9}"/>
          </ac:spMkLst>
        </pc:spChg>
        <pc:spChg chg="add del mod">
          <ac:chgData name="陈凌韬 陈凌韬" userId="81acf5ebae9f403a" providerId="LiveId" clId="{D9F12F90-5E30-4441-B053-A456B7B6408B}" dt="2026-06-11T07:54:10.072" v="19405" actId="1076"/>
          <ac:spMkLst>
            <pc:docMk/>
            <pc:sldMk cId="2258554270" sldId="16670076"/>
            <ac:spMk id="54" creationId="{9BCD6E47-FC9F-F48C-B827-64042A8ADE97}"/>
          </ac:spMkLst>
        </pc:spChg>
        <pc:spChg chg="add del mod">
          <ac:chgData name="陈凌韬 陈凌韬" userId="81acf5ebae9f403a" providerId="LiveId" clId="{D9F12F90-5E30-4441-B053-A456B7B6408B}" dt="2026-06-11T07:52:26.924" v="19373" actId="478"/>
          <ac:spMkLst>
            <pc:docMk/>
            <pc:sldMk cId="2258554270" sldId="16670076"/>
            <ac:spMk id="55" creationId="{AEC0A4CE-BDF1-6CD9-6E9F-792720E3C646}"/>
          </ac:spMkLst>
        </pc:spChg>
        <pc:spChg chg="add mod">
          <ac:chgData name="陈凌韬 陈凌韬" userId="81acf5ebae9f403a" providerId="LiveId" clId="{D9F12F90-5E30-4441-B053-A456B7B6408B}" dt="2026-06-11T07:15:50.967" v="19289" actId="1035"/>
          <ac:spMkLst>
            <pc:docMk/>
            <pc:sldMk cId="2258554270" sldId="16670076"/>
            <ac:spMk id="56" creationId="{39D4B0FC-FA4E-6B31-4ADB-014F099826EC}"/>
          </ac:spMkLst>
        </pc:spChg>
        <pc:spChg chg="add mod">
          <ac:chgData name="陈凌韬 陈凌韬" userId="81acf5ebae9f403a" providerId="LiveId" clId="{D9F12F90-5E30-4441-B053-A456B7B6408B}" dt="2026-06-11T07:15:30.877" v="19277" actId="1037"/>
          <ac:spMkLst>
            <pc:docMk/>
            <pc:sldMk cId="2258554270" sldId="16670076"/>
            <ac:spMk id="57" creationId="{8BE0C74C-EB91-A86F-EE6B-910F1F1D646F}"/>
          </ac:spMkLst>
        </pc:spChg>
        <pc:spChg chg="add del mod">
          <ac:chgData name="陈凌韬 陈凌韬" userId="81acf5ebae9f403a" providerId="LiveId" clId="{D9F12F90-5E30-4441-B053-A456B7B6408B}" dt="2026-06-11T07:52:01.601" v="19357" actId="478"/>
          <ac:spMkLst>
            <pc:docMk/>
            <pc:sldMk cId="2258554270" sldId="16670076"/>
            <ac:spMk id="58" creationId="{768B7BF9-87F2-577A-62A7-03849BABF730}"/>
          </ac:spMkLst>
        </pc:spChg>
        <pc:spChg chg="add del mod">
          <ac:chgData name="陈凌韬 陈凌韬" userId="81acf5ebae9f403a" providerId="LiveId" clId="{D9F12F90-5E30-4441-B053-A456B7B6408B}" dt="2026-06-11T07:52:01.601" v="19357" actId="478"/>
          <ac:spMkLst>
            <pc:docMk/>
            <pc:sldMk cId="2258554270" sldId="16670076"/>
            <ac:spMk id="61" creationId="{076DF449-35AD-256E-9B36-8411597C57FE}"/>
          </ac:spMkLst>
        </pc:spChg>
        <pc:spChg chg="add del mod">
          <ac:chgData name="陈凌韬 陈凌韬" userId="81acf5ebae9f403a" providerId="LiveId" clId="{D9F12F90-5E30-4441-B053-A456B7B6408B}" dt="2026-06-11T07:52:01.601" v="19357" actId="478"/>
          <ac:spMkLst>
            <pc:docMk/>
            <pc:sldMk cId="2258554270" sldId="16670076"/>
            <ac:spMk id="62" creationId="{42078398-6778-D093-5397-28DE1B66F46A}"/>
          </ac:spMkLst>
        </pc:spChg>
        <pc:spChg chg="add del mod">
          <ac:chgData name="陈凌韬 陈凌韬" userId="81acf5ebae9f403a" providerId="LiveId" clId="{D9F12F90-5E30-4441-B053-A456B7B6408B}" dt="2026-06-11T07:52:01.601" v="19357" actId="478"/>
          <ac:spMkLst>
            <pc:docMk/>
            <pc:sldMk cId="2258554270" sldId="16670076"/>
            <ac:spMk id="63" creationId="{2F2B5EF2-BA2E-D373-0420-8E65C75976E5}"/>
          </ac:spMkLst>
        </pc:spChg>
        <pc:spChg chg="add del mod">
          <ac:chgData name="陈凌韬 陈凌韬" userId="81acf5ebae9f403a" providerId="LiveId" clId="{D9F12F90-5E30-4441-B053-A456B7B6408B}" dt="2026-06-11T07:52:03.258" v="19358" actId="478"/>
          <ac:spMkLst>
            <pc:docMk/>
            <pc:sldMk cId="2258554270" sldId="16670076"/>
            <ac:spMk id="65" creationId="{B516F282-CEBB-C209-583A-DBD50D40273D}"/>
          </ac:spMkLst>
        </pc:spChg>
        <pc:spChg chg="add del mod">
          <ac:chgData name="陈凌韬 陈凌韬" userId="81acf5ebae9f403a" providerId="LiveId" clId="{D9F12F90-5E30-4441-B053-A456B7B6408B}" dt="2026-06-11T07:52:01.601" v="19357" actId="478"/>
          <ac:spMkLst>
            <pc:docMk/>
            <pc:sldMk cId="2258554270" sldId="16670076"/>
            <ac:spMk id="66" creationId="{FC5E980F-DCA4-A55F-09F0-B1E26AC54DA0}"/>
          </ac:spMkLst>
        </pc:spChg>
        <pc:spChg chg="add del mod">
          <ac:chgData name="陈凌韬 陈凌韬" userId="81acf5ebae9f403a" providerId="LiveId" clId="{D9F12F90-5E30-4441-B053-A456B7B6408B}" dt="2026-06-11T07:52:01.601" v="19357" actId="478"/>
          <ac:spMkLst>
            <pc:docMk/>
            <pc:sldMk cId="2258554270" sldId="16670076"/>
            <ac:spMk id="67" creationId="{B2572DC6-E282-0A41-69B4-DEDED7488FAB}"/>
          </ac:spMkLst>
        </pc:spChg>
        <pc:spChg chg="add mod">
          <ac:chgData name="陈凌韬 陈凌韬" userId="81acf5ebae9f403a" providerId="LiveId" clId="{D9F12F90-5E30-4441-B053-A456B7B6408B}" dt="2026-06-11T07:15:30.877" v="19277" actId="1037"/>
          <ac:spMkLst>
            <pc:docMk/>
            <pc:sldMk cId="2258554270" sldId="16670076"/>
            <ac:spMk id="69" creationId="{4A43160A-A0F4-5515-EAC0-E5E76E81578D}"/>
          </ac:spMkLst>
        </pc:spChg>
        <pc:spChg chg="add mod">
          <ac:chgData name="陈凌韬 陈凌韬" userId="81acf5ebae9f403a" providerId="LiveId" clId="{D9F12F90-5E30-4441-B053-A456B7B6408B}" dt="2026-06-11T07:15:30.877" v="19277" actId="1037"/>
          <ac:spMkLst>
            <pc:docMk/>
            <pc:sldMk cId="2258554270" sldId="16670076"/>
            <ac:spMk id="70" creationId="{DBB4C9F1-FCA4-5AB9-1E56-79B22B8B764F}"/>
          </ac:spMkLst>
        </pc:spChg>
        <pc:spChg chg="add del mod">
          <ac:chgData name="陈凌韬 陈凌韬" userId="81acf5ebae9f403a" providerId="LiveId" clId="{D9F12F90-5E30-4441-B053-A456B7B6408B}" dt="2026-06-11T07:53:33.546" v="19400" actId="21"/>
          <ac:spMkLst>
            <pc:docMk/>
            <pc:sldMk cId="2258554270" sldId="16670076"/>
            <ac:spMk id="72" creationId="{8D2EBE86-7E9A-9F1F-508A-BE998BA7DEFB}"/>
          </ac:spMkLst>
        </pc:spChg>
        <pc:spChg chg="add del mod">
          <ac:chgData name="陈凌韬 陈凌韬" userId="81acf5ebae9f403a" providerId="LiveId" clId="{D9F12F90-5E30-4441-B053-A456B7B6408B}" dt="2026-06-11T07:52:26.924" v="19373" actId="478"/>
          <ac:spMkLst>
            <pc:docMk/>
            <pc:sldMk cId="2258554270" sldId="16670076"/>
            <ac:spMk id="74" creationId="{FFBC3701-CD8C-7EE1-2B41-80BB10D36B83}"/>
          </ac:spMkLst>
        </pc:spChg>
        <pc:spChg chg="add del mod">
          <ac:chgData name="陈凌韬 陈凌韬" userId="81acf5ebae9f403a" providerId="LiveId" clId="{D9F12F90-5E30-4441-B053-A456B7B6408B}" dt="2026-06-11T07:52:15.989" v="19368" actId="478"/>
          <ac:spMkLst>
            <pc:docMk/>
            <pc:sldMk cId="2258554270" sldId="16670076"/>
            <ac:spMk id="75" creationId="{26D21F6D-D233-B247-6CE9-D895A62BF7BC}"/>
          </ac:spMkLst>
        </pc:spChg>
        <pc:spChg chg="add del mod">
          <ac:chgData name="陈凌韬 陈凌韬" userId="81acf5ebae9f403a" providerId="LiveId" clId="{D9F12F90-5E30-4441-B053-A456B7B6408B}" dt="2026-06-11T07:52:17.360" v="19369" actId="478"/>
          <ac:spMkLst>
            <pc:docMk/>
            <pc:sldMk cId="2258554270" sldId="16670076"/>
            <ac:spMk id="76" creationId="{761A73F3-6B5A-60A9-705D-A46974E64BF1}"/>
          </ac:spMkLst>
        </pc:spChg>
        <pc:spChg chg="add del mod">
          <ac:chgData name="陈凌韬 陈凌韬" userId="81acf5ebae9f403a" providerId="LiveId" clId="{D9F12F90-5E30-4441-B053-A456B7B6408B}" dt="2026-06-11T07:52:18.749" v="19370" actId="478"/>
          <ac:spMkLst>
            <pc:docMk/>
            <pc:sldMk cId="2258554270" sldId="16670076"/>
            <ac:spMk id="77" creationId="{11A902FD-5851-D12D-85F5-8F9653E9D583}"/>
          </ac:spMkLst>
        </pc:spChg>
        <pc:spChg chg="add del mod">
          <ac:chgData name="陈凌韬 陈凌韬" userId="81acf5ebae9f403a" providerId="LiveId" clId="{D9F12F90-5E30-4441-B053-A456B7B6408B}" dt="2026-06-11T07:52:26.924" v="19373" actId="478"/>
          <ac:spMkLst>
            <pc:docMk/>
            <pc:sldMk cId="2258554270" sldId="16670076"/>
            <ac:spMk id="78" creationId="{F82B02D6-FB82-4C97-49ED-181B092BF78A}"/>
          </ac:spMkLst>
        </pc:spChg>
        <pc:spChg chg="add del mod">
          <ac:chgData name="陈凌韬 陈凌韬" userId="81acf5ebae9f403a" providerId="LiveId" clId="{D9F12F90-5E30-4441-B053-A456B7B6408B}" dt="2026-06-11T07:52:26.924" v="19373" actId="478"/>
          <ac:spMkLst>
            <pc:docMk/>
            <pc:sldMk cId="2258554270" sldId="16670076"/>
            <ac:spMk id="79" creationId="{D3DE967F-0A53-D71B-9039-1B084840DED7}"/>
          </ac:spMkLst>
        </pc:spChg>
        <pc:spChg chg="add del mod">
          <ac:chgData name="陈凌韬 陈凌韬" userId="81acf5ebae9f403a" providerId="LiveId" clId="{D9F12F90-5E30-4441-B053-A456B7B6408B}" dt="2026-06-11T07:52:26.924" v="19373" actId="478"/>
          <ac:spMkLst>
            <pc:docMk/>
            <pc:sldMk cId="2258554270" sldId="16670076"/>
            <ac:spMk id="80" creationId="{ED617C9A-D646-CD5A-03F0-F3E725557DA8}"/>
          </ac:spMkLst>
        </pc:spChg>
        <pc:spChg chg="add del mod">
          <ac:chgData name="陈凌韬 陈凌韬" userId="81acf5ebae9f403a" providerId="LiveId" clId="{D9F12F90-5E30-4441-B053-A456B7B6408B}" dt="2026-06-11T07:51:39.354" v="19351" actId="478"/>
          <ac:spMkLst>
            <pc:docMk/>
            <pc:sldMk cId="2258554270" sldId="16670076"/>
            <ac:spMk id="81" creationId="{52CF380A-CA8C-5946-887E-3E03851B35C4}"/>
          </ac:spMkLst>
        </pc:spChg>
        <pc:spChg chg="add del mod">
          <ac:chgData name="陈凌韬 陈凌韬" userId="81acf5ebae9f403a" providerId="LiveId" clId="{D9F12F90-5E30-4441-B053-A456B7B6408B}" dt="2026-06-11T07:51:38.745" v="19350" actId="478"/>
          <ac:spMkLst>
            <pc:docMk/>
            <pc:sldMk cId="2258554270" sldId="16670076"/>
            <ac:spMk id="83" creationId="{01C53227-BD44-9B7E-3252-526C2DBA67B4}"/>
          </ac:spMkLst>
        </pc:spChg>
        <pc:spChg chg="add mod">
          <ac:chgData name="陈凌韬 陈凌韬" userId="81acf5ebae9f403a" providerId="LiveId" clId="{D9F12F90-5E30-4441-B053-A456B7B6408B}" dt="2026-06-11T07:16:14.957" v="19341" actId="14100"/>
          <ac:spMkLst>
            <pc:docMk/>
            <pc:sldMk cId="2258554270" sldId="16670076"/>
            <ac:spMk id="84" creationId="{6130C0F8-E02D-F653-0E6C-3DF4D0AAB334}"/>
          </ac:spMkLst>
        </pc:spChg>
        <pc:spChg chg="add mod">
          <ac:chgData name="陈凌韬 陈凌韬" userId="81acf5ebae9f403a" providerId="LiveId" clId="{D9F12F90-5E30-4441-B053-A456B7B6408B}" dt="2026-06-11T07:16:04.446" v="19313" actId="1035"/>
          <ac:spMkLst>
            <pc:docMk/>
            <pc:sldMk cId="2258554270" sldId="16670076"/>
            <ac:spMk id="85" creationId="{07E5DF73-BC24-E64D-CC0D-38F18A4BCDD4}"/>
          </ac:spMkLst>
        </pc:spChg>
        <pc:spChg chg="add mod">
          <ac:chgData name="陈凌韬 陈凌韬" userId="81acf5ebae9f403a" providerId="LiveId" clId="{D9F12F90-5E30-4441-B053-A456B7B6408B}" dt="2026-06-11T07:16:09.600" v="19339" actId="1035"/>
          <ac:spMkLst>
            <pc:docMk/>
            <pc:sldMk cId="2258554270" sldId="16670076"/>
            <ac:spMk id="86" creationId="{A4BBB828-E402-3548-A8AF-BFB480D89936}"/>
          </ac:spMkLst>
        </pc:spChg>
        <pc:picChg chg="add mod modCrop">
          <ac:chgData name="陈凌韬 陈凌韬" userId="81acf5ebae9f403a" providerId="LiveId" clId="{D9F12F90-5E30-4441-B053-A456B7B6408B}" dt="2026-06-11T07:14:25.282" v="19208" actId="1076"/>
          <ac:picMkLst>
            <pc:docMk/>
            <pc:sldMk cId="2258554270" sldId="16670076"/>
            <ac:picMk id="23" creationId="{FD98C7D2-26F4-4A08-8CD2-03F57BF4466D}"/>
          </ac:picMkLst>
        </pc:picChg>
        <pc:picChg chg="add mod modCrop">
          <ac:chgData name="陈凌韬 陈凌韬" userId="81acf5ebae9f403a" providerId="LiveId" clId="{D9F12F90-5E30-4441-B053-A456B7B6408B}" dt="2026-06-11T07:14:56.281" v="19212" actId="1076"/>
          <ac:picMkLst>
            <pc:docMk/>
            <pc:sldMk cId="2258554270" sldId="16670076"/>
            <ac:picMk id="25" creationId="{EB622750-F24E-5E27-0365-4DC12531B11B}"/>
          </ac:picMkLst>
        </pc:picChg>
        <pc:picChg chg="add del mod">
          <ac:chgData name="陈凌韬 陈凌韬" userId="81acf5ebae9f403a" providerId="LiveId" clId="{D9F12F90-5E30-4441-B053-A456B7B6408B}" dt="2026-06-11T07:52:01.601" v="19357" actId="478"/>
          <ac:picMkLst>
            <pc:docMk/>
            <pc:sldMk cId="2258554270" sldId="16670076"/>
            <ac:picMk id="60" creationId="{7CEE8DE1-715D-FA70-7882-DB0C6C48E85A}"/>
          </ac:picMkLst>
        </pc:picChg>
        <pc:picChg chg="add del mod">
          <ac:chgData name="陈凌韬 陈凌韬" userId="81acf5ebae9f403a" providerId="LiveId" clId="{D9F12F90-5E30-4441-B053-A456B7B6408B}" dt="2026-06-11T07:52:01.601" v="19357" actId="478"/>
          <ac:picMkLst>
            <pc:docMk/>
            <pc:sldMk cId="2258554270" sldId="16670076"/>
            <ac:picMk id="64" creationId="{2B1DE7D6-F215-C6A2-F06F-3A70C9BC8F57}"/>
          </ac:picMkLst>
        </pc:picChg>
        <pc:picChg chg="add del mod">
          <ac:chgData name="陈凌韬 陈凌韬" userId="81acf5ebae9f403a" providerId="LiveId" clId="{D9F12F90-5E30-4441-B053-A456B7B6408B}" dt="2026-06-11T07:52:04.248" v="19359" actId="478"/>
          <ac:picMkLst>
            <pc:docMk/>
            <pc:sldMk cId="2258554270" sldId="16670076"/>
            <ac:picMk id="71" creationId="{BBDF512B-4A9B-3DE4-127B-8007AAB5857A}"/>
          </ac:picMkLst>
        </pc:picChg>
        <pc:picChg chg="add del mod">
          <ac:chgData name="陈凌韬 陈凌韬" userId="81acf5ebae9f403a" providerId="LiveId" clId="{D9F12F90-5E30-4441-B053-A456B7B6408B}" dt="2026-06-11T07:52:26.924" v="19373" actId="478"/>
          <ac:picMkLst>
            <pc:docMk/>
            <pc:sldMk cId="2258554270" sldId="16670076"/>
            <ac:picMk id="73" creationId="{C2EB0ACD-88C7-9E24-A455-53A5598D2F7F}"/>
          </ac:picMkLst>
        </pc:picChg>
        <pc:picChg chg="add del mod">
          <ac:chgData name="陈凌韬 陈凌韬" userId="81acf5ebae9f403a" providerId="LiveId" clId="{D9F12F90-5E30-4441-B053-A456B7B6408B}" dt="2026-06-11T07:51:40.216" v="19352" actId="478"/>
          <ac:picMkLst>
            <pc:docMk/>
            <pc:sldMk cId="2258554270" sldId="16670076"/>
            <ac:picMk id="82" creationId="{7F40ED8A-AABF-FC69-4027-A062370451F2}"/>
          </ac:picMkLst>
        </pc:picChg>
      </pc:sldChg>
      <pc:sldChg chg="addSp delSp modSp add del mod">
        <pc:chgData name="陈凌韬 陈凌韬" userId="81acf5ebae9f403a" providerId="LiveId" clId="{D9F12F90-5E30-4441-B053-A456B7B6408B}" dt="2026-06-11T07:16:37.730" v="19345" actId="20577"/>
        <pc:sldMkLst>
          <pc:docMk/>
          <pc:sldMk cId="2992710469" sldId="16670077"/>
        </pc:sldMkLst>
        <pc:spChg chg="add mod">
          <ac:chgData name="陈凌韬 陈凌韬" userId="81acf5ebae9f403a" providerId="LiveId" clId="{D9F12F90-5E30-4441-B053-A456B7B6408B}" dt="2026-06-11T07:16:37.730" v="19345" actId="20577"/>
          <ac:spMkLst>
            <pc:docMk/>
            <pc:sldMk cId="2992710469" sldId="16670077"/>
            <ac:spMk id="2" creationId="{B81C6636-BD69-5D1C-7E6A-92D5ACBE123A}"/>
          </ac:spMkLst>
        </pc:spChg>
        <pc:spChg chg="add mod">
          <ac:chgData name="陈凌韬 陈凌韬" userId="81acf5ebae9f403a" providerId="LiveId" clId="{D9F12F90-5E30-4441-B053-A456B7B6408B}" dt="2026-06-08T08:43:02.823" v="8588" actId="207"/>
          <ac:spMkLst>
            <pc:docMk/>
            <pc:sldMk cId="2992710469" sldId="16670077"/>
            <ac:spMk id="3" creationId="{5671C23F-8549-4449-CB74-B83468564C23}"/>
          </ac:spMkLst>
        </pc:spChg>
        <pc:spChg chg="add mod">
          <ac:chgData name="陈凌韬 陈凌韬" userId="81acf5ebae9f403a" providerId="LiveId" clId="{D9F12F90-5E30-4441-B053-A456B7B6408B}" dt="2026-06-08T08:43:27.236" v="8592" actId="692"/>
          <ac:spMkLst>
            <pc:docMk/>
            <pc:sldMk cId="2992710469" sldId="16670077"/>
            <ac:spMk id="4" creationId="{52BD46F6-3544-BB51-816D-7DA273E9E22D}"/>
          </ac:spMkLst>
        </pc:spChg>
        <pc:spChg chg="add mod">
          <ac:chgData name="陈凌韬 陈凌韬" userId="81acf5ebae9f403a" providerId="LiveId" clId="{D9F12F90-5E30-4441-B053-A456B7B6408B}" dt="2026-06-09T00:55:02.218" v="12241" actId="692"/>
          <ac:spMkLst>
            <pc:docMk/>
            <pc:sldMk cId="2992710469" sldId="16670077"/>
            <ac:spMk id="5" creationId="{B8236000-169B-6321-E5E3-B50AE8B880C6}"/>
          </ac:spMkLst>
        </pc:spChg>
        <pc:spChg chg="add mod">
          <ac:chgData name="陈凌韬 陈凌韬" userId="81acf5ebae9f403a" providerId="LiveId" clId="{D9F12F90-5E30-4441-B053-A456B7B6408B}" dt="2026-06-08T12:44:45.102" v="10541"/>
          <ac:spMkLst>
            <pc:docMk/>
            <pc:sldMk cId="2992710469" sldId="16670077"/>
            <ac:spMk id="6" creationId="{92A802AC-9A0F-F417-177C-12A477CE41EC}"/>
          </ac:spMkLst>
        </pc:spChg>
        <pc:spChg chg="add mod">
          <ac:chgData name="陈凌韬 陈凌韬" userId="81acf5ebae9f403a" providerId="LiveId" clId="{D9F12F90-5E30-4441-B053-A456B7B6408B}" dt="2026-06-08T09:14:58.406" v="8747" actId="403"/>
          <ac:spMkLst>
            <pc:docMk/>
            <pc:sldMk cId="2992710469" sldId="16670077"/>
            <ac:spMk id="12" creationId="{B5FD31E4-DE1D-85C4-EAFD-F02DFD8CAAAA}"/>
          </ac:spMkLst>
        </pc:spChg>
        <pc:spChg chg="add mod">
          <ac:chgData name="陈凌韬 陈凌韬" userId="81acf5ebae9f403a" providerId="LiveId" clId="{D9F12F90-5E30-4441-B053-A456B7B6408B}" dt="2026-06-09T00:54:52.678" v="12238" actId="207"/>
          <ac:spMkLst>
            <pc:docMk/>
            <pc:sldMk cId="2992710469" sldId="16670077"/>
            <ac:spMk id="13" creationId="{5900CC3B-D34C-EC2B-C68C-ED4D2E2333B1}"/>
          </ac:spMkLst>
        </pc:spChg>
        <pc:spChg chg="add mod">
          <ac:chgData name="陈凌韬 陈凌韬" userId="81acf5ebae9f403a" providerId="LiveId" clId="{D9F12F90-5E30-4441-B053-A456B7B6408B}" dt="2026-06-08T09:15:15.252" v="8773" actId="1076"/>
          <ac:spMkLst>
            <pc:docMk/>
            <pc:sldMk cId="2992710469" sldId="16670077"/>
            <ac:spMk id="14" creationId="{6471060E-C815-03A9-7AB4-B2F284F9094F}"/>
          </ac:spMkLst>
        </pc:spChg>
        <pc:spChg chg="add mod">
          <ac:chgData name="陈凌韬 陈凌韬" userId="81acf5ebae9f403a" providerId="LiveId" clId="{D9F12F90-5E30-4441-B053-A456B7B6408B}" dt="2026-06-11T05:29:50.700" v="19162" actId="1035"/>
          <ac:spMkLst>
            <pc:docMk/>
            <pc:sldMk cId="2992710469" sldId="16670077"/>
            <ac:spMk id="15" creationId="{7EF7FDD6-9589-EBFF-3A64-54F44229448C}"/>
          </ac:spMkLst>
        </pc:spChg>
        <pc:spChg chg="add mod">
          <ac:chgData name="陈凌韬 陈凌韬" userId="81acf5ebae9f403a" providerId="LiveId" clId="{D9F12F90-5E30-4441-B053-A456B7B6408B}" dt="2026-06-11T05:30:35.233" v="19169" actId="1038"/>
          <ac:spMkLst>
            <pc:docMk/>
            <pc:sldMk cId="2992710469" sldId="16670077"/>
            <ac:spMk id="16" creationId="{35270261-4F80-DF95-E482-E5568C8EED06}"/>
          </ac:spMkLst>
        </pc:spChg>
        <pc:spChg chg="add mod">
          <ac:chgData name="陈凌韬 陈凌韬" userId="81acf5ebae9f403a" providerId="LiveId" clId="{D9F12F90-5E30-4441-B053-A456B7B6408B}" dt="2026-06-11T05:27:30.281" v="19145" actId="1036"/>
          <ac:spMkLst>
            <pc:docMk/>
            <pc:sldMk cId="2992710469" sldId="16670077"/>
            <ac:spMk id="17" creationId="{812C818D-8022-6629-A06F-AB43455214B8}"/>
          </ac:spMkLst>
        </pc:spChg>
        <pc:spChg chg="add mod">
          <ac:chgData name="陈凌韬 陈凌韬" userId="81acf5ebae9f403a" providerId="LiveId" clId="{D9F12F90-5E30-4441-B053-A456B7B6408B}" dt="2026-06-11T05:28:38.778" v="19154" actId="1076"/>
          <ac:spMkLst>
            <pc:docMk/>
            <pc:sldMk cId="2992710469" sldId="16670077"/>
            <ac:spMk id="18" creationId="{8FD8E836-765D-9348-3509-A43092D8FDA2}"/>
          </ac:spMkLst>
        </pc:spChg>
        <pc:spChg chg="add mod">
          <ac:chgData name="陈凌韬 陈凌韬" userId="81acf5ebae9f403a" providerId="LiveId" clId="{D9F12F90-5E30-4441-B053-A456B7B6408B}" dt="2026-06-11T05:26:10.012" v="19102" actId="1038"/>
          <ac:spMkLst>
            <pc:docMk/>
            <pc:sldMk cId="2992710469" sldId="16670077"/>
            <ac:spMk id="19" creationId="{82E31628-BBE6-630D-F3F8-2D60D3141AEA}"/>
          </ac:spMkLst>
        </pc:spChg>
        <pc:spChg chg="add del mod">
          <ac:chgData name="陈凌韬 陈凌韬" userId="81acf5ebae9f403a" providerId="LiveId" clId="{D9F12F90-5E30-4441-B053-A456B7B6408B}" dt="2026-06-11T05:22:22.749" v="18843" actId="478"/>
          <ac:spMkLst>
            <pc:docMk/>
            <pc:sldMk cId="2992710469" sldId="16670077"/>
            <ac:spMk id="20" creationId="{33087A32-27D6-2F92-7856-F852FB6C0A40}"/>
          </ac:spMkLst>
        </pc:spChg>
        <pc:spChg chg="add mod">
          <ac:chgData name="陈凌韬 陈凌韬" userId="81acf5ebae9f403a" providerId="LiveId" clId="{D9F12F90-5E30-4441-B053-A456B7B6408B}" dt="2026-06-09T00:55:04.917" v="12242" actId="692"/>
          <ac:spMkLst>
            <pc:docMk/>
            <pc:sldMk cId="2992710469" sldId="16670077"/>
            <ac:spMk id="23" creationId="{3E78F2F8-D1F8-3AF0-5F55-EB41204936B3}"/>
          </ac:spMkLst>
        </pc:spChg>
        <pc:spChg chg="add mod">
          <ac:chgData name="陈凌韬 陈凌韬" userId="81acf5ebae9f403a" providerId="LiveId" clId="{D9F12F90-5E30-4441-B053-A456B7B6408B}" dt="2026-06-09T00:55:07.549" v="12243" actId="692"/>
          <ac:spMkLst>
            <pc:docMk/>
            <pc:sldMk cId="2992710469" sldId="16670077"/>
            <ac:spMk id="24" creationId="{999F931D-22BD-64B2-50DF-72DA20E93B21}"/>
          </ac:spMkLst>
        </pc:spChg>
        <pc:spChg chg="add mod">
          <ac:chgData name="陈凌韬 陈凌韬" userId="81acf5ebae9f403a" providerId="LiveId" clId="{D9F12F90-5E30-4441-B053-A456B7B6408B}" dt="2026-06-09T00:55:10.483" v="12244" actId="692"/>
          <ac:spMkLst>
            <pc:docMk/>
            <pc:sldMk cId="2992710469" sldId="16670077"/>
            <ac:spMk id="25" creationId="{BC0949C9-0A00-F1B7-6EEF-A9132AD37F8B}"/>
          </ac:spMkLst>
        </pc:spChg>
        <pc:spChg chg="add mod">
          <ac:chgData name="陈凌韬 陈凌韬" userId="81acf5ebae9f403a" providerId="LiveId" clId="{D9F12F90-5E30-4441-B053-A456B7B6408B}" dt="2026-06-09T00:55:13.244" v="12245" actId="692"/>
          <ac:spMkLst>
            <pc:docMk/>
            <pc:sldMk cId="2992710469" sldId="16670077"/>
            <ac:spMk id="26" creationId="{FD2EDF05-3122-649B-9394-70AB014D433B}"/>
          </ac:spMkLst>
        </pc:spChg>
        <pc:spChg chg="add mod">
          <ac:chgData name="陈凌韬 陈凌韬" userId="81acf5ebae9f403a" providerId="LiveId" clId="{D9F12F90-5E30-4441-B053-A456B7B6408B}" dt="2026-06-08T09:13:20.436" v="8695" actId="1076"/>
          <ac:spMkLst>
            <pc:docMk/>
            <pc:sldMk cId="2992710469" sldId="16670077"/>
            <ac:spMk id="27" creationId="{695A7EEE-5E5F-BD54-0B17-C5756D0D8D2B}"/>
          </ac:spMkLst>
        </pc:spChg>
        <pc:spChg chg="add mod">
          <ac:chgData name="陈凌韬 陈凌韬" userId="81acf5ebae9f403a" providerId="LiveId" clId="{D9F12F90-5E30-4441-B053-A456B7B6408B}" dt="2026-06-08T09:13:32.343" v="8698" actId="1076"/>
          <ac:spMkLst>
            <pc:docMk/>
            <pc:sldMk cId="2992710469" sldId="16670077"/>
            <ac:spMk id="28" creationId="{0D894622-F513-82ED-ABB8-8A7AF76DED87}"/>
          </ac:spMkLst>
        </pc:spChg>
        <pc:spChg chg="add mod">
          <ac:chgData name="陈凌韬 陈凌韬" userId="81acf5ebae9f403a" providerId="LiveId" clId="{D9F12F90-5E30-4441-B053-A456B7B6408B}" dt="2026-06-08T09:13:41.732" v="8701" actId="20577"/>
          <ac:spMkLst>
            <pc:docMk/>
            <pc:sldMk cId="2992710469" sldId="16670077"/>
            <ac:spMk id="29" creationId="{C83E22F2-91BA-BC47-8887-AF00C72295F6}"/>
          </ac:spMkLst>
        </pc:spChg>
        <pc:spChg chg="add mod">
          <ac:chgData name="陈凌韬 陈凌韬" userId="81acf5ebae9f403a" providerId="LiveId" clId="{D9F12F90-5E30-4441-B053-A456B7B6408B}" dt="2026-06-08T09:13:55.350" v="8703" actId="1076"/>
          <ac:spMkLst>
            <pc:docMk/>
            <pc:sldMk cId="2992710469" sldId="16670077"/>
            <ac:spMk id="30" creationId="{93667500-C356-AF8A-E98F-82EF7AEF1A32}"/>
          </ac:spMkLst>
        </pc:spChg>
        <pc:spChg chg="add mod">
          <ac:chgData name="陈凌韬 陈凌韬" userId="81acf5ebae9f403a" providerId="LiveId" clId="{D9F12F90-5E30-4441-B053-A456B7B6408B}" dt="2026-06-08T09:14:09.801" v="8705" actId="1076"/>
          <ac:spMkLst>
            <pc:docMk/>
            <pc:sldMk cId="2992710469" sldId="16670077"/>
            <ac:spMk id="31" creationId="{60433505-304B-5F98-BBB7-D52BDBA6B2BA}"/>
          </ac:spMkLst>
        </pc:spChg>
        <pc:spChg chg="add mod">
          <ac:chgData name="陈凌韬 陈凌韬" userId="81acf5ebae9f403a" providerId="LiveId" clId="{D9F12F90-5E30-4441-B053-A456B7B6408B}" dt="2026-06-08T09:14:09.801" v="8705" actId="1076"/>
          <ac:spMkLst>
            <pc:docMk/>
            <pc:sldMk cId="2992710469" sldId="16670077"/>
            <ac:spMk id="32" creationId="{A8B36ACC-F6BE-8CE3-BA63-AEB5E0DD78F1}"/>
          </ac:spMkLst>
        </pc:spChg>
        <pc:spChg chg="add mod">
          <ac:chgData name="陈凌韬 陈凌韬" userId="81acf5ebae9f403a" providerId="LiveId" clId="{D9F12F90-5E30-4441-B053-A456B7B6408B}" dt="2026-06-08T09:14:09.801" v="8705" actId="1076"/>
          <ac:spMkLst>
            <pc:docMk/>
            <pc:sldMk cId="2992710469" sldId="16670077"/>
            <ac:spMk id="33" creationId="{938CAAC1-4CF7-4EFD-90A5-99083B89C28B}"/>
          </ac:spMkLst>
        </pc:spChg>
        <pc:spChg chg="add mod">
          <ac:chgData name="陈凌韬 陈凌韬" userId="81acf5ebae9f403a" providerId="LiveId" clId="{D9F12F90-5E30-4441-B053-A456B7B6408B}" dt="2026-06-08T09:14:09.801" v="8705" actId="1076"/>
          <ac:spMkLst>
            <pc:docMk/>
            <pc:sldMk cId="2992710469" sldId="16670077"/>
            <ac:spMk id="34" creationId="{727691EA-40BF-F0A6-4679-851127489E7C}"/>
          </ac:spMkLst>
        </pc:spChg>
        <pc:spChg chg="add mod">
          <ac:chgData name="陈凌韬 陈凌韬" userId="81acf5ebae9f403a" providerId="LiveId" clId="{D9F12F90-5E30-4441-B053-A456B7B6408B}" dt="2026-06-08T09:16:38.442" v="8813" actId="20577"/>
          <ac:spMkLst>
            <pc:docMk/>
            <pc:sldMk cId="2992710469" sldId="16670077"/>
            <ac:spMk id="36" creationId="{19CFCA7D-85D3-7D3E-FC35-E442B0E57F14}"/>
          </ac:spMkLst>
        </pc:spChg>
        <pc:spChg chg="add mod">
          <ac:chgData name="陈凌韬 陈凌韬" userId="81acf5ebae9f403a" providerId="LiveId" clId="{D9F12F90-5E30-4441-B053-A456B7B6408B}" dt="2026-06-08T09:17:46.522" v="8992" actId="20577"/>
          <ac:spMkLst>
            <pc:docMk/>
            <pc:sldMk cId="2992710469" sldId="16670077"/>
            <ac:spMk id="37" creationId="{44987657-62A1-6260-FBD0-0939A5D30C3B}"/>
          </ac:spMkLst>
        </pc:spChg>
        <pc:spChg chg="add mod">
          <ac:chgData name="陈凌韬 陈凌韬" userId="81acf5ebae9f403a" providerId="LiveId" clId="{D9F12F90-5E30-4441-B053-A456B7B6408B}" dt="2026-06-08T09:17:41.483" v="8982" actId="20577"/>
          <ac:spMkLst>
            <pc:docMk/>
            <pc:sldMk cId="2992710469" sldId="16670077"/>
            <ac:spMk id="38" creationId="{58CF7409-F54C-8AAF-5816-BE6535CED294}"/>
          </ac:spMkLst>
        </pc:spChg>
        <pc:spChg chg="add mod">
          <ac:chgData name="陈凌韬 陈凌韬" userId="81acf5ebae9f403a" providerId="LiveId" clId="{D9F12F90-5E30-4441-B053-A456B7B6408B}" dt="2026-06-08T12:43:00.167" v="10506" actId="20577"/>
          <ac:spMkLst>
            <pc:docMk/>
            <pc:sldMk cId="2992710469" sldId="16670077"/>
            <ac:spMk id="39" creationId="{D479C6B7-A1A4-BCBB-6C81-F25FC9FA3BE6}"/>
          </ac:spMkLst>
        </pc:spChg>
        <pc:spChg chg="add mod">
          <ac:chgData name="陈凌韬 陈凌韬" userId="81acf5ebae9f403a" providerId="LiveId" clId="{D9F12F90-5E30-4441-B053-A456B7B6408B}" dt="2026-06-11T05:30:35.233" v="19169" actId="1038"/>
          <ac:spMkLst>
            <pc:docMk/>
            <pc:sldMk cId="2992710469" sldId="16670077"/>
            <ac:spMk id="42" creationId="{362A551A-A012-4D4C-1B7A-4AE015671F62}"/>
          </ac:spMkLst>
        </pc:spChg>
        <pc:spChg chg="add mod">
          <ac:chgData name="陈凌韬 陈凌韬" userId="81acf5ebae9f403a" providerId="LiveId" clId="{D9F12F90-5E30-4441-B053-A456B7B6408B}" dt="2026-06-08T09:26:56.979" v="9121" actId="1076"/>
          <ac:spMkLst>
            <pc:docMk/>
            <pc:sldMk cId="2992710469" sldId="16670077"/>
            <ac:spMk id="57" creationId="{B29EF87E-C6D2-BE61-1E1E-41E3B1C0C140}"/>
          </ac:spMkLst>
        </pc:spChg>
        <pc:spChg chg="add mod">
          <ac:chgData name="陈凌韬 陈凌韬" userId="81acf5ebae9f403a" providerId="LiveId" clId="{D9F12F90-5E30-4441-B053-A456B7B6408B}" dt="2026-06-08T09:27:12.173" v="9122" actId="1076"/>
          <ac:spMkLst>
            <pc:docMk/>
            <pc:sldMk cId="2992710469" sldId="16670077"/>
            <ac:spMk id="58" creationId="{C429298F-EF05-EE77-1AAB-B37F59743521}"/>
          </ac:spMkLst>
        </pc:spChg>
        <pc:spChg chg="add mod">
          <ac:chgData name="陈凌韬 陈凌韬" userId="81acf5ebae9f403a" providerId="LiveId" clId="{D9F12F90-5E30-4441-B053-A456B7B6408B}" dt="2026-06-08T09:27:22.021" v="9124" actId="1076"/>
          <ac:spMkLst>
            <pc:docMk/>
            <pc:sldMk cId="2992710469" sldId="16670077"/>
            <ac:spMk id="59" creationId="{77D9D72B-50A3-714D-DC33-99A533726063}"/>
          </ac:spMkLst>
        </pc:spChg>
        <pc:spChg chg="add mod">
          <ac:chgData name="陈凌韬 陈凌韬" userId="81acf5ebae9f403a" providerId="LiveId" clId="{D9F12F90-5E30-4441-B053-A456B7B6408B}" dt="2026-06-08T09:27:22.021" v="9124" actId="1076"/>
          <ac:spMkLst>
            <pc:docMk/>
            <pc:sldMk cId="2992710469" sldId="16670077"/>
            <ac:spMk id="60" creationId="{E2262B5D-74DD-C33B-4190-29B2447AE74E}"/>
          </ac:spMkLst>
        </pc:spChg>
        <pc:spChg chg="add mod">
          <ac:chgData name="陈凌韬 陈凌韬" userId="81acf5ebae9f403a" providerId="LiveId" clId="{D9F12F90-5E30-4441-B053-A456B7B6408B}" dt="2026-06-08T09:27:52.769" v="9130" actId="692"/>
          <ac:spMkLst>
            <pc:docMk/>
            <pc:sldMk cId="2992710469" sldId="16670077"/>
            <ac:spMk id="61" creationId="{62F62CC1-04D6-FC8A-E0DC-E54C6242E937}"/>
          </ac:spMkLst>
        </pc:spChg>
        <pc:spChg chg="add mod">
          <ac:chgData name="陈凌韬 陈凌韬" userId="81acf5ebae9f403a" providerId="LiveId" clId="{D9F12F90-5E30-4441-B053-A456B7B6408B}" dt="2026-06-08T09:27:52.769" v="9130" actId="692"/>
          <ac:spMkLst>
            <pc:docMk/>
            <pc:sldMk cId="2992710469" sldId="16670077"/>
            <ac:spMk id="62" creationId="{9B16012A-1C08-7518-195E-ECA7246F0FD8}"/>
          </ac:spMkLst>
        </pc:spChg>
        <pc:spChg chg="add mod">
          <ac:chgData name="陈凌韬 陈凌韬" userId="81acf5ebae9f403a" providerId="LiveId" clId="{D9F12F90-5E30-4441-B053-A456B7B6408B}" dt="2026-06-08T09:27:52.769" v="9130" actId="692"/>
          <ac:spMkLst>
            <pc:docMk/>
            <pc:sldMk cId="2992710469" sldId="16670077"/>
            <ac:spMk id="63" creationId="{93E5DD72-B565-D75D-1BD2-4A88D2CA23BF}"/>
          </ac:spMkLst>
        </pc:spChg>
        <pc:spChg chg="add mod">
          <ac:chgData name="陈凌韬 陈凌韬" userId="81acf5ebae9f403a" providerId="LiveId" clId="{D9F12F90-5E30-4441-B053-A456B7B6408B}" dt="2026-06-08T09:27:52.769" v="9130" actId="692"/>
          <ac:spMkLst>
            <pc:docMk/>
            <pc:sldMk cId="2992710469" sldId="16670077"/>
            <ac:spMk id="64" creationId="{3F77D546-9B3A-18E7-C9C4-A4784B482EC1}"/>
          </ac:spMkLst>
        </pc:spChg>
        <pc:spChg chg="add mod">
          <ac:chgData name="陈凌韬 陈凌韬" userId="81acf5ebae9f403a" providerId="LiveId" clId="{D9F12F90-5E30-4441-B053-A456B7B6408B}" dt="2026-06-09T00:54:56.111" v="12239" actId="207"/>
          <ac:spMkLst>
            <pc:docMk/>
            <pc:sldMk cId="2992710469" sldId="16670077"/>
            <ac:spMk id="65" creationId="{DFF5B7A9-F67A-2F8F-EFAB-454731FEBF4B}"/>
          </ac:spMkLst>
        </pc:spChg>
        <pc:spChg chg="add mod">
          <ac:chgData name="陈凌韬 陈凌韬" userId="81acf5ebae9f403a" providerId="LiveId" clId="{D9F12F90-5E30-4441-B053-A456B7B6408B}" dt="2026-06-09T00:54:58.872" v="12240" actId="207"/>
          <ac:spMkLst>
            <pc:docMk/>
            <pc:sldMk cId="2992710469" sldId="16670077"/>
            <ac:spMk id="67" creationId="{CDB1873B-48BA-8F95-64E5-0284F2B4ECAC}"/>
          </ac:spMkLst>
        </pc:spChg>
        <pc:spChg chg="add mod">
          <ac:chgData name="陈凌韬 陈凌韬" userId="81acf5ebae9f403a" providerId="LiveId" clId="{D9F12F90-5E30-4441-B053-A456B7B6408B}" dt="2026-06-08T09:38:37.179" v="9620" actId="20577"/>
          <ac:spMkLst>
            <pc:docMk/>
            <pc:sldMk cId="2992710469" sldId="16670077"/>
            <ac:spMk id="82" creationId="{178565AC-2BF7-184A-161C-07DA6CF23625}"/>
          </ac:spMkLst>
        </pc:spChg>
        <pc:spChg chg="add mod">
          <ac:chgData name="陈凌韬 陈凌韬" userId="81acf5ebae9f403a" providerId="LiveId" clId="{D9F12F90-5E30-4441-B053-A456B7B6408B}" dt="2026-06-08T09:38:53.860" v="9662" actId="20577"/>
          <ac:spMkLst>
            <pc:docMk/>
            <pc:sldMk cId="2992710469" sldId="16670077"/>
            <ac:spMk id="83" creationId="{6A3C44EA-5700-B587-CCE5-F06AEDC672B4}"/>
          </ac:spMkLst>
        </pc:spChg>
        <pc:spChg chg="add mod">
          <ac:chgData name="陈凌韬 陈凌韬" userId="81acf5ebae9f403a" providerId="LiveId" clId="{D9F12F90-5E30-4441-B053-A456B7B6408B}" dt="2026-06-08T12:42:37.009" v="10490" actId="20577"/>
          <ac:spMkLst>
            <pc:docMk/>
            <pc:sldMk cId="2992710469" sldId="16670077"/>
            <ac:spMk id="84" creationId="{E7C19323-C306-748E-7BB0-5EF6988F4D37}"/>
          </ac:spMkLst>
        </pc:spChg>
        <pc:spChg chg="add mod">
          <ac:chgData name="陈凌韬 陈凌韬" userId="81acf5ebae9f403a" providerId="LiveId" clId="{D9F12F90-5E30-4441-B053-A456B7B6408B}" dt="2026-06-08T09:39:09.349" v="9706" actId="20577"/>
          <ac:spMkLst>
            <pc:docMk/>
            <pc:sldMk cId="2992710469" sldId="16670077"/>
            <ac:spMk id="85" creationId="{5E01D8D3-DECB-6311-D1AC-86B6E51B8120}"/>
          </ac:spMkLst>
        </pc:spChg>
        <pc:spChg chg="add mod">
          <ac:chgData name="陈凌韬 陈凌韬" userId="81acf5ebae9f403a" providerId="LiveId" clId="{D9F12F90-5E30-4441-B053-A456B7B6408B}" dt="2026-06-08T09:39:15.973" v="9725" actId="20577"/>
          <ac:spMkLst>
            <pc:docMk/>
            <pc:sldMk cId="2992710469" sldId="16670077"/>
            <ac:spMk id="86" creationId="{D4D8CA8F-0799-FF11-5F22-A3BBBFACA9C0}"/>
          </ac:spMkLst>
        </pc:spChg>
        <pc:spChg chg="add mod">
          <ac:chgData name="陈凌韬 陈凌韬" userId="81acf5ebae9f403a" providerId="LiveId" clId="{D9F12F90-5E30-4441-B053-A456B7B6408B}" dt="2026-06-08T09:39:33.333" v="9775" actId="20577"/>
          <ac:spMkLst>
            <pc:docMk/>
            <pc:sldMk cId="2992710469" sldId="16670077"/>
            <ac:spMk id="87" creationId="{F6C041C7-0B65-7B8A-0978-39D1FCD7AC8A}"/>
          </ac:spMkLst>
        </pc:spChg>
        <pc:spChg chg="add mod">
          <ac:chgData name="陈凌韬 陈凌韬" userId="81acf5ebae9f403a" providerId="LiveId" clId="{D9F12F90-5E30-4441-B053-A456B7B6408B}" dt="2026-06-08T12:45:00.775" v="10566" actId="20577"/>
          <ac:spMkLst>
            <pc:docMk/>
            <pc:sldMk cId="2992710469" sldId="16670077"/>
            <ac:spMk id="88" creationId="{04B8B03D-295B-A168-BB2F-FA1138740A3C}"/>
          </ac:spMkLst>
        </pc:spChg>
        <pc:spChg chg="add mod">
          <ac:chgData name="陈凌韬 陈凌韬" userId="81acf5ebae9f403a" providerId="LiveId" clId="{D9F12F90-5E30-4441-B053-A456B7B6408B}" dt="2026-06-08T10:58:58.615" v="10033" actId="1037"/>
          <ac:spMkLst>
            <pc:docMk/>
            <pc:sldMk cId="2992710469" sldId="16670077"/>
            <ac:spMk id="89" creationId="{3ABEF986-FB89-1B78-3C5B-EFD3E62CF195}"/>
          </ac:spMkLst>
        </pc:spChg>
        <pc:spChg chg="add mod">
          <ac:chgData name="陈凌韬 陈凌韬" userId="81acf5ebae9f403a" providerId="LiveId" clId="{D9F12F90-5E30-4441-B053-A456B7B6408B}" dt="2026-06-11T05:29:50.700" v="19162" actId="1035"/>
          <ac:spMkLst>
            <pc:docMk/>
            <pc:sldMk cId="2992710469" sldId="16670077"/>
            <ac:spMk id="97" creationId="{691A6722-E18F-C4BA-2664-1BEAA6EFFD36}"/>
          </ac:spMkLst>
        </pc:spChg>
        <pc:spChg chg="add mod">
          <ac:chgData name="陈凌韬 陈凌韬" userId="81acf5ebae9f403a" providerId="LiveId" clId="{D9F12F90-5E30-4441-B053-A456B7B6408B}" dt="2026-06-11T05:29:44.046" v="19161" actId="1076"/>
          <ac:spMkLst>
            <pc:docMk/>
            <pc:sldMk cId="2992710469" sldId="16670077"/>
            <ac:spMk id="98" creationId="{4CF3CE8B-F1EB-DDFE-DB7D-752DBA463497}"/>
          </ac:spMkLst>
        </pc:spChg>
        <pc:spChg chg="add mod">
          <ac:chgData name="陈凌韬 陈凌韬" userId="81acf5ebae9f403a" providerId="LiveId" clId="{D9F12F90-5E30-4441-B053-A456B7B6408B}" dt="2026-06-11T05:27:30.281" v="19145" actId="1036"/>
          <ac:spMkLst>
            <pc:docMk/>
            <pc:sldMk cId="2992710469" sldId="16670077"/>
            <ac:spMk id="99" creationId="{CA3EB11C-6111-3CBB-1D76-708D745C0F3C}"/>
          </ac:spMkLst>
        </pc:spChg>
        <pc:spChg chg="add mod">
          <ac:chgData name="陈凌韬 陈凌韬" userId="81acf5ebae9f403a" providerId="LiveId" clId="{D9F12F90-5E30-4441-B053-A456B7B6408B}" dt="2026-06-11T05:28:38.778" v="19154" actId="1076"/>
          <ac:spMkLst>
            <pc:docMk/>
            <pc:sldMk cId="2992710469" sldId="16670077"/>
            <ac:spMk id="100" creationId="{085E01A0-32D3-20AD-D474-88B5B6F14275}"/>
          </ac:spMkLst>
        </pc:spChg>
        <pc:spChg chg="add mod">
          <ac:chgData name="陈凌韬 陈凌韬" userId="81acf5ebae9f403a" providerId="LiveId" clId="{D9F12F90-5E30-4441-B053-A456B7B6408B}" dt="2026-06-11T05:26:10.012" v="19102" actId="1038"/>
          <ac:spMkLst>
            <pc:docMk/>
            <pc:sldMk cId="2992710469" sldId="16670077"/>
            <ac:spMk id="101" creationId="{17B5C0BB-B8A7-CD78-36F6-87EA57924802}"/>
          </ac:spMkLst>
        </pc:spChg>
        <pc:spChg chg="add del mod">
          <ac:chgData name="陈凌韬 陈凌韬" userId="81acf5ebae9f403a" providerId="LiveId" clId="{D9F12F90-5E30-4441-B053-A456B7B6408B}" dt="2026-06-11T05:22:22.749" v="18843" actId="478"/>
          <ac:spMkLst>
            <pc:docMk/>
            <pc:sldMk cId="2992710469" sldId="16670077"/>
            <ac:spMk id="102" creationId="{7E8552DB-AF8B-2689-5F84-306E6B67E45B}"/>
          </ac:spMkLst>
        </pc:spChg>
        <pc:spChg chg="add mod">
          <ac:chgData name="陈凌韬 陈凌韬" userId="81acf5ebae9f403a" providerId="LiveId" clId="{D9F12F90-5E30-4441-B053-A456B7B6408B}" dt="2026-06-11T05:30:40.461" v="19175" actId="1038"/>
          <ac:spMkLst>
            <pc:docMk/>
            <pc:sldMk cId="2992710469" sldId="16670077"/>
            <ac:spMk id="103" creationId="{D577BDB3-CDAC-7063-C791-7043694B1DC9}"/>
          </ac:spMkLst>
        </pc:spChg>
        <pc:spChg chg="add mod">
          <ac:chgData name="陈凌韬 陈凌韬" userId="81acf5ebae9f403a" providerId="LiveId" clId="{D9F12F90-5E30-4441-B053-A456B7B6408B}" dt="2026-06-11T05:30:23.833" v="19166" actId="14100"/>
          <ac:spMkLst>
            <pc:docMk/>
            <pc:sldMk cId="2992710469" sldId="16670077"/>
            <ac:spMk id="104" creationId="{4610828B-F183-D88C-C21C-BBBB10EA1F1D}"/>
          </ac:spMkLst>
        </pc:spChg>
        <pc:spChg chg="add mod">
          <ac:chgData name="陈凌韬 陈凌韬" userId="81acf5ebae9f403a" providerId="LiveId" clId="{D9F12F90-5E30-4441-B053-A456B7B6408B}" dt="2026-06-11T05:30:42.320" v="19177" actId="1037"/>
          <ac:spMkLst>
            <pc:docMk/>
            <pc:sldMk cId="2992710469" sldId="16670077"/>
            <ac:spMk id="105" creationId="{217E1E74-DEC7-C225-797B-2CD3C9A7488C}"/>
          </ac:spMkLst>
        </pc:spChg>
        <pc:spChg chg="add mod">
          <ac:chgData name="陈凌韬 陈凌韬" userId="81acf5ebae9f403a" providerId="LiveId" clId="{D9F12F90-5E30-4441-B053-A456B7B6408B}" dt="2026-06-11T05:30:23.833" v="19166" actId="14100"/>
          <ac:spMkLst>
            <pc:docMk/>
            <pc:sldMk cId="2992710469" sldId="16670077"/>
            <ac:spMk id="106" creationId="{986DE7AC-B75F-4935-0044-F77FAE9B5163}"/>
          </ac:spMkLst>
        </pc:spChg>
        <pc:spChg chg="add del mod">
          <ac:chgData name="陈凌韬 陈凌韬" userId="81acf5ebae9f403a" providerId="LiveId" clId="{D9F12F90-5E30-4441-B053-A456B7B6408B}" dt="2026-06-11T05:22:22.749" v="18843" actId="478"/>
          <ac:spMkLst>
            <pc:docMk/>
            <pc:sldMk cId="2992710469" sldId="16670077"/>
            <ac:spMk id="107" creationId="{BDE57CF1-56AC-E8C7-E4F8-000941CB1181}"/>
          </ac:spMkLst>
        </pc:spChg>
        <pc:spChg chg="add mod">
          <ac:chgData name="陈凌韬 陈凌韬" userId="81acf5ebae9f403a" providerId="LiveId" clId="{D9F12F90-5E30-4441-B053-A456B7B6408B}" dt="2026-06-08T11:02:49.905" v="10126" actId="1036"/>
          <ac:spMkLst>
            <pc:docMk/>
            <pc:sldMk cId="2992710469" sldId="16670077"/>
            <ac:spMk id="108" creationId="{3970825F-24DE-7F47-9793-CA38EF1D0060}"/>
          </ac:spMkLst>
        </pc:spChg>
        <pc:spChg chg="add mod">
          <ac:chgData name="陈凌韬 陈凌韬" userId="81acf5ebae9f403a" providerId="LiveId" clId="{D9F12F90-5E30-4441-B053-A456B7B6408B}" dt="2026-06-08T11:02:47.923" v="10117" actId="1036"/>
          <ac:spMkLst>
            <pc:docMk/>
            <pc:sldMk cId="2992710469" sldId="16670077"/>
            <ac:spMk id="111" creationId="{E7805924-F975-B9B6-D9D1-C71AB16C3D52}"/>
          </ac:spMkLst>
        </pc:spChg>
        <pc:spChg chg="add del mod">
          <ac:chgData name="陈凌韬 陈凌韬" userId="81acf5ebae9f403a" providerId="LiveId" clId="{D9F12F90-5E30-4441-B053-A456B7B6408B}" dt="2026-06-11T05:22:49.350" v="18869" actId="478"/>
          <ac:spMkLst>
            <pc:docMk/>
            <pc:sldMk cId="2992710469" sldId="16670077"/>
            <ac:spMk id="114" creationId="{DB5D0BF1-B3B7-FD4A-10EA-17A9D9DA21ED}"/>
          </ac:spMkLst>
        </pc:spChg>
        <pc:spChg chg="add mod">
          <ac:chgData name="陈凌韬 陈凌韬" userId="81acf5ebae9f403a" providerId="LiveId" clId="{D9F12F90-5E30-4441-B053-A456B7B6408B}" dt="2026-06-11T05:27:30.281" v="19145" actId="1036"/>
          <ac:spMkLst>
            <pc:docMk/>
            <pc:sldMk cId="2992710469" sldId="16670077"/>
            <ac:spMk id="115" creationId="{D8770621-5EC2-EC1B-69F9-CE0431667921}"/>
          </ac:spMkLst>
        </pc:spChg>
        <pc:spChg chg="add del mod">
          <ac:chgData name="陈凌韬 陈凌韬" userId="81acf5ebae9f403a" providerId="LiveId" clId="{D9F12F90-5E30-4441-B053-A456B7B6408B}" dt="2026-06-11T05:25:12.658" v="19071" actId="478"/>
          <ac:spMkLst>
            <pc:docMk/>
            <pc:sldMk cId="2992710469" sldId="16670077"/>
            <ac:spMk id="116" creationId="{54D0D5E7-66B6-82A9-D2AB-D59F7242CF59}"/>
          </ac:spMkLst>
        </pc:spChg>
        <pc:spChg chg="add mod">
          <ac:chgData name="陈凌韬 陈凌韬" userId="81acf5ebae9f403a" providerId="LiveId" clId="{D9F12F90-5E30-4441-B053-A456B7B6408B}" dt="2026-06-11T05:28:38.778" v="19154" actId="1076"/>
          <ac:spMkLst>
            <pc:docMk/>
            <pc:sldMk cId="2992710469" sldId="16670077"/>
            <ac:spMk id="117" creationId="{F249A0E3-D9D9-B715-3ABB-6758D88733EA}"/>
          </ac:spMkLst>
        </pc:spChg>
        <pc:spChg chg="add del mod">
          <ac:chgData name="陈凌韬 陈凌韬" userId="81acf5ebae9f403a" providerId="LiveId" clId="{D9F12F90-5E30-4441-B053-A456B7B6408B}" dt="2026-06-11T05:22:22.749" v="18843" actId="478"/>
          <ac:spMkLst>
            <pc:docMk/>
            <pc:sldMk cId="2992710469" sldId="16670077"/>
            <ac:spMk id="118" creationId="{75E2FFA9-1F23-C3EC-0FB1-18540AFBC4B2}"/>
          </ac:spMkLst>
        </pc:spChg>
        <pc:spChg chg="add del mod">
          <ac:chgData name="陈凌韬 陈凌韬" userId="81acf5ebae9f403a" providerId="LiveId" clId="{D9F12F90-5E30-4441-B053-A456B7B6408B}" dt="2026-06-11T05:22:22.749" v="18843" actId="478"/>
          <ac:spMkLst>
            <pc:docMk/>
            <pc:sldMk cId="2992710469" sldId="16670077"/>
            <ac:spMk id="119" creationId="{A1675EF9-59EE-B848-998A-E69C9C224670}"/>
          </ac:spMkLst>
        </pc:spChg>
        <pc:spChg chg="add mod">
          <ac:chgData name="陈凌韬 陈凌韬" userId="81acf5ebae9f403a" providerId="LiveId" clId="{D9F12F90-5E30-4441-B053-A456B7B6408B}" dt="2026-06-11T05:26:10.012" v="19102" actId="1038"/>
          <ac:spMkLst>
            <pc:docMk/>
            <pc:sldMk cId="2992710469" sldId="16670077"/>
            <ac:spMk id="120" creationId="{4531B850-1D46-71DC-14D0-5728C830FF32}"/>
          </ac:spMkLst>
        </pc:spChg>
        <pc:picChg chg="add mod">
          <ac:chgData name="陈凌韬 陈凌韬" userId="81acf5ebae9f403a" providerId="LiveId" clId="{D9F12F90-5E30-4441-B053-A456B7B6408B}" dt="2026-06-08T08:45:51.645" v="8675" actId="1036"/>
          <ac:picMkLst>
            <pc:docMk/>
            <pc:sldMk cId="2992710469" sldId="16670077"/>
            <ac:picMk id="21" creationId="{1B1F7D81-C677-9DAB-8EFF-E0BE567D2312}"/>
          </ac:picMkLst>
        </pc:picChg>
        <pc:picChg chg="add mod">
          <ac:chgData name="陈凌韬 陈凌韬" userId="81acf5ebae9f403a" providerId="LiveId" clId="{D9F12F90-5E30-4441-B053-A456B7B6408B}" dt="2026-06-08T09:16:18.301" v="8797" actId="1076"/>
          <ac:picMkLst>
            <pc:docMk/>
            <pc:sldMk cId="2992710469" sldId="16670077"/>
            <ac:picMk id="22" creationId="{2CDA9BF7-2F42-AACF-3C60-E136454D3F63}"/>
          </ac:picMkLst>
        </pc:picChg>
        <pc:picChg chg="add mod">
          <ac:chgData name="陈凌韬 陈凌韬" userId="81acf5ebae9f403a" providerId="LiveId" clId="{D9F12F90-5E30-4441-B053-A456B7B6408B}" dt="2026-06-09T00:54:49.681" v="12237" actId="207"/>
          <ac:picMkLst>
            <pc:docMk/>
            <pc:sldMk cId="2992710469" sldId="16670077"/>
            <ac:picMk id="35" creationId="{8ABBDF3A-86CA-233F-0CEF-4A7839D7E7E7}"/>
          </ac:picMkLst>
        </pc:picChg>
        <pc:picChg chg="add mod">
          <ac:chgData name="陈凌韬 陈凌韬" userId="81acf5ebae9f403a" providerId="LiveId" clId="{D9F12F90-5E30-4441-B053-A456B7B6408B}" dt="2026-06-09T00:54:49.681" v="12237" actId="207"/>
          <ac:picMkLst>
            <pc:docMk/>
            <pc:sldMk cId="2992710469" sldId="16670077"/>
            <ac:picMk id="40" creationId="{1867C98C-6DFE-DB3A-5DF7-49B6E5BA6DCF}"/>
          </ac:picMkLst>
        </pc:picChg>
        <pc:picChg chg="add mod">
          <ac:chgData name="陈凌韬 陈凌韬" userId="81acf5ebae9f403a" providerId="LiveId" clId="{D9F12F90-5E30-4441-B053-A456B7B6408B}" dt="2026-06-09T00:54:49.681" v="12237" actId="207"/>
          <ac:picMkLst>
            <pc:docMk/>
            <pc:sldMk cId="2992710469" sldId="16670077"/>
            <ac:picMk id="41" creationId="{C743C815-F0AB-DAD3-1ECA-8A56B6B9E322}"/>
          </ac:picMkLst>
        </pc:picChg>
        <pc:picChg chg="add mod">
          <ac:chgData name="陈凌韬 陈凌韬" userId="81acf5ebae9f403a" providerId="LiveId" clId="{D9F12F90-5E30-4441-B053-A456B7B6408B}" dt="2026-06-09T00:54:49.681" v="12237" actId="207"/>
          <ac:picMkLst>
            <pc:docMk/>
            <pc:sldMk cId="2992710469" sldId="16670077"/>
            <ac:picMk id="46" creationId="{F661C1E8-E3DD-F632-92B2-D0377887EF08}"/>
          </ac:picMkLst>
        </pc:picChg>
        <pc:picChg chg="add mod">
          <ac:chgData name="陈凌韬 陈凌韬" userId="81acf5ebae9f403a" providerId="LiveId" clId="{D9F12F90-5E30-4441-B053-A456B7B6408B}" dt="2026-06-09T00:54:49.681" v="12237" actId="207"/>
          <ac:picMkLst>
            <pc:docMk/>
            <pc:sldMk cId="2992710469" sldId="16670077"/>
            <ac:picMk id="50" creationId="{6DB0F8DE-15B9-9F9A-4B44-8C983322E18D}"/>
          </ac:picMkLst>
        </pc:picChg>
        <pc:picChg chg="add mod">
          <ac:chgData name="陈凌韬 陈凌韬" userId="81acf5ebae9f403a" providerId="LiveId" clId="{D9F12F90-5E30-4441-B053-A456B7B6408B}" dt="2026-06-09T00:54:49.681" v="12237" actId="207"/>
          <ac:picMkLst>
            <pc:docMk/>
            <pc:sldMk cId="2992710469" sldId="16670077"/>
            <ac:picMk id="51" creationId="{174C6EC5-25EA-49B9-A326-6CFAD8D9BB37}"/>
          </ac:picMkLst>
        </pc:picChg>
        <pc:picChg chg="add mod">
          <ac:chgData name="陈凌韬 陈凌韬" userId="81acf5ebae9f403a" providerId="LiveId" clId="{D9F12F90-5E30-4441-B053-A456B7B6408B}" dt="2026-06-08T09:34:00.595" v="9171" actId="1076"/>
          <ac:picMkLst>
            <pc:docMk/>
            <pc:sldMk cId="2992710469" sldId="16670077"/>
            <ac:picMk id="69" creationId="{94E14EAB-D487-171B-2EDA-1F894D4FDC69}"/>
          </ac:picMkLst>
        </pc:picChg>
        <pc:picChg chg="add mod">
          <ac:chgData name="陈凌韬 陈凌韬" userId="81acf5ebae9f403a" providerId="LiveId" clId="{D9F12F90-5E30-4441-B053-A456B7B6408B}" dt="2026-06-08T09:32:55.205" v="9162" actId="1076"/>
          <ac:picMkLst>
            <pc:docMk/>
            <pc:sldMk cId="2992710469" sldId="16670077"/>
            <ac:picMk id="71" creationId="{930E1B61-2858-12F6-C00F-5B8B2EB50222}"/>
          </ac:picMkLst>
        </pc:picChg>
        <pc:picChg chg="add mod">
          <ac:chgData name="陈凌韬 陈凌韬" userId="81acf5ebae9f403a" providerId="LiveId" clId="{D9F12F90-5E30-4441-B053-A456B7B6408B}" dt="2026-06-08T09:34:33.397" v="9178" actId="1076"/>
          <ac:picMkLst>
            <pc:docMk/>
            <pc:sldMk cId="2992710469" sldId="16670077"/>
            <ac:picMk id="73" creationId="{C3B1BA2E-A5D9-7BA8-F291-EE6100D5CFFB}"/>
          </ac:picMkLst>
        </pc:picChg>
        <pc:picChg chg="add mod">
          <ac:chgData name="陈凌韬 陈凌韬" userId="81acf5ebae9f403a" providerId="LiveId" clId="{D9F12F90-5E30-4441-B053-A456B7B6408B}" dt="2026-06-08T09:34:20.756" v="9175" actId="1076"/>
          <ac:picMkLst>
            <pc:docMk/>
            <pc:sldMk cId="2992710469" sldId="16670077"/>
            <ac:picMk id="75" creationId="{8CB3E391-CFD2-C7B7-145C-10BAEB4E64C9}"/>
          </ac:picMkLst>
        </pc:picChg>
        <pc:picChg chg="add mod">
          <ac:chgData name="陈凌韬 陈凌韬" userId="81acf5ebae9f403a" providerId="LiveId" clId="{D9F12F90-5E30-4441-B053-A456B7B6408B}" dt="2026-06-08T09:32:31.506" v="9158" actId="1076"/>
          <ac:picMkLst>
            <pc:docMk/>
            <pc:sldMk cId="2992710469" sldId="16670077"/>
            <ac:picMk id="77" creationId="{C4CDA2BF-0A76-EC6A-91FE-F9902D5BB71D}"/>
          </ac:picMkLst>
        </pc:picChg>
        <pc:picChg chg="add mod">
          <ac:chgData name="陈凌韬 陈凌韬" userId="81acf5ebae9f403a" providerId="LiveId" clId="{D9F12F90-5E30-4441-B053-A456B7B6408B}" dt="2026-06-08T09:31:23.421" v="9154" actId="1076"/>
          <ac:picMkLst>
            <pc:docMk/>
            <pc:sldMk cId="2992710469" sldId="16670077"/>
            <ac:picMk id="79" creationId="{D1BC9011-AE81-B950-4952-0AAE7431AA6A}"/>
          </ac:picMkLst>
        </pc:picChg>
        <pc:picChg chg="add mod">
          <ac:chgData name="陈凌韬 陈凌韬" userId="81acf5ebae9f403a" providerId="LiveId" clId="{D9F12F90-5E30-4441-B053-A456B7B6408B}" dt="2026-06-08T09:33:35.618" v="9167" actId="1076"/>
          <ac:picMkLst>
            <pc:docMk/>
            <pc:sldMk cId="2992710469" sldId="16670077"/>
            <ac:picMk id="80" creationId="{657203B7-3ECD-FE36-04F8-69FED44EA4F0}"/>
          </ac:picMkLst>
        </pc:picChg>
        <pc:picChg chg="add mod">
          <ac:chgData name="陈凌韬 陈凌韬" userId="81acf5ebae9f403a" providerId="LiveId" clId="{D9F12F90-5E30-4441-B053-A456B7B6408B}" dt="2026-06-08T09:34:52.455" v="9182" actId="1076"/>
          <ac:picMkLst>
            <pc:docMk/>
            <pc:sldMk cId="2992710469" sldId="16670077"/>
            <ac:picMk id="81" creationId="{A402D0C6-EA9E-ADA0-ECFB-5185CA60702E}"/>
          </ac:picMkLst>
        </pc:picChg>
        <pc:picChg chg="add mod">
          <ac:chgData name="陈凌韬 陈凌韬" userId="81acf5ebae9f403a" providerId="LiveId" clId="{D9F12F90-5E30-4441-B053-A456B7B6408B}" dt="2026-06-11T05:29:50.700" v="19162" actId="1035"/>
          <ac:picMkLst>
            <pc:docMk/>
            <pc:sldMk cId="2992710469" sldId="16670077"/>
            <ac:picMk id="90" creationId="{7BB777E1-66BA-9ABD-9B87-13DF2BFC672B}"/>
          </ac:picMkLst>
        </pc:picChg>
        <pc:picChg chg="add mod">
          <ac:chgData name="陈凌韬 陈凌韬" userId="81acf5ebae9f403a" providerId="LiveId" clId="{D9F12F90-5E30-4441-B053-A456B7B6408B}" dt="2026-06-11T05:30:35.233" v="19169" actId="1038"/>
          <ac:picMkLst>
            <pc:docMk/>
            <pc:sldMk cId="2992710469" sldId="16670077"/>
            <ac:picMk id="91" creationId="{5E193258-D742-85B0-2EBF-DBBF31B49345}"/>
          </ac:picMkLst>
        </pc:picChg>
        <pc:picChg chg="add mod">
          <ac:chgData name="陈凌韬 陈凌韬" userId="81acf5ebae9f403a" providerId="LiveId" clId="{D9F12F90-5E30-4441-B053-A456B7B6408B}" dt="2026-06-11T05:27:30.281" v="19145" actId="1036"/>
          <ac:picMkLst>
            <pc:docMk/>
            <pc:sldMk cId="2992710469" sldId="16670077"/>
            <ac:picMk id="92" creationId="{183566A6-3406-2191-10FD-E4B110EAEE16}"/>
          </ac:picMkLst>
        </pc:picChg>
        <pc:picChg chg="add mod">
          <ac:chgData name="陈凌韬 陈凌韬" userId="81acf5ebae9f403a" providerId="LiveId" clId="{D9F12F90-5E30-4441-B053-A456B7B6408B}" dt="2026-06-11T05:28:38.778" v="19154" actId="1076"/>
          <ac:picMkLst>
            <pc:docMk/>
            <pc:sldMk cId="2992710469" sldId="16670077"/>
            <ac:picMk id="93" creationId="{982B489F-CB92-5E98-EEEE-18E13910C855}"/>
          </ac:picMkLst>
        </pc:picChg>
        <pc:picChg chg="add mod">
          <ac:chgData name="陈凌韬 陈凌韬" userId="81acf5ebae9f403a" providerId="LiveId" clId="{D9F12F90-5E30-4441-B053-A456B7B6408B}" dt="2026-06-11T05:26:10.012" v="19102" actId="1038"/>
          <ac:picMkLst>
            <pc:docMk/>
            <pc:sldMk cId="2992710469" sldId="16670077"/>
            <ac:picMk id="94" creationId="{2D708BD8-B3BC-F2F8-80D1-8B629AE221C9}"/>
          </ac:picMkLst>
        </pc:picChg>
        <pc:picChg chg="add del mod">
          <ac:chgData name="陈凌韬 陈凌韬" userId="81acf5ebae9f403a" providerId="LiveId" clId="{D9F12F90-5E30-4441-B053-A456B7B6408B}" dt="2026-06-11T05:22:22.749" v="18843" actId="478"/>
          <ac:picMkLst>
            <pc:docMk/>
            <pc:sldMk cId="2992710469" sldId="16670077"/>
            <ac:picMk id="96" creationId="{A77CA0A4-8A7F-4B59-8487-9A4D51D989D1}"/>
          </ac:picMkLst>
        </pc:picChg>
      </pc:sldChg>
      <pc:sldChg chg="addSp delSp modSp add del mod ord">
        <pc:chgData name="陈凌韬 陈凌韬" userId="81acf5ebae9f403a" providerId="LiveId" clId="{D9F12F90-5E30-4441-B053-A456B7B6408B}" dt="2026-06-11T16:05:08.390" v="21469" actId="1036"/>
        <pc:sldMkLst>
          <pc:docMk/>
          <pc:sldMk cId="1995342445" sldId="16670079"/>
        </pc:sldMkLst>
        <pc:spChg chg="mod">
          <ac:chgData name="陈凌韬 陈凌韬" userId="81acf5ebae9f403a" providerId="LiveId" clId="{D9F12F90-5E30-4441-B053-A456B7B6408B}" dt="2026-06-11T11:26:40.683" v="21378" actId="20577"/>
          <ac:spMkLst>
            <pc:docMk/>
            <pc:sldMk cId="1995342445" sldId="16670079"/>
            <ac:spMk id="4" creationId="{C6D8F3E2-8201-231E-EFB0-C802E02F359A}"/>
          </ac:spMkLst>
        </pc:spChg>
        <pc:picChg chg="add del mod">
          <ac:chgData name="陈凌韬 陈凌韬" userId="81acf5ebae9f403a" providerId="LiveId" clId="{D9F12F90-5E30-4441-B053-A456B7B6408B}" dt="2026-06-11T08:25:27.541" v="20307" actId="478"/>
          <ac:picMkLst>
            <pc:docMk/>
            <pc:sldMk cId="1995342445" sldId="16670079"/>
            <ac:picMk id="3" creationId="{2DEEB0D4-F1CC-2D00-6257-FBA5C399BC1B}"/>
          </ac:picMkLst>
        </pc:picChg>
        <pc:picChg chg="add del mod">
          <ac:chgData name="陈凌韬 陈凌韬" userId="81acf5ebae9f403a" providerId="LiveId" clId="{D9F12F90-5E30-4441-B053-A456B7B6408B}" dt="2026-06-11T16:04:27.882" v="21439" actId="478"/>
          <ac:picMkLst>
            <pc:docMk/>
            <pc:sldMk cId="1995342445" sldId="16670079"/>
            <ac:picMk id="3" creationId="{8A4059F0-42DC-E88D-7FF5-A677B0FD88C7}"/>
          </ac:picMkLst>
        </pc:picChg>
        <pc:picChg chg="add del mod">
          <ac:chgData name="陈凌韬 陈凌韬" userId="81acf5ebae9f403a" providerId="LiveId" clId="{D9F12F90-5E30-4441-B053-A456B7B6408B}" dt="2026-06-11T16:00:53.718" v="21399" actId="478"/>
          <ac:picMkLst>
            <pc:docMk/>
            <pc:sldMk cId="1995342445" sldId="16670079"/>
            <ac:picMk id="5" creationId="{B38B861E-FFA4-4322-9D3D-AA7892A691EB}"/>
          </ac:picMkLst>
        </pc:picChg>
        <pc:picChg chg="add mod">
          <ac:chgData name="陈凌韬 陈凌韬" userId="81acf5ebae9f403a" providerId="LiveId" clId="{D9F12F90-5E30-4441-B053-A456B7B6408B}" dt="2026-06-11T16:05:08.390" v="21469" actId="1036"/>
          <ac:picMkLst>
            <pc:docMk/>
            <pc:sldMk cId="1995342445" sldId="16670079"/>
            <ac:picMk id="12" creationId="{ADC3E6AA-272E-C259-9008-E1BED1935F70}"/>
          </ac:picMkLst>
        </pc:picChg>
      </pc:sldChg>
      <pc:sldChg chg="addSp delSp modSp add del mod ord">
        <pc:chgData name="陈凌韬 陈凌韬" userId="81acf5ebae9f403a" providerId="LiveId" clId="{D9F12F90-5E30-4441-B053-A456B7B6408B}" dt="2026-06-11T16:05:07.864" v="21468" actId="14100"/>
        <pc:sldMkLst>
          <pc:docMk/>
          <pc:sldMk cId="4184262295" sldId="16670081"/>
        </pc:sldMkLst>
        <pc:spChg chg="mod">
          <ac:chgData name="陈凌韬 陈凌韬" userId="81acf5ebae9f403a" providerId="LiveId" clId="{D9F12F90-5E30-4441-B053-A456B7B6408B}" dt="2026-06-11T11:26:44.568" v="21382" actId="20577"/>
          <ac:spMkLst>
            <pc:docMk/>
            <pc:sldMk cId="4184262295" sldId="16670081"/>
            <ac:spMk id="4" creationId="{3F03BE07-D5FA-2E82-4733-7C65C80BE489}"/>
          </ac:spMkLst>
        </pc:spChg>
        <pc:picChg chg="add del mod">
          <ac:chgData name="陈凌韬 陈凌韬" userId="81acf5ebae9f403a" providerId="LiveId" clId="{D9F12F90-5E30-4441-B053-A456B7B6408B}" dt="2026-06-11T08:34:12.055" v="20411" actId="478"/>
          <ac:picMkLst>
            <pc:docMk/>
            <pc:sldMk cId="4184262295" sldId="16670081"/>
            <ac:picMk id="3" creationId="{769EAE3D-859C-3C65-6614-E85EA67B8761}"/>
          </ac:picMkLst>
        </pc:picChg>
        <pc:picChg chg="add del mod">
          <ac:chgData name="陈凌韬 陈凌韬" userId="81acf5ebae9f403a" providerId="LiveId" clId="{D9F12F90-5E30-4441-B053-A456B7B6408B}" dt="2026-06-11T16:05:07.864" v="21468" actId="14100"/>
          <ac:picMkLst>
            <pc:docMk/>
            <pc:sldMk cId="4184262295" sldId="16670081"/>
            <ac:picMk id="5" creationId="{52F83364-835E-A4AA-B5BC-647BC05E8E4F}"/>
          </ac:picMkLst>
        </pc:picChg>
      </pc:sldChg>
      <pc:sldChg chg="addSp modSp add del mod">
        <pc:chgData name="陈凌韬 陈凌韬" userId="81acf5ebae9f403a" providerId="LiveId" clId="{D9F12F90-5E30-4441-B053-A456B7B6408B}" dt="2026-06-11T11:26:48.557" v="21386" actId="20577"/>
        <pc:sldMkLst>
          <pc:docMk/>
          <pc:sldMk cId="2055774846" sldId="16670082"/>
        </pc:sldMkLst>
        <pc:spChg chg="mod">
          <ac:chgData name="陈凌韬 陈凌韬" userId="81acf5ebae9f403a" providerId="LiveId" clId="{D9F12F90-5E30-4441-B053-A456B7B6408B}" dt="2026-06-11T11:26:48.557" v="21386" actId="20577"/>
          <ac:spMkLst>
            <pc:docMk/>
            <pc:sldMk cId="2055774846" sldId="16670082"/>
            <ac:spMk id="4" creationId="{A13D597A-977C-7586-7B3D-8F1129A27BE0}"/>
          </ac:spMkLst>
        </pc:spChg>
        <pc:picChg chg="add mod modCrop">
          <ac:chgData name="陈凌韬 陈凌韬" userId="81acf5ebae9f403a" providerId="LiveId" clId="{D9F12F90-5E30-4441-B053-A456B7B6408B}" dt="2026-06-09T12:18:57.862" v="12785" actId="1035"/>
          <ac:picMkLst>
            <pc:docMk/>
            <pc:sldMk cId="2055774846" sldId="16670082"/>
            <ac:picMk id="3" creationId="{3BB3ED42-E60B-5DD3-5BD0-9580BD0AD8A9}"/>
          </ac:picMkLst>
        </pc:picChg>
      </pc:sldChg>
      <pc:sldChg chg="addSp delSp modSp add del mod">
        <pc:chgData name="陈凌韬 陈凌韬" userId="81acf5ebae9f403a" providerId="LiveId" clId="{D9F12F90-5E30-4441-B053-A456B7B6408B}" dt="2026-06-11T11:26:56.447" v="21394" actId="20577"/>
        <pc:sldMkLst>
          <pc:docMk/>
          <pc:sldMk cId="1130584215" sldId="16670083"/>
        </pc:sldMkLst>
        <pc:spChg chg="add mod">
          <ac:chgData name="陈凌韬 陈凌韬" userId="81acf5ebae9f403a" providerId="LiveId" clId="{D9F12F90-5E30-4441-B053-A456B7B6408B}" dt="2026-06-10T03:06:16.660" v="15145" actId="1076"/>
          <ac:spMkLst>
            <pc:docMk/>
            <pc:sldMk cId="1130584215" sldId="16670083"/>
            <ac:spMk id="2" creationId="{61033EA2-68DA-4EC9-FFE1-4FB2C965084A}"/>
          </ac:spMkLst>
        </pc:spChg>
        <pc:spChg chg="add mod">
          <ac:chgData name="陈凌韬 陈凌韬" userId="81acf5ebae9f403a" providerId="LiveId" clId="{D9F12F90-5E30-4441-B053-A456B7B6408B}" dt="2026-06-09T12:29:58.323" v="12861" actId="14100"/>
          <ac:spMkLst>
            <pc:docMk/>
            <pc:sldMk cId="1130584215" sldId="16670083"/>
            <ac:spMk id="3" creationId="{2418F781-67F5-4FF3-6DDB-991B3E94F5A5}"/>
          </ac:spMkLst>
        </pc:spChg>
        <pc:spChg chg="mod">
          <ac:chgData name="陈凌韬 陈凌韬" userId="81acf5ebae9f403a" providerId="LiveId" clId="{D9F12F90-5E30-4441-B053-A456B7B6408B}" dt="2026-06-11T11:26:56.447" v="21394" actId="20577"/>
          <ac:spMkLst>
            <pc:docMk/>
            <pc:sldMk cId="1130584215" sldId="16670083"/>
            <ac:spMk id="4" creationId="{68101320-7CCF-30C4-C23F-4795797B9B8C}"/>
          </ac:spMkLst>
        </pc:spChg>
        <pc:spChg chg="add mod">
          <ac:chgData name="陈凌韬 陈凌韬" userId="81acf5ebae9f403a" providerId="LiveId" clId="{D9F12F90-5E30-4441-B053-A456B7B6408B}" dt="2026-06-10T03:07:34.871" v="15281" actId="1038"/>
          <ac:spMkLst>
            <pc:docMk/>
            <pc:sldMk cId="1130584215" sldId="16670083"/>
            <ac:spMk id="5" creationId="{9DCE6BC4-463E-961E-ABE2-C63D504E39BC}"/>
          </ac:spMkLst>
        </pc:spChg>
        <pc:spChg chg="add mod">
          <ac:chgData name="陈凌韬 陈凌韬" userId="81acf5ebae9f403a" providerId="LiveId" clId="{D9F12F90-5E30-4441-B053-A456B7B6408B}" dt="2026-06-09T12:30:02.005" v="12862" actId="14100"/>
          <ac:spMkLst>
            <pc:docMk/>
            <pc:sldMk cId="1130584215" sldId="16670083"/>
            <ac:spMk id="6" creationId="{6C297B27-3AC7-5E31-C696-EE65137B5BB6}"/>
          </ac:spMkLst>
        </pc:spChg>
        <pc:spChg chg="mod">
          <ac:chgData name="陈凌韬 陈凌韬" userId="81acf5ebae9f403a" providerId="LiveId" clId="{D9F12F90-5E30-4441-B053-A456B7B6408B}" dt="2026-06-10T02:57:08.384" v="14903" actId="113"/>
          <ac:spMkLst>
            <pc:docMk/>
            <pc:sldMk cId="1130584215" sldId="16670083"/>
            <ac:spMk id="9" creationId="{8382D1E6-370A-16E1-DCA5-348F6B4C1A01}"/>
          </ac:spMkLst>
        </pc:spChg>
        <pc:spChg chg="add mod">
          <ac:chgData name="陈凌韬 陈凌韬" userId="81acf5ebae9f403a" providerId="LiveId" clId="{D9F12F90-5E30-4441-B053-A456B7B6408B}" dt="2026-06-10T02:57:08.384" v="14903" actId="113"/>
          <ac:spMkLst>
            <pc:docMk/>
            <pc:sldMk cId="1130584215" sldId="16670083"/>
            <ac:spMk id="12" creationId="{907627E5-20AF-7441-32C3-9B506BAE6A76}"/>
          </ac:spMkLst>
        </pc:spChg>
        <pc:spChg chg="add mod">
          <ac:chgData name="陈凌韬 陈凌韬" userId="81acf5ebae9f403a" providerId="LiveId" clId="{D9F12F90-5E30-4441-B053-A456B7B6408B}" dt="2026-06-10T03:07:34.871" v="15281" actId="1038"/>
          <ac:spMkLst>
            <pc:docMk/>
            <pc:sldMk cId="1130584215" sldId="16670083"/>
            <ac:spMk id="13" creationId="{2CD13B71-EF69-CCD9-7AC4-79FCBAD4DF12}"/>
          </ac:spMkLst>
        </pc:spChg>
        <pc:spChg chg="add mod">
          <ac:chgData name="陈凌韬 陈凌韬" userId="81acf5ebae9f403a" providerId="LiveId" clId="{D9F12F90-5E30-4441-B053-A456B7B6408B}" dt="2026-06-10T03:07:34.871" v="15281" actId="1038"/>
          <ac:spMkLst>
            <pc:docMk/>
            <pc:sldMk cId="1130584215" sldId="16670083"/>
            <ac:spMk id="14" creationId="{E66BEF0C-BEDD-47CC-1400-42ADCCD24125}"/>
          </ac:spMkLst>
        </pc:spChg>
        <pc:spChg chg="add mod">
          <ac:chgData name="陈凌韬 陈凌韬" userId="81acf5ebae9f403a" providerId="LiveId" clId="{D9F12F90-5E30-4441-B053-A456B7B6408B}" dt="2026-06-10T03:07:34.871" v="15281" actId="1038"/>
          <ac:spMkLst>
            <pc:docMk/>
            <pc:sldMk cId="1130584215" sldId="16670083"/>
            <ac:spMk id="15" creationId="{83BE366A-F9D5-5868-BDA9-EBCDEF477F3D}"/>
          </ac:spMkLst>
        </pc:spChg>
        <pc:spChg chg="add mod">
          <ac:chgData name="陈凌韬 陈凌韬" userId="81acf5ebae9f403a" providerId="LiveId" clId="{D9F12F90-5E30-4441-B053-A456B7B6408B}" dt="2026-06-10T02:42:12.618" v="14488" actId="14100"/>
          <ac:spMkLst>
            <pc:docMk/>
            <pc:sldMk cId="1130584215" sldId="16670083"/>
            <ac:spMk id="16" creationId="{38947417-C6AB-3812-E0D6-3195BE8E9EBB}"/>
          </ac:spMkLst>
        </pc:spChg>
        <pc:spChg chg="add mod">
          <ac:chgData name="陈凌韬 陈凌韬" userId="81acf5ebae9f403a" providerId="LiveId" clId="{D9F12F90-5E30-4441-B053-A456B7B6408B}" dt="2026-06-10T02:57:08.384" v="14903" actId="113"/>
          <ac:spMkLst>
            <pc:docMk/>
            <pc:sldMk cId="1130584215" sldId="16670083"/>
            <ac:spMk id="17" creationId="{BFEDBA58-3C97-7D46-01C1-18AB795FE07D}"/>
          </ac:spMkLst>
        </pc:spChg>
        <pc:spChg chg="add mod">
          <ac:chgData name="陈凌韬 陈凌韬" userId="81acf5ebae9f403a" providerId="LiveId" clId="{D9F12F90-5E30-4441-B053-A456B7B6408B}" dt="2026-06-10T02:02:07.049" v="13598" actId="14100"/>
          <ac:spMkLst>
            <pc:docMk/>
            <pc:sldMk cId="1130584215" sldId="16670083"/>
            <ac:spMk id="18" creationId="{575824F0-0E48-3E68-09AA-6E00A99BEE05}"/>
          </ac:spMkLst>
        </pc:spChg>
        <pc:spChg chg="add mod">
          <ac:chgData name="陈凌韬 陈凌韬" userId="81acf5ebae9f403a" providerId="LiveId" clId="{D9F12F90-5E30-4441-B053-A456B7B6408B}" dt="2026-06-10T03:07:34.871" v="15281" actId="1038"/>
          <ac:spMkLst>
            <pc:docMk/>
            <pc:sldMk cId="1130584215" sldId="16670083"/>
            <ac:spMk id="19" creationId="{CEB9CF3D-7628-36D3-1157-0EB87359F4D6}"/>
          </ac:spMkLst>
        </pc:spChg>
        <pc:spChg chg="add mod">
          <ac:chgData name="陈凌韬 陈凌韬" userId="81acf5ebae9f403a" providerId="LiveId" clId="{D9F12F90-5E30-4441-B053-A456B7B6408B}" dt="2026-06-10T03:07:34.871" v="15281" actId="1038"/>
          <ac:spMkLst>
            <pc:docMk/>
            <pc:sldMk cId="1130584215" sldId="16670083"/>
            <ac:spMk id="20" creationId="{B02942F2-8C53-B6FD-1D64-502512112BF0}"/>
          </ac:spMkLst>
        </pc:spChg>
        <pc:spChg chg="add mod">
          <ac:chgData name="陈凌韬 陈凌韬" userId="81acf5ebae9f403a" providerId="LiveId" clId="{D9F12F90-5E30-4441-B053-A456B7B6408B}" dt="2026-06-10T02:57:09.911" v="14904" actId="113"/>
          <ac:spMkLst>
            <pc:docMk/>
            <pc:sldMk cId="1130584215" sldId="16670083"/>
            <ac:spMk id="21" creationId="{ABC5FBAC-1C8F-BA1A-7A60-6FCD6DCEC565}"/>
          </ac:spMkLst>
        </pc:spChg>
        <pc:spChg chg="add mod">
          <ac:chgData name="陈凌韬 陈凌韬" userId="81acf5ebae9f403a" providerId="LiveId" clId="{D9F12F90-5E30-4441-B053-A456B7B6408B}" dt="2026-06-10T02:57:08.384" v="14903" actId="113"/>
          <ac:spMkLst>
            <pc:docMk/>
            <pc:sldMk cId="1130584215" sldId="16670083"/>
            <ac:spMk id="24" creationId="{CD75386B-BB7B-382D-0585-BFD8D1421F0A}"/>
          </ac:spMkLst>
        </pc:spChg>
        <pc:spChg chg="add mod">
          <ac:chgData name="陈凌韬 陈凌韬" userId="81acf5ebae9f403a" providerId="LiveId" clId="{D9F12F90-5E30-4441-B053-A456B7B6408B}" dt="2026-06-10T02:02:37.462" v="13628" actId="14100"/>
          <ac:spMkLst>
            <pc:docMk/>
            <pc:sldMk cId="1130584215" sldId="16670083"/>
            <ac:spMk id="25" creationId="{6D69026E-48AA-7214-3E89-2C0D61A8149E}"/>
          </ac:spMkLst>
        </pc:spChg>
        <pc:spChg chg="add mod">
          <ac:chgData name="陈凌韬 陈凌韬" userId="81acf5ebae9f403a" providerId="LiveId" clId="{D9F12F90-5E30-4441-B053-A456B7B6408B}" dt="2026-06-10T02:48:33.531" v="14615" actId="1076"/>
          <ac:spMkLst>
            <pc:docMk/>
            <pc:sldMk cId="1130584215" sldId="16670083"/>
            <ac:spMk id="27" creationId="{FE739001-1A82-A53E-0FC0-B7E3BFD5BEAA}"/>
          </ac:spMkLst>
        </pc:spChg>
        <pc:spChg chg="add mod">
          <ac:chgData name="陈凌韬 陈凌韬" userId="81acf5ebae9f403a" providerId="LiveId" clId="{D9F12F90-5E30-4441-B053-A456B7B6408B}" dt="2026-06-10T03:07:34.871" v="15281" actId="1038"/>
          <ac:spMkLst>
            <pc:docMk/>
            <pc:sldMk cId="1130584215" sldId="16670083"/>
            <ac:spMk id="28" creationId="{76F10883-A42A-81C7-CB82-D22E156CF034}"/>
          </ac:spMkLst>
        </pc:spChg>
        <pc:spChg chg="add mod">
          <ac:chgData name="陈凌韬 陈凌韬" userId="81acf5ebae9f403a" providerId="LiveId" clId="{D9F12F90-5E30-4441-B053-A456B7B6408B}" dt="2026-06-10T02:48:43.095" v="14617" actId="1076"/>
          <ac:spMkLst>
            <pc:docMk/>
            <pc:sldMk cId="1130584215" sldId="16670083"/>
            <ac:spMk id="30" creationId="{D88EC32E-01FF-06CB-CC1E-6BEEC41B33A0}"/>
          </ac:spMkLst>
        </pc:spChg>
        <pc:spChg chg="add mod">
          <ac:chgData name="陈凌韬 陈凌韬" userId="81acf5ebae9f403a" providerId="LiveId" clId="{D9F12F90-5E30-4441-B053-A456B7B6408B}" dt="2026-06-10T03:07:34.871" v="15281" actId="1038"/>
          <ac:spMkLst>
            <pc:docMk/>
            <pc:sldMk cId="1130584215" sldId="16670083"/>
            <ac:spMk id="31" creationId="{B8365D14-4E58-C1BF-1D9C-F4466EFAE251}"/>
          </ac:spMkLst>
        </pc:spChg>
        <pc:spChg chg="add mod">
          <ac:chgData name="陈凌韬 陈凌韬" userId="81acf5ebae9f403a" providerId="LiveId" clId="{D9F12F90-5E30-4441-B053-A456B7B6408B}" dt="2026-06-10T02:57:09.911" v="14904" actId="113"/>
          <ac:spMkLst>
            <pc:docMk/>
            <pc:sldMk cId="1130584215" sldId="16670083"/>
            <ac:spMk id="33" creationId="{AA5E2F23-AED6-D0F5-017A-8608FD61359C}"/>
          </ac:spMkLst>
        </pc:spChg>
        <pc:spChg chg="add mod">
          <ac:chgData name="陈凌韬 陈凌韬" userId="81acf5ebae9f403a" providerId="LiveId" clId="{D9F12F90-5E30-4441-B053-A456B7B6408B}" dt="2026-06-10T03:07:34.871" v="15281" actId="1038"/>
          <ac:spMkLst>
            <pc:docMk/>
            <pc:sldMk cId="1130584215" sldId="16670083"/>
            <ac:spMk id="34" creationId="{D1B1628E-7067-A486-B359-D72840F025C4}"/>
          </ac:spMkLst>
        </pc:spChg>
        <pc:spChg chg="add mod">
          <ac:chgData name="陈凌韬 陈凌韬" userId="81acf5ebae9f403a" providerId="LiveId" clId="{D9F12F90-5E30-4441-B053-A456B7B6408B}" dt="2026-06-10T02:48:37.706" v="14616" actId="1076"/>
          <ac:spMkLst>
            <pc:docMk/>
            <pc:sldMk cId="1130584215" sldId="16670083"/>
            <ac:spMk id="36" creationId="{37BE57AA-C116-1E12-989A-8DA54F3B7325}"/>
          </ac:spMkLst>
        </pc:spChg>
        <pc:spChg chg="add mod">
          <ac:chgData name="陈凌韬 陈凌韬" userId="81acf5ebae9f403a" providerId="LiveId" clId="{D9F12F90-5E30-4441-B053-A456B7B6408B}" dt="2026-06-10T02:59:04.105" v="14955" actId="1035"/>
          <ac:spMkLst>
            <pc:docMk/>
            <pc:sldMk cId="1130584215" sldId="16670083"/>
            <ac:spMk id="37" creationId="{835BC6DA-7A85-3816-A860-B362F9D8E548}"/>
          </ac:spMkLst>
        </pc:spChg>
        <pc:spChg chg="add mod">
          <ac:chgData name="陈凌韬 陈凌韬" userId="81acf5ebae9f403a" providerId="LiveId" clId="{D9F12F90-5E30-4441-B053-A456B7B6408B}" dt="2026-06-10T02:57:09.911" v="14904" actId="113"/>
          <ac:spMkLst>
            <pc:docMk/>
            <pc:sldMk cId="1130584215" sldId="16670083"/>
            <ac:spMk id="38" creationId="{FCC30993-D039-1286-3B19-B675FB6C99D2}"/>
          </ac:spMkLst>
        </pc:spChg>
        <pc:spChg chg="add mod">
          <ac:chgData name="陈凌韬 陈凌韬" userId="81acf5ebae9f403a" providerId="LiveId" clId="{D9F12F90-5E30-4441-B053-A456B7B6408B}" dt="2026-06-10T02:59:01.631" v="14951" actId="1035"/>
          <ac:spMkLst>
            <pc:docMk/>
            <pc:sldMk cId="1130584215" sldId="16670083"/>
            <ac:spMk id="39" creationId="{25000F15-BE72-BD1B-7D9D-36B91B3228E5}"/>
          </ac:spMkLst>
        </pc:spChg>
        <pc:spChg chg="add mod">
          <ac:chgData name="陈凌韬 陈凌韬" userId="81acf5ebae9f403a" providerId="LiveId" clId="{D9F12F90-5E30-4441-B053-A456B7B6408B}" dt="2026-06-10T02:56:08.444" v="14882" actId="1036"/>
          <ac:spMkLst>
            <pc:docMk/>
            <pc:sldMk cId="1130584215" sldId="16670083"/>
            <ac:spMk id="40" creationId="{8B376EF9-9207-3313-A8FE-4CD7E86BB8A1}"/>
          </ac:spMkLst>
        </pc:spChg>
        <pc:spChg chg="add mod">
          <ac:chgData name="陈凌韬 陈凌韬" userId="81acf5ebae9f403a" providerId="LiveId" clId="{D9F12F90-5E30-4441-B053-A456B7B6408B}" dt="2026-06-10T02:58:59.114" v="14949" actId="1035"/>
          <ac:spMkLst>
            <pc:docMk/>
            <pc:sldMk cId="1130584215" sldId="16670083"/>
            <ac:spMk id="41" creationId="{4586D374-56B0-8615-DD7F-3E6EDD827649}"/>
          </ac:spMkLst>
        </pc:spChg>
        <pc:spChg chg="add mod">
          <ac:chgData name="陈凌韬 陈凌韬" userId="81acf5ebae9f403a" providerId="LiveId" clId="{D9F12F90-5E30-4441-B053-A456B7B6408B}" dt="2026-06-10T02:57:25.799" v="14920" actId="1037"/>
          <ac:spMkLst>
            <pc:docMk/>
            <pc:sldMk cId="1130584215" sldId="16670083"/>
            <ac:spMk id="42" creationId="{C90BCB4C-E10A-BC75-4DF7-226F8230432A}"/>
          </ac:spMkLst>
        </pc:spChg>
        <pc:spChg chg="add mod">
          <ac:chgData name="陈凌韬 陈凌韬" userId="81acf5ebae9f403a" providerId="LiveId" clId="{D9F12F90-5E30-4441-B053-A456B7B6408B}" dt="2026-06-10T03:00:34.678" v="15034" actId="1036"/>
          <ac:spMkLst>
            <pc:docMk/>
            <pc:sldMk cId="1130584215" sldId="16670083"/>
            <ac:spMk id="43" creationId="{C5364166-A82E-C2FD-6851-BEB13FECB1A8}"/>
          </ac:spMkLst>
        </pc:spChg>
        <pc:spChg chg="add mod">
          <ac:chgData name="陈凌韬 陈凌韬" userId="81acf5ebae9f403a" providerId="LiveId" clId="{D9F12F90-5E30-4441-B053-A456B7B6408B}" dt="2026-06-10T03:06:49.523" v="15228" actId="14100"/>
          <ac:spMkLst>
            <pc:docMk/>
            <pc:sldMk cId="1130584215" sldId="16670083"/>
            <ac:spMk id="49" creationId="{AFC62D1D-2800-81A6-00F9-55D1AECB6D8A}"/>
          </ac:spMkLst>
        </pc:spChg>
        <pc:spChg chg="add mod">
          <ac:chgData name="陈凌韬 陈凌韬" userId="81acf5ebae9f403a" providerId="LiveId" clId="{D9F12F90-5E30-4441-B053-A456B7B6408B}" dt="2026-06-10T03:07:12.555" v="15269" actId="1038"/>
          <ac:spMkLst>
            <pc:docMk/>
            <pc:sldMk cId="1130584215" sldId="16670083"/>
            <ac:spMk id="50" creationId="{C75BBBCB-771E-DE16-26B8-4AB7E61EB7DB}"/>
          </ac:spMkLst>
        </pc:spChg>
        <pc:cxnChg chg="add mod">
          <ac:chgData name="陈凌韬 陈凌韬" userId="81acf5ebae9f403a" providerId="LiveId" clId="{D9F12F90-5E30-4441-B053-A456B7B6408B}" dt="2026-06-09T14:57:25.164" v="13136" actId="14100"/>
          <ac:cxnSpMkLst>
            <pc:docMk/>
            <pc:sldMk cId="1130584215" sldId="16670083"/>
            <ac:cxnSpMk id="22" creationId="{D82312C5-45E7-6E77-D54C-6BD248DFF8D5}"/>
          </ac:cxnSpMkLst>
        </pc:cxnChg>
        <pc:cxnChg chg="add mod">
          <ac:chgData name="陈凌韬 陈凌韬" userId="81acf5ebae9f403a" providerId="LiveId" clId="{D9F12F90-5E30-4441-B053-A456B7B6408B}" dt="2026-06-09T14:57:43.176" v="13139" actId="14100"/>
          <ac:cxnSpMkLst>
            <pc:docMk/>
            <pc:sldMk cId="1130584215" sldId="16670083"/>
            <ac:cxnSpMk id="26" creationId="{320364CE-4382-3B0C-D6F0-669CA937BB1D}"/>
          </ac:cxnSpMkLst>
        </pc:cxnChg>
        <pc:cxnChg chg="add mod">
          <ac:chgData name="陈凌韬 陈凌韬" userId="81acf5ebae9f403a" providerId="LiveId" clId="{D9F12F90-5E30-4441-B053-A456B7B6408B}" dt="2026-06-10T03:07:25.426" v="15278" actId="1036"/>
          <ac:cxnSpMkLst>
            <pc:docMk/>
            <pc:sldMk cId="1130584215" sldId="16670083"/>
            <ac:cxnSpMk id="29" creationId="{45DB6E8A-0FE4-1D25-4B92-EBC4ED711484}"/>
          </ac:cxnSpMkLst>
        </pc:cxnChg>
        <pc:cxnChg chg="add mod">
          <ac:chgData name="陈凌韬 陈凌韬" userId="81acf5ebae9f403a" providerId="LiveId" clId="{D9F12F90-5E30-4441-B053-A456B7B6408B}" dt="2026-06-10T03:07:34.871" v="15281" actId="1038"/>
          <ac:cxnSpMkLst>
            <pc:docMk/>
            <pc:sldMk cId="1130584215" sldId="16670083"/>
            <ac:cxnSpMk id="32" creationId="{C8DF3C1F-440C-CAA9-5B94-E003F51446AB}"/>
          </ac:cxnSpMkLst>
        </pc:cxnChg>
        <pc:cxnChg chg="add mod">
          <ac:chgData name="陈凌韬 陈凌韬" userId="81acf5ebae9f403a" providerId="LiveId" clId="{D9F12F90-5E30-4441-B053-A456B7B6408B}" dt="2026-06-10T03:07:29.745" v="15279" actId="1076"/>
          <ac:cxnSpMkLst>
            <pc:docMk/>
            <pc:sldMk cId="1130584215" sldId="16670083"/>
            <ac:cxnSpMk id="35" creationId="{B3A848DC-E43A-D411-11BF-9D710B1CC9EE}"/>
          </ac:cxnSpMkLst>
        </pc:cxnChg>
        <pc:cxnChg chg="add mod">
          <ac:chgData name="陈凌韬 陈凌韬" userId="81acf5ebae9f403a" providerId="LiveId" clId="{D9F12F90-5E30-4441-B053-A456B7B6408B}" dt="2026-06-10T08:20:17.881" v="16089" actId="692"/>
          <ac:cxnSpMkLst>
            <pc:docMk/>
            <pc:sldMk cId="1130584215" sldId="16670083"/>
            <ac:cxnSpMk id="44" creationId="{510486D6-0C65-2F14-A578-5D46445C4AAF}"/>
          </ac:cxnSpMkLst>
        </pc:cxnChg>
        <pc:cxnChg chg="add mod">
          <ac:chgData name="陈凌韬 陈凌韬" userId="81acf5ebae9f403a" providerId="LiveId" clId="{D9F12F90-5E30-4441-B053-A456B7B6408B}" dt="2026-06-10T08:20:17.881" v="16089" actId="692"/>
          <ac:cxnSpMkLst>
            <pc:docMk/>
            <pc:sldMk cId="1130584215" sldId="16670083"/>
            <ac:cxnSpMk id="46" creationId="{CF0827A2-815B-B5D6-FEF1-091AC1230A66}"/>
          </ac:cxnSpMkLst>
        </pc:cxnChg>
        <pc:cxnChg chg="add mod">
          <ac:chgData name="陈凌韬 陈凌韬" userId="81acf5ebae9f403a" providerId="LiveId" clId="{D9F12F90-5E30-4441-B053-A456B7B6408B}" dt="2026-06-10T03:07:18.041" v="15271" actId="14100"/>
          <ac:cxnSpMkLst>
            <pc:docMk/>
            <pc:sldMk cId="1130584215" sldId="16670083"/>
            <ac:cxnSpMk id="51" creationId="{C2E304A1-79F7-7659-9612-14CBD67AA4FA}"/>
          </ac:cxnSpMkLst>
        </pc:cxnChg>
      </pc:sldChg>
      <pc:sldChg chg="addSp delSp modSp add mod ord">
        <pc:chgData name="陈凌韬 陈凌韬" userId="81acf5ebae9f403a" providerId="LiveId" clId="{D9F12F90-5E30-4441-B053-A456B7B6408B}" dt="2026-06-12T04:10:21.917" v="23974" actId="14100"/>
        <pc:sldMkLst>
          <pc:docMk/>
          <pc:sldMk cId="2244414876" sldId="16670084"/>
        </pc:sldMkLst>
        <pc:spChg chg="add mod">
          <ac:chgData name="陈凌韬 陈凌韬" userId="81acf5ebae9f403a" providerId="LiveId" clId="{D9F12F90-5E30-4441-B053-A456B7B6408B}" dt="2026-06-12T02:30:43.874" v="21620" actId="14100"/>
          <ac:spMkLst>
            <pc:docMk/>
            <pc:sldMk cId="2244414876" sldId="16670084"/>
            <ac:spMk id="2" creationId="{240E0FCD-543E-2ECB-55A6-7537E5E6168F}"/>
          </ac:spMkLst>
        </pc:spChg>
        <pc:spChg chg="add mod">
          <ac:chgData name="陈凌韬 陈凌韬" userId="81acf5ebae9f403a" providerId="LiveId" clId="{D9F12F90-5E30-4441-B053-A456B7B6408B}" dt="2026-06-12T02:30:56.440" v="21653" actId="1035"/>
          <ac:spMkLst>
            <pc:docMk/>
            <pc:sldMk cId="2244414876" sldId="16670084"/>
            <ac:spMk id="3" creationId="{5FC3720A-6608-8F73-BEDF-F01208DA8536}"/>
          </ac:spMkLst>
        </pc:spChg>
        <pc:spChg chg="mod">
          <ac:chgData name="陈凌韬 陈凌韬" userId="81acf5ebae9f403a" providerId="LiveId" clId="{D9F12F90-5E30-4441-B053-A456B7B6408B}" dt="2026-06-11T11:26:52.848" v="21390" actId="20577"/>
          <ac:spMkLst>
            <pc:docMk/>
            <pc:sldMk cId="2244414876" sldId="16670084"/>
            <ac:spMk id="4" creationId="{D8CFF8D4-B33F-27FB-2E9A-4F890C2EC9D7}"/>
          </ac:spMkLst>
        </pc:spChg>
        <pc:spChg chg="add del mod">
          <ac:chgData name="陈凌韬 陈凌韬" userId="81acf5ebae9f403a" providerId="LiveId" clId="{D9F12F90-5E30-4441-B053-A456B7B6408B}" dt="2026-06-12T02:26:16.909" v="21471" actId="478"/>
          <ac:spMkLst>
            <pc:docMk/>
            <pc:sldMk cId="2244414876" sldId="16670084"/>
            <ac:spMk id="5" creationId="{8AEE8647-3732-55D9-3453-F1C9A00D9ED3}"/>
          </ac:spMkLst>
        </pc:spChg>
        <pc:spChg chg="add del mod">
          <ac:chgData name="陈凌韬 陈凌韬" userId="81acf5ebae9f403a" providerId="LiveId" clId="{D9F12F90-5E30-4441-B053-A456B7B6408B}" dt="2026-06-12T02:26:16.909" v="21471" actId="478"/>
          <ac:spMkLst>
            <pc:docMk/>
            <pc:sldMk cId="2244414876" sldId="16670084"/>
            <ac:spMk id="6" creationId="{CAA8A193-D8C8-AA1E-FB56-7025D6E50D29}"/>
          </ac:spMkLst>
        </pc:spChg>
        <pc:spChg chg="add del mod">
          <ac:chgData name="陈凌韬 陈凌韬" userId="81acf5ebae9f403a" providerId="LiveId" clId="{D9F12F90-5E30-4441-B053-A456B7B6408B}" dt="2026-06-12T02:26:16.909" v="21471" actId="478"/>
          <ac:spMkLst>
            <pc:docMk/>
            <pc:sldMk cId="2244414876" sldId="16670084"/>
            <ac:spMk id="13" creationId="{D7EA7CB6-ECEA-7B35-471D-5CEB108021FD}"/>
          </ac:spMkLst>
        </pc:spChg>
        <pc:spChg chg="add mod">
          <ac:chgData name="陈凌韬 陈凌韬" userId="81acf5ebae9f403a" providerId="LiveId" clId="{D9F12F90-5E30-4441-B053-A456B7B6408B}" dt="2026-06-12T02:44:48.257" v="22232" actId="1037"/>
          <ac:spMkLst>
            <pc:docMk/>
            <pc:sldMk cId="2244414876" sldId="16670084"/>
            <ac:spMk id="14" creationId="{302A48DD-E7DC-103C-AF45-7A777659A563}"/>
          </ac:spMkLst>
        </pc:spChg>
        <pc:spChg chg="add mod">
          <ac:chgData name="陈凌韬 陈凌韬" userId="81acf5ebae9f403a" providerId="LiveId" clId="{D9F12F90-5E30-4441-B053-A456B7B6408B}" dt="2026-06-12T02:45:20.811" v="22239" actId="20577"/>
          <ac:spMkLst>
            <pc:docMk/>
            <pc:sldMk cId="2244414876" sldId="16670084"/>
            <ac:spMk id="15" creationId="{5BF13CC8-28FC-D4AD-3C45-45767C90228F}"/>
          </ac:spMkLst>
        </pc:spChg>
        <pc:spChg chg="add mod">
          <ac:chgData name="陈凌韬 陈凌韬" userId="81acf5ebae9f403a" providerId="LiveId" clId="{D9F12F90-5E30-4441-B053-A456B7B6408B}" dt="2026-06-12T02:35:23.432" v="21999" actId="122"/>
          <ac:spMkLst>
            <pc:docMk/>
            <pc:sldMk cId="2244414876" sldId="16670084"/>
            <ac:spMk id="16" creationId="{4698DD0E-9304-6FF1-09DB-6EBBB6CA86FE}"/>
          </ac:spMkLst>
        </pc:spChg>
        <pc:spChg chg="add mod">
          <ac:chgData name="陈凌韬 陈凌韬" userId="81acf5ebae9f403a" providerId="LiveId" clId="{D9F12F90-5E30-4441-B053-A456B7B6408B}" dt="2026-06-12T02:30:41.160" v="21619" actId="1035"/>
          <ac:spMkLst>
            <pc:docMk/>
            <pc:sldMk cId="2244414876" sldId="16670084"/>
            <ac:spMk id="17" creationId="{99C83D03-587E-B0BE-36AB-F3B1B12B2648}"/>
          </ac:spMkLst>
        </pc:spChg>
        <pc:spChg chg="add mod">
          <ac:chgData name="陈凌韬 陈凌韬" userId="81acf5ebae9f403a" providerId="LiveId" clId="{D9F12F90-5E30-4441-B053-A456B7B6408B}" dt="2026-06-12T02:35:21.398" v="21998" actId="122"/>
          <ac:spMkLst>
            <pc:docMk/>
            <pc:sldMk cId="2244414876" sldId="16670084"/>
            <ac:spMk id="19" creationId="{D71A6476-2D5F-D808-25F9-41FC25BF74D8}"/>
          </ac:spMkLst>
        </pc:spChg>
        <pc:spChg chg="add mod">
          <ac:chgData name="陈凌韬 陈凌韬" userId="81acf5ebae9f403a" providerId="LiveId" clId="{D9F12F90-5E30-4441-B053-A456B7B6408B}" dt="2026-06-12T02:42:42.713" v="22189" actId="14100"/>
          <ac:spMkLst>
            <pc:docMk/>
            <pc:sldMk cId="2244414876" sldId="16670084"/>
            <ac:spMk id="21" creationId="{FF728135-4B6A-17E2-53CE-007A7AF9F430}"/>
          </ac:spMkLst>
        </pc:spChg>
        <pc:spChg chg="add del mod">
          <ac:chgData name="陈凌韬 陈凌韬" userId="81acf5ebae9f403a" providerId="LiveId" clId="{D9F12F90-5E30-4441-B053-A456B7B6408B}" dt="2026-06-12T02:26:16.909" v="21471" actId="478"/>
          <ac:spMkLst>
            <pc:docMk/>
            <pc:sldMk cId="2244414876" sldId="16670084"/>
            <ac:spMk id="22" creationId="{4D42FC79-8E73-751A-8C92-6A2ECA9E175F}"/>
          </ac:spMkLst>
        </pc:spChg>
        <pc:spChg chg="add mod">
          <ac:chgData name="陈凌韬 陈凌韬" userId="81acf5ebae9f403a" providerId="LiveId" clId="{D9F12F90-5E30-4441-B053-A456B7B6408B}" dt="2026-06-12T02:30:41.160" v="21619" actId="1035"/>
          <ac:spMkLst>
            <pc:docMk/>
            <pc:sldMk cId="2244414876" sldId="16670084"/>
            <ac:spMk id="24" creationId="{05A13F81-C4AD-AD0E-51F6-A28CF8B9B202}"/>
          </ac:spMkLst>
        </pc:spChg>
        <pc:spChg chg="add mod">
          <ac:chgData name="陈凌韬 陈凌韬" userId="81acf5ebae9f403a" providerId="LiveId" clId="{D9F12F90-5E30-4441-B053-A456B7B6408B}" dt="2026-06-12T02:30:41.160" v="21619" actId="1035"/>
          <ac:spMkLst>
            <pc:docMk/>
            <pc:sldMk cId="2244414876" sldId="16670084"/>
            <ac:spMk id="27" creationId="{BB74E561-9FCF-EE9F-5A6C-F8D9DD0008B9}"/>
          </ac:spMkLst>
        </pc:spChg>
        <pc:spChg chg="add del mod">
          <ac:chgData name="陈凌韬 陈凌韬" userId="81acf5ebae9f403a" providerId="LiveId" clId="{D9F12F90-5E30-4441-B053-A456B7B6408B}" dt="2026-06-12T02:26:16.909" v="21471" actId="478"/>
          <ac:spMkLst>
            <pc:docMk/>
            <pc:sldMk cId="2244414876" sldId="16670084"/>
            <ac:spMk id="28" creationId="{10C2971D-FABB-5143-9922-DB78F01F72CA}"/>
          </ac:spMkLst>
        </pc:spChg>
        <pc:spChg chg="add mod">
          <ac:chgData name="陈凌韬 陈凌韬" userId="81acf5ebae9f403a" providerId="LiveId" clId="{D9F12F90-5E30-4441-B053-A456B7B6408B}" dt="2026-06-12T02:44:48.257" v="22232" actId="1037"/>
          <ac:spMkLst>
            <pc:docMk/>
            <pc:sldMk cId="2244414876" sldId="16670084"/>
            <ac:spMk id="32" creationId="{6F1AC897-61DB-B86F-533D-2958BC6B03F1}"/>
          </ac:spMkLst>
        </pc:spChg>
        <pc:spChg chg="add mod">
          <ac:chgData name="陈凌韬 陈凌韬" userId="81acf5ebae9f403a" providerId="LiveId" clId="{D9F12F90-5E30-4441-B053-A456B7B6408B}" dt="2026-06-12T02:30:41.160" v="21619" actId="1035"/>
          <ac:spMkLst>
            <pc:docMk/>
            <pc:sldMk cId="2244414876" sldId="16670084"/>
            <ac:spMk id="34" creationId="{098FE52D-D4CB-4E7B-A5D6-A455177A051B}"/>
          </ac:spMkLst>
        </pc:spChg>
        <pc:spChg chg="add mod">
          <ac:chgData name="陈凌韬 陈凌韬" userId="81acf5ebae9f403a" providerId="LiveId" clId="{D9F12F90-5E30-4441-B053-A456B7B6408B}" dt="2026-06-12T02:30:56.440" v="21653" actId="1035"/>
          <ac:spMkLst>
            <pc:docMk/>
            <pc:sldMk cId="2244414876" sldId="16670084"/>
            <ac:spMk id="35" creationId="{EE89CE70-050C-D7D4-4DB6-5934B4BAD57C}"/>
          </ac:spMkLst>
        </pc:spChg>
        <pc:spChg chg="add mod">
          <ac:chgData name="陈凌韬 陈凌韬" userId="81acf5ebae9f403a" providerId="LiveId" clId="{D9F12F90-5E30-4441-B053-A456B7B6408B}" dt="2026-06-12T02:30:56.440" v="21653" actId="1035"/>
          <ac:spMkLst>
            <pc:docMk/>
            <pc:sldMk cId="2244414876" sldId="16670084"/>
            <ac:spMk id="36" creationId="{0B822D16-36E4-456C-963D-9E551DAB3246}"/>
          </ac:spMkLst>
        </pc:spChg>
        <pc:spChg chg="add mod">
          <ac:chgData name="陈凌韬 陈凌韬" userId="81acf5ebae9f403a" providerId="LiveId" clId="{D9F12F90-5E30-4441-B053-A456B7B6408B}" dt="2026-06-12T02:30:56.440" v="21653" actId="1035"/>
          <ac:spMkLst>
            <pc:docMk/>
            <pc:sldMk cId="2244414876" sldId="16670084"/>
            <ac:spMk id="37" creationId="{C7A91565-24AF-0744-2AA6-DE9CD6D59617}"/>
          </ac:spMkLst>
        </pc:spChg>
        <pc:spChg chg="add mod">
          <ac:chgData name="陈凌韬 陈凌韬" userId="81acf5ebae9f403a" providerId="LiveId" clId="{D9F12F90-5E30-4441-B053-A456B7B6408B}" dt="2026-06-12T02:30:56.440" v="21653" actId="1035"/>
          <ac:spMkLst>
            <pc:docMk/>
            <pc:sldMk cId="2244414876" sldId="16670084"/>
            <ac:spMk id="38" creationId="{565765E1-6E60-95B3-4988-A19400A8DA28}"/>
          </ac:spMkLst>
        </pc:spChg>
        <pc:spChg chg="add del mod">
          <ac:chgData name="陈凌韬 陈凌韬" userId="81acf5ebae9f403a" providerId="LiveId" clId="{D9F12F90-5E30-4441-B053-A456B7B6408B}" dt="2026-06-12T02:26:16.909" v="21471" actId="478"/>
          <ac:spMkLst>
            <pc:docMk/>
            <pc:sldMk cId="2244414876" sldId="16670084"/>
            <ac:spMk id="41" creationId="{FB329068-8670-BD9E-DCB6-53F9E3478FDE}"/>
          </ac:spMkLst>
        </pc:spChg>
        <pc:spChg chg="add del mod">
          <ac:chgData name="陈凌韬 陈凌韬" userId="81acf5ebae9f403a" providerId="LiveId" clId="{D9F12F90-5E30-4441-B053-A456B7B6408B}" dt="2026-06-12T02:31:11.220" v="21656" actId="478"/>
          <ac:spMkLst>
            <pc:docMk/>
            <pc:sldMk cId="2244414876" sldId="16670084"/>
            <ac:spMk id="43" creationId="{C1111D6C-B4A0-7410-C7B6-FF801ED756F8}"/>
          </ac:spMkLst>
        </pc:spChg>
        <pc:spChg chg="add del mod">
          <ac:chgData name="陈凌韬 陈凌韬" userId="81acf5ebae9f403a" providerId="LiveId" clId="{D9F12F90-5E30-4441-B053-A456B7B6408B}" dt="2026-06-12T02:26:16.909" v="21471" actId="478"/>
          <ac:spMkLst>
            <pc:docMk/>
            <pc:sldMk cId="2244414876" sldId="16670084"/>
            <ac:spMk id="45" creationId="{2FE7C463-9EB3-7F6B-364B-09393F0AA11F}"/>
          </ac:spMkLst>
        </pc:spChg>
        <pc:spChg chg="add del mod">
          <ac:chgData name="陈凌韬 陈凌韬" userId="81acf5ebae9f403a" providerId="LiveId" clId="{D9F12F90-5E30-4441-B053-A456B7B6408B}" dt="2026-06-12T02:26:16.909" v="21471" actId="478"/>
          <ac:spMkLst>
            <pc:docMk/>
            <pc:sldMk cId="2244414876" sldId="16670084"/>
            <ac:spMk id="53" creationId="{5391C2A1-D892-3D01-38BA-28D6C34CCA6E}"/>
          </ac:spMkLst>
        </pc:spChg>
        <pc:spChg chg="add del mod">
          <ac:chgData name="陈凌韬 陈凌韬" userId="81acf5ebae9f403a" providerId="LiveId" clId="{D9F12F90-5E30-4441-B053-A456B7B6408B}" dt="2026-06-12T02:26:16.909" v="21471" actId="478"/>
          <ac:spMkLst>
            <pc:docMk/>
            <pc:sldMk cId="2244414876" sldId="16670084"/>
            <ac:spMk id="54" creationId="{48C83434-172A-07A8-5C37-1F298C765ACC}"/>
          </ac:spMkLst>
        </pc:spChg>
        <pc:spChg chg="add del mod">
          <ac:chgData name="陈凌韬 陈凌韬" userId="81acf5ebae9f403a" providerId="LiveId" clId="{D9F12F90-5E30-4441-B053-A456B7B6408B}" dt="2026-06-12T02:26:16.909" v="21471" actId="478"/>
          <ac:spMkLst>
            <pc:docMk/>
            <pc:sldMk cId="2244414876" sldId="16670084"/>
            <ac:spMk id="55" creationId="{43D7F787-3233-7F57-EBD9-379A1B6387C1}"/>
          </ac:spMkLst>
        </pc:spChg>
        <pc:spChg chg="add mod">
          <ac:chgData name="陈凌韬 陈凌韬" userId="81acf5ebae9f403a" providerId="LiveId" clId="{D9F12F90-5E30-4441-B053-A456B7B6408B}" dt="2026-06-12T02:44:48.257" v="22232" actId="1037"/>
          <ac:spMkLst>
            <pc:docMk/>
            <pc:sldMk cId="2244414876" sldId="16670084"/>
            <ac:spMk id="56" creationId="{959393FB-3FB1-3330-2485-F0AD711E7FD3}"/>
          </ac:spMkLst>
        </pc:spChg>
        <pc:spChg chg="add mod">
          <ac:chgData name="陈凌韬 陈凌韬" userId="81acf5ebae9f403a" providerId="LiveId" clId="{D9F12F90-5E30-4441-B053-A456B7B6408B}" dt="2026-06-12T02:44:48.257" v="22232" actId="1037"/>
          <ac:spMkLst>
            <pc:docMk/>
            <pc:sldMk cId="2244414876" sldId="16670084"/>
            <ac:spMk id="57" creationId="{46E53BC2-3B95-7ACA-09ED-715550270784}"/>
          </ac:spMkLst>
        </pc:spChg>
        <pc:spChg chg="add mod">
          <ac:chgData name="陈凌韬 陈凌韬" userId="81acf5ebae9f403a" providerId="LiveId" clId="{D9F12F90-5E30-4441-B053-A456B7B6408B}" dt="2026-06-12T02:44:48.257" v="22232" actId="1037"/>
          <ac:spMkLst>
            <pc:docMk/>
            <pc:sldMk cId="2244414876" sldId="16670084"/>
            <ac:spMk id="58" creationId="{B30E97A3-7637-E8AE-E917-78E05323860A}"/>
          </ac:spMkLst>
        </pc:spChg>
        <pc:spChg chg="add mod">
          <ac:chgData name="陈凌韬 陈凌韬" userId="81acf5ebae9f403a" providerId="LiveId" clId="{D9F12F90-5E30-4441-B053-A456B7B6408B}" dt="2026-06-12T02:44:48.257" v="22232" actId="1037"/>
          <ac:spMkLst>
            <pc:docMk/>
            <pc:sldMk cId="2244414876" sldId="16670084"/>
            <ac:spMk id="59" creationId="{78803DCA-EC30-865A-311A-D55180243D15}"/>
          </ac:spMkLst>
        </pc:spChg>
        <pc:spChg chg="add mod">
          <ac:chgData name="陈凌韬 陈凌韬" userId="81acf5ebae9f403a" providerId="LiveId" clId="{D9F12F90-5E30-4441-B053-A456B7B6408B}" dt="2026-06-12T02:44:48.257" v="22232" actId="1037"/>
          <ac:spMkLst>
            <pc:docMk/>
            <pc:sldMk cId="2244414876" sldId="16670084"/>
            <ac:spMk id="60" creationId="{0E045F8A-65B9-32D5-AB00-CED961EDD76B}"/>
          </ac:spMkLst>
        </pc:spChg>
        <pc:spChg chg="add mod">
          <ac:chgData name="陈凌韬 陈凌韬" userId="81acf5ebae9f403a" providerId="LiveId" clId="{D9F12F90-5E30-4441-B053-A456B7B6408B}" dt="2026-06-12T02:41:47.491" v="22165" actId="14100"/>
          <ac:spMkLst>
            <pc:docMk/>
            <pc:sldMk cId="2244414876" sldId="16670084"/>
            <ac:spMk id="74" creationId="{5FBA8A64-9AE4-1852-D0EB-2F6821831346}"/>
          </ac:spMkLst>
        </pc:spChg>
        <pc:spChg chg="add mod">
          <ac:chgData name="陈凌韬 陈凌韬" userId="81acf5ebae9f403a" providerId="LiveId" clId="{D9F12F90-5E30-4441-B053-A456B7B6408B}" dt="2026-06-12T02:41:50.827" v="22166" actId="14100"/>
          <ac:spMkLst>
            <pc:docMk/>
            <pc:sldMk cId="2244414876" sldId="16670084"/>
            <ac:spMk id="75" creationId="{96290277-7DC0-E48E-880C-130D48EA8593}"/>
          </ac:spMkLst>
        </pc:spChg>
        <pc:spChg chg="add mod">
          <ac:chgData name="陈凌韬 陈凌韬" userId="81acf5ebae9f403a" providerId="LiveId" clId="{D9F12F90-5E30-4441-B053-A456B7B6408B}" dt="2026-06-12T03:15:56.151" v="23935" actId="14100"/>
          <ac:spMkLst>
            <pc:docMk/>
            <pc:sldMk cId="2244414876" sldId="16670084"/>
            <ac:spMk id="78" creationId="{CE2FA23B-8C15-7DD4-AABF-E466A94BD812}"/>
          </ac:spMkLst>
        </pc:spChg>
        <pc:spChg chg="add mod">
          <ac:chgData name="陈凌韬 陈凌韬" userId="81acf5ebae9f403a" providerId="LiveId" clId="{D9F12F90-5E30-4441-B053-A456B7B6408B}" dt="2026-06-12T02:42:49.356" v="22191" actId="14100"/>
          <ac:spMkLst>
            <pc:docMk/>
            <pc:sldMk cId="2244414876" sldId="16670084"/>
            <ac:spMk id="79" creationId="{9338D8F5-C60E-DF5C-FB71-D5791AEE9747}"/>
          </ac:spMkLst>
        </pc:spChg>
        <pc:spChg chg="add mod">
          <ac:chgData name="陈凌韬 陈凌韬" userId="81acf5ebae9f403a" providerId="LiveId" clId="{D9F12F90-5E30-4441-B053-A456B7B6408B}" dt="2026-06-12T02:42:03.429" v="22170" actId="14100"/>
          <ac:spMkLst>
            <pc:docMk/>
            <pc:sldMk cId="2244414876" sldId="16670084"/>
            <ac:spMk id="83" creationId="{F6B3B7CC-AB40-BDFB-B358-EBE89C4F64C6}"/>
          </ac:spMkLst>
        </pc:spChg>
        <pc:spChg chg="add mod">
          <ac:chgData name="陈凌韬 陈凌韬" userId="81acf5ebae9f403a" providerId="LiveId" clId="{D9F12F90-5E30-4441-B053-A456B7B6408B}" dt="2026-06-12T02:42:12.232" v="22172" actId="1076"/>
          <ac:spMkLst>
            <pc:docMk/>
            <pc:sldMk cId="2244414876" sldId="16670084"/>
            <ac:spMk id="85" creationId="{6C8296D7-E42B-EB53-A4F5-29175D591827}"/>
          </ac:spMkLst>
        </pc:spChg>
        <pc:spChg chg="add mod">
          <ac:chgData name="陈凌韬 陈凌韬" userId="81acf5ebae9f403a" providerId="LiveId" clId="{D9F12F90-5E30-4441-B053-A456B7B6408B}" dt="2026-06-12T02:43:54.419" v="22211" actId="14100"/>
          <ac:spMkLst>
            <pc:docMk/>
            <pc:sldMk cId="2244414876" sldId="16670084"/>
            <ac:spMk id="87" creationId="{AF3A993B-297B-6A86-AB4A-C04E59571739}"/>
          </ac:spMkLst>
        </pc:spChg>
        <pc:spChg chg="add mod">
          <ac:chgData name="陈凌韬 陈凌韬" userId="81acf5ebae9f403a" providerId="LiveId" clId="{D9F12F90-5E30-4441-B053-A456B7B6408B}" dt="2026-06-12T02:43:23.238" v="22195"/>
          <ac:spMkLst>
            <pc:docMk/>
            <pc:sldMk cId="2244414876" sldId="16670084"/>
            <ac:spMk id="88" creationId="{6D868AAF-7481-7BCE-67E7-5B13B3350857}"/>
          </ac:spMkLst>
        </pc:spChg>
        <pc:spChg chg="add mod">
          <ac:chgData name="陈凌韬 陈凌韬" userId="81acf5ebae9f403a" providerId="LiveId" clId="{D9F12F90-5E30-4441-B053-A456B7B6408B}" dt="2026-06-12T02:44:03.850" v="22214" actId="14100"/>
          <ac:spMkLst>
            <pc:docMk/>
            <pc:sldMk cId="2244414876" sldId="16670084"/>
            <ac:spMk id="89" creationId="{E0D01D7D-AE8E-D80E-EBDA-E4E854D2179D}"/>
          </ac:spMkLst>
        </pc:spChg>
        <pc:spChg chg="add mod">
          <ac:chgData name="陈凌韬 陈凌韬" userId="81acf5ebae9f403a" providerId="LiveId" clId="{D9F12F90-5E30-4441-B053-A456B7B6408B}" dt="2026-06-12T03:05:08.078" v="23031" actId="1035"/>
          <ac:spMkLst>
            <pc:docMk/>
            <pc:sldMk cId="2244414876" sldId="16670084"/>
            <ac:spMk id="90" creationId="{AAD039F1-3D42-9F09-2B2F-8D451CC7AC30}"/>
          </ac:spMkLst>
        </pc:spChg>
        <pc:spChg chg="add mod">
          <ac:chgData name="陈凌韬 陈凌韬" userId="81acf5ebae9f403a" providerId="LiveId" clId="{D9F12F90-5E30-4441-B053-A456B7B6408B}" dt="2026-06-12T03:05:28.168" v="23044" actId="14100"/>
          <ac:spMkLst>
            <pc:docMk/>
            <pc:sldMk cId="2244414876" sldId="16670084"/>
            <ac:spMk id="91" creationId="{9EE9FD1F-8AA7-C0E8-2F8E-5E98FF1280CC}"/>
          </ac:spMkLst>
        </pc:spChg>
        <pc:spChg chg="add mod">
          <ac:chgData name="陈凌韬 陈凌韬" userId="81acf5ebae9f403a" providerId="LiveId" clId="{D9F12F90-5E30-4441-B053-A456B7B6408B}" dt="2026-06-12T02:48:13.194" v="22426" actId="122"/>
          <ac:spMkLst>
            <pc:docMk/>
            <pc:sldMk cId="2244414876" sldId="16670084"/>
            <ac:spMk id="92" creationId="{574A043B-FBEE-6BBE-0FD8-7AB24EF93FCE}"/>
          </ac:spMkLst>
        </pc:spChg>
        <pc:spChg chg="add mod">
          <ac:chgData name="陈凌韬 陈凌韬" userId="81acf5ebae9f403a" providerId="LiveId" clId="{D9F12F90-5E30-4441-B053-A456B7B6408B}" dt="2026-06-12T02:48:06.395" v="22424" actId="14100"/>
          <ac:spMkLst>
            <pc:docMk/>
            <pc:sldMk cId="2244414876" sldId="16670084"/>
            <ac:spMk id="93" creationId="{51F6A48E-D74F-630F-14C0-B7ECA61297A6}"/>
          </ac:spMkLst>
        </pc:spChg>
        <pc:spChg chg="add mod">
          <ac:chgData name="陈凌韬 陈凌韬" userId="81acf5ebae9f403a" providerId="LiveId" clId="{D9F12F90-5E30-4441-B053-A456B7B6408B}" dt="2026-06-12T02:49:16.845" v="22539" actId="20577"/>
          <ac:spMkLst>
            <pc:docMk/>
            <pc:sldMk cId="2244414876" sldId="16670084"/>
            <ac:spMk id="94" creationId="{5E6D4A78-B432-81C5-2CBD-026A205AB91A}"/>
          </ac:spMkLst>
        </pc:spChg>
        <pc:spChg chg="add mod">
          <ac:chgData name="陈凌韬 陈凌韬" userId="81acf5ebae9f403a" providerId="LiveId" clId="{D9F12F90-5E30-4441-B053-A456B7B6408B}" dt="2026-06-12T02:48:40.672" v="22516" actId="1038"/>
          <ac:spMkLst>
            <pc:docMk/>
            <pc:sldMk cId="2244414876" sldId="16670084"/>
            <ac:spMk id="95" creationId="{ACCAC750-3073-6FDA-8BB6-BC049A056B74}"/>
          </ac:spMkLst>
        </pc:spChg>
        <pc:spChg chg="add mod">
          <ac:chgData name="陈凌韬 陈凌韬" userId="81acf5ebae9f403a" providerId="LiveId" clId="{D9F12F90-5E30-4441-B053-A456B7B6408B}" dt="2026-06-12T03:11:49.139" v="23418" actId="1076"/>
          <ac:spMkLst>
            <pc:docMk/>
            <pc:sldMk cId="2244414876" sldId="16670084"/>
            <ac:spMk id="96" creationId="{EAF47170-1C37-0DEE-C479-8DDF0A8994EE}"/>
          </ac:spMkLst>
        </pc:spChg>
        <pc:spChg chg="add mod">
          <ac:chgData name="陈凌韬 陈凌韬" userId="81acf5ebae9f403a" providerId="LiveId" clId="{D9F12F90-5E30-4441-B053-A456B7B6408B}" dt="2026-06-12T03:05:37.782" v="23072" actId="1036"/>
          <ac:spMkLst>
            <pc:docMk/>
            <pc:sldMk cId="2244414876" sldId="16670084"/>
            <ac:spMk id="97" creationId="{CDD179F9-5454-C2E5-9561-875DA161B3B3}"/>
          </ac:spMkLst>
        </pc:spChg>
        <pc:spChg chg="add mod">
          <ac:chgData name="陈凌韬 陈凌韬" userId="81acf5ebae9f403a" providerId="LiveId" clId="{D9F12F90-5E30-4441-B053-A456B7B6408B}" dt="2026-06-12T03:06:49.816" v="23157" actId="1036"/>
          <ac:spMkLst>
            <pc:docMk/>
            <pc:sldMk cId="2244414876" sldId="16670084"/>
            <ac:spMk id="98" creationId="{92E738EC-5C3C-9BC9-39C4-217672511DDA}"/>
          </ac:spMkLst>
        </pc:spChg>
        <pc:spChg chg="add mod">
          <ac:chgData name="陈凌韬 陈凌韬" userId="81acf5ebae9f403a" providerId="LiveId" clId="{D9F12F90-5E30-4441-B053-A456B7B6408B}" dt="2026-06-12T03:06:56.026" v="23167" actId="1036"/>
          <ac:spMkLst>
            <pc:docMk/>
            <pc:sldMk cId="2244414876" sldId="16670084"/>
            <ac:spMk id="99" creationId="{299DBCA8-BBC4-1B50-5DF5-874F64A87CB3}"/>
          </ac:spMkLst>
        </pc:spChg>
        <pc:spChg chg="add mod">
          <ac:chgData name="陈凌韬 陈凌韬" userId="81acf5ebae9f403a" providerId="LiveId" clId="{D9F12F90-5E30-4441-B053-A456B7B6408B}" dt="2026-06-12T03:05:08.078" v="23031" actId="1035"/>
          <ac:spMkLst>
            <pc:docMk/>
            <pc:sldMk cId="2244414876" sldId="16670084"/>
            <ac:spMk id="100" creationId="{612D172F-124E-F048-E10D-6540607AF0B2}"/>
          </ac:spMkLst>
        </pc:spChg>
        <pc:spChg chg="add mod">
          <ac:chgData name="陈凌韬 陈凌韬" userId="81acf5ebae9f403a" providerId="LiveId" clId="{D9F12F90-5E30-4441-B053-A456B7B6408B}" dt="2026-06-12T03:07:56.698" v="23194" actId="20577"/>
          <ac:spMkLst>
            <pc:docMk/>
            <pc:sldMk cId="2244414876" sldId="16670084"/>
            <ac:spMk id="101" creationId="{B1630C5D-DB06-4747-B922-94C4D51E6F2C}"/>
          </ac:spMkLst>
        </pc:spChg>
        <pc:spChg chg="add mod">
          <ac:chgData name="陈凌韬 陈凌韬" userId="81acf5ebae9f403a" providerId="LiveId" clId="{D9F12F90-5E30-4441-B053-A456B7B6408B}" dt="2026-06-12T03:06:52.786" v="23161" actId="1036"/>
          <ac:spMkLst>
            <pc:docMk/>
            <pc:sldMk cId="2244414876" sldId="16670084"/>
            <ac:spMk id="102" creationId="{F43F7C87-9EC0-FCCA-E8E1-8F84EC08EED1}"/>
          </ac:spMkLst>
        </pc:spChg>
        <pc:spChg chg="add mod">
          <ac:chgData name="陈凌韬 陈凌韬" userId="81acf5ebae9f403a" providerId="LiveId" clId="{D9F12F90-5E30-4441-B053-A456B7B6408B}" dt="2026-06-12T03:10:27.058" v="23258" actId="114"/>
          <ac:spMkLst>
            <pc:docMk/>
            <pc:sldMk cId="2244414876" sldId="16670084"/>
            <ac:spMk id="103" creationId="{F9763BE2-B423-BF74-3593-458317E6D153}"/>
          </ac:spMkLst>
        </pc:spChg>
        <pc:spChg chg="add mod">
          <ac:chgData name="陈凌韬 陈凌韬" userId="81acf5ebae9f403a" providerId="LiveId" clId="{D9F12F90-5E30-4441-B053-A456B7B6408B}" dt="2026-06-12T03:16:00.427" v="23939" actId="1035"/>
          <ac:spMkLst>
            <pc:docMk/>
            <pc:sldMk cId="2244414876" sldId="16670084"/>
            <ac:spMk id="104" creationId="{DC91B5E0-6B29-B1F7-A74F-ACF80321767D}"/>
          </ac:spMkLst>
        </pc:spChg>
        <pc:spChg chg="add mod">
          <ac:chgData name="陈凌韬 陈凌韬" userId="81acf5ebae9f403a" providerId="LiveId" clId="{D9F12F90-5E30-4441-B053-A456B7B6408B}" dt="2026-06-12T03:12:29.717" v="23507" actId="1037"/>
          <ac:spMkLst>
            <pc:docMk/>
            <pc:sldMk cId="2244414876" sldId="16670084"/>
            <ac:spMk id="105" creationId="{8DEDDA38-036B-CB18-8025-7D797AB31FFD}"/>
          </ac:spMkLst>
        </pc:spChg>
        <pc:spChg chg="add mod">
          <ac:chgData name="陈凌韬 陈凌韬" userId="81acf5ebae9f403a" providerId="LiveId" clId="{D9F12F90-5E30-4441-B053-A456B7B6408B}" dt="2026-06-12T03:12:29.717" v="23507" actId="1037"/>
          <ac:spMkLst>
            <pc:docMk/>
            <pc:sldMk cId="2244414876" sldId="16670084"/>
            <ac:spMk id="106" creationId="{A067450D-F245-8108-CD42-C24C912E6D50}"/>
          </ac:spMkLst>
        </pc:spChg>
        <pc:spChg chg="add mod">
          <ac:chgData name="陈凌韬 陈凌韬" userId="81acf5ebae9f403a" providerId="LiveId" clId="{D9F12F90-5E30-4441-B053-A456B7B6408B}" dt="2026-06-12T03:14:57.514" v="23904" actId="1038"/>
          <ac:spMkLst>
            <pc:docMk/>
            <pc:sldMk cId="2244414876" sldId="16670084"/>
            <ac:spMk id="107" creationId="{8B63F721-4270-B6B5-2BB9-E7CEFD008AB1}"/>
          </ac:spMkLst>
        </pc:spChg>
        <pc:spChg chg="add mod">
          <ac:chgData name="陈凌韬 陈凌韬" userId="81acf5ebae9f403a" providerId="LiveId" clId="{D9F12F90-5E30-4441-B053-A456B7B6408B}" dt="2026-06-12T03:14:57.514" v="23904" actId="1038"/>
          <ac:spMkLst>
            <pc:docMk/>
            <pc:sldMk cId="2244414876" sldId="16670084"/>
            <ac:spMk id="108" creationId="{A2B654B2-E445-E1C7-9E41-BB6095ACF168}"/>
          </ac:spMkLst>
        </pc:spChg>
        <pc:spChg chg="add mod">
          <ac:chgData name="陈凌韬 陈凌韬" userId="81acf5ebae9f403a" providerId="LiveId" clId="{D9F12F90-5E30-4441-B053-A456B7B6408B}" dt="2026-06-12T03:15:06.139" v="23924" actId="1038"/>
          <ac:spMkLst>
            <pc:docMk/>
            <pc:sldMk cId="2244414876" sldId="16670084"/>
            <ac:spMk id="109" creationId="{42ADDDF9-A514-E2A9-1B51-475A845630FF}"/>
          </ac:spMkLst>
        </pc:spChg>
        <pc:spChg chg="add mod">
          <ac:chgData name="陈凌韬 陈凌韬" userId="81acf5ebae9f403a" providerId="LiveId" clId="{D9F12F90-5E30-4441-B053-A456B7B6408B}" dt="2026-06-12T03:15:06.139" v="23924" actId="1038"/>
          <ac:spMkLst>
            <pc:docMk/>
            <pc:sldMk cId="2244414876" sldId="16670084"/>
            <ac:spMk id="110" creationId="{CD288CEE-67F1-CD32-1365-151065D51B43}"/>
          </ac:spMkLst>
        </pc:spChg>
        <pc:spChg chg="add mod">
          <ac:chgData name="陈凌韬 陈凌韬" userId="81acf5ebae9f403a" providerId="LiveId" clId="{D9F12F90-5E30-4441-B053-A456B7B6408B}" dt="2026-06-12T03:14:49.474" v="23894" actId="1038"/>
          <ac:spMkLst>
            <pc:docMk/>
            <pc:sldMk cId="2244414876" sldId="16670084"/>
            <ac:spMk id="111" creationId="{196DA7A1-5581-50D9-6CCB-1F7F5154E2F8}"/>
          </ac:spMkLst>
        </pc:spChg>
        <pc:spChg chg="add mod">
          <ac:chgData name="陈凌韬 陈凌韬" userId="81acf5ebae9f403a" providerId="LiveId" clId="{D9F12F90-5E30-4441-B053-A456B7B6408B}" dt="2026-06-12T03:14:49.474" v="23894" actId="1038"/>
          <ac:spMkLst>
            <pc:docMk/>
            <pc:sldMk cId="2244414876" sldId="16670084"/>
            <ac:spMk id="112" creationId="{6C72CCBC-4CB0-C884-3714-F39E3EB620C1}"/>
          </ac:spMkLst>
        </pc:spChg>
        <pc:spChg chg="add mod">
          <ac:chgData name="陈凌韬 陈凌韬" userId="81acf5ebae9f403a" providerId="LiveId" clId="{D9F12F90-5E30-4441-B053-A456B7B6408B}" dt="2026-06-12T04:07:45.492" v="23943" actId="1076"/>
          <ac:spMkLst>
            <pc:docMk/>
            <pc:sldMk cId="2244414876" sldId="16670084"/>
            <ac:spMk id="118" creationId="{E2AB89CE-84AB-FA8B-EF50-46FC6208E8C0}"/>
          </ac:spMkLst>
        </pc:spChg>
        <pc:spChg chg="add mod">
          <ac:chgData name="陈凌韬 陈凌韬" userId="81acf5ebae9f403a" providerId="LiveId" clId="{D9F12F90-5E30-4441-B053-A456B7B6408B}" dt="2026-06-12T04:07:53.315" v="23945" actId="1076"/>
          <ac:spMkLst>
            <pc:docMk/>
            <pc:sldMk cId="2244414876" sldId="16670084"/>
            <ac:spMk id="119" creationId="{4759550C-85FA-8E12-AFCA-3480DD1667CE}"/>
          </ac:spMkLst>
        </pc:spChg>
        <pc:spChg chg="add mod">
          <ac:chgData name="陈凌韬 陈凌韬" userId="81acf5ebae9f403a" providerId="LiveId" clId="{D9F12F90-5E30-4441-B053-A456B7B6408B}" dt="2026-06-12T04:07:58.926" v="23947" actId="1076"/>
          <ac:spMkLst>
            <pc:docMk/>
            <pc:sldMk cId="2244414876" sldId="16670084"/>
            <ac:spMk id="120" creationId="{70899661-72A4-333F-8E1A-814F9CF51ED7}"/>
          </ac:spMkLst>
        </pc:spChg>
        <pc:cxnChg chg="add mod">
          <ac:chgData name="陈凌韬 陈凌韬" userId="81acf5ebae9f403a" providerId="LiveId" clId="{D9F12F90-5E30-4441-B053-A456B7B6408B}" dt="2026-06-12T02:28:16.129" v="21506" actId="14100"/>
          <ac:cxnSpMkLst>
            <pc:docMk/>
            <pc:sldMk cId="2244414876" sldId="16670084"/>
            <ac:cxnSpMk id="18" creationId="{9A63A291-7CE0-94B3-5DCC-0A7DFB7CEA29}"/>
          </ac:cxnSpMkLst>
        </pc:cxnChg>
        <pc:cxnChg chg="add mod">
          <ac:chgData name="陈凌韬 陈凌韬" userId="81acf5ebae9f403a" providerId="LiveId" clId="{D9F12F90-5E30-4441-B053-A456B7B6408B}" dt="2026-06-12T02:30:56.440" v="21653" actId="1035"/>
          <ac:cxnSpMkLst>
            <pc:docMk/>
            <pc:sldMk cId="2244414876" sldId="16670084"/>
            <ac:cxnSpMk id="20" creationId="{BFD4B053-0C6E-AF32-F77A-F144B3976D2E}"/>
          </ac:cxnSpMkLst>
        </pc:cxnChg>
        <pc:cxnChg chg="add mod">
          <ac:chgData name="陈凌韬 陈凌韬" userId="81acf5ebae9f403a" providerId="LiveId" clId="{D9F12F90-5E30-4441-B053-A456B7B6408B}" dt="2026-06-12T02:44:48.257" v="22232" actId="1037"/>
          <ac:cxnSpMkLst>
            <pc:docMk/>
            <pc:sldMk cId="2244414876" sldId="16670084"/>
            <ac:cxnSpMk id="33" creationId="{FE6FB7B5-3514-CB42-E02A-2F561E8DCC3D}"/>
          </ac:cxnSpMkLst>
        </pc:cxnChg>
        <pc:cxnChg chg="add mod">
          <ac:chgData name="陈凌韬 陈凌韬" userId="81acf5ebae9f403a" providerId="LiveId" clId="{D9F12F90-5E30-4441-B053-A456B7B6408B}" dt="2026-06-12T02:44:48.257" v="22232" actId="1037"/>
          <ac:cxnSpMkLst>
            <pc:docMk/>
            <pc:sldMk cId="2244414876" sldId="16670084"/>
            <ac:cxnSpMk id="62" creationId="{D4E2F84A-DC82-1D5A-2EA1-B0579F266A5C}"/>
          </ac:cxnSpMkLst>
        </pc:cxnChg>
        <pc:cxnChg chg="add mod">
          <ac:chgData name="陈凌韬 陈凌韬" userId="81acf5ebae9f403a" providerId="LiveId" clId="{D9F12F90-5E30-4441-B053-A456B7B6408B}" dt="2026-06-12T02:32:37.552" v="21722" actId="1035"/>
          <ac:cxnSpMkLst>
            <pc:docMk/>
            <pc:sldMk cId="2244414876" sldId="16670084"/>
            <ac:cxnSpMk id="64" creationId="{93542359-0764-D7E0-C7D9-1A176785CC2A}"/>
          </ac:cxnSpMkLst>
        </pc:cxnChg>
        <pc:cxnChg chg="add mod">
          <ac:chgData name="陈凌韬 陈凌韬" userId="81acf5ebae9f403a" providerId="LiveId" clId="{D9F12F90-5E30-4441-B053-A456B7B6408B}" dt="2026-06-12T02:44:48.257" v="22232" actId="1037"/>
          <ac:cxnSpMkLst>
            <pc:docMk/>
            <pc:sldMk cId="2244414876" sldId="16670084"/>
            <ac:cxnSpMk id="66" creationId="{1E80CBED-1E79-3F9C-E4A0-B2E4A02F2253}"/>
          </ac:cxnSpMkLst>
        </pc:cxnChg>
        <pc:cxnChg chg="add mod">
          <ac:chgData name="陈凌韬 陈凌韬" userId="81acf5ebae9f403a" providerId="LiveId" clId="{D9F12F90-5E30-4441-B053-A456B7B6408B}" dt="2026-06-12T02:32:50.467" v="21750" actId="1035"/>
          <ac:cxnSpMkLst>
            <pc:docMk/>
            <pc:sldMk cId="2244414876" sldId="16670084"/>
            <ac:cxnSpMk id="68" creationId="{4B22C39F-057A-EC06-5C2F-3ECE0F0A74E7}"/>
          </ac:cxnSpMkLst>
        </pc:cxnChg>
        <pc:cxnChg chg="add mod">
          <ac:chgData name="陈凌韬 陈凌韬" userId="81acf5ebae9f403a" providerId="LiveId" clId="{D9F12F90-5E30-4441-B053-A456B7B6408B}" dt="2026-06-12T02:41:54.551" v="22167" actId="14100"/>
          <ac:cxnSpMkLst>
            <pc:docMk/>
            <pc:sldMk cId="2244414876" sldId="16670084"/>
            <ac:cxnSpMk id="76" creationId="{7384914D-36E0-9997-C45E-3BCBE9E51574}"/>
          </ac:cxnSpMkLst>
        </pc:cxnChg>
        <pc:cxnChg chg="add mod">
          <ac:chgData name="陈凌韬 陈凌韬" userId="81acf5ebae9f403a" providerId="LiveId" clId="{D9F12F90-5E30-4441-B053-A456B7B6408B}" dt="2026-06-12T02:42:45.467" v="22190" actId="14100"/>
          <ac:cxnSpMkLst>
            <pc:docMk/>
            <pc:sldMk cId="2244414876" sldId="16670084"/>
            <ac:cxnSpMk id="80" creationId="{2FF6938C-B90C-7C2E-1D13-C499BEDADCB0}"/>
          </ac:cxnSpMkLst>
        </pc:cxnChg>
        <pc:cxnChg chg="add mod">
          <ac:chgData name="陈凌韬 陈凌韬" userId="81acf5ebae9f403a" providerId="LiveId" clId="{D9F12F90-5E30-4441-B053-A456B7B6408B}" dt="2026-06-12T03:15:29.683" v="23928" actId="1076"/>
          <ac:cxnSpMkLst>
            <pc:docMk/>
            <pc:sldMk cId="2244414876" sldId="16670084"/>
            <ac:cxnSpMk id="113" creationId="{0214ACDC-E91D-8D75-DEA1-1592197424F9}"/>
          </ac:cxnSpMkLst>
        </pc:cxnChg>
        <pc:cxnChg chg="add mod">
          <ac:chgData name="陈凌韬 陈凌韬" userId="81acf5ebae9f403a" providerId="LiveId" clId="{D9F12F90-5E30-4441-B053-A456B7B6408B}" dt="2026-06-12T03:15:35.841" v="23930" actId="1076"/>
          <ac:cxnSpMkLst>
            <pc:docMk/>
            <pc:sldMk cId="2244414876" sldId="16670084"/>
            <ac:cxnSpMk id="115" creationId="{4DE8002C-D9A3-E652-59F8-40CDDA72942A}"/>
          </ac:cxnSpMkLst>
        </pc:cxnChg>
        <pc:cxnChg chg="add mod">
          <ac:chgData name="陈凌韬 陈凌韬" userId="81acf5ebae9f403a" providerId="LiveId" clId="{D9F12F90-5E30-4441-B053-A456B7B6408B}" dt="2026-06-12T03:15:40.025" v="23932" actId="1076"/>
          <ac:cxnSpMkLst>
            <pc:docMk/>
            <pc:sldMk cId="2244414876" sldId="16670084"/>
            <ac:cxnSpMk id="116" creationId="{85A78EB1-67EF-2332-B9FF-4007D00D2E37}"/>
          </ac:cxnSpMkLst>
        </pc:cxnChg>
        <pc:cxnChg chg="add mod">
          <ac:chgData name="陈凌韬 陈凌韬" userId="81acf5ebae9f403a" providerId="LiveId" clId="{D9F12F90-5E30-4441-B053-A456B7B6408B}" dt="2026-06-12T03:15:46.309" v="23934" actId="1076"/>
          <ac:cxnSpMkLst>
            <pc:docMk/>
            <pc:sldMk cId="2244414876" sldId="16670084"/>
            <ac:cxnSpMk id="117" creationId="{3A51ACF4-42D7-727A-A183-594D3F6AA02A}"/>
          </ac:cxnSpMkLst>
        </pc:cxnChg>
        <pc:cxnChg chg="add mod">
          <ac:chgData name="陈凌韬 陈凌韬" userId="81acf5ebae9f403a" providerId="LiveId" clId="{D9F12F90-5E30-4441-B053-A456B7B6408B}" dt="2026-06-12T04:08:46.383" v="23952" actId="692"/>
          <ac:cxnSpMkLst>
            <pc:docMk/>
            <pc:sldMk cId="2244414876" sldId="16670084"/>
            <ac:cxnSpMk id="122" creationId="{2DE6E51E-329A-9087-108C-08C5D0BBE307}"/>
          </ac:cxnSpMkLst>
        </pc:cxnChg>
        <pc:cxnChg chg="add mod">
          <ac:chgData name="陈凌韬 陈凌韬" userId="81acf5ebae9f403a" providerId="LiveId" clId="{D9F12F90-5E30-4441-B053-A456B7B6408B}" dt="2026-06-12T04:09:28.865" v="23960" actId="692"/>
          <ac:cxnSpMkLst>
            <pc:docMk/>
            <pc:sldMk cId="2244414876" sldId="16670084"/>
            <ac:cxnSpMk id="126" creationId="{6103153B-8E8F-724F-694A-E08B110588C3}"/>
          </ac:cxnSpMkLst>
        </pc:cxnChg>
        <pc:cxnChg chg="add mod">
          <ac:chgData name="陈凌韬 陈凌韬" userId="81acf5ebae9f403a" providerId="LiveId" clId="{D9F12F90-5E30-4441-B053-A456B7B6408B}" dt="2026-06-12T04:09:57.720" v="23964" actId="14100"/>
          <ac:cxnSpMkLst>
            <pc:docMk/>
            <pc:sldMk cId="2244414876" sldId="16670084"/>
            <ac:cxnSpMk id="129" creationId="{49BC160A-6FDF-9C34-59A6-1CC113F9B737}"/>
          </ac:cxnSpMkLst>
        </pc:cxnChg>
        <pc:cxnChg chg="add mod">
          <ac:chgData name="陈凌韬 陈凌韬" userId="81acf5ebae9f403a" providerId="LiveId" clId="{D9F12F90-5E30-4441-B053-A456B7B6408B}" dt="2026-06-12T04:10:21.917" v="23974" actId="14100"/>
          <ac:cxnSpMkLst>
            <pc:docMk/>
            <pc:sldMk cId="2244414876" sldId="16670084"/>
            <ac:cxnSpMk id="131" creationId="{8DC4100B-D9D2-7FEA-CCAC-970A3D9BC846}"/>
          </ac:cxnSpMkLst>
        </pc:cxnChg>
      </pc:sldChg>
      <pc:sldChg chg="addSp modSp add mod">
        <pc:chgData name="陈凌韬 陈凌韬" userId="81acf5ebae9f403a" providerId="LiveId" clId="{D9F12F90-5E30-4441-B053-A456B7B6408B}" dt="2026-06-11T11:27:00.573" v="21398" actId="20577"/>
        <pc:sldMkLst>
          <pc:docMk/>
          <pc:sldMk cId="282749885" sldId="16670085"/>
        </pc:sldMkLst>
        <pc:spChg chg="add mod">
          <ac:chgData name="陈凌韬 陈凌韬" userId="81acf5ebae9f403a" providerId="LiveId" clId="{D9F12F90-5E30-4441-B053-A456B7B6408B}" dt="2026-06-09T12:37:12.178" v="12891" actId="14100"/>
          <ac:spMkLst>
            <pc:docMk/>
            <pc:sldMk cId="282749885" sldId="16670085"/>
            <ac:spMk id="2" creationId="{73692679-E322-30A6-AA5F-839086785FDA}"/>
          </ac:spMkLst>
        </pc:spChg>
        <pc:spChg chg="add mod">
          <ac:chgData name="陈凌韬 陈凌韬" userId="81acf5ebae9f403a" providerId="LiveId" clId="{D9F12F90-5E30-4441-B053-A456B7B6408B}" dt="2026-06-10T03:30:26.257" v="15614" actId="20577"/>
          <ac:spMkLst>
            <pc:docMk/>
            <pc:sldMk cId="282749885" sldId="16670085"/>
            <ac:spMk id="3" creationId="{4D829E0E-EDA2-EFAC-9400-4F6ECA991BBD}"/>
          </ac:spMkLst>
        </pc:spChg>
        <pc:spChg chg="mod">
          <ac:chgData name="陈凌韬 陈凌韬" userId="81acf5ebae9f403a" providerId="LiveId" clId="{D9F12F90-5E30-4441-B053-A456B7B6408B}" dt="2026-06-11T11:27:00.573" v="21398" actId="20577"/>
          <ac:spMkLst>
            <pc:docMk/>
            <pc:sldMk cId="282749885" sldId="16670085"/>
            <ac:spMk id="4" creationId="{1294330F-63AE-4E63-D70D-AB2C12FA0600}"/>
          </ac:spMkLst>
        </pc:spChg>
        <pc:spChg chg="add mod">
          <ac:chgData name="陈凌韬 陈凌韬" userId="81acf5ebae9f403a" providerId="LiveId" clId="{D9F12F90-5E30-4441-B053-A456B7B6408B}" dt="2026-06-10T03:23:22.217" v="15515" actId="14100"/>
          <ac:spMkLst>
            <pc:docMk/>
            <pc:sldMk cId="282749885" sldId="16670085"/>
            <ac:spMk id="5" creationId="{7D359C2F-7746-5162-757D-804EB8472964}"/>
          </ac:spMkLst>
        </pc:spChg>
        <pc:spChg chg="add mod">
          <ac:chgData name="陈凌韬 陈凌韬" userId="81acf5ebae9f403a" providerId="LiveId" clId="{D9F12F90-5E30-4441-B053-A456B7B6408B}" dt="2026-06-10T03:23:16.162" v="15514" actId="1037"/>
          <ac:spMkLst>
            <pc:docMk/>
            <pc:sldMk cId="282749885" sldId="16670085"/>
            <ac:spMk id="6" creationId="{41AB6676-A530-007C-8424-3FE4033141B8}"/>
          </ac:spMkLst>
        </pc:spChg>
        <pc:spChg chg="add mod">
          <ac:chgData name="陈凌韬 陈凌韬" userId="81acf5ebae9f403a" providerId="LiveId" clId="{D9F12F90-5E30-4441-B053-A456B7B6408B}" dt="2026-06-09T12:38:29.221" v="12900" actId="14100"/>
          <ac:spMkLst>
            <pc:docMk/>
            <pc:sldMk cId="282749885" sldId="16670085"/>
            <ac:spMk id="12" creationId="{A0F0A38D-2FAE-598D-5014-A05C23012359}"/>
          </ac:spMkLst>
        </pc:spChg>
        <pc:spChg chg="add mod">
          <ac:chgData name="陈凌韬 陈凌韬" userId="81acf5ebae9f403a" providerId="LiveId" clId="{D9F12F90-5E30-4441-B053-A456B7B6408B}" dt="2026-06-09T15:00:39.633" v="13294" actId="20577"/>
          <ac:spMkLst>
            <pc:docMk/>
            <pc:sldMk cId="282749885" sldId="16670085"/>
            <ac:spMk id="13" creationId="{540AFF7C-6C66-02A2-E3BA-1CFF31D4DE85}"/>
          </ac:spMkLst>
        </pc:spChg>
        <pc:spChg chg="add mod">
          <ac:chgData name="陈凌韬 陈凌韬" userId="81acf5ebae9f403a" providerId="LiveId" clId="{D9F12F90-5E30-4441-B053-A456B7B6408B}" dt="2026-06-10T03:16:43.987" v="15307" actId="20577"/>
          <ac:spMkLst>
            <pc:docMk/>
            <pc:sldMk cId="282749885" sldId="16670085"/>
            <ac:spMk id="15" creationId="{BF83D58C-FC2C-051A-5F7D-CD97DD37B6FE}"/>
          </ac:spMkLst>
        </pc:spChg>
        <pc:spChg chg="add mod">
          <ac:chgData name="陈凌韬 陈凌韬" userId="81acf5ebae9f403a" providerId="LiveId" clId="{D9F12F90-5E30-4441-B053-A456B7B6408B}" dt="2026-06-10T03:23:16.162" v="15514" actId="1037"/>
          <ac:spMkLst>
            <pc:docMk/>
            <pc:sldMk cId="282749885" sldId="16670085"/>
            <ac:spMk id="16" creationId="{84E1CA92-77F9-EA86-BBBD-6A1E0621BA1C}"/>
          </ac:spMkLst>
        </pc:spChg>
        <pc:spChg chg="add mod">
          <ac:chgData name="陈凌韬 陈凌韬" userId="81acf5ebae9f403a" providerId="LiveId" clId="{D9F12F90-5E30-4441-B053-A456B7B6408B}" dt="2026-06-10T03:23:28.671" v="15548" actId="1038"/>
          <ac:spMkLst>
            <pc:docMk/>
            <pc:sldMk cId="282749885" sldId="16670085"/>
            <ac:spMk id="18" creationId="{F71CE661-0664-5C31-395D-5FFE05E69C3D}"/>
          </ac:spMkLst>
        </pc:spChg>
        <pc:spChg chg="add mod">
          <ac:chgData name="陈凌韬 陈凌韬" userId="81acf5ebae9f403a" providerId="LiveId" clId="{D9F12F90-5E30-4441-B053-A456B7B6408B}" dt="2026-06-10T02:04:49.809" v="13731" actId="20577"/>
          <ac:spMkLst>
            <pc:docMk/>
            <pc:sldMk cId="282749885" sldId="16670085"/>
            <ac:spMk id="20" creationId="{4EAAAE0B-176D-6764-8AA9-52F0B90DF84D}"/>
          </ac:spMkLst>
        </pc:spChg>
        <pc:spChg chg="add mod">
          <ac:chgData name="陈凌韬 陈凌韬" userId="81acf5ebae9f403a" providerId="LiveId" clId="{D9F12F90-5E30-4441-B053-A456B7B6408B}" dt="2026-06-10T03:11:26.238" v="15297" actId="1076"/>
          <ac:spMkLst>
            <pc:docMk/>
            <pc:sldMk cId="282749885" sldId="16670085"/>
            <ac:spMk id="22" creationId="{6D23FE8C-3B6F-ACFF-0569-8780992DFC9A}"/>
          </ac:spMkLst>
        </pc:spChg>
        <pc:spChg chg="add mod">
          <ac:chgData name="陈凌韬 陈凌韬" userId="81acf5ebae9f403a" providerId="LiveId" clId="{D9F12F90-5E30-4441-B053-A456B7B6408B}" dt="2026-06-10T03:17:25.408" v="15309"/>
          <ac:spMkLst>
            <pc:docMk/>
            <pc:sldMk cId="282749885" sldId="16670085"/>
            <ac:spMk id="23" creationId="{59613C1C-F80E-4273-9726-16D7B1F4EB44}"/>
          </ac:spMkLst>
        </pc:spChg>
        <pc:spChg chg="add mod">
          <ac:chgData name="陈凌韬 陈凌韬" userId="81acf5ebae9f403a" providerId="LiveId" clId="{D9F12F90-5E30-4441-B053-A456B7B6408B}" dt="2026-06-10T03:17:33.521" v="15310" actId="1076"/>
          <ac:spMkLst>
            <pc:docMk/>
            <pc:sldMk cId="282749885" sldId="16670085"/>
            <ac:spMk id="24" creationId="{D73EFD05-D9C2-8629-D972-0FF0FD1F8BFE}"/>
          </ac:spMkLst>
        </pc:spChg>
        <pc:spChg chg="add mod">
          <ac:chgData name="陈凌韬 陈凌韬" userId="81acf5ebae9f403a" providerId="LiveId" clId="{D9F12F90-5E30-4441-B053-A456B7B6408B}" dt="2026-06-10T03:23:16.162" v="15514" actId="1037"/>
          <ac:spMkLst>
            <pc:docMk/>
            <pc:sldMk cId="282749885" sldId="16670085"/>
            <ac:spMk id="25" creationId="{DA35880A-835F-9833-844C-DC1B7943B0DD}"/>
          </ac:spMkLst>
        </pc:spChg>
        <pc:spChg chg="add mod">
          <ac:chgData name="陈凌韬 陈凌韬" userId="81acf5ebae9f403a" providerId="LiveId" clId="{D9F12F90-5E30-4441-B053-A456B7B6408B}" dt="2026-06-10T03:23:16.162" v="15514" actId="1037"/>
          <ac:spMkLst>
            <pc:docMk/>
            <pc:sldMk cId="282749885" sldId="16670085"/>
            <ac:spMk id="26" creationId="{B29418D9-26C0-53F1-2B31-D51D5380ADCB}"/>
          </ac:spMkLst>
        </pc:spChg>
        <pc:spChg chg="add mod">
          <ac:chgData name="陈凌韬 陈凌韬" userId="81acf5ebae9f403a" providerId="LiveId" clId="{D9F12F90-5E30-4441-B053-A456B7B6408B}" dt="2026-06-10T03:23:16.162" v="15514" actId="1037"/>
          <ac:spMkLst>
            <pc:docMk/>
            <pc:sldMk cId="282749885" sldId="16670085"/>
            <ac:spMk id="27" creationId="{90FB09EF-6AD0-37DC-3B26-C3C9B59DAD1D}"/>
          </ac:spMkLst>
        </pc:spChg>
        <pc:spChg chg="add mod">
          <ac:chgData name="陈凌韬 陈凌韬" userId="81acf5ebae9f403a" providerId="LiveId" clId="{D9F12F90-5E30-4441-B053-A456B7B6408B}" dt="2026-06-10T03:23:52.615" v="15554" actId="1038"/>
          <ac:spMkLst>
            <pc:docMk/>
            <pc:sldMk cId="282749885" sldId="16670085"/>
            <ac:spMk id="28" creationId="{56EA6296-D288-F6FF-9CEB-F0A6B245CE49}"/>
          </ac:spMkLst>
        </pc:spChg>
        <pc:spChg chg="add mod">
          <ac:chgData name="陈凌韬 陈凌韬" userId="81acf5ebae9f403a" providerId="LiveId" clId="{D9F12F90-5E30-4441-B053-A456B7B6408B}" dt="2026-06-10T03:25:24.545" v="15572" actId="1035"/>
          <ac:spMkLst>
            <pc:docMk/>
            <pc:sldMk cId="282749885" sldId="16670085"/>
            <ac:spMk id="30" creationId="{0E4258DE-53AF-27C8-8F6C-819F12B27DF0}"/>
          </ac:spMkLst>
        </pc:spChg>
        <pc:spChg chg="add mod">
          <ac:chgData name="陈凌韬 陈凌韬" userId="81acf5ebae9f403a" providerId="LiveId" clId="{D9F12F90-5E30-4441-B053-A456B7B6408B}" dt="2026-06-10T03:29:22.814" v="15601" actId="14100"/>
          <ac:spMkLst>
            <pc:docMk/>
            <pc:sldMk cId="282749885" sldId="16670085"/>
            <ac:spMk id="31" creationId="{C7DF20AC-5AA9-DFAA-F1FF-5CC73F632AA8}"/>
          </ac:spMkLst>
        </pc:spChg>
        <pc:spChg chg="add mod">
          <ac:chgData name="陈凌韬 陈凌韬" userId="81acf5ebae9f403a" providerId="LiveId" clId="{D9F12F90-5E30-4441-B053-A456B7B6408B}" dt="2026-06-10T03:29:22.814" v="15601" actId="14100"/>
          <ac:spMkLst>
            <pc:docMk/>
            <pc:sldMk cId="282749885" sldId="16670085"/>
            <ac:spMk id="32" creationId="{326AAC8C-A2C7-D6B7-4BFB-9ABFC278D839}"/>
          </ac:spMkLst>
        </pc:spChg>
        <pc:spChg chg="add mod">
          <ac:chgData name="陈凌韬 陈凌韬" userId="81acf5ebae9f403a" providerId="LiveId" clId="{D9F12F90-5E30-4441-B053-A456B7B6408B}" dt="2026-06-10T03:29:22.814" v="15601" actId="14100"/>
          <ac:spMkLst>
            <pc:docMk/>
            <pc:sldMk cId="282749885" sldId="16670085"/>
            <ac:spMk id="33" creationId="{6746E546-2323-9CAC-7267-DEFF2A56F293}"/>
          </ac:spMkLst>
        </pc:spChg>
        <pc:spChg chg="add mod">
          <ac:chgData name="陈凌韬 陈凌韬" userId="81acf5ebae9f403a" providerId="LiveId" clId="{D9F12F90-5E30-4441-B053-A456B7B6408B}" dt="2026-06-10T03:29:22.814" v="15601" actId="14100"/>
          <ac:spMkLst>
            <pc:docMk/>
            <pc:sldMk cId="282749885" sldId="16670085"/>
            <ac:spMk id="34" creationId="{98E58FD9-F8B8-0E37-BDF7-EB02DB29B003}"/>
          </ac:spMkLst>
        </pc:spChg>
        <pc:spChg chg="add mod">
          <ac:chgData name="陈凌韬 陈凌韬" userId="81acf5ebae9f403a" providerId="LiveId" clId="{D9F12F90-5E30-4441-B053-A456B7B6408B}" dt="2026-06-10T03:29:22.814" v="15601" actId="14100"/>
          <ac:spMkLst>
            <pc:docMk/>
            <pc:sldMk cId="282749885" sldId="16670085"/>
            <ac:spMk id="35" creationId="{3F60139C-6CA6-6DE6-615E-2079E86CFC25}"/>
          </ac:spMkLst>
        </pc:spChg>
        <pc:spChg chg="add mod">
          <ac:chgData name="陈凌韬 陈凌韬" userId="81acf5ebae9f403a" providerId="LiveId" clId="{D9F12F90-5E30-4441-B053-A456B7B6408B}" dt="2026-06-10T03:29:59.788" v="15611" actId="1036"/>
          <ac:spMkLst>
            <pc:docMk/>
            <pc:sldMk cId="282749885" sldId="16670085"/>
            <ac:spMk id="36" creationId="{61BB55C2-F092-94E6-20ED-15B5F1348489}"/>
          </ac:spMkLst>
        </pc:spChg>
        <pc:cxnChg chg="add mod">
          <ac:chgData name="陈凌韬 陈凌韬" userId="81acf5ebae9f403a" providerId="LiveId" clId="{D9F12F90-5E30-4441-B053-A456B7B6408B}" dt="2026-06-09T15:00:30.966" v="13273" actId="14100"/>
          <ac:cxnSpMkLst>
            <pc:docMk/>
            <pc:sldMk cId="282749885" sldId="16670085"/>
            <ac:cxnSpMk id="14" creationId="{55E2650B-3BCA-2893-0EF9-88F975365604}"/>
          </ac:cxnSpMkLst>
        </pc:cxnChg>
        <pc:cxnChg chg="add mod">
          <ac:chgData name="陈凌韬 陈凌韬" userId="81acf5ebae9f403a" providerId="LiveId" clId="{D9F12F90-5E30-4441-B053-A456B7B6408B}" dt="2026-06-10T03:23:16.162" v="15514" actId="1037"/>
          <ac:cxnSpMkLst>
            <pc:docMk/>
            <pc:sldMk cId="282749885" sldId="16670085"/>
            <ac:cxnSpMk id="17" creationId="{E33BF969-199F-A889-05B9-804BD5AFB241}"/>
          </ac:cxnSpMkLst>
        </pc:cxnChg>
        <pc:cxnChg chg="add mod">
          <ac:chgData name="陈凌韬 陈凌韬" userId="81acf5ebae9f403a" providerId="LiveId" clId="{D9F12F90-5E30-4441-B053-A456B7B6408B}" dt="2026-06-10T03:23:31.324" v="15549" actId="14100"/>
          <ac:cxnSpMkLst>
            <pc:docMk/>
            <pc:sldMk cId="282749885" sldId="16670085"/>
            <ac:cxnSpMk id="19" creationId="{0672A52C-9C2D-B80A-5F0D-C918B53AA705}"/>
          </ac:cxnSpMkLst>
        </pc:cxnChg>
        <pc:cxnChg chg="add mod">
          <ac:chgData name="陈凌韬 陈凌韬" userId="81acf5ebae9f403a" providerId="LiveId" clId="{D9F12F90-5E30-4441-B053-A456B7B6408B}" dt="2026-06-09T15:01:58.594" v="13345" actId="14100"/>
          <ac:cxnSpMkLst>
            <pc:docMk/>
            <pc:sldMk cId="282749885" sldId="16670085"/>
            <ac:cxnSpMk id="21" creationId="{E3D4DFFC-784A-5954-D66E-828841627FA3}"/>
          </ac:cxnSpMkLst>
        </pc:cxnChg>
        <pc:cxnChg chg="add mod">
          <ac:chgData name="陈凌韬 陈凌韬" userId="81acf5ebae9f403a" providerId="LiveId" clId="{D9F12F90-5E30-4441-B053-A456B7B6408B}" dt="2026-06-10T08:19:59.815" v="16085" actId="692"/>
          <ac:cxnSpMkLst>
            <pc:docMk/>
            <pc:sldMk cId="282749885" sldId="16670085"/>
            <ac:cxnSpMk id="37" creationId="{3724C28C-2F52-F186-8B59-B8361E77418A}"/>
          </ac:cxnSpMkLst>
        </pc:cxnChg>
        <pc:cxnChg chg="add mod">
          <ac:chgData name="陈凌韬 陈凌韬" userId="81acf5ebae9f403a" providerId="LiveId" clId="{D9F12F90-5E30-4441-B053-A456B7B6408B}" dt="2026-06-10T08:19:59.815" v="16085" actId="692"/>
          <ac:cxnSpMkLst>
            <pc:docMk/>
            <pc:sldMk cId="282749885" sldId="16670085"/>
            <ac:cxnSpMk id="39" creationId="{948F0E1C-09D8-773C-541A-F5CBBB6585F6}"/>
          </ac:cxnSpMkLst>
        </pc:cxnChg>
        <pc:cxnChg chg="add mod">
          <ac:chgData name="陈凌韬 陈凌韬" userId="81acf5ebae9f403a" providerId="LiveId" clId="{D9F12F90-5E30-4441-B053-A456B7B6408B}" dt="2026-06-10T08:19:59.815" v="16085" actId="692"/>
          <ac:cxnSpMkLst>
            <pc:docMk/>
            <pc:sldMk cId="282749885" sldId="16670085"/>
            <ac:cxnSpMk id="41" creationId="{0D7DA62C-3C7D-488F-9A4C-2BF51F33FBD5}"/>
          </ac:cxnSpMkLst>
        </pc:cxnChg>
        <pc:cxnChg chg="add mod">
          <ac:chgData name="陈凌韬 陈凌韬" userId="81acf5ebae9f403a" providerId="LiveId" clId="{D9F12F90-5E30-4441-B053-A456B7B6408B}" dt="2026-06-10T08:19:59.815" v="16085" actId="692"/>
          <ac:cxnSpMkLst>
            <pc:docMk/>
            <pc:sldMk cId="282749885" sldId="16670085"/>
            <ac:cxnSpMk id="43" creationId="{289C12E5-0F1D-24E9-3D57-2D8EE7A5EBD7}"/>
          </ac:cxnSpMkLst>
        </pc:cxnChg>
      </pc:sldChg>
      <pc:sldChg chg="addSp modSp add mod">
        <pc:chgData name="陈凌韬 陈凌韬" userId="81acf5ebae9f403a" providerId="LiveId" clId="{D9F12F90-5E30-4441-B053-A456B7B6408B}" dt="2026-06-10T07:25:28.876" v="16037" actId="113"/>
        <pc:sldMkLst>
          <pc:docMk/>
          <pc:sldMk cId="1054124283" sldId="16670086"/>
        </pc:sldMkLst>
        <pc:spChg chg="add mod">
          <ac:chgData name="陈凌韬 陈凌韬" userId="81acf5ebae9f403a" providerId="LiveId" clId="{D9F12F90-5E30-4441-B053-A456B7B6408B}" dt="2026-06-10T07:23:47.260" v="16010" actId="20577"/>
          <ac:spMkLst>
            <pc:docMk/>
            <pc:sldMk cId="1054124283" sldId="16670086"/>
            <ac:spMk id="2" creationId="{6E5E5CB2-973D-9571-DABA-2789251B9F90}"/>
          </ac:spMkLst>
        </pc:spChg>
        <pc:graphicFrameChg chg="add mod modGraphic">
          <ac:chgData name="陈凌韬 陈凌韬" userId="81acf5ebae9f403a" providerId="LiveId" clId="{D9F12F90-5E30-4441-B053-A456B7B6408B}" dt="2026-06-10T07:25:28.876" v="16037" actId="113"/>
          <ac:graphicFrameMkLst>
            <pc:docMk/>
            <pc:sldMk cId="1054124283" sldId="16670086"/>
            <ac:graphicFrameMk id="6" creationId="{28366A7D-5373-B620-7F83-C1D53A00A5FB}"/>
          </ac:graphicFrameMkLst>
        </pc:graphicFrameChg>
      </pc:sldChg>
      <pc:sldChg chg="addSp modSp add mod">
        <pc:chgData name="陈凌韬 陈凌韬" userId="81acf5ebae9f403a" providerId="LiveId" clId="{D9F12F90-5E30-4441-B053-A456B7B6408B}" dt="2026-06-10T07:25:13.617" v="16031" actId="113"/>
        <pc:sldMkLst>
          <pc:docMk/>
          <pc:sldMk cId="1112510070" sldId="16670087"/>
        </pc:sldMkLst>
        <pc:spChg chg="add mod">
          <ac:chgData name="陈凌韬 陈凌韬" userId="81acf5ebae9f403a" providerId="LiveId" clId="{D9F12F90-5E30-4441-B053-A456B7B6408B}" dt="2026-06-10T07:23:19.781" v="15984" actId="20577"/>
          <ac:spMkLst>
            <pc:docMk/>
            <pc:sldMk cId="1112510070" sldId="16670087"/>
            <ac:spMk id="3" creationId="{9110AEFC-5022-6C04-8471-8BD9E4445740}"/>
          </ac:spMkLst>
        </pc:spChg>
        <pc:graphicFrameChg chg="add mod modGraphic">
          <ac:chgData name="陈凌韬 陈凌韬" userId="81acf5ebae9f403a" providerId="LiveId" clId="{D9F12F90-5E30-4441-B053-A456B7B6408B}" dt="2026-06-10T07:25:13.617" v="16031" actId="113"/>
          <ac:graphicFrameMkLst>
            <pc:docMk/>
            <pc:sldMk cId="1112510070" sldId="16670087"/>
            <ac:graphicFrameMk id="2" creationId="{A40CEA43-1926-9749-2842-6384712761B3}"/>
          </ac:graphicFrameMkLst>
        </pc:graphicFrameChg>
      </pc:sldChg>
      <pc:sldChg chg="addSp delSp modSp add mod">
        <pc:chgData name="陈凌韬 陈凌韬" userId="81acf5ebae9f403a" providerId="LiveId" clId="{D9F12F90-5E30-4441-B053-A456B7B6408B}" dt="2026-06-12T07:24:49.326" v="23986" actId="20577"/>
        <pc:sldMkLst>
          <pc:docMk/>
          <pc:sldMk cId="2428873723" sldId="16670088"/>
        </pc:sldMkLst>
        <pc:spChg chg="add mod">
          <ac:chgData name="陈凌韬 陈凌韬" userId="81acf5ebae9f403a" providerId="LiveId" clId="{D9F12F90-5E30-4441-B053-A456B7B6408B}" dt="2026-06-10T07:23:14.467" v="15978" actId="20577"/>
          <ac:spMkLst>
            <pc:docMk/>
            <pc:sldMk cId="2428873723" sldId="16670088"/>
            <ac:spMk id="16" creationId="{106AD5E6-4BEE-EFB7-27E5-440A76137163}"/>
          </ac:spMkLst>
        </pc:spChg>
        <pc:graphicFrameChg chg="add mod modGraphic">
          <ac:chgData name="陈凌韬 陈凌韬" userId="81acf5ebae9f403a" providerId="LiveId" clId="{D9F12F90-5E30-4441-B053-A456B7B6408B}" dt="2026-06-12T07:24:49.326" v="23986" actId="20577"/>
          <ac:graphicFrameMkLst>
            <pc:docMk/>
            <pc:sldMk cId="2428873723" sldId="16670088"/>
            <ac:graphicFrameMk id="2" creationId="{1037F705-0804-025A-60C8-A4A3CCE1526F}"/>
          </ac:graphicFrameMkLst>
        </pc:graphicFrameChg>
      </pc:sldChg>
      <pc:sldChg chg="add">
        <pc:chgData name="陈凌韬 陈凌韬" userId="81acf5ebae9f403a" providerId="LiveId" clId="{D9F12F90-5E30-4441-B053-A456B7B6408B}" dt="2026-06-10T04:38:56.456" v="15618" actId="2890"/>
        <pc:sldMkLst>
          <pc:docMk/>
          <pc:sldMk cId="570278457" sldId="16670089"/>
        </pc:sldMkLst>
      </pc:sldChg>
      <pc:sldChg chg="add">
        <pc:chgData name="陈凌韬 陈凌韬" userId="81acf5ebae9f403a" providerId="LiveId" clId="{D9F12F90-5E30-4441-B053-A456B7B6408B}" dt="2026-06-10T04:38:58.056" v="15619" actId="2890"/>
        <pc:sldMkLst>
          <pc:docMk/>
          <pc:sldMk cId="3500638464" sldId="16670090"/>
        </pc:sldMkLst>
      </pc:sldChg>
      <pc:sldChg chg="add">
        <pc:chgData name="陈凌韬 陈凌韬" userId="81acf5ebae9f403a" providerId="LiveId" clId="{D9F12F90-5E30-4441-B053-A456B7B6408B}" dt="2026-06-10T04:38:59.486" v="15620" actId="2890"/>
        <pc:sldMkLst>
          <pc:docMk/>
          <pc:sldMk cId="1464032430" sldId="16670091"/>
        </pc:sldMkLst>
      </pc:sldChg>
      <pc:sldChg chg="addSp modSp add mod ord">
        <pc:chgData name="陈凌韬 陈凌韬" userId="81acf5ebae9f403a" providerId="LiveId" clId="{D9F12F90-5E30-4441-B053-A456B7B6408B}" dt="2026-06-11T09:19:12.960" v="21261"/>
        <pc:sldMkLst>
          <pc:docMk/>
          <pc:sldMk cId="2271284951" sldId="16670092"/>
        </pc:sldMkLst>
        <pc:spChg chg="add mod">
          <ac:chgData name="陈凌韬 陈凌韬" userId="81acf5ebae9f403a" providerId="LiveId" clId="{D9F12F90-5E30-4441-B053-A456B7B6408B}" dt="2026-06-10T09:20:47.575" v="16263"/>
          <ac:spMkLst>
            <pc:docMk/>
            <pc:sldMk cId="2271284951" sldId="16670092"/>
            <ac:spMk id="2" creationId="{95B0B68C-21D7-E174-6F5F-548316878DA0}"/>
          </ac:spMkLst>
        </pc:spChg>
        <pc:graphicFrameChg chg="add mod">
          <ac:chgData name="陈凌韬 陈凌韬" userId="81acf5ebae9f403a" providerId="LiveId" clId="{D9F12F90-5E30-4441-B053-A456B7B6408B}" dt="2026-06-11T09:19:12.960" v="21261"/>
          <ac:graphicFrameMkLst>
            <pc:docMk/>
            <pc:sldMk cId="2271284951" sldId="16670092"/>
            <ac:graphicFrameMk id="3" creationId="{745AC8FE-06C1-B15E-8F99-2BC7E2B99192}"/>
          </ac:graphicFrameMkLst>
        </pc:graphicFrameChg>
      </pc:sldChg>
      <pc:sldChg chg="addSp modSp add mod">
        <pc:chgData name="陈凌韬 陈凌韬" userId="81acf5ebae9f403a" providerId="LiveId" clId="{D9F12F90-5E30-4441-B053-A456B7B6408B}" dt="2026-06-10T08:15:05.191" v="16074" actId="1076"/>
        <pc:sldMkLst>
          <pc:docMk/>
          <pc:sldMk cId="2767613043" sldId="16670093"/>
        </pc:sldMkLst>
        <pc:spChg chg="add mod">
          <ac:chgData name="陈凌韬 陈凌韬" userId="81acf5ebae9f403a" providerId="LiveId" clId="{D9F12F90-5E30-4441-B053-A456B7B6408B}" dt="2026-06-10T08:14:04.073" v="16062" actId="20577"/>
          <ac:spMkLst>
            <pc:docMk/>
            <pc:sldMk cId="2767613043" sldId="16670093"/>
            <ac:spMk id="2" creationId="{BC44D3D9-EE90-764E-5784-3B72B7728B95}"/>
          </ac:spMkLst>
        </pc:spChg>
        <pc:picChg chg="add mod">
          <ac:chgData name="陈凌韬 陈凌韬" userId="81acf5ebae9f403a" providerId="LiveId" clId="{D9F12F90-5E30-4441-B053-A456B7B6408B}" dt="2026-06-10T08:15:05.191" v="16074" actId="1076"/>
          <ac:picMkLst>
            <pc:docMk/>
            <pc:sldMk cId="2767613043" sldId="16670093"/>
            <ac:picMk id="4" creationId="{4C423F8E-7DF7-7830-D3D5-4A6EA012D17D}"/>
          </ac:picMkLst>
        </pc:picChg>
        <pc:picChg chg="add mod">
          <ac:chgData name="陈凌韬 陈凌韬" userId="81acf5ebae9f403a" providerId="LiveId" clId="{D9F12F90-5E30-4441-B053-A456B7B6408B}" dt="2026-06-10T08:15:02.139" v="16073" actId="1076"/>
          <ac:picMkLst>
            <pc:docMk/>
            <pc:sldMk cId="2767613043" sldId="16670093"/>
            <ac:picMk id="6" creationId="{828C162E-91AC-349E-B375-CEE35FEC2FC1}"/>
          </ac:picMkLst>
        </pc:picChg>
      </pc:sldChg>
      <pc:sldChg chg="add ord">
        <pc:chgData name="陈凌韬 陈凌韬" userId="81acf5ebae9f403a" providerId="LiveId" clId="{D9F12F90-5E30-4441-B053-A456B7B6408B}" dt="2026-06-10T08:23:28.539" v="16245"/>
        <pc:sldMkLst>
          <pc:docMk/>
          <pc:sldMk cId="929640295" sldId="16670094"/>
        </pc:sldMkLst>
      </pc:sldChg>
      <pc:sldChg chg="addSp delSp modSp add mod">
        <pc:chgData name="陈凌韬 陈凌韬" userId="81acf5ebae9f403a" providerId="LiveId" clId="{D9F12F90-5E30-4441-B053-A456B7B6408B}" dt="2026-06-11T02:32:26.640" v="18192" actId="1037"/>
        <pc:sldMkLst>
          <pc:docMk/>
          <pc:sldMk cId="3064934434" sldId="16670095"/>
        </pc:sldMkLst>
        <pc:spChg chg="add mod">
          <ac:chgData name="陈凌韬 陈凌韬" userId="81acf5ebae9f403a" providerId="LiveId" clId="{D9F12F90-5E30-4441-B053-A456B7B6408B}" dt="2026-06-11T01:56:14.690" v="18045"/>
          <ac:spMkLst>
            <pc:docMk/>
            <pc:sldMk cId="3064934434" sldId="16670095"/>
            <ac:spMk id="2" creationId="{796F0A17-C4CE-DEEB-D3D3-17D5CE074888}"/>
          </ac:spMkLst>
        </pc:spChg>
        <pc:spChg chg="add del mod">
          <ac:chgData name="陈凌韬 陈凌韬" userId="81acf5ebae9f403a" providerId="LiveId" clId="{D9F12F90-5E30-4441-B053-A456B7B6408B}" dt="2026-06-11T01:56:10.318" v="18044" actId="478"/>
          <ac:spMkLst>
            <pc:docMk/>
            <pc:sldMk cId="3064934434" sldId="16670095"/>
            <ac:spMk id="3" creationId="{B2A6F0AE-F82F-4508-F89E-D3D43A3891C0}"/>
          </ac:spMkLst>
        </pc:spChg>
        <pc:spChg chg="add mod">
          <ac:chgData name="陈凌韬 陈凌韬" userId="81acf5ebae9f403a" providerId="LiveId" clId="{D9F12F90-5E30-4441-B053-A456B7B6408B}" dt="2026-06-11T02:32:26.640" v="18192" actId="1037"/>
          <ac:spMkLst>
            <pc:docMk/>
            <pc:sldMk cId="3064934434" sldId="16670095"/>
            <ac:spMk id="4" creationId="{BCDCF7F4-D2D7-480E-D812-29E27440FBA5}"/>
          </ac:spMkLst>
        </pc:spChg>
        <pc:spChg chg="add mod">
          <ac:chgData name="陈凌韬 陈凌韬" userId="81acf5ebae9f403a" providerId="LiveId" clId="{D9F12F90-5E30-4441-B053-A456B7B6408B}" dt="2026-06-11T02:32:26.640" v="18192" actId="1037"/>
          <ac:spMkLst>
            <pc:docMk/>
            <pc:sldMk cId="3064934434" sldId="16670095"/>
            <ac:spMk id="5" creationId="{E7E4B3F7-F7D9-837C-5362-DA5C1371679A}"/>
          </ac:spMkLst>
        </pc:spChg>
        <pc:spChg chg="add mod">
          <ac:chgData name="陈凌韬 陈凌韬" userId="81acf5ebae9f403a" providerId="LiveId" clId="{D9F12F90-5E30-4441-B053-A456B7B6408B}" dt="2026-06-11T02:32:26.640" v="18192" actId="1037"/>
          <ac:spMkLst>
            <pc:docMk/>
            <pc:sldMk cId="3064934434" sldId="16670095"/>
            <ac:spMk id="6" creationId="{B5725548-5F9D-F429-F051-994D02BCC18C}"/>
          </ac:spMkLst>
        </pc:spChg>
        <pc:spChg chg="mod">
          <ac:chgData name="陈凌韬 陈凌韬" userId="81acf5ebae9f403a" providerId="LiveId" clId="{D9F12F90-5E30-4441-B053-A456B7B6408B}" dt="2026-06-10T16:17:13.895" v="17894"/>
          <ac:spMkLst>
            <pc:docMk/>
            <pc:sldMk cId="3064934434" sldId="16670095"/>
            <ac:spMk id="14" creationId="{12EE484E-C2DB-7C32-1461-340C73EFD901}"/>
          </ac:spMkLst>
        </pc:spChg>
        <pc:spChg chg="add mod">
          <ac:chgData name="陈凌韬 陈凌韬" userId="81acf5ebae9f403a" providerId="LiveId" clId="{D9F12F90-5E30-4441-B053-A456B7B6408B}" dt="2026-06-10T16:14:37.577" v="17801" actId="14100"/>
          <ac:spMkLst>
            <pc:docMk/>
            <pc:sldMk cId="3064934434" sldId="16670095"/>
            <ac:spMk id="15" creationId="{9EEB673C-C5F3-7F79-DB88-E2B4314C7E3C}"/>
          </ac:spMkLst>
        </pc:spChg>
        <pc:spChg chg="mod">
          <ac:chgData name="陈凌韬 陈凌韬" userId="81acf5ebae9f403a" providerId="LiveId" clId="{D9F12F90-5E30-4441-B053-A456B7B6408B}" dt="2026-06-10T16:16:14.869" v="17888" actId="692"/>
          <ac:spMkLst>
            <pc:docMk/>
            <pc:sldMk cId="3064934434" sldId="16670095"/>
            <ac:spMk id="17" creationId="{2F01114A-C69B-473F-158E-3EB2F3420AD4}"/>
          </ac:spMkLst>
        </pc:spChg>
        <pc:spChg chg="mod">
          <ac:chgData name="陈凌韬 陈凌韬" userId="81acf5ebae9f403a" providerId="LiveId" clId="{D9F12F90-5E30-4441-B053-A456B7B6408B}" dt="2026-06-10T16:15:06.850" v="17814" actId="1035"/>
          <ac:spMkLst>
            <pc:docMk/>
            <pc:sldMk cId="3064934434" sldId="16670095"/>
            <ac:spMk id="22" creationId="{8650F6AC-C038-F42F-E66A-2A64AD6E38B3}"/>
          </ac:spMkLst>
        </pc:spChg>
        <pc:spChg chg="mod">
          <ac:chgData name="陈凌韬 陈凌韬" userId="81acf5ebae9f403a" providerId="LiveId" clId="{D9F12F90-5E30-4441-B053-A456B7B6408B}" dt="2026-06-10T16:15:06.850" v="17814" actId="1035"/>
          <ac:spMkLst>
            <pc:docMk/>
            <pc:sldMk cId="3064934434" sldId="16670095"/>
            <ac:spMk id="23" creationId="{D99345CF-F5FC-CFC7-7969-0130D6C4B7E6}"/>
          </ac:spMkLst>
        </pc:spChg>
        <pc:spChg chg="add mod">
          <ac:chgData name="陈凌韬 陈凌韬" userId="81acf5ebae9f403a" providerId="LiveId" clId="{D9F12F90-5E30-4441-B053-A456B7B6408B}" dt="2026-06-10T16:21:20.916" v="17945" actId="14100"/>
          <ac:spMkLst>
            <pc:docMk/>
            <pc:sldMk cId="3064934434" sldId="16670095"/>
            <ac:spMk id="26" creationId="{9FEB4073-B54C-369E-55F2-97F283CE43E4}"/>
          </ac:spMkLst>
        </pc:spChg>
        <pc:spChg chg="add mod">
          <ac:chgData name="陈凌韬 陈凌韬" userId="81acf5ebae9f403a" providerId="LiveId" clId="{D9F12F90-5E30-4441-B053-A456B7B6408B}" dt="2026-06-10T16:21:40.102" v="17950" actId="14100"/>
          <ac:spMkLst>
            <pc:docMk/>
            <pc:sldMk cId="3064934434" sldId="16670095"/>
            <ac:spMk id="27" creationId="{19C1A9F1-9EF9-71C8-759D-60A70EAA8FC5}"/>
          </ac:spMkLst>
        </pc:spChg>
        <pc:spChg chg="add mod">
          <ac:chgData name="陈凌韬 陈凌韬" userId="81acf5ebae9f403a" providerId="LiveId" clId="{D9F12F90-5E30-4441-B053-A456B7B6408B}" dt="2026-06-10T16:21:54.822" v="17954" actId="20577"/>
          <ac:spMkLst>
            <pc:docMk/>
            <pc:sldMk cId="3064934434" sldId="16670095"/>
            <ac:spMk id="28" creationId="{D51C57D8-52DD-8947-4406-457CD7A99003}"/>
          </ac:spMkLst>
        </pc:spChg>
        <pc:spChg chg="add mod">
          <ac:chgData name="陈凌韬 陈凌韬" userId="81acf5ebae9f403a" providerId="LiveId" clId="{D9F12F90-5E30-4441-B053-A456B7B6408B}" dt="2026-06-10T16:22:18.417" v="17960" actId="113"/>
          <ac:spMkLst>
            <pc:docMk/>
            <pc:sldMk cId="3064934434" sldId="16670095"/>
            <ac:spMk id="29" creationId="{06B451A6-01ED-202E-3797-AFE1246CFA71}"/>
          </ac:spMkLst>
        </pc:spChg>
        <pc:spChg chg="add mod">
          <ac:chgData name="陈凌韬 陈凌韬" userId="81acf5ebae9f403a" providerId="LiveId" clId="{D9F12F90-5E30-4441-B053-A456B7B6408B}" dt="2026-06-10T16:22:38.028" v="17966" actId="14100"/>
          <ac:spMkLst>
            <pc:docMk/>
            <pc:sldMk cId="3064934434" sldId="16670095"/>
            <ac:spMk id="31" creationId="{CFD6CF00-09E8-7477-EAE5-E00142160A51}"/>
          </ac:spMkLst>
        </pc:spChg>
        <pc:spChg chg="add mod">
          <ac:chgData name="陈凌韬 陈凌韬" userId="81acf5ebae9f403a" providerId="LiveId" clId="{D9F12F90-5E30-4441-B053-A456B7B6408B}" dt="2026-06-10T16:22:56.247" v="17972" actId="113"/>
          <ac:spMkLst>
            <pc:docMk/>
            <pc:sldMk cId="3064934434" sldId="16670095"/>
            <ac:spMk id="33" creationId="{1876FDFB-A05D-B860-B023-36E499760454}"/>
          </ac:spMkLst>
        </pc:spChg>
        <pc:spChg chg="mod">
          <ac:chgData name="陈凌韬 陈凌韬" userId="81acf5ebae9f403a" providerId="LiveId" clId="{D9F12F90-5E30-4441-B053-A456B7B6408B}" dt="2026-06-10T15:55:49.928" v="17201" actId="1076"/>
          <ac:spMkLst>
            <pc:docMk/>
            <pc:sldMk cId="3064934434" sldId="16670095"/>
            <ac:spMk id="37" creationId="{12572311-F0A0-3D7B-447C-B0CCD89286DD}"/>
          </ac:spMkLst>
        </pc:spChg>
        <pc:spChg chg="mod">
          <ac:chgData name="陈凌韬 陈凌韬" userId="81acf5ebae9f403a" providerId="LiveId" clId="{D9F12F90-5E30-4441-B053-A456B7B6408B}" dt="2026-06-10T16:15:06.850" v="17814" actId="1035"/>
          <ac:spMkLst>
            <pc:docMk/>
            <pc:sldMk cId="3064934434" sldId="16670095"/>
            <ac:spMk id="46" creationId="{77B6BD31-53FC-1C4F-1394-CC8B0E710CC1}"/>
          </ac:spMkLst>
        </pc:spChg>
        <pc:spChg chg="mod">
          <ac:chgData name="陈凌韬 陈凌韬" userId="81acf5ebae9f403a" providerId="LiveId" clId="{D9F12F90-5E30-4441-B053-A456B7B6408B}" dt="2026-06-10T16:18:46.145" v="17931" actId="20577"/>
          <ac:spMkLst>
            <pc:docMk/>
            <pc:sldMk cId="3064934434" sldId="16670095"/>
            <ac:spMk id="51" creationId="{9B2EB0D9-8454-3AA2-D20A-FCEC3102CDDF}"/>
          </ac:spMkLst>
        </pc:spChg>
        <pc:spChg chg="mod">
          <ac:chgData name="陈凌韬 陈凌韬" userId="81acf5ebae9f403a" providerId="LiveId" clId="{D9F12F90-5E30-4441-B053-A456B7B6408B}" dt="2026-06-10T16:15:56.769" v="17873" actId="1038"/>
          <ac:spMkLst>
            <pc:docMk/>
            <pc:sldMk cId="3064934434" sldId="16670095"/>
            <ac:spMk id="53" creationId="{FBC7AC57-43BB-E4D3-DB2C-BE3E96D2DD2C}"/>
          </ac:spMkLst>
        </pc:spChg>
        <pc:spChg chg="mod">
          <ac:chgData name="陈凌韬 陈凌韬" userId="81acf5ebae9f403a" providerId="LiveId" clId="{D9F12F90-5E30-4441-B053-A456B7B6408B}" dt="2026-06-10T16:12:19.534" v="17679" actId="20577"/>
          <ac:spMkLst>
            <pc:docMk/>
            <pc:sldMk cId="3064934434" sldId="16670095"/>
            <ac:spMk id="54" creationId="{223A0446-4400-BBC7-5014-1A75E8DF9EB4}"/>
          </ac:spMkLst>
        </pc:spChg>
        <pc:spChg chg="mod">
          <ac:chgData name="陈凌韬 陈凌韬" userId="81acf5ebae9f403a" providerId="LiveId" clId="{D9F12F90-5E30-4441-B053-A456B7B6408B}" dt="2026-06-10T16:15:58.505" v="17878" actId="1037"/>
          <ac:spMkLst>
            <pc:docMk/>
            <pc:sldMk cId="3064934434" sldId="16670095"/>
            <ac:spMk id="55" creationId="{0F5FACC9-9FC4-9168-5AB1-FC65410EC488}"/>
          </ac:spMkLst>
        </pc:spChg>
        <pc:spChg chg="mod">
          <ac:chgData name="陈凌韬 陈凌韬" userId="81acf5ebae9f403a" providerId="LiveId" clId="{D9F12F90-5E30-4441-B053-A456B7B6408B}" dt="2026-06-10T16:16:02.613" v="17884" actId="1038"/>
          <ac:spMkLst>
            <pc:docMk/>
            <pc:sldMk cId="3064934434" sldId="16670095"/>
            <ac:spMk id="56" creationId="{D999A870-D4F0-994B-62B0-CC294446B1E6}"/>
          </ac:spMkLst>
        </pc:spChg>
        <pc:spChg chg="mod">
          <ac:chgData name="陈凌韬 陈凌韬" userId="81acf5ebae9f403a" providerId="LiveId" clId="{D9F12F90-5E30-4441-B053-A456B7B6408B}" dt="2026-06-10T16:14:08.492" v="17796" actId="1037"/>
          <ac:spMkLst>
            <pc:docMk/>
            <pc:sldMk cId="3064934434" sldId="16670095"/>
            <ac:spMk id="57" creationId="{968F48A2-4739-467E-9D4D-8680697C1B19}"/>
          </ac:spMkLst>
        </pc:spChg>
        <pc:spChg chg="mod">
          <ac:chgData name="陈凌韬 陈凌韬" userId="81acf5ebae9f403a" providerId="LiveId" clId="{D9F12F90-5E30-4441-B053-A456B7B6408B}" dt="2026-06-10T16:16:01.179" v="17881" actId="1037"/>
          <ac:spMkLst>
            <pc:docMk/>
            <pc:sldMk cId="3064934434" sldId="16670095"/>
            <ac:spMk id="58" creationId="{0A158AB0-C5BA-5803-F507-475753D3CE6F}"/>
          </ac:spMkLst>
        </pc:spChg>
        <pc:spChg chg="mod">
          <ac:chgData name="陈凌韬 陈凌韬" userId="81acf5ebae9f403a" providerId="LiveId" clId="{D9F12F90-5E30-4441-B053-A456B7B6408B}" dt="2026-06-10T15:19:24.152" v="17136" actId="20577"/>
          <ac:spMkLst>
            <pc:docMk/>
            <pc:sldMk cId="3064934434" sldId="16670095"/>
            <ac:spMk id="72" creationId="{F1985CD7-AEED-BE3C-7EB6-3EE28AA6CE56}"/>
          </ac:spMkLst>
        </pc:spChg>
        <pc:picChg chg="add del mod">
          <ac:chgData name="陈凌韬 陈凌韬" userId="81acf5ebae9f403a" providerId="LiveId" clId="{D9F12F90-5E30-4441-B053-A456B7B6408B}" dt="2026-06-11T01:56:00.926" v="18043" actId="1036"/>
          <ac:picMkLst>
            <pc:docMk/>
            <pc:sldMk cId="3064934434" sldId="16670095"/>
            <ac:picMk id="12" creationId="{7F1C97C3-FDE6-66B7-3960-73BF3DE4F78D}"/>
          </ac:picMkLst>
        </pc:picChg>
        <pc:picChg chg="mod">
          <ac:chgData name="陈凌韬 陈凌韬" userId="81acf5ebae9f403a" providerId="LiveId" clId="{D9F12F90-5E30-4441-B053-A456B7B6408B}" dt="2026-06-10T16:15:06.850" v="17814" actId="1035"/>
          <ac:picMkLst>
            <pc:docMk/>
            <pc:sldMk cId="3064934434" sldId="16670095"/>
            <ac:picMk id="32" creationId="{E206F45A-17C2-C270-D306-437F8F0B79EB}"/>
          </ac:picMkLst>
        </pc:picChg>
        <pc:picChg chg="add del mod">
          <ac:chgData name="陈凌韬 陈凌韬" userId="81acf5ebae9f403a" providerId="LiveId" clId="{D9F12F90-5E30-4441-B053-A456B7B6408B}" dt="2026-06-10T16:15:06.850" v="17814" actId="1035"/>
          <ac:picMkLst>
            <pc:docMk/>
            <pc:sldMk cId="3064934434" sldId="16670095"/>
            <ac:picMk id="34" creationId="{C7604AF0-1B42-3E11-2412-8D9154B92C00}"/>
          </ac:picMkLst>
        </pc:picChg>
        <pc:cxnChg chg="mod">
          <ac:chgData name="陈凌韬 陈凌韬" userId="81acf5ebae9f403a" providerId="LiveId" clId="{D9F12F90-5E30-4441-B053-A456B7B6408B}" dt="2026-06-10T16:15:06.850" v="17814" actId="1035"/>
          <ac:cxnSpMkLst>
            <pc:docMk/>
            <pc:sldMk cId="3064934434" sldId="16670095"/>
            <ac:cxnSpMk id="48" creationId="{32ACC71E-0A08-B4E0-CDDE-25EDD3547E06}"/>
          </ac:cxnSpMkLst>
        </pc:cxnChg>
        <pc:cxnChg chg="mod">
          <ac:chgData name="陈凌韬 陈凌韬" userId="81acf5ebae9f403a" providerId="LiveId" clId="{D9F12F90-5E30-4441-B053-A456B7B6408B}" dt="2026-06-10T16:15:06.850" v="17814" actId="1035"/>
          <ac:cxnSpMkLst>
            <pc:docMk/>
            <pc:sldMk cId="3064934434" sldId="16670095"/>
            <ac:cxnSpMk id="52" creationId="{A6FDF84A-3F3B-A35E-A05A-C55FD8446870}"/>
          </ac:cxnSpMkLst>
        </pc:cxnChg>
      </pc:sldChg>
      <pc:sldChg chg="addSp delSp modSp add mod">
        <pc:chgData name="陈凌韬 陈凌韬" userId="81acf5ebae9f403a" providerId="LiveId" clId="{D9F12F90-5E30-4441-B053-A456B7B6408B}" dt="2026-06-11T09:20:18.409" v="21265" actId="478"/>
        <pc:sldMkLst>
          <pc:docMk/>
          <pc:sldMk cId="1786178021" sldId="16670096"/>
        </pc:sldMkLst>
        <pc:spChg chg="mod">
          <ac:chgData name="陈凌韬 陈凌韬" userId="81acf5ebae9f403a" providerId="LiveId" clId="{D9F12F90-5E30-4441-B053-A456B7B6408B}" dt="2026-06-11T08:39:38.899" v="20432" actId="20577"/>
          <ac:spMkLst>
            <pc:docMk/>
            <pc:sldMk cId="1786178021" sldId="16670096"/>
            <ac:spMk id="2" creationId="{07B3EE74-EAC7-2FDA-8EBE-6954DC576A1E}"/>
          </ac:spMkLst>
        </pc:spChg>
        <pc:spChg chg="add mod">
          <ac:chgData name="陈凌韬 陈凌韬" userId="81acf5ebae9f403a" providerId="LiveId" clId="{D9F12F90-5E30-4441-B053-A456B7B6408B}" dt="2026-06-11T08:53:03.993" v="20729" actId="1076"/>
          <ac:spMkLst>
            <pc:docMk/>
            <pc:sldMk cId="1786178021" sldId="16670096"/>
            <ac:spMk id="3" creationId="{AFD6C75E-E699-E65D-CDAD-18C800004890}"/>
          </ac:spMkLst>
        </pc:spChg>
        <pc:spChg chg="add del mod">
          <ac:chgData name="陈凌韬 陈凌韬" userId="81acf5ebae9f403a" providerId="LiveId" clId="{D9F12F90-5E30-4441-B053-A456B7B6408B}" dt="2026-06-11T09:20:18.409" v="21265" actId="478"/>
          <ac:spMkLst>
            <pc:docMk/>
            <pc:sldMk cId="1786178021" sldId="16670096"/>
            <ac:spMk id="4" creationId="{47E91E0E-7F19-779C-9006-AFB79CDD3996}"/>
          </ac:spMkLst>
        </pc:spChg>
        <pc:spChg chg="del">
          <ac:chgData name="陈凌韬 陈凌韬" userId="81acf5ebae9f403a" providerId="LiveId" clId="{D9F12F90-5E30-4441-B053-A456B7B6408B}" dt="2026-06-11T08:39:55.465" v="20433" actId="478"/>
          <ac:spMkLst>
            <pc:docMk/>
            <pc:sldMk cId="1786178021" sldId="16670096"/>
            <ac:spMk id="5" creationId="{537C0AEE-ACF3-34BE-1420-4EFBE0124A9B}"/>
          </ac:spMkLst>
        </pc:spChg>
        <pc:spChg chg="del">
          <ac:chgData name="陈凌韬 陈凌韬" userId="81acf5ebae9f403a" providerId="LiveId" clId="{D9F12F90-5E30-4441-B053-A456B7B6408B}" dt="2026-06-11T08:40:00" v="20434" actId="478"/>
          <ac:spMkLst>
            <pc:docMk/>
            <pc:sldMk cId="1786178021" sldId="16670096"/>
            <ac:spMk id="6" creationId="{649233C6-7225-67AA-98A0-3561072A3199}"/>
          </ac:spMkLst>
        </pc:spChg>
        <pc:spChg chg="add mod">
          <ac:chgData name="陈凌韬 陈凌韬" userId="81acf5ebae9f403a" providerId="LiveId" clId="{D9F12F90-5E30-4441-B053-A456B7B6408B}" dt="2026-06-11T08:56:48.605" v="20855" actId="1037"/>
          <ac:spMkLst>
            <pc:docMk/>
            <pc:sldMk cId="1786178021" sldId="16670096"/>
            <ac:spMk id="12" creationId="{1F081B5A-0DDD-C95B-E35D-D9FB61ED2403}"/>
          </ac:spMkLst>
        </pc:spChg>
        <pc:spChg chg="add mod">
          <ac:chgData name="陈凌韬 陈凌韬" userId="81acf5ebae9f403a" providerId="LiveId" clId="{D9F12F90-5E30-4441-B053-A456B7B6408B}" dt="2026-06-11T08:53:33.010" v="20734" actId="1076"/>
          <ac:spMkLst>
            <pc:docMk/>
            <pc:sldMk cId="1786178021" sldId="16670096"/>
            <ac:spMk id="13" creationId="{03FAA31E-D3FB-8418-9A96-18248B2B1B2F}"/>
          </ac:spMkLst>
        </pc:spChg>
        <pc:spChg chg="mod">
          <ac:chgData name="陈凌韬 陈凌韬" userId="81acf5ebae9f403a" providerId="LiveId" clId="{D9F12F90-5E30-4441-B053-A456B7B6408B}" dt="2026-06-11T08:40:45.588" v="20461" actId="14100"/>
          <ac:spMkLst>
            <pc:docMk/>
            <pc:sldMk cId="1786178021" sldId="16670096"/>
            <ac:spMk id="15" creationId="{A348EF9B-B2B3-50EF-7B47-B0F5C6C1C152}"/>
          </ac:spMkLst>
        </pc:spChg>
        <pc:spChg chg="del">
          <ac:chgData name="陈凌韬 陈凌韬" userId="81acf5ebae9f403a" providerId="LiveId" clId="{D9F12F90-5E30-4441-B053-A456B7B6408B}" dt="2026-06-11T08:39:55.465" v="20433" actId="478"/>
          <ac:spMkLst>
            <pc:docMk/>
            <pc:sldMk cId="1786178021" sldId="16670096"/>
            <ac:spMk id="17" creationId="{5790782E-1494-A4C6-E251-19ECC23B812F}"/>
          </ac:spMkLst>
        </pc:spChg>
        <pc:spChg chg="del">
          <ac:chgData name="陈凌韬 陈凌韬" userId="81acf5ebae9f403a" providerId="LiveId" clId="{D9F12F90-5E30-4441-B053-A456B7B6408B}" dt="2026-06-11T08:40:12.913" v="20438" actId="478"/>
          <ac:spMkLst>
            <pc:docMk/>
            <pc:sldMk cId="1786178021" sldId="16670096"/>
            <ac:spMk id="18" creationId="{6AA1EC49-8B2A-4328-DC86-068D90279DCE}"/>
          </ac:spMkLst>
        </pc:spChg>
        <pc:spChg chg="add mod">
          <ac:chgData name="陈凌韬 陈凌韬" userId="81acf5ebae9f403a" providerId="LiveId" clId="{D9F12F90-5E30-4441-B053-A456B7B6408B}" dt="2026-06-11T08:57:45.018" v="20895" actId="1036"/>
          <ac:spMkLst>
            <pc:docMk/>
            <pc:sldMk cId="1786178021" sldId="16670096"/>
            <ac:spMk id="19" creationId="{A0B3AC24-6D3E-EAE6-5532-B946200CEC9F}"/>
          </ac:spMkLst>
        </pc:spChg>
        <pc:spChg chg="del">
          <ac:chgData name="陈凌韬 陈凌韬" userId="81acf5ebae9f403a" providerId="LiveId" clId="{D9F12F90-5E30-4441-B053-A456B7B6408B}" dt="2026-06-11T08:40:11.866" v="20437" actId="478"/>
          <ac:spMkLst>
            <pc:docMk/>
            <pc:sldMk cId="1786178021" sldId="16670096"/>
            <ac:spMk id="20" creationId="{895275D4-B9C6-F4CC-82BB-0AE3287969BF}"/>
          </ac:spMkLst>
        </pc:spChg>
        <pc:spChg chg="add mod">
          <ac:chgData name="陈凌韬 陈凌韬" userId="81acf5ebae9f403a" providerId="LiveId" clId="{D9F12F90-5E30-4441-B053-A456B7B6408B}" dt="2026-06-11T08:50:06.958" v="20687" actId="403"/>
          <ac:spMkLst>
            <pc:docMk/>
            <pc:sldMk cId="1786178021" sldId="16670096"/>
            <ac:spMk id="22" creationId="{A86B7E41-E769-030B-EB91-A0723CE26E3D}"/>
          </ac:spMkLst>
        </pc:spChg>
        <pc:spChg chg="add mod">
          <ac:chgData name="陈凌韬 陈凌韬" userId="81acf5ebae9f403a" providerId="LiveId" clId="{D9F12F90-5E30-4441-B053-A456B7B6408B}" dt="2026-06-11T08:53:00.271" v="20727" actId="1076"/>
          <ac:spMkLst>
            <pc:docMk/>
            <pc:sldMk cId="1786178021" sldId="16670096"/>
            <ac:spMk id="24" creationId="{30C84A00-F063-7491-3C4F-28DA4EA0D788}"/>
          </ac:spMkLst>
        </pc:spChg>
        <pc:spChg chg="del">
          <ac:chgData name="陈凌韬 陈凌韬" userId="81acf5ebae9f403a" providerId="LiveId" clId="{D9F12F90-5E30-4441-B053-A456B7B6408B}" dt="2026-06-11T08:40:14.747" v="20439" actId="478"/>
          <ac:spMkLst>
            <pc:docMk/>
            <pc:sldMk cId="1786178021" sldId="16670096"/>
            <ac:spMk id="26" creationId="{771BDF28-A576-9FFE-3126-6438710E1841}"/>
          </ac:spMkLst>
        </pc:spChg>
        <pc:spChg chg="del">
          <ac:chgData name="陈凌韬 陈凌韬" userId="81acf5ebae9f403a" providerId="LiveId" clId="{D9F12F90-5E30-4441-B053-A456B7B6408B}" dt="2026-06-11T08:40:14.747" v="20439" actId="478"/>
          <ac:spMkLst>
            <pc:docMk/>
            <pc:sldMk cId="1786178021" sldId="16670096"/>
            <ac:spMk id="30" creationId="{6F0D352A-2F47-650A-82F8-03904A5AD740}"/>
          </ac:spMkLst>
        </pc:spChg>
        <pc:spChg chg="del">
          <ac:chgData name="陈凌韬 陈凌韬" userId="81acf5ebae9f403a" providerId="LiveId" clId="{D9F12F90-5E30-4441-B053-A456B7B6408B}" dt="2026-06-11T08:40:11.866" v="20437" actId="478"/>
          <ac:spMkLst>
            <pc:docMk/>
            <pc:sldMk cId="1786178021" sldId="16670096"/>
            <ac:spMk id="32" creationId="{3ADE6A45-0ECE-9730-9EDC-A4C14DEFDAA8}"/>
          </ac:spMkLst>
        </pc:spChg>
        <pc:spChg chg="add">
          <ac:chgData name="陈凌韬 陈凌韬" userId="81acf5ebae9f403a" providerId="LiveId" clId="{D9F12F90-5E30-4441-B053-A456B7B6408B}" dt="2026-06-11T08:44:23.591" v="20521"/>
          <ac:spMkLst>
            <pc:docMk/>
            <pc:sldMk cId="1786178021" sldId="16670096"/>
            <ac:spMk id="33" creationId="{E2A6E235-BAD2-2674-2D86-8C191F29718D}"/>
          </ac:spMkLst>
        </pc:spChg>
        <pc:spChg chg="del">
          <ac:chgData name="陈凌韬 陈凌韬" userId="81acf5ebae9f403a" providerId="LiveId" clId="{D9F12F90-5E30-4441-B053-A456B7B6408B}" dt="2026-06-11T08:40:14.747" v="20439" actId="478"/>
          <ac:spMkLst>
            <pc:docMk/>
            <pc:sldMk cId="1786178021" sldId="16670096"/>
            <ac:spMk id="36" creationId="{E4A9ED33-CADC-1C23-F4CA-ABFBE95F160B}"/>
          </ac:spMkLst>
        </pc:spChg>
        <pc:spChg chg="del">
          <ac:chgData name="陈凌韬 陈凌韬" userId="81acf5ebae9f403a" providerId="LiveId" clId="{D9F12F90-5E30-4441-B053-A456B7B6408B}" dt="2026-06-11T08:40:11.866" v="20437" actId="478"/>
          <ac:spMkLst>
            <pc:docMk/>
            <pc:sldMk cId="1786178021" sldId="16670096"/>
            <ac:spMk id="38" creationId="{1C51951B-39A8-3097-5D7D-A8D52AD79950}"/>
          </ac:spMkLst>
        </pc:spChg>
        <pc:spChg chg="del">
          <ac:chgData name="陈凌韬 陈凌韬" userId="81acf5ebae9f403a" providerId="LiveId" clId="{D9F12F90-5E30-4441-B053-A456B7B6408B}" dt="2026-06-11T08:40:14.747" v="20439" actId="478"/>
          <ac:spMkLst>
            <pc:docMk/>
            <pc:sldMk cId="1786178021" sldId="16670096"/>
            <ac:spMk id="39" creationId="{3EA74B94-9ADD-A0CC-B4FE-4524744D40CB}"/>
          </ac:spMkLst>
        </pc:spChg>
        <pc:spChg chg="del">
          <ac:chgData name="陈凌韬 陈凌韬" userId="81acf5ebae9f403a" providerId="LiveId" clId="{D9F12F90-5E30-4441-B053-A456B7B6408B}" dt="2026-06-11T08:40:14.747" v="20439" actId="478"/>
          <ac:spMkLst>
            <pc:docMk/>
            <pc:sldMk cId="1786178021" sldId="16670096"/>
            <ac:spMk id="40" creationId="{3738AFA1-06F5-0F91-4A44-1A9E8E963772}"/>
          </ac:spMkLst>
        </pc:spChg>
        <pc:spChg chg="del">
          <ac:chgData name="陈凌韬 陈凌韬" userId="81acf5ebae9f403a" providerId="LiveId" clId="{D9F12F90-5E30-4441-B053-A456B7B6408B}" dt="2026-06-11T08:40:14.747" v="20439" actId="478"/>
          <ac:spMkLst>
            <pc:docMk/>
            <pc:sldMk cId="1786178021" sldId="16670096"/>
            <ac:spMk id="41" creationId="{AF38822C-FEC7-E98F-BA05-4C38FE898C6B}"/>
          </ac:spMkLst>
        </pc:spChg>
        <pc:spChg chg="del">
          <ac:chgData name="陈凌韬 陈凌韬" userId="81acf5ebae9f403a" providerId="LiveId" clId="{D9F12F90-5E30-4441-B053-A456B7B6408B}" dt="2026-06-11T08:40:11.866" v="20437" actId="478"/>
          <ac:spMkLst>
            <pc:docMk/>
            <pc:sldMk cId="1786178021" sldId="16670096"/>
            <ac:spMk id="44" creationId="{5A0B136B-88FD-8AA0-C94A-F3C77C1F9E0D}"/>
          </ac:spMkLst>
        </pc:spChg>
        <pc:spChg chg="del">
          <ac:chgData name="陈凌韬 陈凌韬" userId="81acf5ebae9f403a" providerId="LiveId" clId="{D9F12F90-5E30-4441-B053-A456B7B6408B}" dt="2026-06-11T08:40:11.866" v="20437" actId="478"/>
          <ac:spMkLst>
            <pc:docMk/>
            <pc:sldMk cId="1786178021" sldId="16670096"/>
            <ac:spMk id="45" creationId="{D18EC843-01D2-DA68-C428-85DDB40C8446}"/>
          </ac:spMkLst>
        </pc:spChg>
        <pc:spChg chg="del">
          <ac:chgData name="陈凌韬 陈凌韬" userId="81acf5ebae9f403a" providerId="LiveId" clId="{D9F12F90-5E30-4441-B053-A456B7B6408B}" dt="2026-06-11T08:40:11.866" v="20437" actId="478"/>
          <ac:spMkLst>
            <pc:docMk/>
            <pc:sldMk cId="1786178021" sldId="16670096"/>
            <ac:spMk id="46" creationId="{63A923AE-7157-2E3E-6D6B-D9ED7E8794D7}"/>
          </ac:spMkLst>
        </pc:spChg>
        <pc:spChg chg="del">
          <ac:chgData name="陈凌韬 陈凌韬" userId="81acf5ebae9f403a" providerId="LiveId" clId="{D9F12F90-5E30-4441-B053-A456B7B6408B}" dt="2026-06-11T08:40:11.866" v="20437" actId="478"/>
          <ac:spMkLst>
            <pc:docMk/>
            <pc:sldMk cId="1786178021" sldId="16670096"/>
            <ac:spMk id="47" creationId="{AFABFEFB-B2A0-D831-B25B-7CBC9FD1BF20}"/>
          </ac:spMkLst>
        </pc:spChg>
        <pc:spChg chg="del">
          <ac:chgData name="陈凌韬 陈凌韬" userId="81acf5ebae9f403a" providerId="LiveId" clId="{D9F12F90-5E30-4441-B053-A456B7B6408B}" dt="2026-06-11T08:40:11.866" v="20437" actId="478"/>
          <ac:spMkLst>
            <pc:docMk/>
            <pc:sldMk cId="1786178021" sldId="16670096"/>
            <ac:spMk id="48" creationId="{CC848997-6E6C-11BA-62D7-E75B0A60BFDE}"/>
          </ac:spMkLst>
        </pc:spChg>
        <pc:spChg chg="del">
          <ac:chgData name="陈凌韬 陈凌韬" userId="81acf5ebae9f403a" providerId="LiveId" clId="{D9F12F90-5E30-4441-B053-A456B7B6408B}" dt="2026-06-11T08:40:11.866" v="20437" actId="478"/>
          <ac:spMkLst>
            <pc:docMk/>
            <pc:sldMk cId="1786178021" sldId="16670096"/>
            <ac:spMk id="49" creationId="{041DC621-7E6A-8AE4-1D0E-FC7CC816660E}"/>
          </ac:spMkLst>
        </pc:spChg>
        <pc:spChg chg="del">
          <ac:chgData name="陈凌韬 陈凌韬" userId="81acf5ebae9f403a" providerId="LiveId" clId="{D9F12F90-5E30-4441-B053-A456B7B6408B}" dt="2026-06-11T08:40:11.866" v="20437" actId="478"/>
          <ac:spMkLst>
            <pc:docMk/>
            <pc:sldMk cId="1786178021" sldId="16670096"/>
            <ac:spMk id="51" creationId="{A97BD648-9B77-036E-4D92-1BDB55F19F19}"/>
          </ac:spMkLst>
        </pc:spChg>
        <pc:spChg chg="del">
          <ac:chgData name="陈凌韬 陈凌韬" userId="81acf5ebae9f403a" providerId="LiveId" clId="{D9F12F90-5E30-4441-B053-A456B7B6408B}" dt="2026-06-11T08:39:55.465" v="20433" actId="478"/>
          <ac:spMkLst>
            <pc:docMk/>
            <pc:sldMk cId="1786178021" sldId="16670096"/>
            <ac:spMk id="52" creationId="{0E524C68-93A7-9E03-F926-8E6477518242}"/>
          </ac:spMkLst>
        </pc:spChg>
        <pc:spChg chg="del">
          <ac:chgData name="陈凌韬 陈凌韬" userId="81acf5ebae9f403a" providerId="LiveId" clId="{D9F12F90-5E30-4441-B053-A456B7B6408B}" dt="2026-06-11T08:39:55.465" v="20433" actId="478"/>
          <ac:spMkLst>
            <pc:docMk/>
            <pc:sldMk cId="1786178021" sldId="16670096"/>
            <ac:spMk id="58" creationId="{FEC85D7F-AC21-DB05-1978-80127260D903}"/>
          </ac:spMkLst>
        </pc:spChg>
        <pc:spChg chg="add">
          <ac:chgData name="陈凌韬 陈凌韬" userId="81acf5ebae9f403a" providerId="LiveId" clId="{D9F12F90-5E30-4441-B053-A456B7B6408B}" dt="2026-06-11T08:44:29.257" v="20523"/>
          <ac:spMkLst>
            <pc:docMk/>
            <pc:sldMk cId="1786178021" sldId="16670096"/>
            <ac:spMk id="59" creationId="{837E06C4-8875-0754-AECC-C03EAAB34309}"/>
          </ac:spMkLst>
        </pc:spChg>
        <pc:spChg chg="add mod">
          <ac:chgData name="陈凌韬 陈凌韬" userId="81acf5ebae9f403a" providerId="LiveId" clId="{D9F12F90-5E30-4441-B053-A456B7B6408B}" dt="2026-06-11T08:57:11.486" v="20865" actId="14100"/>
          <ac:spMkLst>
            <pc:docMk/>
            <pc:sldMk cId="1786178021" sldId="16670096"/>
            <ac:spMk id="68" creationId="{3A440325-7812-6FA4-9416-CA5D664E2D76}"/>
          </ac:spMkLst>
        </pc:spChg>
        <pc:spChg chg="del">
          <ac:chgData name="陈凌韬 陈凌韬" userId="81acf5ebae9f403a" providerId="LiveId" clId="{D9F12F90-5E30-4441-B053-A456B7B6408B}" dt="2026-06-11T08:39:55.465" v="20433" actId="478"/>
          <ac:spMkLst>
            <pc:docMk/>
            <pc:sldMk cId="1786178021" sldId="16670096"/>
            <ac:spMk id="69" creationId="{67A966B5-128F-4F5B-A69D-391698EF8DE2}"/>
          </ac:spMkLst>
        </pc:spChg>
        <pc:spChg chg="del">
          <ac:chgData name="陈凌韬 陈凌韬" userId="81acf5ebae9f403a" providerId="LiveId" clId="{D9F12F90-5E30-4441-B053-A456B7B6408B}" dt="2026-06-11T08:39:55.465" v="20433" actId="478"/>
          <ac:spMkLst>
            <pc:docMk/>
            <pc:sldMk cId="1786178021" sldId="16670096"/>
            <ac:spMk id="72" creationId="{5375578D-79B0-975F-6848-CB0E79D1883E}"/>
          </ac:spMkLst>
        </pc:spChg>
        <pc:spChg chg="del">
          <ac:chgData name="陈凌韬 陈凌韬" userId="81acf5ebae9f403a" providerId="LiveId" clId="{D9F12F90-5E30-4441-B053-A456B7B6408B}" dt="2026-06-11T08:39:55.465" v="20433" actId="478"/>
          <ac:spMkLst>
            <pc:docMk/>
            <pc:sldMk cId="1786178021" sldId="16670096"/>
            <ac:spMk id="76" creationId="{CF9E2FC8-8061-8371-9565-69197D055675}"/>
          </ac:spMkLst>
        </pc:spChg>
        <pc:spChg chg="del">
          <ac:chgData name="陈凌韬 陈凌韬" userId="81acf5ebae9f403a" providerId="LiveId" clId="{D9F12F90-5E30-4441-B053-A456B7B6408B}" dt="2026-06-11T08:39:55.465" v="20433" actId="478"/>
          <ac:spMkLst>
            <pc:docMk/>
            <pc:sldMk cId="1786178021" sldId="16670096"/>
            <ac:spMk id="80" creationId="{DD1B3C49-4171-A4C5-761A-0EB7CCAEC18E}"/>
          </ac:spMkLst>
        </pc:spChg>
        <pc:spChg chg="del">
          <ac:chgData name="陈凌韬 陈凌韬" userId="81acf5ebae9f403a" providerId="LiveId" clId="{D9F12F90-5E30-4441-B053-A456B7B6408B}" dt="2026-06-11T08:39:55.465" v="20433" actId="478"/>
          <ac:spMkLst>
            <pc:docMk/>
            <pc:sldMk cId="1786178021" sldId="16670096"/>
            <ac:spMk id="83" creationId="{24B63CB3-CFB2-DA53-1340-F93CE3B4F66B}"/>
          </ac:spMkLst>
        </pc:spChg>
        <pc:spChg chg="del">
          <ac:chgData name="陈凌韬 陈凌韬" userId="81acf5ebae9f403a" providerId="LiveId" clId="{D9F12F90-5E30-4441-B053-A456B7B6408B}" dt="2026-06-11T08:39:55.465" v="20433" actId="478"/>
          <ac:spMkLst>
            <pc:docMk/>
            <pc:sldMk cId="1786178021" sldId="16670096"/>
            <ac:spMk id="86" creationId="{9CB40BFF-DDC7-9398-B947-AF66FCC96E31}"/>
          </ac:spMkLst>
        </pc:spChg>
        <pc:spChg chg="add mod">
          <ac:chgData name="陈凌韬 陈凌韬" userId="81acf5ebae9f403a" providerId="LiveId" clId="{D9F12F90-5E30-4441-B053-A456B7B6408B}" dt="2026-06-11T08:57:16.408" v="20867" actId="14100"/>
          <ac:spMkLst>
            <pc:docMk/>
            <pc:sldMk cId="1786178021" sldId="16670096"/>
            <ac:spMk id="87" creationId="{D4FBA19D-0592-FFF6-4176-3E22B8E64C00}"/>
          </ac:spMkLst>
        </pc:spChg>
        <pc:spChg chg="add mod">
          <ac:chgData name="陈凌韬 陈凌韬" userId="81acf5ebae9f403a" providerId="LiveId" clId="{D9F12F90-5E30-4441-B053-A456B7B6408B}" dt="2026-06-11T08:57:32.758" v="20881" actId="403"/>
          <ac:spMkLst>
            <pc:docMk/>
            <pc:sldMk cId="1786178021" sldId="16670096"/>
            <ac:spMk id="88" creationId="{80073EBB-5E2B-C634-FD8E-0C86B56D3F5D}"/>
          </ac:spMkLst>
        </pc:spChg>
        <pc:spChg chg="add mod">
          <ac:chgData name="陈凌韬 陈凌韬" userId="81acf5ebae9f403a" providerId="LiveId" clId="{D9F12F90-5E30-4441-B053-A456B7B6408B}" dt="2026-06-11T08:53:07.744" v="20730" actId="1076"/>
          <ac:spMkLst>
            <pc:docMk/>
            <pc:sldMk cId="1786178021" sldId="16670096"/>
            <ac:spMk id="89" creationId="{75A67C93-2A68-0737-BE70-668643D5E3E5}"/>
          </ac:spMkLst>
        </pc:spChg>
        <pc:spChg chg="add mod">
          <ac:chgData name="陈凌韬 陈凌韬" userId="81acf5ebae9f403a" providerId="LiveId" clId="{D9F12F90-5E30-4441-B053-A456B7B6408B}" dt="2026-06-11T08:57:23.315" v="20873" actId="1036"/>
          <ac:spMkLst>
            <pc:docMk/>
            <pc:sldMk cId="1786178021" sldId="16670096"/>
            <ac:spMk id="90" creationId="{0698E373-571B-A630-C95F-69EFA17260E8}"/>
          </ac:spMkLst>
        </pc:spChg>
        <pc:spChg chg="add mod">
          <ac:chgData name="陈凌韬 陈凌韬" userId="81acf5ebae9f403a" providerId="LiveId" clId="{D9F12F90-5E30-4441-B053-A456B7B6408B}" dt="2026-06-11T08:57:23.315" v="20873" actId="1036"/>
          <ac:spMkLst>
            <pc:docMk/>
            <pc:sldMk cId="1786178021" sldId="16670096"/>
            <ac:spMk id="91" creationId="{1FA5FD24-27F8-9871-A9D0-F60712162D67}"/>
          </ac:spMkLst>
        </pc:spChg>
        <pc:spChg chg="add mod">
          <ac:chgData name="陈凌韬 陈凌韬" userId="81acf5ebae9f403a" providerId="LiveId" clId="{D9F12F90-5E30-4441-B053-A456B7B6408B}" dt="2026-06-11T08:56:57.702" v="20863" actId="1035"/>
          <ac:spMkLst>
            <pc:docMk/>
            <pc:sldMk cId="1786178021" sldId="16670096"/>
            <ac:spMk id="92" creationId="{1883089C-43E2-A6D3-24AB-5C058F3FCEE6}"/>
          </ac:spMkLst>
        </pc:spChg>
        <pc:spChg chg="add mod">
          <ac:chgData name="陈凌韬 陈凌韬" userId="81acf5ebae9f403a" providerId="LiveId" clId="{D9F12F90-5E30-4441-B053-A456B7B6408B}" dt="2026-06-11T08:53:52.381" v="20737"/>
          <ac:spMkLst>
            <pc:docMk/>
            <pc:sldMk cId="1786178021" sldId="16670096"/>
            <ac:spMk id="93" creationId="{7F770F99-DED1-4E5F-B7FA-89EE794681F9}"/>
          </ac:spMkLst>
        </pc:spChg>
        <pc:spChg chg="add mod">
          <ac:chgData name="陈凌韬 陈凌韬" userId="81acf5ebae9f403a" providerId="LiveId" clId="{D9F12F90-5E30-4441-B053-A456B7B6408B}" dt="2026-06-11T08:57:47.808" v="20897" actId="1036"/>
          <ac:spMkLst>
            <pc:docMk/>
            <pc:sldMk cId="1786178021" sldId="16670096"/>
            <ac:spMk id="94" creationId="{E6B47604-8606-AB3E-B88B-037068E29A0E}"/>
          </ac:spMkLst>
        </pc:spChg>
        <pc:spChg chg="add mod">
          <ac:chgData name="陈凌韬 陈凌韬" userId="81acf5ebae9f403a" providerId="LiveId" clId="{D9F12F90-5E30-4441-B053-A456B7B6408B}" dt="2026-06-11T08:57:55.099" v="20913" actId="1036"/>
          <ac:spMkLst>
            <pc:docMk/>
            <pc:sldMk cId="1786178021" sldId="16670096"/>
            <ac:spMk id="95" creationId="{9A599659-F67C-B9D5-9044-A231F8FD0BC3}"/>
          </ac:spMkLst>
        </pc:spChg>
        <pc:picChg chg="del">
          <ac:chgData name="陈凌韬 陈凌韬" userId="81acf5ebae9f403a" providerId="LiveId" clId="{D9F12F90-5E30-4441-B053-A456B7B6408B}" dt="2026-06-11T08:40:14.747" v="20439" actId="478"/>
          <ac:picMkLst>
            <pc:docMk/>
            <pc:sldMk cId="1786178021" sldId="16670096"/>
            <ac:picMk id="29" creationId="{F6335FC4-4F22-3981-6C58-A451089E206C}"/>
          </ac:picMkLst>
        </pc:picChg>
      </pc:sldChg>
      <pc:sldChg chg="add del">
        <pc:chgData name="陈凌韬 陈凌韬" userId="81acf5ebae9f403a" providerId="LiveId" clId="{D9F12F90-5E30-4441-B053-A456B7B6408B}" dt="2026-06-11T09:21:40.304" v="21374" actId="2696"/>
        <pc:sldMkLst>
          <pc:docMk/>
          <pc:sldMk cId="3446969292" sldId="16670097"/>
        </pc:sldMkLst>
      </pc:sldChg>
      <pc:sldChg chg="addSp delSp modSp add mod">
        <pc:chgData name="陈凌韬 陈凌韬" userId="81acf5ebae9f403a" providerId="LiveId" clId="{D9F12F90-5E30-4441-B053-A456B7B6408B}" dt="2026-06-11T09:21:35.906" v="21373" actId="1035"/>
        <pc:sldMkLst>
          <pc:docMk/>
          <pc:sldMk cId="533973048" sldId="16670098"/>
        </pc:sldMkLst>
        <pc:spChg chg="mod">
          <ac:chgData name="陈凌韬 陈凌韬" userId="81acf5ebae9f403a" providerId="LiveId" clId="{D9F12F90-5E30-4441-B053-A456B7B6408B}" dt="2026-06-11T09:21:29.889" v="21358" actId="1037"/>
          <ac:spMkLst>
            <pc:docMk/>
            <pc:sldMk cId="533973048" sldId="16670098"/>
            <ac:spMk id="3" creationId="{E8810D62-D1FE-39C8-9979-61905AD0B5E6}"/>
          </ac:spMkLst>
        </pc:spChg>
        <pc:spChg chg="add del mod">
          <ac:chgData name="陈凌韬 陈凌韬" userId="81acf5ebae9f403a" providerId="LiveId" clId="{D9F12F90-5E30-4441-B053-A456B7B6408B}" dt="2026-06-11T09:20:18.243" v="21264" actId="478"/>
          <ac:spMkLst>
            <pc:docMk/>
            <pc:sldMk cId="533973048" sldId="16670098"/>
            <ac:spMk id="4" creationId="{1F921B38-4327-9722-7EB1-4BE5EC0F2292}"/>
          </ac:spMkLst>
        </pc:spChg>
        <pc:spChg chg="mod">
          <ac:chgData name="陈凌韬 陈凌韬" userId="81acf5ebae9f403a" providerId="LiveId" clId="{D9F12F90-5E30-4441-B053-A456B7B6408B}" dt="2026-06-11T09:20:40.559" v="21290" actId="14100"/>
          <ac:spMkLst>
            <pc:docMk/>
            <pc:sldMk cId="533973048" sldId="16670098"/>
            <ac:spMk id="12" creationId="{58F7BA58-4F87-2376-8105-DB4F2CC8BA69}"/>
          </ac:spMkLst>
        </pc:spChg>
        <pc:spChg chg="mod">
          <ac:chgData name="陈凌韬 陈凌韬" userId="81acf5ebae9f403a" providerId="LiveId" clId="{D9F12F90-5E30-4441-B053-A456B7B6408B}" dt="2026-06-11T09:20:48.957" v="21292" actId="14100"/>
          <ac:spMkLst>
            <pc:docMk/>
            <pc:sldMk cId="533973048" sldId="16670098"/>
            <ac:spMk id="13" creationId="{36510DA6-B9E2-8022-52CF-06CA1EF65768}"/>
          </ac:spMkLst>
        </pc:spChg>
        <pc:spChg chg="mod">
          <ac:chgData name="陈凌韬 陈凌韬" userId="81acf5ebae9f403a" providerId="LiveId" clId="{D9F12F90-5E30-4441-B053-A456B7B6408B}" dt="2026-06-11T09:01:18.954" v="20946" actId="20577"/>
          <ac:spMkLst>
            <pc:docMk/>
            <pc:sldMk cId="533973048" sldId="16670098"/>
            <ac:spMk id="15" creationId="{0C44026E-4DE2-9748-A977-9C517E7B767D}"/>
          </ac:spMkLst>
        </pc:spChg>
        <pc:spChg chg="mod">
          <ac:chgData name="陈凌韬 陈凌韬" userId="81acf5ebae9f403a" providerId="LiveId" clId="{D9F12F90-5E30-4441-B053-A456B7B6408B}" dt="2026-06-11T09:20:22.893" v="21274" actId="14100"/>
          <ac:spMkLst>
            <pc:docMk/>
            <pc:sldMk cId="533973048" sldId="16670098"/>
            <ac:spMk id="19" creationId="{02BA1A86-7339-2F1F-0358-F564BABE1958}"/>
          </ac:spMkLst>
        </pc:spChg>
        <pc:spChg chg="mod">
          <ac:chgData name="陈凌韬 陈凌韬" userId="81acf5ebae9f403a" providerId="LiveId" clId="{D9F12F90-5E30-4441-B053-A456B7B6408B}" dt="2026-06-11T09:20:22.540" v="21273" actId="1038"/>
          <ac:spMkLst>
            <pc:docMk/>
            <pc:sldMk cId="533973048" sldId="16670098"/>
            <ac:spMk id="22" creationId="{25D9D8EF-639F-1512-37CB-8ACECD7C041A}"/>
          </ac:spMkLst>
        </pc:spChg>
        <pc:spChg chg="mod">
          <ac:chgData name="陈凌韬 陈凌韬" userId="81acf5ebae9f403a" providerId="LiveId" clId="{D9F12F90-5E30-4441-B053-A456B7B6408B}" dt="2026-06-11T09:21:35.906" v="21373" actId="1035"/>
          <ac:spMkLst>
            <pc:docMk/>
            <pc:sldMk cId="533973048" sldId="16670098"/>
            <ac:spMk id="24" creationId="{F2B9B9A9-2590-11CD-FA8E-5504E6331D5E}"/>
          </ac:spMkLst>
        </pc:spChg>
        <pc:spChg chg="mod">
          <ac:chgData name="陈凌韬 陈凌韬" userId="81acf5ebae9f403a" providerId="LiveId" clId="{D9F12F90-5E30-4441-B053-A456B7B6408B}" dt="2026-06-11T09:20:20.345" v="21269" actId="1038"/>
          <ac:spMkLst>
            <pc:docMk/>
            <pc:sldMk cId="533973048" sldId="16670098"/>
            <ac:spMk id="68" creationId="{C76360E1-D1C2-404D-B56B-3EEF9E61A5E6}"/>
          </ac:spMkLst>
        </pc:spChg>
        <pc:spChg chg="mod">
          <ac:chgData name="陈凌韬 陈凌韬" userId="81acf5ebae9f403a" providerId="LiveId" clId="{D9F12F90-5E30-4441-B053-A456B7B6408B}" dt="2026-06-11T09:20:22.540" v="21273" actId="1038"/>
          <ac:spMkLst>
            <pc:docMk/>
            <pc:sldMk cId="533973048" sldId="16670098"/>
            <ac:spMk id="87" creationId="{4E5B1226-C3F6-020B-D35A-490E359EB369}"/>
          </ac:spMkLst>
        </pc:spChg>
        <pc:spChg chg="mod">
          <ac:chgData name="陈凌韬 陈凌韬" userId="81acf5ebae9f403a" providerId="LiveId" clId="{D9F12F90-5E30-4441-B053-A456B7B6408B}" dt="2026-06-11T09:20:31.957" v="21285"/>
          <ac:spMkLst>
            <pc:docMk/>
            <pc:sldMk cId="533973048" sldId="16670098"/>
            <ac:spMk id="88" creationId="{DEF218B4-D209-FD66-7B86-9CA24D496BB0}"/>
          </ac:spMkLst>
        </pc:spChg>
        <pc:spChg chg="del">
          <ac:chgData name="陈凌韬 陈凌韬" userId="81acf5ebae9f403a" providerId="LiveId" clId="{D9F12F90-5E30-4441-B053-A456B7B6408B}" dt="2026-06-11T09:10:19.075" v="20961" actId="478"/>
          <ac:spMkLst>
            <pc:docMk/>
            <pc:sldMk cId="533973048" sldId="16670098"/>
            <ac:spMk id="89" creationId="{F5F71912-2986-1A4A-0FCA-F28EE986A712}"/>
          </ac:spMkLst>
        </pc:spChg>
        <pc:spChg chg="mod">
          <ac:chgData name="陈凌韬 陈凌韬" userId="81acf5ebae9f403a" providerId="LiveId" clId="{D9F12F90-5E30-4441-B053-A456B7B6408B}" dt="2026-06-11T09:21:26.075" v="21348" actId="1035"/>
          <ac:spMkLst>
            <pc:docMk/>
            <pc:sldMk cId="533973048" sldId="16670098"/>
            <ac:spMk id="90" creationId="{C75D8068-2A46-9A53-3D9C-9619FB5B4B2A}"/>
          </ac:spMkLst>
        </pc:spChg>
        <pc:spChg chg="del">
          <ac:chgData name="陈凌韬 陈凌韬" userId="81acf5ebae9f403a" providerId="LiveId" clId="{D9F12F90-5E30-4441-B053-A456B7B6408B}" dt="2026-06-11T09:13:09.982" v="21093" actId="478"/>
          <ac:spMkLst>
            <pc:docMk/>
            <pc:sldMk cId="533973048" sldId="16670098"/>
            <ac:spMk id="91" creationId="{A55ADC5A-95AF-AC83-1D76-59B1C775E625}"/>
          </ac:spMkLst>
        </pc:spChg>
        <pc:spChg chg="mod">
          <ac:chgData name="陈凌韬 陈凌韬" userId="81acf5ebae9f403a" providerId="LiveId" clId="{D9F12F90-5E30-4441-B053-A456B7B6408B}" dt="2026-06-11T09:21:15.747" v="21320" actId="1037"/>
          <ac:spMkLst>
            <pc:docMk/>
            <pc:sldMk cId="533973048" sldId="16670098"/>
            <ac:spMk id="92" creationId="{E0082D74-89CE-948E-2925-FCD47CCCE8A3}"/>
          </ac:spMkLst>
        </pc:spChg>
        <pc:spChg chg="del">
          <ac:chgData name="陈凌韬 陈凌韬" userId="81acf5ebae9f403a" providerId="LiveId" clId="{D9F12F90-5E30-4441-B053-A456B7B6408B}" dt="2026-06-11T09:11:35.118" v="21015" actId="478"/>
          <ac:spMkLst>
            <pc:docMk/>
            <pc:sldMk cId="533973048" sldId="16670098"/>
            <ac:spMk id="93" creationId="{7AF51CE2-590E-FBD3-C424-8C4587D02FD2}"/>
          </ac:spMkLst>
        </pc:spChg>
        <pc:spChg chg="mod">
          <ac:chgData name="陈凌韬 陈凌韬" userId="81acf5ebae9f403a" providerId="LiveId" clId="{D9F12F90-5E30-4441-B053-A456B7B6408B}" dt="2026-06-11T09:21:19.380" v="21331" actId="1037"/>
          <ac:spMkLst>
            <pc:docMk/>
            <pc:sldMk cId="533973048" sldId="16670098"/>
            <ac:spMk id="94" creationId="{13E4AB58-BC44-0F09-A639-393A080B75D6}"/>
          </ac:spMkLst>
        </pc:spChg>
        <pc:spChg chg="add del">
          <ac:chgData name="陈凌韬 陈凌韬" userId="81acf5ebae9f403a" providerId="LiveId" clId="{D9F12F90-5E30-4441-B053-A456B7B6408B}" dt="2026-06-11T09:20:33.607" v="21288" actId="478"/>
          <ac:spMkLst>
            <pc:docMk/>
            <pc:sldMk cId="533973048" sldId="16670098"/>
            <ac:spMk id="95" creationId="{DC1DAC18-6291-70DF-C09B-A566CAA35368}"/>
          </ac:spMkLst>
        </pc:spChg>
      </pc:sldChg>
      <pc:sldChg chg="add">
        <pc:chgData name="陈凌韬 陈凌韬" userId="81acf5ebae9f403a" providerId="LiveId" clId="{D9F12F90-5E30-4441-B053-A456B7B6408B}" dt="2026-06-12T02:25:04.764" v="21470" actId="2890"/>
        <pc:sldMkLst>
          <pc:docMk/>
          <pc:sldMk cId="1580302028" sldId="1667009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E359C6-B98F-45FF-8B07-2516BC15B7D5}" type="datetimeFigureOut">
              <a:rPr lang="zh-CN" altLang="en-US" smtClean="0"/>
              <a:t>2026/6/19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3B141B-554D-4922-A770-E17A4D226BA3}" type="slidenum">
              <a:rPr lang="zh-CN" altLang="en-US" smtClean="0"/>
              <a:t>‹#›</a:t>
            </a:fld>
            <a:endParaRPr lang="zh-CN" altLang="en-US"/>
          </a:p>
        </p:txBody>
      </p:sp>
    </p:spTree>
    <p:extLst>
      <p:ext uri="{BB962C8B-B14F-4D97-AF65-F5344CB8AC3E}">
        <p14:creationId xmlns:p14="http://schemas.microsoft.com/office/powerpoint/2010/main" val="42738790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zh-CN"/>
          </a:p>
        </p:txBody>
      </p:sp>
      <p:sp>
        <p:nvSpPr>
          <p:cNvPr id="4" name="灯片编号占位符 3"/>
          <p:cNvSpPr>
            <a:spLocks noGrp="1"/>
          </p:cNvSpPr>
          <p:nvPr>
            <p:ph type="sldNum" sz="quarter" idx="5"/>
          </p:nvPr>
        </p:nvSpPr>
        <p:spPr/>
        <p:txBody>
          <a:bodyPr/>
          <a:lstStyle/>
          <a:p>
            <a:fld id="{F93B141B-554D-4922-A770-E17A4D226BA3}" type="slidenum">
              <a:rPr lang="zh-CN" altLang="en-US" smtClean="0"/>
              <a:t>1</a:t>
            </a:fld>
            <a:endParaRPr lang="zh-CN" altLang="en-US"/>
          </a:p>
        </p:txBody>
      </p:sp>
    </p:spTree>
    <p:extLst>
      <p:ext uri="{BB962C8B-B14F-4D97-AF65-F5344CB8AC3E}">
        <p14:creationId xmlns:p14="http://schemas.microsoft.com/office/powerpoint/2010/main" val="16713795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B8FE6E-6EDE-E6AE-E8BE-F34E071F740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8D1E8C4-1367-1706-5D68-FD826D98CA21}"/>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05EEA87B-D904-23BE-C0B2-C3F6FA801ACA}"/>
              </a:ext>
            </a:extLst>
          </p:cNvPr>
          <p:cNvSpPr>
            <a:spLocks noGrp="1"/>
          </p:cNvSpPr>
          <p:nvPr>
            <p:ph type="body" idx="1"/>
          </p:nvPr>
        </p:nvSpPr>
        <p:spPr/>
        <p:txBody>
          <a:bodyPr/>
          <a:lstStyle/>
          <a:p>
            <a:endParaRPr lang="zh-CN" altLang="zh-CN" sz="120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A53C1821-44F4-D147-F80C-EEA2A0DDC40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A7BA04D-35DB-4812-994E-C6077FEFEA7C}"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8523729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EA2B36-7A57-59AE-A63B-5227D52CCB0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0D5F853-F324-E3DD-61E4-06831A5F620B}"/>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24A3043C-DDB8-035F-8DBF-F5D563DC80E1}"/>
              </a:ext>
            </a:extLst>
          </p:cNvPr>
          <p:cNvSpPr>
            <a:spLocks noGrp="1"/>
          </p:cNvSpPr>
          <p:nvPr>
            <p:ph type="body" idx="1"/>
          </p:nvPr>
        </p:nvSpPr>
        <p:spPr/>
        <p:txBody>
          <a:bodyPr/>
          <a:lstStyle/>
          <a:p>
            <a:r>
              <a:rPr lang="zh-CN" altLang="zh-CN" dirty="0"/>
              <a:t>下面进入第一部分，研究背景与现状。</a:t>
            </a:r>
          </a:p>
        </p:txBody>
      </p:sp>
      <p:sp>
        <p:nvSpPr>
          <p:cNvPr id="4" name="灯片编号占位符 3">
            <a:extLst>
              <a:ext uri="{FF2B5EF4-FFF2-40B4-BE49-F238E27FC236}">
                <a16:creationId xmlns:a16="http://schemas.microsoft.com/office/drawing/2014/main" id="{58E6107B-2CF5-6DE0-82F6-89B8DC85825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A7BA04D-35DB-4812-994E-C6077FEFEA7C}"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990758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8F9886-BF72-BFD3-18F2-085304A9D51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DCE9997-2AAD-50AF-4DD5-F686642958FC}"/>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718ACC7B-3DA2-7109-A92C-94E2F4992F9D}"/>
              </a:ext>
            </a:extLst>
          </p:cNvPr>
          <p:cNvSpPr>
            <a:spLocks noGrp="1"/>
          </p:cNvSpPr>
          <p:nvPr>
            <p:ph type="body" idx="1"/>
          </p:nvPr>
        </p:nvSpPr>
        <p:spPr/>
        <p:txBody>
          <a:bodyPr/>
          <a:lstStyle/>
          <a:p>
            <a:r>
              <a:rPr lang="zh-CN" altLang="en-US" dirty="0"/>
              <a:t>这一页主要说明飞机脉动装配线运行控制中的业务构成。</a:t>
            </a:r>
          </a:p>
          <a:p>
            <a:r>
              <a:rPr lang="zh-CN" altLang="en-US" dirty="0"/>
              <a:t>从整体流程来看，计划需求、产能规划、平衡优化、生产调度和装配执行构成装配线运行的主线业务，决定生产任务如何形成、如何分解以及如何组织执行。资源配置、物流管理和质量控制则属于保障业务，为主线生产过程提供人员、设备、工装、物料和质量等方面的支撑。</a:t>
            </a:r>
          </a:p>
          <a:p>
            <a:r>
              <a:rPr lang="zh-CN" altLang="en-US" dirty="0"/>
              <a:t>本文重点关注资源配置与生产调度。资源配置包括工序向站位的分配，以及工人、设备等资源配置到哪些站位或工序，并确认资源数量与投入时机；生产调度则进一步确定工序的执行顺序、开始时间、结束时间和资源占用关系。</a:t>
            </a:r>
          </a:p>
          <a:p>
            <a:r>
              <a:rPr lang="zh-CN" altLang="en-US" dirty="0"/>
              <a:t>两者之间具有较强的耦合关系。资源配置决定调度方案的可行范围，而调度结果又会影响资源的实际使用效率。因此，本文关注的不是单一的资源分配或工序排序，而是保障业务中的资源配置与主线业务中的生产调度之间的协同优化问题。</a:t>
            </a:r>
          </a:p>
        </p:txBody>
      </p:sp>
      <p:sp>
        <p:nvSpPr>
          <p:cNvPr id="4" name="灯片编号占位符 3">
            <a:extLst>
              <a:ext uri="{FF2B5EF4-FFF2-40B4-BE49-F238E27FC236}">
                <a16:creationId xmlns:a16="http://schemas.microsoft.com/office/drawing/2014/main" id="{66CBB206-9BF0-552B-30D6-B69E5E001D52}"/>
              </a:ext>
            </a:extLst>
          </p:cNvPr>
          <p:cNvSpPr>
            <a:spLocks noGrp="1"/>
          </p:cNvSpPr>
          <p:nvPr>
            <p:ph type="sldNum" sz="quarter" idx="5"/>
          </p:nvPr>
        </p:nvSpPr>
        <p:spPr/>
        <p:txBody>
          <a:bodyPr/>
          <a:lstStyle/>
          <a:p>
            <a:fld id="{F93B141B-554D-4922-A770-E17A4D226BA3}" type="slidenum">
              <a:rPr lang="zh-CN" altLang="en-US" smtClean="0"/>
              <a:t>4</a:t>
            </a:fld>
            <a:endParaRPr lang="zh-CN" altLang="en-US"/>
          </a:p>
        </p:txBody>
      </p:sp>
    </p:spTree>
    <p:extLst>
      <p:ext uri="{BB962C8B-B14F-4D97-AF65-F5344CB8AC3E}">
        <p14:creationId xmlns:p14="http://schemas.microsoft.com/office/powerpoint/2010/main" val="28719250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A01B27-5CDA-54FA-89F9-EE6ADF1489D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0257A73-5DC4-10D0-D085-239CEBFE72BE}"/>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0567F691-A1F9-031E-103C-11438552B60B}"/>
              </a:ext>
            </a:extLst>
          </p:cNvPr>
          <p:cNvSpPr>
            <a:spLocks noGrp="1"/>
          </p:cNvSpPr>
          <p:nvPr>
            <p:ph type="body" idx="1"/>
          </p:nvPr>
        </p:nvSpPr>
        <p:spPr/>
        <p:txBody>
          <a:bodyPr/>
          <a:lstStyle/>
          <a:p>
            <a:r>
              <a:rPr lang="zh-CN" altLang="zh-CN" dirty="0"/>
              <a:t>进一步来看，飞机脉动装配线具有多站位、固定节拍和连续推进的特点，前后站位之间联系紧密，局部异常容易影响后续站位和整线节奏。</a:t>
            </a:r>
          </a:p>
          <a:p>
            <a:r>
              <a:rPr lang="zh-CN" altLang="zh-CN" dirty="0"/>
              <a:t>同时，装配过程涉及不同技能的工人、不同类型的设备，以及容量、节拍和资源适配等多类约束，资源配置与调度之间具有较强的耦合关系。</a:t>
            </a:r>
          </a:p>
          <a:p>
            <a:r>
              <a:rPr lang="zh-CN" altLang="zh-CN" dirty="0"/>
              <a:t>在实际执行过程中，还会出现人员缺勤、设备故障、执行延迟和返工等扰动。这些扰动会改变资源可用状态，并进一步引发等待、阻塞和节拍波动。</a:t>
            </a:r>
          </a:p>
          <a:p>
            <a:r>
              <a:rPr lang="zh-CN" altLang="zh-CN" dirty="0"/>
              <a:t>因此，本文关注的核心问题是：如何在复杂约束和动态扰动环境下，实现飞机脉动装配线资源配置与生产调度的协同优化。</a:t>
            </a:r>
          </a:p>
        </p:txBody>
      </p:sp>
      <p:sp>
        <p:nvSpPr>
          <p:cNvPr id="4" name="灯片编号占位符 3">
            <a:extLst>
              <a:ext uri="{FF2B5EF4-FFF2-40B4-BE49-F238E27FC236}">
                <a16:creationId xmlns:a16="http://schemas.microsoft.com/office/drawing/2014/main" id="{E319859D-743E-71EB-213F-8D3DC68D5890}"/>
              </a:ext>
            </a:extLst>
          </p:cNvPr>
          <p:cNvSpPr>
            <a:spLocks noGrp="1"/>
          </p:cNvSpPr>
          <p:nvPr>
            <p:ph type="sldNum" sz="quarter" idx="5"/>
          </p:nvPr>
        </p:nvSpPr>
        <p:spPr/>
        <p:txBody>
          <a:bodyPr/>
          <a:lstStyle/>
          <a:p>
            <a:fld id="{F93B141B-554D-4922-A770-E17A4D226BA3}" type="slidenum">
              <a:rPr lang="zh-CN" altLang="en-US" smtClean="0"/>
              <a:t>5</a:t>
            </a:fld>
            <a:endParaRPr lang="zh-CN" altLang="en-US"/>
          </a:p>
        </p:txBody>
      </p:sp>
    </p:spTree>
    <p:extLst>
      <p:ext uri="{BB962C8B-B14F-4D97-AF65-F5344CB8AC3E}">
        <p14:creationId xmlns:p14="http://schemas.microsoft.com/office/powerpoint/2010/main" val="36175745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0C2941-0779-204A-74A6-8EC4BAA1CD6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7546D56-3896-A2E3-0DE1-D95D88993CDC}"/>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CCB2384E-3F8E-49D2-25F2-B38AD647403A}"/>
              </a:ext>
            </a:extLst>
          </p:cNvPr>
          <p:cNvSpPr>
            <a:spLocks noGrp="1"/>
          </p:cNvSpPr>
          <p:nvPr>
            <p:ph type="body" idx="1"/>
          </p:nvPr>
        </p:nvSpPr>
        <p:spPr/>
        <p:txBody>
          <a:bodyPr/>
          <a:lstStyle/>
          <a:p>
            <a:r>
              <a:rPr lang="zh-CN" altLang="zh-CN" dirty="0"/>
              <a:t>这一页梳理飞机脉动装配线领域与本文问题相关的研究。</a:t>
            </a:r>
          </a:p>
          <a:p>
            <a:r>
              <a:rPr lang="zh-CN" altLang="zh-CN" dirty="0"/>
              <a:t>从现有文献来看，相关工作已经涉及资源约束下的装配线平衡、柔性工人配置、生产调度与工人联合优化，以及学习效应和产能爬坡等问题，说明工序—站位分配、资源配置和生产调度已经形成了较好的研究基础。</a:t>
            </a:r>
          </a:p>
          <a:p>
            <a:r>
              <a:rPr lang="zh-CN" altLang="zh-CN" dirty="0"/>
              <a:t>但总体来看，现有研究多数集中于静态平衡、单类资源配置或局部联合决策，对工序分配、多资源配置与动态调度之间的协同考虑还不够充分，尤其缺少离线配置结果与在线扰动恢复之间的有效衔接。</a:t>
            </a:r>
          </a:p>
          <a:p>
            <a:r>
              <a:rPr lang="zh-CN" altLang="zh-CN" dirty="0"/>
              <a:t>在求解方法方面，现有研究主要采用数学规划、约束规划以及遗传算法、粒子群等元启发式方法。这类方法在工艺路线、任务信息和资源状态相对稳定时，具有较好的离线优化能力；但面对人员缺勤、设备故障、物料延迟和工序时间波动等频繁扰动时，通常需要重新建模或重复求解，在线响应速度和状态适应能力受到一定限制。</a:t>
            </a:r>
          </a:p>
          <a:p>
            <a:r>
              <a:rPr lang="zh-CN" altLang="zh-CN" dirty="0"/>
              <a:t>因此，飞机脉动装配线的研究需要进一步由静态或局部优化，转向面向动态扰动的资源配置与生产调度协同决策。</a:t>
            </a:r>
          </a:p>
        </p:txBody>
      </p:sp>
      <p:sp>
        <p:nvSpPr>
          <p:cNvPr id="4" name="灯片编号占位符 3">
            <a:extLst>
              <a:ext uri="{FF2B5EF4-FFF2-40B4-BE49-F238E27FC236}">
                <a16:creationId xmlns:a16="http://schemas.microsoft.com/office/drawing/2014/main" id="{E8AA0505-1195-E1B2-87CA-E3B49ADB628F}"/>
              </a:ext>
            </a:extLst>
          </p:cNvPr>
          <p:cNvSpPr>
            <a:spLocks noGrp="1"/>
          </p:cNvSpPr>
          <p:nvPr>
            <p:ph type="sldNum" sz="quarter" idx="5"/>
          </p:nvPr>
        </p:nvSpPr>
        <p:spPr/>
        <p:txBody>
          <a:bodyPr/>
          <a:lstStyle/>
          <a:p>
            <a:fld id="{F93B141B-554D-4922-A770-E17A4D226BA3}" type="slidenum">
              <a:rPr lang="zh-CN" altLang="en-US" smtClean="0"/>
              <a:t>6</a:t>
            </a:fld>
            <a:endParaRPr lang="zh-CN" altLang="en-US"/>
          </a:p>
        </p:txBody>
      </p:sp>
    </p:spTree>
    <p:extLst>
      <p:ext uri="{BB962C8B-B14F-4D97-AF65-F5344CB8AC3E}">
        <p14:creationId xmlns:p14="http://schemas.microsoft.com/office/powerpoint/2010/main" val="20415123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63C4CD-3C0A-DABA-C5F9-7B867294CB4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945F044-2F02-3B90-6AA7-63764C6B7483}"/>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DD2FE3EC-0CF6-EBE9-ACFE-AB0854455E17}"/>
              </a:ext>
            </a:extLst>
          </p:cNvPr>
          <p:cNvSpPr>
            <a:spLocks noGrp="1"/>
          </p:cNvSpPr>
          <p:nvPr>
            <p:ph type="body" idx="1"/>
          </p:nvPr>
        </p:nvSpPr>
        <p:spPr/>
        <p:txBody>
          <a:bodyPr/>
          <a:lstStyle/>
          <a:p>
            <a:r>
              <a:rPr lang="zh-CN" altLang="zh-CN" dirty="0"/>
              <a:t>这一页主要梳理强化学习与多智能体方法在制造调度中的应用。</a:t>
            </a:r>
          </a:p>
          <a:p>
            <a:r>
              <a:rPr lang="zh-CN" altLang="zh-CN" dirty="0"/>
              <a:t>从现有研究来看，强化学习已经被用于随机订单到达、设备故障、跨工厂转运和全厂级动态调度等场景，能够根据生产状态实时生成调度决策。相比传统优化方法，这类方法不需要在每次状态变化后重新求解完整模型，因此在动态环境下具有较好的响应能力。</a:t>
            </a:r>
          </a:p>
          <a:p>
            <a:r>
              <a:rPr lang="zh-CN" altLang="zh-CN" dirty="0"/>
              <a:t>近年来，相关研究进一步从单智能体决策发展到多智能体和分层强化学习。多智能体方法将不同工件、机器、工厂或调度单元作为独立主体，通过协同学习完成复杂调度；分层方法则将工序排序、机器分配、目标选择等决策划分到不同层次，以降低动作空间的复杂度。</a:t>
            </a:r>
          </a:p>
          <a:p>
            <a:r>
              <a:rPr lang="zh-CN" altLang="zh-CN" dirty="0"/>
              <a:t>但总体来看，现有方法的决策层级主要围绕工序、机器、工厂或优化目标进行划分，部分研究仍采用单层或相对扁平的策略结构。对于资源启用、资源访问和工序执行等不同层级、不同时间尺度决策之间的协同，现有研究仍有进一步拓展空间。</a:t>
            </a:r>
          </a:p>
        </p:txBody>
      </p:sp>
      <p:sp>
        <p:nvSpPr>
          <p:cNvPr id="4" name="灯片编号占位符 3">
            <a:extLst>
              <a:ext uri="{FF2B5EF4-FFF2-40B4-BE49-F238E27FC236}">
                <a16:creationId xmlns:a16="http://schemas.microsoft.com/office/drawing/2014/main" id="{3FA062D0-C5E5-CF6C-7335-15A4FD7C2505}"/>
              </a:ext>
            </a:extLst>
          </p:cNvPr>
          <p:cNvSpPr>
            <a:spLocks noGrp="1"/>
          </p:cNvSpPr>
          <p:nvPr>
            <p:ph type="sldNum" sz="quarter" idx="5"/>
          </p:nvPr>
        </p:nvSpPr>
        <p:spPr/>
        <p:txBody>
          <a:bodyPr/>
          <a:lstStyle/>
          <a:p>
            <a:fld id="{F93B141B-554D-4922-A770-E17A4D226BA3}" type="slidenum">
              <a:rPr lang="zh-CN" altLang="en-US" smtClean="0"/>
              <a:t>7</a:t>
            </a:fld>
            <a:endParaRPr lang="zh-CN" altLang="en-US"/>
          </a:p>
        </p:txBody>
      </p:sp>
    </p:spTree>
    <p:extLst>
      <p:ext uri="{BB962C8B-B14F-4D97-AF65-F5344CB8AC3E}">
        <p14:creationId xmlns:p14="http://schemas.microsoft.com/office/powerpoint/2010/main" val="16483856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498401-800F-6B4D-0814-548B3EF03CC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088DD81-95E2-408B-2ECA-227DC1708A80}"/>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4C45640E-F95F-F017-B553-00265E3A1D03}"/>
              </a:ext>
            </a:extLst>
          </p:cNvPr>
          <p:cNvSpPr>
            <a:spLocks noGrp="1"/>
          </p:cNvSpPr>
          <p:nvPr>
            <p:ph type="body" idx="1"/>
          </p:nvPr>
        </p:nvSpPr>
        <p:spPr/>
        <p:txBody>
          <a:bodyPr/>
          <a:lstStyle/>
          <a:p>
            <a:r>
              <a:rPr lang="zh-CN" altLang="zh-CN" dirty="0"/>
              <a:t>这一页主要介绍图神经网络在调度状态建模中的应用。</a:t>
            </a:r>
          </a:p>
          <a:p>
            <a:r>
              <a:rPr lang="zh-CN" altLang="zh-CN" dirty="0"/>
              <a:t>生产调度问题中，工序、机器和资源之间存在工艺优先、资源竞争和可选加工等结构关系。相比普通状态向量，图结构能够保留这些实体之间的连接关系，因此逐渐被用于强化学习调度中的状态特征提取。</a:t>
            </a:r>
          </a:p>
          <a:p>
            <a:r>
              <a:rPr lang="zh-CN" altLang="zh-CN" dirty="0"/>
              <a:t>从现有研究的发展来看，图表示已经由传统析取图逐步扩展到异构图、元路径图、元关系图和动态异构图。不同类型的工序、机器和运输资源可以被表示为不同节点，不同业务联系则通过不同类型的边进行描述。近期研究还开始采用多关系图处理设备故障下的动态柔性车间调度。</a:t>
            </a:r>
          </a:p>
          <a:p>
            <a:r>
              <a:rPr lang="zh-CN" altLang="zh-CN" dirty="0"/>
              <a:t>总体来看，现有研究已经能够表达多类节点和关系，但关系设计主要围绕工艺优先、机器选择、资源竞争、运输连接和设备故障等通用车间特征展开。对于飞机脉动装配线中的跨站资源流动、关键资源保护、站位耦合和空间阻塞传播等关系，现有图表示仍缺少更有针对性的系统刻画。</a:t>
            </a:r>
          </a:p>
        </p:txBody>
      </p:sp>
      <p:sp>
        <p:nvSpPr>
          <p:cNvPr id="4" name="灯片编号占位符 3">
            <a:extLst>
              <a:ext uri="{FF2B5EF4-FFF2-40B4-BE49-F238E27FC236}">
                <a16:creationId xmlns:a16="http://schemas.microsoft.com/office/drawing/2014/main" id="{C90451D0-5174-8232-A302-A5FA4D606576}"/>
              </a:ext>
            </a:extLst>
          </p:cNvPr>
          <p:cNvSpPr>
            <a:spLocks noGrp="1"/>
          </p:cNvSpPr>
          <p:nvPr>
            <p:ph type="sldNum" sz="quarter" idx="5"/>
          </p:nvPr>
        </p:nvSpPr>
        <p:spPr/>
        <p:txBody>
          <a:bodyPr/>
          <a:lstStyle/>
          <a:p>
            <a:fld id="{F93B141B-554D-4922-A770-E17A4D226BA3}" type="slidenum">
              <a:rPr lang="zh-CN" altLang="en-US" smtClean="0"/>
              <a:t>8</a:t>
            </a:fld>
            <a:endParaRPr lang="zh-CN" altLang="en-US"/>
          </a:p>
        </p:txBody>
      </p:sp>
    </p:spTree>
    <p:extLst>
      <p:ext uri="{BB962C8B-B14F-4D97-AF65-F5344CB8AC3E}">
        <p14:creationId xmlns:p14="http://schemas.microsoft.com/office/powerpoint/2010/main" val="13829171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8E593C-4F7E-7137-0B37-07B29AFC770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7B98A75-5E21-34EB-72B0-442AB0CC1FB6}"/>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2CD18037-AE7B-2D26-97E6-D3E5E4621920}"/>
              </a:ext>
            </a:extLst>
          </p:cNvPr>
          <p:cNvSpPr>
            <a:spLocks noGrp="1"/>
          </p:cNvSpPr>
          <p:nvPr>
            <p:ph type="body" idx="1"/>
          </p:nvPr>
        </p:nvSpPr>
        <p:spPr/>
        <p:txBody>
          <a:bodyPr/>
          <a:lstStyle/>
          <a:p>
            <a:r>
              <a:rPr lang="zh-CN" altLang="zh-CN" dirty="0"/>
              <a:t>综合前面的研究，可以从研究内容、决策方法和状态建模三个方面概括现有工作的基础与不足。</a:t>
            </a:r>
          </a:p>
          <a:p>
            <a:r>
              <a:rPr lang="zh-CN" altLang="zh-CN" dirty="0"/>
              <a:t>第一，在研究内容上，飞机脉动装配线领域已经围绕工序—站位分配、工人配置、资源约束平衡和生产调度等问题形成了较好的研究基础。但现有工作多数集中于静态条件、单类资源配置或局部联合决策，对离线任务与资源配置和在线动态调度之间的跨阶段协同考虑仍不充分。</a:t>
            </a:r>
          </a:p>
          <a:p>
            <a:r>
              <a:rPr lang="zh-CN" altLang="zh-CN" dirty="0"/>
              <a:t>第二，在决策方法上，强化学习提高了动态调度的实时响应能力，多智能体和分层方法进一步增强了复杂问题的分解与协同能力。但现有层次划分主要围绕工序、机器、工厂或优化目标展开，对资源启用、资源访问和工序执行等不同层级决策之间的协同研究仍然有限。</a:t>
            </a:r>
          </a:p>
          <a:p>
            <a:r>
              <a:rPr lang="zh-CN" altLang="zh-CN" dirty="0"/>
              <a:t>第三，在状态建模上，图神经网络能够表达工序、机器、资源和调度主体之间的结构依赖，相关研究也逐步由单一图结构发展到异构图、动态图和多关系图。但现有关系主要面向通用车间中的工艺优先、机器竞争和故障关联，对飞机脉动装配线中的多类型资源联系、站位耦合及扰动传播表达仍不充分。</a:t>
            </a:r>
          </a:p>
          <a:p>
            <a:r>
              <a:rPr lang="zh-CN" altLang="zh-CN" dirty="0"/>
              <a:t>总体来看，现有研究在资源配置与调度、智能决策和图结构状态表达方面已经形成一定基础，但在跨阶段协同、分层决策和场景化多关系建模方面仍存在进一步研究空间。下面进入第二部分，对具体问题对象进行说明。</a:t>
            </a:r>
          </a:p>
        </p:txBody>
      </p:sp>
      <p:sp>
        <p:nvSpPr>
          <p:cNvPr id="4" name="灯片编号占位符 3">
            <a:extLst>
              <a:ext uri="{FF2B5EF4-FFF2-40B4-BE49-F238E27FC236}">
                <a16:creationId xmlns:a16="http://schemas.microsoft.com/office/drawing/2014/main" id="{43FAC71C-A9B7-FCC3-A556-4346AEE2DA95}"/>
              </a:ext>
            </a:extLst>
          </p:cNvPr>
          <p:cNvSpPr>
            <a:spLocks noGrp="1"/>
          </p:cNvSpPr>
          <p:nvPr>
            <p:ph type="sldNum" sz="quarter" idx="5"/>
          </p:nvPr>
        </p:nvSpPr>
        <p:spPr/>
        <p:txBody>
          <a:bodyPr/>
          <a:lstStyle/>
          <a:p>
            <a:fld id="{F93B141B-554D-4922-A770-E17A4D226BA3}" type="slidenum">
              <a:rPr lang="zh-CN" altLang="en-US" smtClean="0"/>
              <a:t>9</a:t>
            </a:fld>
            <a:endParaRPr lang="zh-CN" altLang="en-US"/>
          </a:p>
        </p:txBody>
      </p:sp>
    </p:spTree>
    <p:extLst>
      <p:ext uri="{BB962C8B-B14F-4D97-AF65-F5344CB8AC3E}">
        <p14:creationId xmlns:p14="http://schemas.microsoft.com/office/powerpoint/2010/main" val="29357349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1916F-36D8-2A1C-7AEA-6325059B481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A1BE21A-6EA4-083D-BA1A-C58EB6F97EF7}"/>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7ED223F0-9048-1E57-3C28-265E9F4DA91E}"/>
              </a:ext>
            </a:extLst>
          </p:cNvPr>
          <p:cNvSpPr>
            <a:spLocks noGrp="1"/>
          </p:cNvSpPr>
          <p:nvPr>
            <p:ph type="body" idx="1"/>
          </p:nvPr>
        </p:nvSpPr>
        <p:spPr/>
        <p:txBody>
          <a:bodyPr/>
          <a:lstStyle/>
          <a:p>
            <a:endParaRPr lang="zh-CN" altLang="zh-CN" dirty="0"/>
          </a:p>
        </p:txBody>
      </p:sp>
      <p:sp>
        <p:nvSpPr>
          <p:cNvPr id="4" name="灯片编号占位符 3">
            <a:extLst>
              <a:ext uri="{FF2B5EF4-FFF2-40B4-BE49-F238E27FC236}">
                <a16:creationId xmlns:a16="http://schemas.microsoft.com/office/drawing/2014/main" id="{603A7F76-DAB9-D35A-B193-4FA6610BD24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A7BA04D-35DB-4812-994E-C6077FEFEA7C}"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8094230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C615A6-DFB8-478C-3393-19A2C6ADC04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5754302-3730-5AD2-6D14-B6A8BE9F26C9}"/>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0042D874-D6F3-C2E5-44C9-E966028E440B}"/>
              </a:ext>
            </a:extLst>
          </p:cNvPr>
          <p:cNvSpPr>
            <a:spLocks noGrp="1"/>
          </p:cNvSpPr>
          <p:nvPr>
            <p:ph type="body" idx="1"/>
          </p:nvPr>
        </p:nvSpPr>
        <p:spPr/>
        <p:txBody>
          <a:bodyPr/>
          <a:lstStyle/>
          <a:p>
            <a:r>
              <a:rPr lang="zh-CN" altLang="zh-CN" dirty="0"/>
              <a:t>这一页首先定义离线静态阶段需要解决的问题。</a:t>
            </a:r>
          </a:p>
          <a:p>
            <a:r>
              <a:rPr lang="zh-CN" altLang="zh-CN" dirty="0"/>
              <a:t>本文假设站位数量、工序集合、前驱关系以及工人和设备属性等基础生产信息已知。静态阶段首先需要确定工序如何分配到不同站位，然后在此基础上配置工人和设备</a:t>
            </a:r>
            <a:r>
              <a:rPr lang="zh-CN" altLang="en-US" dirty="0"/>
              <a:t>等资源</a:t>
            </a:r>
            <a:r>
              <a:rPr lang="zh-CN" altLang="zh-CN" dirty="0"/>
              <a:t>，并生成各站位的初始调度方案。</a:t>
            </a:r>
          </a:p>
          <a:p>
            <a:r>
              <a:rPr lang="zh-CN" altLang="zh-CN" dirty="0"/>
              <a:t>这一过程需要同时满足工序前驱关系、工人技能匹配、设备类型适配、站位容量和节拍推进等约束。</a:t>
            </a:r>
          </a:p>
          <a:p>
            <a:r>
              <a:rPr lang="zh-CN" altLang="zh-CN" dirty="0"/>
              <a:t>因此，静态阶段不是单一的工序排序，而是联合完成工序—站位分配、资源配置与初始化调度，为后续在线生产和扰动恢复提供可行的初始基础。</a:t>
            </a:r>
          </a:p>
        </p:txBody>
      </p:sp>
      <p:sp>
        <p:nvSpPr>
          <p:cNvPr id="4" name="灯片编号占位符 3">
            <a:extLst>
              <a:ext uri="{FF2B5EF4-FFF2-40B4-BE49-F238E27FC236}">
                <a16:creationId xmlns:a16="http://schemas.microsoft.com/office/drawing/2014/main" id="{22DBC7AC-3BEE-1650-FC97-2F6F2B5024DE}"/>
              </a:ext>
            </a:extLst>
          </p:cNvPr>
          <p:cNvSpPr>
            <a:spLocks noGrp="1"/>
          </p:cNvSpPr>
          <p:nvPr>
            <p:ph type="sldNum" sz="quarter" idx="5"/>
          </p:nvPr>
        </p:nvSpPr>
        <p:spPr/>
        <p:txBody>
          <a:bodyPr/>
          <a:lstStyle/>
          <a:p>
            <a:fld id="{F93B141B-554D-4922-A770-E17A4D226BA3}" type="slidenum">
              <a:rPr lang="zh-CN" altLang="en-US" smtClean="0"/>
              <a:t>11</a:t>
            </a:fld>
            <a:endParaRPr lang="zh-CN" altLang="en-US"/>
          </a:p>
        </p:txBody>
      </p:sp>
    </p:spTree>
    <p:extLst>
      <p:ext uri="{BB962C8B-B14F-4D97-AF65-F5344CB8AC3E}">
        <p14:creationId xmlns:p14="http://schemas.microsoft.com/office/powerpoint/2010/main" val="37391694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536F1B-527A-A013-10DD-FA1707080B4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36D5A78-B262-ABA8-2759-45C4CD16B432}"/>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51AAA02E-92A1-222D-0C5D-199427360E68}"/>
              </a:ext>
            </a:extLst>
          </p:cNvPr>
          <p:cNvSpPr>
            <a:spLocks noGrp="1"/>
          </p:cNvSpPr>
          <p:nvPr>
            <p:ph type="body" idx="1"/>
          </p:nvPr>
        </p:nvSpPr>
        <p:spPr/>
        <p:txBody>
          <a:bodyPr/>
          <a:lstStyle/>
          <a:p>
            <a:r>
              <a:rPr lang="zh-CN" altLang="zh-CN" dirty="0"/>
              <a:t>在正常状态下，装配线按照静态方案运行，资源状态稳定，各站位能够按照初始顺序和节拍执行工序。</a:t>
            </a:r>
          </a:p>
          <a:p>
            <a:r>
              <a:rPr lang="zh-CN" altLang="zh-CN" dirty="0"/>
              <a:t>当人员缺勤或设备故障等扰动发生后，首先会导致工人或设备的可用性下降，使原本可行的资源配置发生变化。</a:t>
            </a:r>
          </a:p>
          <a:p>
            <a:r>
              <a:rPr lang="zh-CN" altLang="zh-CN" dirty="0"/>
              <a:t>资源状态变化会进一步收缩站位能够访问的资源范围，导致部分工序无法获得所需的工人或设备，从而造成局部站位受阻。</a:t>
            </a:r>
          </a:p>
          <a:p>
            <a:r>
              <a:rPr lang="zh-CN" altLang="zh-CN" dirty="0"/>
              <a:t>由于不同站位之间存在节拍和执行耦合，局部延迟还可能向后续站位传播，最终形成整线节拍波动。</a:t>
            </a:r>
          </a:p>
          <a:p>
            <a:r>
              <a:rPr lang="zh-CN" altLang="zh-CN" dirty="0"/>
              <a:t>因此，扰动的影响可以概括为“资源状态变化—资源边界收缩—局部执行受阻—整线节拍波动”，问题也由静态计划转化为动态资源配置与调度恢复。</a:t>
            </a:r>
          </a:p>
        </p:txBody>
      </p:sp>
      <p:sp>
        <p:nvSpPr>
          <p:cNvPr id="4" name="灯片编号占位符 3">
            <a:extLst>
              <a:ext uri="{FF2B5EF4-FFF2-40B4-BE49-F238E27FC236}">
                <a16:creationId xmlns:a16="http://schemas.microsoft.com/office/drawing/2014/main" id="{22EE2096-F1A1-FB59-E122-16D4D6DF0DD9}"/>
              </a:ext>
            </a:extLst>
          </p:cNvPr>
          <p:cNvSpPr>
            <a:spLocks noGrp="1"/>
          </p:cNvSpPr>
          <p:nvPr>
            <p:ph type="sldNum" sz="quarter" idx="5"/>
          </p:nvPr>
        </p:nvSpPr>
        <p:spPr/>
        <p:txBody>
          <a:bodyPr/>
          <a:lstStyle/>
          <a:p>
            <a:fld id="{F93B141B-554D-4922-A770-E17A4D226BA3}" type="slidenum">
              <a:rPr lang="zh-CN" altLang="en-US" smtClean="0"/>
              <a:t>12</a:t>
            </a:fld>
            <a:endParaRPr lang="zh-CN" altLang="en-US"/>
          </a:p>
        </p:txBody>
      </p:sp>
    </p:spTree>
    <p:extLst>
      <p:ext uri="{BB962C8B-B14F-4D97-AF65-F5344CB8AC3E}">
        <p14:creationId xmlns:p14="http://schemas.microsoft.com/office/powerpoint/2010/main" val="15543957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675C81-704D-74CC-DB77-CE056BE5F18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B5854FF-0EC9-0098-BF1E-A3BD563E804D}"/>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49EE6399-A80A-F5E1-4642-4E22DCFDC24C}"/>
              </a:ext>
            </a:extLst>
          </p:cNvPr>
          <p:cNvSpPr>
            <a:spLocks noGrp="1"/>
          </p:cNvSpPr>
          <p:nvPr>
            <p:ph type="body" idx="1"/>
          </p:nvPr>
        </p:nvSpPr>
        <p:spPr/>
        <p:txBody>
          <a:bodyPr/>
          <a:lstStyle/>
          <a:p>
            <a:r>
              <a:rPr lang="zh-CN" altLang="zh-CN" dirty="0"/>
              <a:t>针对这一问题，本文采用离线和在线相结合的两阶段求解框架。</a:t>
            </a:r>
          </a:p>
          <a:p>
            <a:r>
              <a:rPr lang="zh-CN" altLang="zh-CN" dirty="0"/>
              <a:t>离线阶段根据工序、站位和资源等已知信息，</a:t>
            </a:r>
            <a:r>
              <a:rPr lang="zh-CN" altLang="en-US" dirty="0"/>
              <a:t>首先确定工序</a:t>
            </a:r>
            <a:r>
              <a:rPr lang="en-US" altLang="zh-CN" dirty="0"/>
              <a:t>—</a:t>
            </a:r>
            <a:r>
              <a:rPr lang="zh-CN" altLang="en-US" dirty="0"/>
              <a:t>站位分配关系，再完成工人和设备配置以及站位内初始化调度</a:t>
            </a:r>
            <a:r>
              <a:rPr lang="zh-CN" altLang="zh-CN" dirty="0"/>
              <a:t>。该阶段输出初始化调度方案、站位固定资源集合和流动资源候选，共同形成静态资源底座。</a:t>
            </a:r>
          </a:p>
          <a:p>
            <a:r>
              <a:rPr lang="zh-CN" altLang="zh-CN" dirty="0"/>
              <a:t>在线阶段在这一静态基础上，根据扰动事件、当前资源状态和剩余工序需求，重新判断资源可用性，调整资源分配关系，并重排可执行工序。</a:t>
            </a:r>
          </a:p>
          <a:p>
            <a:r>
              <a:rPr lang="zh-CN" altLang="zh-CN" dirty="0"/>
              <a:t>最终，在线阶段输出扰动后的动态资源配置方案、恢复调度方案和更新后的资源占用状态。</a:t>
            </a:r>
          </a:p>
          <a:p>
            <a:r>
              <a:rPr lang="zh-CN" altLang="zh-CN" dirty="0"/>
              <a:t>因此，本文并不是在每次扰动发生后完全从头求解，而是在离线方案基础上进行有针对性的在线恢复。</a:t>
            </a:r>
          </a:p>
        </p:txBody>
      </p:sp>
      <p:sp>
        <p:nvSpPr>
          <p:cNvPr id="4" name="灯片编号占位符 3">
            <a:extLst>
              <a:ext uri="{FF2B5EF4-FFF2-40B4-BE49-F238E27FC236}">
                <a16:creationId xmlns:a16="http://schemas.microsoft.com/office/drawing/2014/main" id="{96A9558D-D0A1-C280-82D0-0943326B2FD4}"/>
              </a:ext>
            </a:extLst>
          </p:cNvPr>
          <p:cNvSpPr>
            <a:spLocks noGrp="1"/>
          </p:cNvSpPr>
          <p:nvPr>
            <p:ph type="sldNum" sz="quarter" idx="5"/>
          </p:nvPr>
        </p:nvSpPr>
        <p:spPr/>
        <p:txBody>
          <a:bodyPr/>
          <a:lstStyle/>
          <a:p>
            <a:fld id="{F93B141B-554D-4922-A770-E17A4D226BA3}" type="slidenum">
              <a:rPr lang="zh-CN" altLang="en-US" smtClean="0"/>
              <a:t>13</a:t>
            </a:fld>
            <a:endParaRPr lang="zh-CN" altLang="en-US"/>
          </a:p>
        </p:txBody>
      </p:sp>
    </p:spTree>
    <p:extLst>
      <p:ext uri="{BB962C8B-B14F-4D97-AF65-F5344CB8AC3E}">
        <p14:creationId xmlns:p14="http://schemas.microsoft.com/office/powerpoint/2010/main" val="14233221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50EA45-F27D-7FB6-66E1-BBB3A136981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DA34364-6B64-61AC-8E9E-9E1CB9C60629}"/>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D48B557B-781C-2F83-C4CE-A5596E215BC1}"/>
              </a:ext>
            </a:extLst>
          </p:cNvPr>
          <p:cNvSpPr>
            <a:spLocks noGrp="1"/>
          </p:cNvSpPr>
          <p:nvPr>
            <p:ph type="body" idx="1"/>
          </p:nvPr>
        </p:nvSpPr>
        <p:spPr/>
        <p:txBody>
          <a:bodyPr/>
          <a:lstStyle/>
          <a:p>
            <a:r>
              <a:rPr lang="zh-CN" altLang="zh-CN" dirty="0"/>
              <a:t>这一页说明问题建模中使用的主要符号和变量。</a:t>
            </a:r>
          </a:p>
          <a:p>
            <a:r>
              <a:rPr lang="zh-CN" altLang="zh-CN" dirty="0"/>
              <a:t>集合与索引主要包括工序、站位、工人、设备和决策时刻，用于描述系统中的基本对象。</a:t>
            </a:r>
          </a:p>
          <a:p>
            <a:r>
              <a:rPr lang="zh-CN" altLang="zh-CN" dirty="0"/>
              <a:t>工艺与资源参数主要包括工序加工时间、前驱关系、站位归属、工人技能、设备类型和资源适配关系。</a:t>
            </a:r>
          </a:p>
          <a:p>
            <a:r>
              <a:rPr lang="zh-CN" altLang="zh-CN" dirty="0"/>
              <a:t>动态状态变量用于表示工序完成情况、资源是否可用、资源是否被占用，以及站位是否处于等待或阻塞状态。</a:t>
            </a:r>
          </a:p>
          <a:p>
            <a:r>
              <a:rPr lang="zh-CN" altLang="zh-CN" dirty="0"/>
              <a:t>在这些状态基础上，决策变量进一步描述资源是否被启用、是否分配到某个站位或工序，以及工序是否被触发执行。</a:t>
            </a:r>
          </a:p>
          <a:p>
            <a:r>
              <a:rPr lang="zh-CN" altLang="zh-CN" dirty="0"/>
              <a:t>这些符号共同连接了离线静态方案、在线资源状态和后续调度决策。</a:t>
            </a:r>
          </a:p>
        </p:txBody>
      </p:sp>
      <p:sp>
        <p:nvSpPr>
          <p:cNvPr id="4" name="灯片编号占位符 3">
            <a:extLst>
              <a:ext uri="{FF2B5EF4-FFF2-40B4-BE49-F238E27FC236}">
                <a16:creationId xmlns:a16="http://schemas.microsoft.com/office/drawing/2014/main" id="{84C1DF86-9E24-44C8-B838-E79ACA385315}"/>
              </a:ext>
            </a:extLst>
          </p:cNvPr>
          <p:cNvSpPr>
            <a:spLocks noGrp="1"/>
          </p:cNvSpPr>
          <p:nvPr>
            <p:ph type="sldNum" sz="quarter" idx="5"/>
          </p:nvPr>
        </p:nvSpPr>
        <p:spPr/>
        <p:txBody>
          <a:bodyPr/>
          <a:lstStyle/>
          <a:p>
            <a:fld id="{F93B141B-554D-4922-A770-E17A4D226BA3}" type="slidenum">
              <a:rPr lang="zh-CN" altLang="en-US" smtClean="0"/>
              <a:t>14</a:t>
            </a:fld>
            <a:endParaRPr lang="zh-CN" altLang="en-US"/>
          </a:p>
        </p:txBody>
      </p:sp>
    </p:spTree>
    <p:extLst>
      <p:ext uri="{BB962C8B-B14F-4D97-AF65-F5344CB8AC3E}">
        <p14:creationId xmlns:p14="http://schemas.microsoft.com/office/powerpoint/2010/main" val="38540547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13A9C4-0B01-6E9B-DA26-7FD01E23736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0F50EA3-C1FA-58EE-7407-3F01C17071DE}"/>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ECBDA390-86C9-B3D7-E666-A0D6C941C2C3}"/>
              </a:ext>
            </a:extLst>
          </p:cNvPr>
          <p:cNvSpPr>
            <a:spLocks noGrp="1"/>
          </p:cNvSpPr>
          <p:nvPr>
            <p:ph type="body" idx="1"/>
          </p:nvPr>
        </p:nvSpPr>
        <p:spPr/>
        <p:txBody>
          <a:bodyPr/>
          <a:lstStyle/>
          <a:p>
            <a:r>
              <a:rPr lang="zh-CN" altLang="zh-CN" dirty="0"/>
              <a:t>本文主要考虑两个优化目标。</a:t>
            </a:r>
          </a:p>
          <a:p>
            <a:r>
              <a:rPr lang="zh-CN" altLang="zh-CN" dirty="0"/>
              <a:t>第一个是装配周期，用于衡量整线完成任务所需要的时间；第二个是平滑指数，用于衡量不同站位之间完成时间和负载分布的均衡程度。两个指标都越低越好。</a:t>
            </a:r>
          </a:p>
          <a:p>
            <a:r>
              <a:rPr lang="zh-CN" altLang="zh-CN" dirty="0"/>
              <a:t>同时，方案还需要满足多类约束。工序执行必须符合前驱关系；工人技能和设备类型需要与工序需求相匹配；资源必须处于可用状态，并满足站位容量和资源占用限制。</a:t>
            </a:r>
          </a:p>
          <a:p>
            <a:r>
              <a:rPr lang="zh-CN" altLang="zh-CN" dirty="0"/>
              <a:t>在动态恢复过程中，还需要考虑资源跨站调整、当前执行状态和人员疲劳等因素，避免恢复动作破坏已有工艺关系或造成新的资源冲突。</a:t>
            </a:r>
          </a:p>
          <a:p>
            <a:r>
              <a:rPr lang="zh-CN" altLang="zh-CN" dirty="0"/>
              <a:t>因此，本文问题的核心是在保证工艺和资源可行性的基础上，同时提高整线效率和站位运行平稳性。下面进入第三部分，介绍具体的方法框架。</a:t>
            </a:r>
          </a:p>
        </p:txBody>
      </p:sp>
      <p:sp>
        <p:nvSpPr>
          <p:cNvPr id="4" name="灯片编号占位符 3">
            <a:extLst>
              <a:ext uri="{FF2B5EF4-FFF2-40B4-BE49-F238E27FC236}">
                <a16:creationId xmlns:a16="http://schemas.microsoft.com/office/drawing/2014/main" id="{B19F69C9-994B-30E1-8153-E2D2F24BDB63}"/>
              </a:ext>
            </a:extLst>
          </p:cNvPr>
          <p:cNvSpPr>
            <a:spLocks noGrp="1"/>
          </p:cNvSpPr>
          <p:nvPr>
            <p:ph type="sldNum" sz="quarter" idx="5"/>
          </p:nvPr>
        </p:nvSpPr>
        <p:spPr/>
        <p:txBody>
          <a:bodyPr/>
          <a:lstStyle/>
          <a:p>
            <a:fld id="{F93B141B-554D-4922-A770-E17A4D226BA3}" type="slidenum">
              <a:rPr lang="zh-CN" altLang="en-US" smtClean="0"/>
              <a:t>15</a:t>
            </a:fld>
            <a:endParaRPr lang="zh-CN" altLang="en-US"/>
          </a:p>
        </p:txBody>
      </p:sp>
    </p:spTree>
    <p:extLst>
      <p:ext uri="{BB962C8B-B14F-4D97-AF65-F5344CB8AC3E}">
        <p14:creationId xmlns:p14="http://schemas.microsoft.com/office/powerpoint/2010/main" val="11734600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73BA5B-2C33-AC3A-109E-C81B18C58C7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F044018-72B8-CA5C-A70E-9927DC9E68B1}"/>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C67C6E22-5C11-BED7-7C52-11AAD32427E5}"/>
              </a:ext>
            </a:extLst>
          </p:cNvPr>
          <p:cNvSpPr>
            <a:spLocks noGrp="1"/>
          </p:cNvSpPr>
          <p:nvPr>
            <p:ph type="body" idx="1"/>
          </p:nvPr>
        </p:nvSpPr>
        <p:spPr/>
        <p:txBody>
          <a:bodyPr/>
          <a:lstStyle/>
          <a:p>
            <a:endParaRPr lang="zh-CN" altLang="zh-CN" dirty="0"/>
          </a:p>
        </p:txBody>
      </p:sp>
      <p:sp>
        <p:nvSpPr>
          <p:cNvPr id="4" name="灯片编号占位符 3">
            <a:extLst>
              <a:ext uri="{FF2B5EF4-FFF2-40B4-BE49-F238E27FC236}">
                <a16:creationId xmlns:a16="http://schemas.microsoft.com/office/drawing/2014/main" id="{F2EEDE4D-1D9C-59C4-4D59-770E095A482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A7BA04D-35DB-4812-994E-C6077FEFEA7C}"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4618147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85861C-4111-E049-78CE-5ADB33EB8DB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E72DDAF-4F87-03D6-528F-B5C89BB35934}"/>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3E9AA5B7-C2C8-5B1A-3A06-A9C35BA83D4C}"/>
              </a:ext>
            </a:extLst>
          </p:cNvPr>
          <p:cNvSpPr>
            <a:spLocks noGrp="1"/>
          </p:cNvSpPr>
          <p:nvPr>
            <p:ph type="body" idx="1"/>
          </p:nvPr>
        </p:nvSpPr>
        <p:spPr/>
        <p:txBody>
          <a:bodyPr/>
          <a:lstStyle/>
          <a:p>
            <a:r>
              <a:rPr lang="zh-CN" altLang="zh-CN" dirty="0"/>
              <a:t>这一页给出本文方法的整体框架。</a:t>
            </a:r>
          </a:p>
          <a:p>
            <a:r>
              <a:rPr lang="zh-CN" altLang="zh-CN" dirty="0"/>
              <a:t>整个方法可以分为离线阶段和在线阶段。离线阶段根据工序、站位和资源等静态信息，生成初始调度方案和静态资源底座，为生产执行提供初始基础。</a:t>
            </a:r>
          </a:p>
          <a:p>
            <a:r>
              <a:rPr lang="zh-CN" altLang="zh-CN" dirty="0"/>
              <a:t>当人员缺勤或设备故障等扰动发生后，系统进入在线恢复阶段。首先根据当前资源状态形成动态资源池和站位资源访问边界，然后构建多关系站位图，对任务就绪、资源借用、站位保护和阻塞传播等关系进行编码。</a:t>
            </a:r>
          </a:p>
          <a:p>
            <a:r>
              <a:rPr lang="zh-CN" altLang="zh-CN" dirty="0"/>
              <a:t>这些结构化状态进一步输入</a:t>
            </a:r>
            <a:r>
              <a:rPr lang="zh-CN" altLang="en-US" dirty="0"/>
              <a:t>分层策略决策</a:t>
            </a:r>
            <a:r>
              <a:rPr lang="zh-CN" altLang="zh-CN" dirty="0"/>
              <a:t>，由资源编组、高层干预和低层执行策略共同生成恢复动作。动作经过约束检验后作用于环境，再根据周期、平滑性和资源使用情况更新策略。</a:t>
            </a:r>
          </a:p>
          <a:p>
            <a:r>
              <a:rPr lang="zh-CN" altLang="zh-CN" dirty="0"/>
              <a:t>因此，本文形成的是一条“离线初始化—状态更新—资源边界生成—图增强决策—反馈学习”的完整求解链路。下一页先具体介绍离线阶段。</a:t>
            </a:r>
          </a:p>
        </p:txBody>
      </p:sp>
      <p:sp>
        <p:nvSpPr>
          <p:cNvPr id="4" name="灯片编号占位符 3">
            <a:extLst>
              <a:ext uri="{FF2B5EF4-FFF2-40B4-BE49-F238E27FC236}">
                <a16:creationId xmlns:a16="http://schemas.microsoft.com/office/drawing/2014/main" id="{F482A4CA-A68B-2CBB-F0A5-7C8126EF882D}"/>
              </a:ext>
            </a:extLst>
          </p:cNvPr>
          <p:cNvSpPr>
            <a:spLocks noGrp="1"/>
          </p:cNvSpPr>
          <p:nvPr>
            <p:ph type="sldNum" sz="quarter" idx="5"/>
          </p:nvPr>
        </p:nvSpPr>
        <p:spPr/>
        <p:txBody>
          <a:bodyPr/>
          <a:lstStyle/>
          <a:p>
            <a:fld id="{F93B141B-554D-4922-A770-E17A4D226BA3}" type="slidenum">
              <a:rPr lang="zh-CN" altLang="en-US" smtClean="0"/>
              <a:t>17</a:t>
            </a:fld>
            <a:endParaRPr lang="zh-CN" altLang="en-US"/>
          </a:p>
        </p:txBody>
      </p:sp>
    </p:spTree>
    <p:extLst>
      <p:ext uri="{BB962C8B-B14F-4D97-AF65-F5344CB8AC3E}">
        <p14:creationId xmlns:p14="http://schemas.microsoft.com/office/powerpoint/2010/main" val="32447548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B876E3-5750-2425-E50B-28D44AEF1A8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3F09A9F-2935-65E0-63B6-F0C4E6540189}"/>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6064875A-118D-DCAC-FBB4-F0B80FDDAC5E}"/>
              </a:ext>
            </a:extLst>
          </p:cNvPr>
          <p:cNvSpPr>
            <a:spLocks noGrp="1"/>
          </p:cNvSpPr>
          <p:nvPr>
            <p:ph type="body" idx="1"/>
          </p:nvPr>
        </p:nvSpPr>
        <p:spPr/>
        <p:txBody>
          <a:bodyPr/>
          <a:lstStyle/>
          <a:p>
            <a:r>
              <a:rPr lang="zh-CN" altLang="zh-CN" dirty="0"/>
              <a:t>这一页主要说明静态资源底座和初始调度方案是如何生成的。</a:t>
            </a:r>
          </a:p>
          <a:p>
            <a:r>
              <a:rPr lang="zh-CN" altLang="zh-CN" dirty="0"/>
              <a:t>左侧是离线阶段的输入，包括</a:t>
            </a:r>
            <a:r>
              <a:rPr lang="zh-CN" altLang="en-US" dirty="0"/>
              <a:t>工艺信息、资源信息和系统约束</a:t>
            </a:r>
            <a:r>
              <a:rPr lang="zh-CN" altLang="zh-CN" dirty="0"/>
              <a:t>等已知静态数据。</a:t>
            </a:r>
          </a:p>
          <a:p>
            <a:r>
              <a:rPr lang="zh-CN" altLang="en-US" dirty="0"/>
              <a:t>中间采用分层多智能体强化学习进行求解。上层完成任务与资源的联合配置，通过编码方式将工序分配到各站位，并将工人和设备配置到相应站位，形成站位任务与资源组合。下层则基于上层结果，生成各站位的初始工序执行顺序、时间安排和资源占用方案。两个层次共同以最小化站位节拍和平滑指数为目标</a:t>
            </a:r>
            <a:r>
              <a:rPr lang="zh-CN" altLang="zh-CN" dirty="0"/>
              <a:t>。</a:t>
            </a:r>
          </a:p>
          <a:p>
            <a:r>
              <a:rPr lang="zh-CN" altLang="zh-CN" dirty="0"/>
              <a:t>右侧是离线阶段的输出，包括站位固定工人和固定设备、流动工人和流动设备候选，以及初始工序顺序和资源占用状态。这些结果共同构成静态资源底座。</a:t>
            </a:r>
          </a:p>
          <a:p>
            <a:r>
              <a:rPr lang="zh-CN" altLang="zh-CN" dirty="0"/>
              <a:t>这一阶段主要为在线恢复提供统一的初始条件。后续发生扰动时，系统不是从零开始重新调度，而是在这一静态基础上进行资源调整和调度恢复。</a:t>
            </a:r>
          </a:p>
          <a:p>
            <a:endParaRPr lang="zh-CN" altLang="zh-CN" dirty="0"/>
          </a:p>
        </p:txBody>
      </p:sp>
      <p:sp>
        <p:nvSpPr>
          <p:cNvPr id="4" name="灯片编号占位符 3">
            <a:extLst>
              <a:ext uri="{FF2B5EF4-FFF2-40B4-BE49-F238E27FC236}">
                <a16:creationId xmlns:a16="http://schemas.microsoft.com/office/drawing/2014/main" id="{AE96A8B2-FFEB-19BB-5E63-B6624644C3EC}"/>
              </a:ext>
            </a:extLst>
          </p:cNvPr>
          <p:cNvSpPr>
            <a:spLocks noGrp="1"/>
          </p:cNvSpPr>
          <p:nvPr>
            <p:ph type="sldNum" sz="quarter" idx="5"/>
          </p:nvPr>
        </p:nvSpPr>
        <p:spPr/>
        <p:txBody>
          <a:bodyPr/>
          <a:lstStyle/>
          <a:p>
            <a:fld id="{F93B141B-554D-4922-A770-E17A4D226BA3}" type="slidenum">
              <a:rPr lang="zh-CN" altLang="en-US" smtClean="0"/>
              <a:t>18</a:t>
            </a:fld>
            <a:endParaRPr lang="zh-CN" altLang="en-US"/>
          </a:p>
        </p:txBody>
      </p:sp>
    </p:spTree>
    <p:extLst>
      <p:ext uri="{BB962C8B-B14F-4D97-AF65-F5344CB8AC3E}">
        <p14:creationId xmlns:p14="http://schemas.microsoft.com/office/powerpoint/2010/main" val="17683428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000C22-DA86-DCF0-BB76-39020D9585B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9D7BD93-062A-EE9C-F246-790D02C4D444}"/>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A5484E1D-C651-B148-7552-E0387049A44D}"/>
              </a:ext>
            </a:extLst>
          </p:cNvPr>
          <p:cNvSpPr>
            <a:spLocks noGrp="1"/>
          </p:cNvSpPr>
          <p:nvPr>
            <p:ph type="body" idx="1"/>
          </p:nvPr>
        </p:nvSpPr>
        <p:spPr/>
        <p:txBody>
          <a:bodyPr/>
          <a:lstStyle/>
          <a:p>
            <a:r>
              <a:rPr lang="zh-CN" altLang="zh-CN" dirty="0"/>
              <a:t>这一页主要说明如何把在线阶段的复杂状态转换为结构化图表示。</a:t>
            </a:r>
          </a:p>
          <a:p>
            <a:r>
              <a:rPr lang="zh-CN" altLang="zh-CN" dirty="0"/>
              <a:t>在扰动环境下，系统状态不仅包括各站位自身的工序进度和资源状态，还包括站位之间的资源借用、保护和阻塞关系。若只使用普通状态向量，站位之间的结构联系不容易被充分表达。</a:t>
            </a:r>
          </a:p>
          <a:p>
            <a:r>
              <a:rPr lang="zh-CN" altLang="zh-CN" dirty="0"/>
              <a:t>因此，本文以站位为节点构建多关系站位图，并定义四类关系。</a:t>
            </a:r>
            <a:r>
              <a:rPr lang="zh-CN" altLang="en-US" dirty="0"/>
              <a:t>可执行</a:t>
            </a:r>
            <a:r>
              <a:rPr lang="zh-CN" altLang="zh-CN" dirty="0"/>
              <a:t>关系表示当前任务是否具备执行条件；</a:t>
            </a:r>
            <a:r>
              <a:rPr lang="zh-CN" altLang="en-US" dirty="0"/>
              <a:t>借调</a:t>
            </a:r>
            <a:r>
              <a:rPr lang="zh-CN" altLang="zh-CN" dirty="0"/>
              <a:t>关系表示站位之间是否存在资源借用可能；</a:t>
            </a:r>
            <a:r>
              <a:rPr lang="zh-CN" altLang="en-US" dirty="0"/>
              <a:t>保护</a:t>
            </a:r>
            <a:r>
              <a:rPr lang="zh-CN" altLang="zh-CN" dirty="0"/>
              <a:t>关系表示需要保护的关键站位或资源；</a:t>
            </a:r>
            <a:r>
              <a:rPr lang="zh-CN" altLang="en-US" dirty="0"/>
              <a:t>阻塞</a:t>
            </a:r>
            <a:r>
              <a:rPr lang="zh-CN" altLang="zh-CN" dirty="0"/>
              <a:t>关系表示站位容量、资源占用和节拍耦合产生的阻塞影响。</a:t>
            </a:r>
          </a:p>
          <a:p>
            <a:r>
              <a:rPr lang="zh-CN" altLang="zh-CN" dirty="0"/>
              <a:t>关系感知图编码器分别聚合不同关系通道的信息，最终得到站位级嵌入和全局图级表示。这样，后续策略既能够掌握单个站位的局部状态，也能够感知站位之间的资源联系和扰动传播影响。</a:t>
            </a:r>
          </a:p>
        </p:txBody>
      </p:sp>
      <p:sp>
        <p:nvSpPr>
          <p:cNvPr id="4" name="灯片编号占位符 3">
            <a:extLst>
              <a:ext uri="{FF2B5EF4-FFF2-40B4-BE49-F238E27FC236}">
                <a16:creationId xmlns:a16="http://schemas.microsoft.com/office/drawing/2014/main" id="{E2756D76-BF04-484F-366B-1D2B3062261C}"/>
              </a:ext>
            </a:extLst>
          </p:cNvPr>
          <p:cNvSpPr>
            <a:spLocks noGrp="1"/>
          </p:cNvSpPr>
          <p:nvPr>
            <p:ph type="sldNum" sz="quarter" idx="5"/>
          </p:nvPr>
        </p:nvSpPr>
        <p:spPr/>
        <p:txBody>
          <a:bodyPr/>
          <a:lstStyle/>
          <a:p>
            <a:fld id="{F93B141B-554D-4922-A770-E17A4D226BA3}" type="slidenum">
              <a:rPr lang="zh-CN" altLang="en-US" smtClean="0"/>
              <a:t>19</a:t>
            </a:fld>
            <a:endParaRPr lang="zh-CN" altLang="en-US"/>
          </a:p>
        </p:txBody>
      </p:sp>
    </p:spTree>
    <p:extLst>
      <p:ext uri="{BB962C8B-B14F-4D97-AF65-F5344CB8AC3E}">
        <p14:creationId xmlns:p14="http://schemas.microsoft.com/office/powerpoint/2010/main" val="126316721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709970-2B17-5C68-3E78-F8D3FA3E9B0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1F81593-215A-A542-ACDD-5C65DA154C56}"/>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124735FB-1FDB-1803-DC37-8A2F7073FDE0}"/>
              </a:ext>
            </a:extLst>
          </p:cNvPr>
          <p:cNvSpPr>
            <a:spLocks noGrp="1"/>
          </p:cNvSpPr>
          <p:nvPr>
            <p:ph type="body" idx="1"/>
          </p:nvPr>
        </p:nvSpPr>
        <p:spPr/>
        <p:txBody>
          <a:bodyPr/>
          <a:lstStyle/>
          <a:p>
            <a:r>
              <a:rPr lang="zh-CN" altLang="zh-CN" dirty="0"/>
              <a:t>这一页展示MRG-HMARL的整体算法流程。</a:t>
            </a:r>
          </a:p>
          <a:p>
            <a:r>
              <a:rPr lang="zh-CN" altLang="zh-CN" dirty="0"/>
              <a:t>首先，算法接收全局执行状态、站位局部状态、多关系站位图以及扰动和资源状态。经过关系感知图编码器后，得到站位嵌入和全局图表示，作为分层策略的共享输入。</a:t>
            </a:r>
          </a:p>
          <a:p>
            <a:r>
              <a:rPr lang="zh-CN" altLang="zh-CN" dirty="0"/>
              <a:t>中间是算法的核心决策部分。资源编组层负责选择当前启用的流动工人和流动设备；高层干预层负责确定各站位的资源借入权限和访问范围；低层执行层则在可访问资源范围内，生成工序触发、排序和资源使用偏好。</a:t>
            </a:r>
          </a:p>
          <a:p>
            <a:r>
              <a:rPr lang="zh-CN" altLang="zh-CN" dirty="0"/>
              <a:t>策略输出不会直接执行，而是先经过前驱、技能、设备、容量和资源可用性等约束检验，再进入环境滚动执行。环境反馈周期、平滑性、阻塞状态和资源利用情况，并通过</a:t>
            </a:r>
            <a:r>
              <a:rPr lang="zh-CN" altLang="en-US" dirty="0"/>
              <a:t>强化学习</a:t>
            </a:r>
            <a:r>
              <a:rPr lang="zh-CN" altLang="zh-CN" dirty="0"/>
              <a:t>训练过程更新图编码器和各层策略。</a:t>
            </a:r>
          </a:p>
          <a:p>
            <a:r>
              <a:rPr lang="zh-CN" altLang="zh-CN" dirty="0"/>
              <a:t>因此，MRG-HMARL把在线恢复问题拆分为资源启用、访问控制和站位执行三个相互衔接的决策层次。</a:t>
            </a:r>
          </a:p>
        </p:txBody>
      </p:sp>
      <p:sp>
        <p:nvSpPr>
          <p:cNvPr id="4" name="灯片编号占位符 3">
            <a:extLst>
              <a:ext uri="{FF2B5EF4-FFF2-40B4-BE49-F238E27FC236}">
                <a16:creationId xmlns:a16="http://schemas.microsoft.com/office/drawing/2014/main" id="{0F01AD12-8FE1-EE6F-C897-56681C29E288}"/>
              </a:ext>
            </a:extLst>
          </p:cNvPr>
          <p:cNvSpPr>
            <a:spLocks noGrp="1"/>
          </p:cNvSpPr>
          <p:nvPr>
            <p:ph type="sldNum" sz="quarter" idx="5"/>
          </p:nvPr>
        </p:nvSpPr>
        <p:spPr/>
        <p:txBody>
          <a:bodyPr/>
          <a:lstStyle/>
          <a:p>
            <a:fld id="{F93B141B-554D-4922-A770-E17A4D226BA3}" type="slidenum">
              <a:rPr lang="zh-CN" altLang="en-US" smtClean="0"/>
              <a:t>20</a:t>
            </a:fld>
            <a:endParaRPr lang="zh-CN" altLang="en-US"/>
          </a:p>
        </p:txBody>
      </p:sp>
    </p:spTree>
    <p:extLst>
      <p:ext uri="{BB962C8B-B14F-4D97-AF65-F5344CB8AC3E}">
        <p14:creationId xmlns:p14="http://schemas.microsoft.com/office/powerpoint/2010/main" val="92138263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ED6572-40AD-1A77-CE16-1759FDC8083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A12510E-B55A-2717-986A-0C5D4362C726}"/>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2575B1DD-3449-3E87-17F4-C988E7EB733E}"/>
              </a:ext>
            </a:extLst>
          </p:cNvPr>
          <p:cNvSpPr>
            <a:spLocks noGrp="1"/>
          </p:cNvSpPr>
          <p:nvPr>
            <p:ph type="body" idx="1"/>
          </p:nvPr>
        </p:nvSpPr>
        <p:spPr/>
        <p:txBody>
          <a:bodyPr/>
          <a:lstStyle/>
          <a:p>
            <a:r>
              <a:rPr lang="zh-CN" altLang="zh-CN" dirty="0"/>
              <a:t>这一页重点介绍动态资源池如何由静态资源底座逐步生成。</a:t>
            </a:r>
          </a:p>
          <a:p>
            <a:r>
              <a:rPr lang="zh-CN" altLang="zh-CN" dirty="0"/>
              <a:t>离线阶段已经将资源划分为固定工人、固定设备以及流动工人和流动设备候选。但这些资源进入在线阶段后，并不一定都可以直接使用，还需要结合资源可用性、策略启用状态和扰动失效状态进行筛选。</a:t>
            </a:r>
          </a:p>
          <a:p>
            <a:r>
              <a:rPr lang="zh-CN" altLang="zh-CN" dirty="0"/>
              <a:t>当前可调度的固定资源与已启用的流动资源共同形成系统级动态资源池。但系统资源池中的所有资源并不是对每个站位都开放。外部资源还需要经过借入权限、跨站转移可达性和保护条件等门控，才能成为某个站位的外部候选资源。</a:t>
            </a:r>
          </a:p>
          <a:p>
            <a:r>
              <a:rPr lang="zh-CN" altLang="zh-CN" dirty="0"/>
              <a:t>最终，站位本地固定资源与实际可借资源共同构成站位可访问资源边界。资源编组层决定哪些流动资源进入系统资源池，高层策略调节站位的借入权限，低层策略则在最终资源边界内执行调度。</a:t>
            </a:r>
          </a:p>
          <a:p>
            <a:r>
              <a:rPr lang="zh-CN" altLang="zh-CN" dirty="0"/>
              <a:t>因此，动态资源池不是简单地汇总资源，而是通过逐层筛选，将静态资源底座转换为当前状态下可学习、可访问并且满足约束的资源空间。</a:t>
            </a:r>
          </a:p>
        </p:txBody>
      </p:sp>
      <p:sp>
        <p:nvSpPr>
          <p:cNvPr id="4" name="灯片编号占位符 3">
            <a:extLst>
              <a:ext uri="{FF2B5EF4-FFF2-40B4-BE49-F238E27FC236}">
                <a16:creationId xmlns:a16="http://schemas.microsoft.com/office/drawing/2014/main" id="{E371CA2A-782B-2386-EB60-2D07BAA610E7}"/>
              </a:ext>
            </a:extLst>
          </p:cNvPr>
          <p:cNvSpPr>
            <a:spLocks noGrp="1"/>
          </p:cNvSpPr>
          <p:nvPr>
            <p:ph type="sldNum" sz="quarter" idx="5"/>
          </p:nvPr>
        </p:nvSpPr>
        <p:spPr/>
        <p:txBody>
          <a:bodyPr/>
          <a:lstStyle/>
          <a:p>
            <a:fld id="{F93B141B-554D-4922-A770-E17A4D226BA3}" type="slidenum">
              <a:rPr lang="zh-CN" altLang="en-US" smtClean="0"/>
              <a:t>21</a:t>
            </a:fld>
            <a:endParaRPr lang="zh-CN" altLang="en-US"/>
          </a:p>
        </p:txBody>
      </p:sp>
    </p:spTree>
    <p:extLst>
      <p:ext uri="{BB962C8B-B14F-4D97-AF65-F5344CB8AC3E}">
        <p14:creationId xmlns:p14="http://schemas.microsoft.com/office/powerpoint/2010/main" val="74220098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B2635D-2F63-8570-A007-747E9569857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61BA253-345D-8237-272E-16018B23DC6A}"/>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147A1429-0637-CAB0-0365-41B7E348343A}"/>
              </a:ext>
            </a:extLst>
          </p:cNvPr>
          <p:cNvSpPr>
            <a:spLocks noGrp="1"/>
          </p:cNvSpPr>
          <p:nvPr>
            <p:ph type="body" idx="1"/>
          </p:nvPr>
        </p:nvSpPr>
        <p:spPr/>
        <p:txBody>
          <a:bodyPr/>
          <a:lstStyle/>
          <a:p>
            <a:r>
              <a:rPr lang="zh-CN" altLang="zh-CN" dirty="0"/>
              <a:t>这一页进一步说明动态资源池如何驱动三个层次的策略决策。</a:t>
            </a:r>
          </a:p>
          <a:p>
            <a:r>
              <a:rPr lang="zh-CN" altLang="zh-CN" dirty="0"/>
              <a:t>三层策略共享多关系图编码得到的站位表示和全局状态，同时接收系统动态资源池、站位资源边界以及扰动和阻塞状态。</a:t>
            </a:r>
          </a:p>
          <a:p>
            <a:r>
              <a:rPr lang="zh-CN" altLang="zh-CN" dirty="0"/>
              <a:t>第一层是资源编组层，负责决定当前启用哪些流动工人和流动设备，也就是回答“系统需要投入哪些资源”。</a:t>
            </a:r>
          </a:p>
          <a:p>
            <a:r>
              <a:rPr lang="zh-CN" altLang="zh-CN" dirty="0"/>
              <a:t>第二层是高层干预层，负责确定各站位的资源借入权限，调节站位对动态资源池的访问范围，也就是回答“哪些站位可以使用外部资源”。</a:t>
            </a:r>
          </a:p>
          <a:p>
            <a:r>
              <a:rPr lang="zh-CN" altLang="zh-CN" dirty="0"/>
              <a:t>第三层是低层执行层，在站位可访问资源边界内，生成工序触发和资源使用偏好，也就是回答“站位具体如何执行”。</a:t>
            </a:r>
          </a:p>
          <a:p>
            <a:r>
              <a:rPr lang="zh-CN" altLang="zh-CN" dirty="0"/>
              <a:t>最后，可行性解码器根据前驱、技能、设备和容量约束，将三层策略的输出转换为可执行的联合动作。通过这种分层方式，可以降低复杂联合动作空间的求解难度，同时实现资源配置与调度执行之间的协同。</a:t>
            </a:r>
          </a:p>
        </p:txBody>
      </p:sp>
      <p:sp>
        <p:nvSpPr>
          <p:cNvPr id="4" name="灯片编号占位符 3">
            <a:extLst>
              <a:ext uri="{FF2B5EF4-FFF2-40B4-BE49-F238E27FC236}">
                <a16:creationId xmlns:a16="http://schemas.microsoft.com/office/drawing/2014/main" id="{7AD79097-CD16-75E4-8DEA-3511EBA97295}"/>
              </a:ext>
            </a:extLst>
          </p:cNvPr>
          <p:cNvSpPr>
            <a:spLocks noGrp="1"/>
          </p:cNvSpPr>
          <p:nvPr>
            <p:ph type="sldNum" sz="quarter" idx="5"/>
          </p:nvPr>
        </p:nvSpPr>
        <p:spPr/>
        <p:txBody>
          <a:bodyPr/>
          <a:lstStyle/>
          <a:p>
            <a:fld id="{F93B141B-554D-4922-A770-E17A4D226BA3}" type="slidenum">
              <a:rPr lang="zh-CN" altLang="en-US" smtClean="0"/>
              <a:t>22</a:t>
            </a:fld>
            <a:endParaRPr lang="zh-CN" altLang="en-US"/>
          </a:p>
        </p:txBody>
      </p:sp>
    </p:spTree>
    <p:extLst>
      <p:ext uri="{BB962C8B-B14F-4D97-AF65-F5344CB8AC3E}">
        <p14:creationId xmlns:p14="http://schemas.microsoft.com/office/powerpoint/2010/main" val="74240698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6A2F28-B353-ABC5-7E6C-C97651C493B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8A3F1C3-9044-9F40-80CF-C6D8027672C3}"/>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2D2394A1-3F27-F6F4-D104-985B02206EF3}"/>
              </a:ext>
            </a:extLst>
          </p:cNvPr>
          <p:cNvSpPr>
            <a:spLocks noGrp="1"/>
          </p:cNvSpPr>
          <p:nvPr>
            <p:ph type="body" idx="1"/>
          </p:nvPr>
        </p:nvSpPr>
        <p:spPr/>
        <p:txBody>
          <a:bodyPr/>
          <a:lstStyle/>
          <a:p>
            <a:r>
              <a:rPr lang="zh-CN" altLang="zh-CN" dirty="0"/>
              <a:t>这一页主要介绍奖励函数如何将调度目标转化为策略学习信号。</a:t>
            </a:r>
          </a:p>
          <a:p>
            <a:r>
              <a:rPr lang="zh-CN" altLang="zh-CN" dirty="0"/>
              <a:t>本文的核心优化目标是缩短扰动后的装配周期，并降低各站位恢复过程中的不均衡程度。因此，奖励函数首先对齐</a:t>
            </a:r>
            <a:r>
              <a:rPr lang="zh-CN" altLang="en-US" dirty="0"/>
              <a:t>节拍值</a:t>
            </a:r>
            <a:r>
              <a:rPr lang="zh-CN" altLang="zh-CN" dirty="0"/>
              <a:t>和</a:t>
            </a:r>
            <a:r>
              <a:rPr lang="zh-CN" altLang="en-US" dirty="0"/>
              <a:t>平滑指数</a:t>
            </a:r>
            <a:r>
              <a:rPr lang="zh-CN" altLang="zh-CN" dirty="0"/>
              <a:t>两个主要指标。</a:t>
            </a:r>
          </a:p>
          <a:p>
            <a:r>
              <a:rPr lang="zh-CN" altLang="zh-CN" dirty="0"/>
              <a:t>除了回合结束后的整体性能，奖励函数还加入执行过程中的资源访问反馈。例如，对阻塞、无效动作、过度借用和保护冲突进行惩罚，引导策略避免不合理的资源竞争和无效调度行为。</a:t>
            </a:r>
          </a:p>
          <a:p>
            <a:r>
              <a:rPr lang="zh-CN" altLang="zh-CN" dirty="0"/>
              <a:t>训练过程中，环境交互数据被存入</a:t>
            </a:r>
            <a:r>
              <a:rPr lang="zh-CN" altLang="en-US" dirty="0"/>
              <a:t>缓冲池</a:t>
            </a:r>
            <a:r>
              <a:rPr lang="zh-CN" altLang="zh-CN" dirty="0"/>
              <a:t>，并通过优势估计、PPO</a:t>
            </a:r>
            <a:r>
              <a:rPr lang="zh-CN" altLang="en-US" dirty="0"/>
              <a:t>裁剪</a:t>
            </a:r>
            <a:r>
              <a:rPr lang="zh-CN" altLang="zh-CN" dirty="0"/>
              <a:t>和集中式价值评估更新策略。训练时共享全局反馈，执行时由资源编组、高层干预和低层执行策略分别完成对应决策。</a:t>
            </a:r>
          </a:p>
          <a:p>
            <a:r>
              <a:rPr lang="zh-CN" altLang="zh-CN" dirty="0"/>
              <a:t>通过这一闭环，算法能够同时学习最终调度性能和中间资源调整行为，逐步形成更加有效、平稳的扰动恢复策略。</a:t>
            </a:r>
          </a:p>
          <a:p>
            <a:r>
              <a:rPr lang="zh-CN" altLang="zh-CN" dirty="0"/>
              <a:t>到这里，第三章完成了从离线静态初始化，到在线状态表达、资源边界生成、分层决策和反馈学习的完整方法说明。下面进入实验验证部分。</a:t>
            </a:r>
          </a:p>
        </p:txBody>
      </p:sp>
      <p:sp>
        <p:nvSpPr>
          <p:cNvPr id="4" name="灯片编号占位符 3">
            <a:extLst>
              <a:ext uri="{FF2B5EF4-FFF2-40B4-BE49-F238E27FC236}">
                <a16:creationId xmlns:a16="http://schemas.microsoft.com/office/drawing/2014/main" id="{1E62077C-A38E-3937-93D7-6AE7F4BC46C0}"/>
              </a:ext>
            </a:extLst>
          </p:cNvPr>
          <p:cNvSpPr>
            <a:spLocks noGrp="1"/>
          </p:cNvSpPr>
          <p:nvPr>
            <p:ph type="sldNum" sz="quarter" idx="5"/>
          </p:nvPr>
        </p:nvSpPr>
        <p:spPr/>
        <p:txBody>
          <a:bodyPr/>
          <a:lstStyle/>
          <a:p>
            <a:fld id="{F93B141B-554D-4922-A770-E17A4D226BA3}" type="slidenum">
              <a:rPr lang="zh-CN" altLang="en-US" smtClean="0"/>
              <a:t>23</a:t>
            </a:fld>
            <a:endParaRPr lang="zh-CN" altLang="en-US"/>
          </a:p>
        </p:txBody>
      </p:sp>
    </p:spTree>
    <p:extLst>
      <p:ext uri="{BB962C8B-B14F-4D97-AF65-F5344CB8AC3E}">
        <p14:creationId xmlns:p14="http://schemas.microsoft.com/office/powerpoint/2010/main" val="284455595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96962F-1BC2-CC63-DAAC-6F0F4FE3FC6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D3401D0-61B9-1853-B053-55005CDFC20D}"/>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E7DEB169-04A3-5A8E-1AF8-C557F445AA3C}"/>
              </a:ext>
            </a:extLst>
          </p:cNvPr>
          <p:cNvSpPr>
            <a:spLocks noGrp="1"/>
          </p:cNvSpPr>
          <p:nvPr>
            <p:ph type="body" idx="1"/>
          </p:nvPr>
        </p:nvSpPr>
        <p:spPr/>
        <p:txBody>
          <a:bodyPr/>
          <a:lstStyle/>
          <a:p>
            <a:endParaRPr lang="zh-CN" altLang="zh-CN" sz="120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206B35EC-CB76-DE07-BA34-D47D9E821B4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A7BA04D-35DB-4812-994E-C6077FEFEA7C}"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01903878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473A06-5FD7-1442-2E7C-905D942E300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708B8A1-1A3C-9BB2-C484-51857928DB5A}"/>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4714DCF9-2AC5-CA96-5F84-19D2A8AA4947}"/>
              </a:ext>
            </a:extLst>
          </p:cNvPr>
          <p:cNvSpPr>
            <a:spLocks noGrp="1"/>
          </p:cNvSpPr>
          <p:nvPr>
            <p:ph type="body" idx="1"/>
          </p:nvPr>
        </p:nvSpPr>
        <p:spPr/>
        <p:txBody>
          <a:bodyPr/>
          <a:lstStyle/>
          <a:p>
            <a:r>
              <a:rPr lang="zh-CN" altLang="zh-CN" dirty="0"/>
              <a:t>这一页介绍实验数据、扰动场景和训练参数。</a:t>
            </a:r>
          </a:p>
          <a:p>
            <a:r>
              <a:rPr lang="zh-CN" altLang="zh-CN" dirty="0"/>
              <a:t>当前实验对象包含50道工序、3个站位、15名工人和12台设备。不同工序具有前驱关系、工时需求、技能要求和设备需求，其中部分工序还需要多台设备协同完成。</a:t>
            </a:r>
          </a:p>
          <a:p>
            <a:r>
              <a:rPr lang="zh-CN" altLang="zh-CN" dirty="0"/>
              <a:t>在资源建模方面，工人具有不同的技能水平和疲劳参数，资源跨站转移也需要一定时间。扰动场景分为无扰动、轻度、中度和重度四个等级，分别设置不同数量的工人缺勤和设备故障。</a:t>
            </a:r>
          </a:p>
          <a:p>
            <a:r>
              <a:rPr lang="zh-CN" altLang="zh-CN" dirty="0"/>
              <a:t>训练步数设置为100万步，并在多个随机种子和扰动实例下进行评估。评价指标包括</a:t>
            </a:r>
            <a:r>
              <a:rPr lang="zh-CN" altLang="en-US" dirty="0"/>
              <a:t>节拍值</a:t>
            </a:r>
            <a:r>
              <a:rPr lang="zh-CN" altLang="zh-CN" dirty="0"/>
              <a:t>和</a:t>
            </a:r>
            <a:r>
              <a:rPr lang="zh-CN" altLang="en-US" dirty="0"/>
              <a:t>平滑指数</a:t>
            </a:r>
            <a:r>
              <a:rPr lang="zh-CN" altLang="zh-CN" dirty="0"/>
              <a:t>，这两个指标都是越低越好，分别反映生产效率和站位间的均衡程度。</a:t>
            </a:r>
          </a:p>
          <a:p>
            <a:endParaRPr lang="zh-CN" altLang="zh-CN" sz="120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BA41AC7D-2EBF-5E45-8991-AEB05C8C5F09}"/>
              </a:ext>
            </a:extLst>
          </p:cNvPr>
          <p:cNvSpPr>
            <a:spLocks noGrp="1"/>
          </p:cNvSpPr>
          <p:nvPr>
            <p:ph type="sldNum" sz="quarter" idx="5"/>
          </p:nvPr>
        </p:nvSpPr>
        <p:spPr/>
        <p:txBody>
          <a:bodyPr/>
          <a:lstStyle/>
          <a:p>
            <a:fld id="{F93B141B-554D-4922-A770-E17A4D226BA3}" type="slidenum">
              <a:rPr lang="zh-CN" altLang="en-US" smtClean="0"/>
              <a:t>25</a:t>
            </a:fld>
            <a:endParaRPr lang="zh-CN" altLang="en-US"/>
          </a:p>
        </p:txBody>
      </p:sp>
    </p:spTree>
    <p:extLst>
      <p:ext uri="{BB962C8B-B14F-4D97-AF65-F5344CB8AC3E}">
        <p14:creationId xmlns:p14="http://schemas.microsoft.com/office/powerpoint/2010/main" val="396053180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BA7503-B507-F9DB-1C99-4AC746D19F7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F35C1BF-9A90-35D0-AE8A-BE48A31BA253}"/>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EF155C90-C721-FD0B-1F3D-576FB322E1A8}"/>
              </a:ext>
            </a:extLst>
          </p:cNvPr>
          <p:cNvSpPr>
            <a:spLocks noGrp="1"/>
          </p:cNvSpPr>
          <p:nvPr>
            <p:ph type="body" idx="1"/>
          </p:nvPr>
        </p:nvSpPr>
        <p:spPr/>
        <p:txBody>
          <a:bodyPr/>
          <a:lstStyle/>
          <a:p>
            <a:r>
              <a:rPr lang="zh-CN" altLang="zh-CN" dirty="0"/>
              <a:t>这一页说明对比算法实验的目的和参与方法。</a:t>
            </a:r>
          </a:p>
          <a:p>
            <a:r>
              <a:rPr lang="zh-CN" altLang="zh-CN" dirty="0"/>
              <a:t>规则方法采用预设启发式规则组合中表现最好的结果作为基线。PPO代表单智能体强化学习方法；MAPPO和HAPPO代表多智能体强化学习方法；MRG-HMARL则是本文提出的多关系图增强分层多智能体方法。</a:t>
            </a:r>
          </a:p>
          <a:p>
            <a:r>
              <a:rPr lang="zh-CN" altLang="zh-CN" dirty="0"/>
              <a:t>所有算法使用相同的静态资源底座、初始调度方案和扰动实例，保证实验差异主要来自在线调度策略本身。</a:t>
            </a:r>
          </a:p>
          <a:p>
            <a:r>
              <a:rPr lang="zh-CN" altLang="zh-CN" dirty="0"/>
              <a:t>实验分别比较训练收敛过程和最终调度性能。最终结果是在多个扰动实例和重复实验下统计均值与标准差，以同时反映平均性能和结果稳定性。</a:t>
            </a:r>
          </a:p>
          <a:p>
            <a:endParaRPr lang="zh-CN" altLang="zh-CN" sz="120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BD5A8BD8-57A0-D1BB-4AC2-171CE6D1FD7A}"/>
              </a:ext>
            </a:extLst>
          </p:cNvPr>
          <p:cNvSpPr>
            <a:spLocks noGrp="1"/>
          </p:cNvSpPr>
          <p:nvPr>
            <p:ph type="sldNum" sz="quarter" idx="5"/>
          </p:nvPr>
        </p:nvSpPr>
        <p:spPr/>
        <p:txBody>
          <a:bodyPr/>
          <a:lstStyle/>
          <a:p>
            <a:fld id="{F93B141B-554D-4922-A770-E17A4D226BA3}" type="slidenum">
              <a:rPr lang="zh-CN" altLang="en-US" smtClean="0"/>
              <a:t>26</a:t>
            </a:fld>
            <a:endParaRPr lang="zh-CN" altLang="en-US"/>
          </a:p>
        </p:txBody>
      </p:sp>
    </p:spTree>
    <p:extLst>
      <p:ext uri="{BB962C8B-B14F-4D97-AF65-F5344CB8AC3E}">
        <p14:creationId xmlns:p14="http://schemas.microsoft.com/office/powerpoint/2010/main" val="402222327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43C4FE-0C04-E24A-71B7-AD8BBD54BA3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90106C1-70A6-6A29-827A-DDFCFC2372DE}"/>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8E7AE967-E601-8B13-9AEF-271847A2732C}"/>
              </a:ext>
            </a:extLst>
          </p:cNvPr>
          <p:cNvSpPr>
            <a:spLocks noGrp="1"/>
          </p:cNvSpPr>
          <p:nvPr>
            <p:ph type="body" idx="1"/>
          </p:nvPr>
        </p:nvSpPr>
        <p:spPr/>
        <p:txBody>
          <a:bodyPr/>
          <a:lstStyle/>
          <a:p>
            <a:r>
              <a:rPr lang="zh-CN" altLang="zh-CN" dirty="0"/>
              <a:t>这一页展示不同算法在训练过程中</a:t>
            </a:r>
            <a:r>
              <a:rPr lang="zh-CN" altLang="en-US" dirty="0"/>
              <a:t>节拍值</a:t>
            </a:r>
            <a:r>
              <a:rPr lang="zh-CN" altLang="zh-CN" dirty="0"/>
              <a:t>的变化。</a:t>
            </a:r>
          </a:p>
          <a:p>
            <a:r>
              <a:rPr lang="zh-CN" altLang="zh-CN" dirty="0"/>
              <a:t>可以看到，随着训练进行，各强化学习方法都逐渐学习到更有效的调度策略。MRG-HMARL在训练后期进入了相对较低的</a:t>
            </a:r>
            <a:r>
              <a:rPr lang="zh-CN" altLang="en-US" dirty="0"/>
              <a:t>节拍值</a:t>
            </a:r>
            <a:r>
              <a:rPr lang="zh-CN" altLang="zh-CN" dirty="0"/>
              <a:t>区间，并能够维持较好的收敛水平。</a:t>
            </a:r>
          </a:p>
          <a:p>
            <a:r>
              <a:rPr lang="zh-CN" altLang="zh-CN" dirty="0"/>
              <a:t>这说明多关系图提供的结构化状态，以及资源编组和分层决策机制，有助于算法更有效地协调工序选择与资源配置，从而缩短扰动后的整体生产周期。</a:t>
            </a:r>
          </a:p>
          <a:p>
            <a:endParaRPr lang="zh-CN" altLang="zh-CN" sz="120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F44A6F96-2187-BD85-87FD-94E1BDC8FE00}"/>
              </a:ext>
            </a:extLst>
          </p:cNvPr>
          <p:cNvSpPr>
            <a:spLocks noGrp="1"/>
          </p:cNvSpPr>
          <p:nvPr>
            <p:ph type="sldNum" sz="quarter" idx="5"/>
          </p:nvPr>
        </p:nvSpPr>
        <p:spPr/>
        <p:txBody>
          <a:bodyPr/>
          <a:lstStyle/>
          <a:p>
            <a:fld id="{F93B141B-554D-4922-A770-E17A4D226BA3}" type="slidenum">
              <a:rPr lang="zh-CN" altLang="en-US" smtClean="0"/>
              <a:t>27</a:t>
            </a:fld>
            <a:endParaRPr lang="zh-CN" altLang="en-US"/>
          </a:p>
        </p:txBody>
      </p:sp>
    </p:spTree>
    <p:extLst>
      <p:ext uri="{BB962C8B-B14F-4D97-AF65-F5344CB8AC3E}">
        <p14:creationId xmlns:p14="http://schemas.microsoft.com/office/powerpoint/2010/main" val="79074856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E24FB9-5BD1-18FE-F1A0-AA9919BD194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CF295AE-4B21-794A-64E7-26951828AF97}"/>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5F54DEFF-3883-35A4-93F4-D4C2BF0A7E94}"/>
              </a:ext>
            </a:extLst>
          </p:cNvPr>
          <p:cNvSpPr>
            <a:spLocks noGrp="1"/>
          </p:cNvSpPr>
          <p:nvPr>
            <p:ph type="body" idx="1"/>
          </p:nvPr>
        </p:nvSpPr>
        <p:spPr/>
        <p:txBody>
          <a:bodyPr/>
          <a:lstStyle/>
          <a:p>
            <a:r>
              <a:rPr lang="zh-CN" altLang="zh-CN" dirty="0"/>
              <a:t>这一页展示</a:t>
            </a:r>
            <a:r>
              <a:rPr lang="zh-CN" altLang="en-US" dirty="0"/>
              <a:t>平滑指数</a:t>
            </a:r>
            <a:r>
              <a:rPr lang="zh-CN" altLang="zh-CN" dirty="0"/>
              <a:t>的训练收敛情况。</a:t>
            </a:r>
          </a:p>
          <a:p>
            <a:r>
              <a:rPr lang="zh-CN" altLang="en-US" dirty="0"/>
              <a:t>平滑指数</a:t>
            </a:r>
            <a:r>
              <a:rPr lang="zh-CN" altLang="zh-CN" dirty="0"/>
              <a:t>反映各站位完成时间的均衡程度，数值越低，说明扰动恢复过程中各站位之间的进度差异越小。</a:t>
            </a:r>
          </a:p>
          <a:p>
            <a:r>
              <a:rPr lang="zh-CN" altLang="zh-CN" dirty="0"/>
              <a:t>MRG-HMARL在这一指标上的优势更加明显，说明该方法不仅关注尽快完成全部工序，也能够减少局部站位过快或过慢造成的节拍波动。</a:t>
            </a:r>
          </a:p>
          <a:p>
            <a:r>
              <a:rPr lang="zh-CN" altLang="zh-CN" dirty="0"/>
              <a:t>这主要得益于多关系图对工序就绪、资源借用、保护和阻塞信息的联合表达，使策略能够从整线角度进行资源调整。</a:t>
            </a:r>
          </a:p>
          <a:p>
            <a:endParaRPr lang="zh-CN" altLang="zh-CN" sz="120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959DB824-8A89-1506-CBCE-9589867C289C}"/>
              </a:ext>
            </a:extLst>
          </p:cNvPr>
          <p:cNvSpPr>
            <a:spLocks noGrp="1"/>
          </p:cNvSpPr>
          <p:nvPr>
            <p:ph type="sldNum" sz="quarter" idx="5"/>
          </p:nvPr>
        </p:nvSpPr>
        <p:spPr/>
        <p:txBody>
          <a:bodyPr/>
          <a:lstStyle/>
          <a:p>
            <a:fld id="{F93B141B-554D-4922-A770-E17A4D226BA3}" type="slidenum">
              <a:rPr lang="zh-CN" altLang="en-US" smtClean="0"/>
              <a:t>28</a:t>
            </a:fld>
            <a:endParaRPr lang="zh-CN" altLang="en-US"/>
          </a:p>
        </p:txBody>
      </p:sp>
    </p:spTree>
    <p:extLst>
      <p:ext uri="{BB962C8B-B14F-4D97-AF65-F5344CB8AC3E}">
        <p14:creationId xmlns:p14="http://schemas.microsoft.com/office/powerpoint/2010/main" val="38397216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874FBF-FA86-48A9-645A-2DD69B6DD1F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1A47F28-5FE1-A45A-B4C9-FCB89917F20B}"/>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388631C0-5D41-9773-FA96-72EF4AAC5808}"/>
              </a:ext>
            </a:extLst>
          </p:cNvPr>
          <p:cNvSpPr>
            <a:spLocks noGrp="1"/>
          </p:cNvSpPr>
          <p:nvPr>
            <p:ph type="body" idx="1"/>
          </p:nvPr>
        </p:nvSpPr>
        <p:spPr/>
        <p:txBody>
          <a:bodyPr/>
          <a:lstStyle/>
          <a:p>
            <a:r>
              <a:rPr lang="zh-CN" altLang="zh-CN" dirty="0"/>
              <a:t>这一页比较轻度扰动场景下各算法的平均</a:t>
            </a:r>
            <a:r>
              <a:rPr lang="zh-CN" altLang="en-US" dirty="0"/>
              <a:t>节拍值</a:t>
            </a:r>
            <a:r>
              <a:rPr lang="zh-CN" altLang="zh-CN" dirty="0"/>
              <a:t>。</a:t>
            </a:r>
          </a:p>
          <a:p>
            <a:r>
              <a:rPr lang="zh-CN" altLang="zh-CN" dirty="0"/>
              <a:t>MRG-HMARL取得了最低的平均</a:t>
            </a:r>
            <a:r>
              <a:rPr lang="zh-CN" altLang="en-US" dirty="0"/>
              <a:t>节拍值</a:t>
            </a:r>
            <a:r>
              <a:rPr lang="zh-CN" altLang="zh-CN" dirty="0"/>
              <a:t>，为811.83，优于MAPPO、HAPPO、PPO和规则方法。特别是与PPO和规则方法相比，本文方法的周期优势更加明显。</a:t>
            </a:r>
          </a:p>
          <a:p>
            <a:r>
              <a:rPr lang="zh-CN" altLang="zh-CN" dirty="0"/>
              <a:t>这一结果说明，单纯依赖局部规则或统一策略，较难同时处理多站位协同和动态资源调整。本文方法通过结构化状态表达和分层资源决策，能够更快地缓解局部资源失效造成的生产延迟。</a:t>
            </a:r>
          </a:p>
          <a:p>
            <a:r>
              <a:rPr lang="zh-CN" altLang="zh-CN" dirty="0"/>
              <a:t>需要说明的是，本文方法的标准差并不是所有算法中最小，但平均性能最优，说明后续仍可以进一步提升训练和评估稳定性。</a:t>
            </a:r>
          </a:p>
          <a:p>
            <a:endParaRPr lang="zh-CN" altLang="zh-CN" sz="120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E4D24B33-07B2-5DC5-E46F-6C1AE590191D}"/>
              </a:ext>
            </a:extLst>
          </p:cNvPr>
          <p:cNvSpPr>
            <a:spLocks noGrp="1"/>
          </p:cNvSpPr>
          <p:nvPr>
            <p:ph type="sldNum" sz="quarter" idx="5"/>
          </p:nvPr>
        </p:nvSpPr>
        <p:spPr/>
        <p:txBody>
          <a:bodyPr/>
          <a:lstStyle/>
          <a:p>
            <a:fld id="{F93B141B-554D-4922-A770-E17A4D226BA3}" type="slidenum">
              <a:rPr lang="zh-CN" altLang="en-US" smtClean="0"/>
              <a:t>29</a:t>
            </a:fld>
            <a:endParaRPr lang="zh-CN" altLang="en-US"/>
          </a:p>
        </p:txBody>
      </p:sp>
    </p:spTree>
    <p:extLst>
      <p:ext uri="{BB962C8B-B14F-4D97-AF65-F5344CB8AC3E}">
        <p14:creationId xmlns:p14="http://schemas.microsoft.com/office/powerpoint/2010/main" val="172967854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2E269-48F8-1E2E-1ED9-8C3BCDFB917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FA49BD7-B7D2-747B-E0BD-B512E5FAFC56}"/>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57287616-B147-FFE4-DF7B-56588D50F28B}"/>
              </a:ext>
            </a:extLst>
          </p:cNvPr>
          <p:cNvSpPr>
            <a:spLocks noGrp="1"/>
          </p:cNvSpPr>
          <p:nvPr>
            <p:ph type="body" idx="1"/>
          </p:nvPr>
        </p:nvSpPr>
        <p:spPr/>
        <p:txBody>
          <a:bodyPr/>
          <a:lstStyle/>
          <a:p>
            <a:r>
              <a:rPr lang="zh-CN" altLang="zh-CN" dirty="0"/>
              <a:t>这一页比较不同算法的</a:t>
            </a:r>
            <a:r>
              <a:rPr lang="zh-CN" altLang="en-US" dirty="0"/>
              <a:t>平滑指数</a:t>
            </a:r>
            <a:r>
              <a:rPr lang="zh-CN" altLang="zh-CN" dirty="0"/>
              <a:t>。</a:t>
            </a:r>
          </a:p>
          <a:p>
            <a:r>
              <a:rPr lang="zh-CN" altLang="zh-CN" dirty="0"/>
              <a:t>MRG-HMARL的平均</a:t>
            </a:r>
            <a:r>
              <a:rPr lang="zh-CN" altLang="en-US" dirty="0"/>
              <a:t>平滑指数</a:t>
            </a:r>
            <a:r>
              <a:rPr lang="zh-CN" altLang="zh-CN" dirty="0"/>
              <a:t>为56.19，是所有对比方法中最低的。相比PPO、HAPPO和规则方法，本文方法能够明显降低不同站位之间的完成时间差异。</a:t>
            </a:r>
          </a:p>
          <a:p>
            <a:r>
              <a:rPr lang="zh-CN" altLang="zh-CN" dirty="0"/>
              <a:t>这说明MRG-HMARL的优势不仅体现在缩短生产周期，也体现在扰动恢复过程的平稳性。算法在调动外部资源时，不只是追求局部站位快速恢复，还会考虑资源竞争和整线节拍之间的关系。</a:t>
            </a:r>
          </a:p>
          <a:p>
            <a:endParaRPr lang="zh-CN" altLang="zh-CN" sz="120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A58B942E-C160-97A2-34B4-0C6B7BC705EF}"/>
              </a:ext>
            </a:extLst>
          </p:cNvPr>
          <p:cNvSpPr>
            <a:spLocks noGrp="1"/>
          </p:cNvSpPr>
          <p:nvPr>
            <p:ph type="sldNum" sz="quarter" idx="5"/>
          </p:nvPr>
        </p:nvSpPr>
        <p:spPr/>
        <p:txBody>
          <a:bodyPr/>
          <a:lstStyle/>
          <a:p>
            <a:fld id="{F93B141B-554D-4922-A770-E17A4D226BA3}" type="slidenum">
              <a:rPr lang="zh-CN" altLang="en-US" smtClean="0"/>
              <a:t>30</a:t>
            </a:fld>
            <a:endParaRPr lang="zh-CN" altLang="en-US"/>
          </a:p>
        </p:txBody>
      </p:sp>
    </p:spTree>
    <p:extLst>
      <p:ext uri="{BB962C8B-B14F-4D97-AF65-F5344CB8AC3E}">
        <p14:creationId xmlns:p14="http://schemas.microsoft.com/office/powerpoint/2010/main" val="73928132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9A6237-4AF8-3EF6-3FBF-F85B1EFD563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7DBCA5E-B9B6-B0E1-CB1B-0F673FF2CC8C}"/>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83D3F998-D78C-B7BB-2621-2DFD570E3585}"/>
              </a:ext>
            </a:extLst>
          </p:cNvPr>
          <p:cNvSpPr>
            <a:spLocks noGrp="1"/>
          </p:cNvSpPr>
          <p:nvPr>
            <p:ph type="body" idx="1"/>
          </p:nvPr>
        </p:nvSpPr>
        <p:spPr/>
        <p:txBody>
          <a:bodyPr/>
          <a:lstStyle/>
          <a:p>
            <a:r>
              <a:rPr lang="zh-CN" altLang="zh-CN" dirty="0"/>
              <a:t>下面进一步分析多关系图中的不同关系是否真正有效。</a:t>
            </a:r>
          </a:p>
          <a:p>
            <a:r>
              <a:rPr lang="zh-CN" altLang="zh-CN" dirty="0"/>
              <a:t>完整模型同时包含ready、borrow、protect和block四类关系。实验分别去除其中一种关系，并设置仅保留ready关系的单关系模型，与完整模型进行比较。</a:t>
            </a:r>
          </a:p>
          <a:p>
            <a:r>
              <a:rPr lang="zh-CN" altLang="zh-CN" dirty="0"/>
              <a:t>如果去除某类关系后</a:t>
            </a:r>
            <a:r>
              <a:rPr lang="zh-CN" altLang="en-US" dirty="0"/>
              <a:t>节拍值</a:t>
            </a:r>
            <a:r>
              <a:rPr lang="zh-CN" altLang="zh-CN" dirty="0"/>
              <a:t>或</a:t>
            </a:r>
            <a:r>
              <a:rPr lang="zh-CN" altLang="en-US" dirty="0"/>
              <a:t>平滑指数</a:t>
            </a:r>
            <a:r>
              <a:rPr lang="zh-CN" altLang="zh-CN" dirty="0"/>
              <a:t>明显上升，就说明该关系为策略提供了有效信息。通过这一实验，可以判断性能提升是否确实来自多关系图建模，而不是单纯增加了网络复杂度。</a:t>
            </a:r>
            <a:endParaRPr lang="en-US" altLang="zh-CN" dirty="0"/>
          </a:p>
        </p:txBody>
      </p:sp>
      <p:sp>
        <p:nvSpPr>
          <p:cNvPr id="4" name="灯片编号占位符 3">
            <a:extLst>
              <a:ext uri="{FF2B5EF4-FFF2-40B4-BE49-F238E27FC236}">
                <a16:creationId xmlns:a16="http://schemas.microsoft.com/office/drawing/2014/main" id="{6E5523E3-95B3-0F67-9180-9E3DF15D3B8E}"/>
              </a:ext>
            </a:extLst>
          </p:cNvPr>
          <p:cNvSpPr>
            <a:spLocks noGrp="1"/>
          </p:cNvSpPr>
          <p:nvPr>
            <p:ph type="sldNum" sz="quarter" idx="5"/>
          </p:nvPr>
        </p:nvSpPr>
        <p:spPr/>
        <p:txBody>
          <a:bodyPr/>
          <a:lstStyle/>
          <a:p>
            <a:fld id="{F93B141B-554D-4922-A770-E17A4D226BA3}" type="slidenum">
              <a:rPr lang="zh-CN" altLang="en-US" smtClean="0"/>
              <a:t>31</a:t>
            </a:fld>
            <a:endParaRPr lang="zh-CN" altLang="en-US"/>
          </a:p>
        </p:txBody>
      </p:sp>
    </p:spTree>
    <p:extLst>
      <p:ext uri="{BB962C8B-B14F-4D97-AF65-F5344CB8AC3E}">
        <p14:creationId xmlns:p14="http://schemas.microsoft.com/office/powerpoint/2010/main" val="195530780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1FDD33-2153-B11A-68B7-6C05DF6531F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6ECE4A5-87EE-3BB3-4080-81741CF19BAD}"/>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128A160B-6076-A821-1B42-C20880342470}"/>
              </a:ext>
            </a:extLst>
          </p:cNvPr>
          <p:cNvSpPr>
            <a:spLocks noGrp="1"/>
          </p:cNvSpPr>
          <p:nvPr>
            <p:ph type="body" idx="1"/>
          </p:nvPr>
        </p:nvSpPr>
        <p:spPr/>
        <p:txBody>
          <a:bodyPr/>
          <a:lstStyle/>
          <a:p>
            <a:r>
              <a:rPr lang="zh-CN" altLang="zh-CN" dirty="0"/>
              <a:t>这一页展示去除不同图关系后</a:t>
            </a:r>
            <a:r>
              <a:rPr lang="zh-CN" altLang="en-US" dirty="0"/>
              <a:t>节拍值</a:t>
            </a:r>
            <a:r>
              <a:rPr lang="zh-CN" altLang="zh-CN" dirty="0"/>
              <a:t>的变化。</a:t>
            </a:r>
          </a:p>
          <a:p>
            <a:r>
              <a:rPr lang="zh-CN" altLang="zh-CN" dirty="0"/>
              <a:t>可以看到，去除任意一种关系后，</a:t>
            </a:r>
            <a:r>
              <a:rPr lang="zh-CN" altLang="en-US" dirty="0"/>
              <a:t>节拍值</a:t>
            </a:r>
            <a:r>
              <a:rPr lang="zh-CN" altLang="zh-CN" dirty="0"/>
              <a:t>都会上升。其中，去除ready关系后的退化最明显，说明准确判断工序是否具备执行条件，是提升调度效率的重要基础。</a:t>
            </a:r>
          </a:p>
          <a:p>
            <a:r>
              <a:rPr lang="zh-CN" altLang="zh-CN" dirty="0"/>
              <a:t>同时，去除borrow、protect和block关系也会造成不同程度的性能下降，说明资源借用、关键资源保护和阻塞传播信息都参与了调度决策。</a:t>
            </a:r>
          </a:p>
          <a:p>
            <a:r>
              <a:rPr lang="zh-CN" altLang="zh-CN" dirty="0"/>
              <a:t>仅保留ready关系的模型也明显弱于完整模型，这表明多种关系之间具有互补作用。</a:t>
            </a:r>
          </a:p>
          <a:p>
            <a:endParaRPr lang="zh-CN" altLang="zh-CN" sz="120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D1B46D5C-239A-E44C-8338-C559540267CD}"/>
              </a:ext>
            </a:extLst>
          </p:cNvPr>
          <p:cNvSpPr>
            <a:spLocks noGrp="1"/>
          </p:cNvSpPr>
          <p:nvPr>
            <p:ph type="sldNum" sz="quarter" idx="5"/>
          </p:nvPr>
        </p:nvSpPr>
        <p:spPr/>
        <p:txBody>
          <a:bodyPr/>
          <a:lstStyle/>
          <a:p>
            <a:fld id="{F93B141B-554D-4922-A770-E17A4D226BA3}" type="slidenum">
              <a:rPr lang="zh-CN" altLang="en-US" smtClean="0"/>
              <a:t>32</a:t>
            </a:fld>
            <a:endParaRPr lang="zh-CN" altLang="en-US"/>
          </a:p>
        </p:txBody>
      </p:sp>
    </p:spTree>
    <p:extLst>
      <p:ext uri="{BB962C8B-B14F-4D97-AF65-F5344CB8AC3E}">
        <p14:creationId xmlns:p14="http://schemas.microsoft.com/office/powerpoint/2010/main" val="195430772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6C917B-3DA4-949B-87D9-B14BF1430FC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831DE84-401A-31BB-893F-CFCF5112C8A0}"/>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66B3EE76-C00A-071A-1C39-25542D1B2224}"/>
              </a:ext>
            </a:extLst>
          </p:cNvPr>
          <p:cNvSpPr>
            <a:spLocks noGrp="1"/>
          </p:cNvSpPr>
          <p:nvPr>
            <p:ph type="body" idx="1"/>
          </p:nvPr>
        </p:nvSpPr>
        <p:spPr/>
        <p:txBody>
          <a:bodyPr/>
          <a:lstStyle/>
          <a:p>
            <a:r>
              <a:rPr lang="zh-CN" altLang="zh-CN" dirty="0"/>
              <a:t>这一页展示不同图关系对</a:t>
            </a:r>
            <a:r>
              <a:rPr lang="zh-CN" altLang="en-US" dirty="0"/>
              <a:t>平滑指数</a:t>
            </a:r>
            <a:r>
              <a:rPr lang="zh-CN" altLang="zh-CN" dirty="0"/>
              <a:t>的影响。</a:t>
            </a:r>
          </a:p>
          <a:p>
            <a:r>
              <a:rPr lang="zh-CN" altLang="zh-CN" dirty="0"/>
              <a:t>完整模型的</a:t>
            </a:r>
            <a:r>
              <a:rPr lang="zh-CN" altLang="en-US" dirty="0"/>
              <a:t>平滑指数</a:t>
            </a:r>
            <a:r>
              <a:rPr lang="zh-CN" altLang="zh-CN" dirty="0"/>
              <a:t>最低。去除ready关系后，指标从56.19上升到90.33，退化幅度最大，说明工序就绪状态的准确传播对站位间恢复平衡非常重要。</a:t>
            </a:r>
          </a:p>
          <a:p>
            <a:r>
              <a:rPr lang="zh-CN" altLang="zh-CN" dirty="0"/>
              <a:t>去除borrow、protect或block关系同样会导致平滑性下降。也就是说，资源能否借用、哪些资源需要保护，以及局部阻塞是否会向其他站位传播，都会影响整线恢复节奏。</a:t>
            </a:r>
          </a:p>
          <a:p>
            <a:r>
              <a:rPr lang="zh-CN" altLang="zh-CN" dirty="0"/>
              <a:t>完整多关系图优于仅保留ready关系的模型，进一步说明单一关系无法完整描述扰动恢复中的站位耦合。</a:t>
            </a:r>
          </a:p>
          <a:p>
            <a:endParaRPr lang="zh-CN" altLang="zh-CN" sz="120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5390A671-5659-0DF1-CB51-A4401D0F522B}"/>
              </a:ext>
            </a:extLst>
          </p:cNvPr>
          <p:cNvSpPr>
            <a:spLocks noGrp="1"/>
          </p:cNvSpPr>
          <p:nvPr>
            <p:ph type="sldNum" sz="quarter" idx="5"/>
          </p:nvPr>
        </p:nvSpPr>
        <p:spPr/>
        <p:txBody>
          <a:bodyPr/>
          <a:lstStyle/>
          <a:p>
            <a:fld id="{F93B141B-554D-4922-A770-E17A4D226BA3}" type="slidenum">
              <a:rPr lang="zh-CN" altLang="en-US" smtClean="0"/>
              <a:t>33</a:t>
            </a:fld>
            <a:endParaRPr lang="zh-CN" altLang="en-US"/>
          </a:p>
        </p:txBody>
      </p:sp>
    </p:spTree>
    <p:extLst>
      <p:ext uri="{BB962C8B-B14F-4D97-AF65-F5344CB8AC3E}">
        <p14:creationId xmlns:p14="http://schemas.microsoft.com/office/powerpoint/2010/main" val="349306467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FFF192-65B6-C28E-26CB-3C3C40E2620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0396074-9576-578F-190D-7472E82EE082}"/>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5C3536C3-D076-9A45-1B51-97641871996F}"/>
              </a:ext>
            </a:extLst>
          </p:cNvPr>
          <p:cNvSpPr>
            <a:spLocks noGrp="1"/>
          </p:cNvSpPr>
          <p:nvPr>
            <p:ph type="body" idx="1"/>
          </p:nvPr>
        </p:nvSpPr>
        <p:spPr/>
        <p:txBody>
          <a:bodyPr/>
          <a:lstStyle/>
          <a:p>
            <a:r>
              <a:rPr lang="zh-CN" altLang="zh-CN" dirty="0"/>
              <a:t>这一组实验进一步验证动态资源机制中各模块的必要性。</a:t>
            </a:r>
          </a:p>
          <a:p>
            <a:r>
              <a:rPr lang="zh-CN" altLang="zh-CN" dirty="0"/>
              <a:t>实验分别去除动态资源池、资源编组策略、跨站借用、借入拒绝和站位保护机制，并与完整模型进行比较。</a:t>
            </a:r>
          </a:p>
          <a:p>
            <a:r>
              <a:rPr lang="zh-CN" altLang="zh-CN" dirty="0"/>
              <a:t>这几个模块承担的作用并不完全相同：动态资源池提供可调整的资源空间，资源借用提高恢复灵活性，资源编组决定启用哪些流动资源，而借入拒绝和站位保护则用于控制不合理的资源竞争。</a:t>
            </a:r>
          </a:p>
          <a:p>
            <a:r>
              <a:rPr lang="zh-CN" altLang="zh-CN" dirty="0"/>
              <a:t>通过模块消融，可以进一步说明性能提升来自哪些具体机制。</a:t>
            </a:r>
          </a:p>
          <a:p>
            <a:endParaRPr lang="zh-CN" altLang="zh-CN" sz="120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B4CCA83F-BE61-34AD-DE0E-533DE21AFFAB}"/>
              </a:ext>
            </a:extLst>
          </p:cNvPr>
          <p:cNvSpPr>
            <a:spLocks noGrp="1"/>
          </p:cNvSpPr>
          <p:nvPr>
            <p:ph type="sldNum" sz="quarter" idx="5"/>
          </p:nvPr>
        </p:nvSpPr>
        <p:spPr/>
        <p:txBody>
          <a:bodyPr/>
          <a:lstStyle/>
          <a:p>
            <a:fld id="{F93B141B-554D-4922-A770-E17A4D226BA3}" type="slidenum">
              <a:rPr lang="zh-CN" altLang="en-US" smtClean="0"/>
              <a:t>34</a:t>
            </a:fld>
            <a:endParaRPr lang="zh-CN" altLang="en-US"/>
          </a:p>
        </p:txBody>
      </p:sp>
    </p:spTree>
    <p:extLst>
      <p:ext uri="{BB962C8B-B14F-4D97-AF65-F5344CB8AC3E}">
        <p14:creationId xmlns:p14="http://schemas.microsoft.com/office/powerpoint/2010/main" val="110763446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68EBF2-B7DB-06E1-0DE1-16FFB3CFAD8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AC80B5A-0A47-E18E-CE20-7D27866679EE}"/>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4485B8D3-2304-CF6A-E2AA-3EA342BC45CE}"/>
              </a:ext>
            </a:extLst>
          </p:cNvPr>
          <p:cNvSpPr>
            <a:spLocks noGrp="1"/>
          </p:cNvSpPr>
          <p:nvPr>
            <p:ph type="body" idx="1"/>
          </p:nvPr>
        </p:nvSpPr>
        <p:spPr/>
        <p:txBody>
          <a:bodyPr/>
          <a:lstStyle/>
          <a:p>
            <a:r>
              <a:rPr lang="zh-CN" altLang="zh-CN" dirty="0"/>
              <a:t>这一页展示去除不同动态资源模块后Cycle Time的变化。</a:t>
            </a:r>
          </a:p>
          <a:p>
            <a:r>
              <a:rPr lang="zh-CN" altLang="zh-CN" dirty="0"/>
              <a:t>去除跨站资源借用后，Cycle Time上升最明显，说明当局部站位发生资源失效时，借用其他站位的流动资源能够直接缩短恢复周期。</a:t>
            </a:r>
          </a:p>
          <a:p>
            <a:r>
              <a:rPr lang="zh-CN" altLang="zh-CN" dirty="0"/>
              <a:t>去除动态资源池后，性能也出现明显下降，说明将流动资源简单地视为固定资源，无法适应扰动发生后的资源状态变化。</a:t>
            </a:r>
          </a:p>
          <a:p>
            <a:r>
              <a:rPr lang="zh-CN" altLang="zh-CN" dirty="0"/>
              <a:t>总体来看，动态资源池提供资源调整空间，而跨站借用机制将这种调整空间转化为实际的恢复能力。</a:t>
            </a:r>
          </a:p>
          <a:p>
            <a:endParaRPr lang="zh-CN" altLang="zh-CN" sz="120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4567C029-EFCA-528B-A559-C94EA71AF3B5}"/>
              </a:ext>
            </a:extLst>
          </p:cNvPr>
          <p:cNvSpPr>
            <a:spLocks noGrp="1"/>
          </p:cNvSpPr>
          <p:nvPr>
            <p:ph type="sldNum" sz="quarter" idx="5"/>
          </p:nvPr>
        </p:nvSpPr>
        <p:spPr/>
        <p:txBody>
          <a:bodyPr/>
          <a:lstStyle/>
          <a:p>
            <a:fld id="{F93B141B-554D-4922-A770-E17A4D226BA3}" type="slidenum">
              <a:rPr lang="zh-CN" altLang="en-US" smtClean="0"/>
              <a:t>35</a:t>
            </a:fld>
            <a:endParaRPr lang="zh-CN" altLang="en-US"/>
          </a:p>
        </p:txBody>
      </p:sp>
    </p:spTree>
    <p:extLst>
      <p:ext uri="{BB962C8B-B14F-4D97-AF65-F5344CB8AC3E}">
        <p14:creationId xmlns:p14="http://schemas.microsoft.com/office/powerpoint/2010/main" val="38336602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36B623-0418-03C6-36B8-24063C514B5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A269E47-98FE-70D1-BEED-EBAB9D76A827}"/>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2491B1C0-FAC8-6545-B761-24C51BB999BA}"/>
              </a:ext>
            </a:extLst>
          </p:cNvPr>
          <p:cNvSpPr>
            <a:spLocks noGrp="1"/>
          </p:cNvSpPr>
          <p:nvPr>
            <p:ph type="body" idx="1"/>
          </p:nvPr>
        </p:nvSpPr>
        <p:spPr/>
        <p:txBody>
          <a:bodyPr/>
          <a:lstStyle/>
          <a:p>
            <a:r>
              <a:rPr lang="zh-CN" altLang="zh-CN" dirty="0"/>
              <a:t>这一页重点分析不同模块对恢复平稳性的影响。</a:t>
            </a:r>
          </a:p>
          <a:p>
            <a:r>
              <a:rPr lang="zh-CN" altLang="zh-CN" dirty="0"/>
              <a:t>去除资源编组策略后，</a:t>
            </a:r>
            <a:r>
              <a:rPr lang="zh-CN" altLang="en-US" dirty="0"/>
              <a:t>平滑指数</a:t>
            </a:r>
            <a:r>
              <a:rPr lang="zh-CN" altLang="zh-CN" dirty="0"/>
              <a:t>退化最明显；去除借入拒绝机制后，也出现较大的性能下降。这说明恢复过程是否平稳，不仅取决于能否借用资源，还取决于启用哪些资源，以及是否能够限制不合理的资源争夺。</a:t>
            </a:r>
          </a:p>
          <a:p>
            <a:r>
              <a:rPr lang="zh-CN" altLang="zh-CN" dirty="0"/>
              <a:t>结合上一页可以发现，资源借用主要改善恢复效率，而资源编组、借入拒绝和站位保护更侧重于控制资源使用边界、减少站位之间的波动。</a:t>
            </a:r>
          </a:p>
          <a:p>
            <a:r>
              <a:rPr lang="zh-CN" altLang="zh-CN" dirty="0"/>
              <a:t>因此，这些模块不是相互替代的，而是在效率和平稳性两个方面发挥互补作用。</a:t>
            </a:r>
          </a:p>
          <a:p>
            <a:endParaRPr lang="zh-CN" altLang="zh-CN" sz="120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F2B5BA91-6E0B-1AB7-C349-A70476F867B4}"/>
              </a:ext>
            </a:extLst>
          </p:cNvPr>
          <p:cNvSpPr>
            <a:spLocks noGrp="1"/>
          </p:cNvSpPr>
          <p:nvPr>
            <p:ph type="sldNum" sz="quarter" idx="5"/>
          </p:nvPr>
        </p:nvSpPr>
        <p:spPr/>
        <p:txBody>
          <a:bodyPr/>
          <a:lstStyle/>
          <a:p>
            <a:fld id="{F93B141B-554D-4922-A770-E17A4D226BA3}" type="slidenum">
              <a:rPr lang="zh-CN" altLang="en-US" smtClean="0"/>
              <a:t>36</a:t>
            </a:fld>
            <a:endParaRPr lang="zh-CN" altLang="en-US"/>
          </a:p>
        </p:txBody>
      </p:sp>
    </p:spTree>
    <p:extLst>
      <p:ext uri="{BB962C8B-B14F-4D97-AF65-F5344CB8AC3E}">
        <p14:creationId xmlns:p14="http://schemas.microsoft.com/office/powerpoint/2010/main" val="150827073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395898-4189-58BE-3AA2-F4B0AC53C3C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68BD674-70C9-1186-67B3-FE9A2CF6425A}"/>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579DAB0B-EC67-1043-E219-A1CA6F0EA531}"/>
              </a:ext>
            </a:extLst>
          </p:cNvPr>
          <p:cNvSpPr>
            <a:spLocks noGrp="1"/>
          </p:cNvSpPr>
          <p:nvPr>
            <p:ph type="body" idx="1"/>
          </p:nvPr>
        </p:nvSpPr>
        <p:spPr/>
        <p:txBody>
          <a:bodyPr/>
          <a:lstStyle/>
          <a:p>
            <a:r>
              <a:rPr lang="zh-CN" altLang="zh-CN" dirty="0"/>
              <a:t>下面分析不同扰动强度下各算法的性能变化。</a:t>
            </a:r>
          </a:p>
          <a:p>
            <a:r>
              <a:rPr lang="zh-CN" altLang="zh-CN" dirty="0"/>
              <a:t>实验设置无扰动、轻度扰动、中度扰动和重度扰动四种场景。随着扰动等级提高，缺勤工人和故障设备数量逐步增加。</a:t>
            </a:r>
          </a:p>
          <a:p>
            <a:r>
              <a:rPr lang="zh-CN" altLang="zh-CN" dirty="0"/>
              <a:t>评价时一方面比较不同场景下Cycle Time和Smoothness的绝对值，判断算法实际调度质量；另一方面以各算法自身的无扰动结果为基准，分析扰动增强后性能的相对退化程度。</a:t>
            </a:r>
          </a:p>
          <a:p>
            <a:r>
              <a:rPr lang="zh-CN" altLang="zh-CN" dirty="0"/>
              <a:t>这一实验主要验证MRG-HMARL是否只适用于某一个固定扰动场景，还是能够适应不同强度的资源失效。</a:t>
            </a:r>
          </a:p>
          <a:p>
            <a:endParaRPr lang="zh-CN" altLang="zh-CN" sz="120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CA739E1D-EC3B-908C-7438-269AB2804C89}"/>
              </a:ext>
            </a:extLst>
          </p:cNvPr>
          <p:cNvSpPr>
            <a:spLocks noGrp="1"/>
          </p:cNvSpPr>
          <p:nvPr>
            <p:ph type="sldNum" sz="quarter" idx="5"/>
          </p:nvPr>
        </p:nvSpPr>
        <p:spPr/>
        <p:txBody>
          <a:bodyPr/>
          <a:lstStyle/>
          <a:p>
            <a:fld id="{F93B141B-554D-4922-A770-E17A4D226BA3}" type="slidenum">
              <a:rPr lang="zh-CN" altLang="en-US" smtClean="0"/>
              <a:t>37</a:t>
            </a:fld>
            <a:endParaRPr lang="zh-CN" altLang="en-US"/>
          </a:p>
        </p:txBody>
      </p:sp>
    </p:spTree>
    <p:extLst>
      <p:ext uri="{BB962C8B-B14F-4D97-AF65-F5344CB8AC3E}">
        <p14:creationId xmlns:p14="http://schemas.microsoft.com/office/powerpoint/2010/main" val="135774379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A11792-3777-857A-5FF0-E2C254910E6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C0EC118-8C92-3241-A589-BD6CC15B0875}"/>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2D71BE15-D6CB-4A9A-A827-28E54B5A628C}"/>
              </a:ext>
            </a:extLst>
          </p:cNvPr>
          <p:cNvSpPr>
            <a:spLocks noGrp="1"/>
          </p:cNvSpPr>
          <p:nvPr>
            <p:ph type="body" idx="1"/>
          </p:nvPr>
        </p:nvSpPr>
        <p:spPr/>
        <p:txBody>
          <a:bodyPr/>
          <a:lstStyle/>
          <a:p>
            <a:r>
              <a:rPr lang="zh-CN" altLang="zh-CN" dirty="0"/>
              <a:t>这一页展示扰动强度变化时各算法Cycle Time的变化趋势。</a:t>
            </a:r>
          </a:p>
          <a:p>
            <a:r>
              <a:rPr lang="zh-CN" altLang="zh-CN" dirty="0"/>
              <a:t>随着工人缺勤和设备故障数量增加，各算法的Cycle Time整体上都会上升，这是因为可用资源减少，工序等待和资源冲突更加明显。</a:t>
            </a:r>
          </a:p>
          <a:p>
            <a:r>
              <a:rPr lang="zh-CN" altLang="zh-CN" dirty="0"/>
              <a:t>但在无扰动、轻度、中度和重度四种场景下，MRG-HMARL均保持了最低的平均Cycle Time。在重度扰动下，本文方法仍然优于PPO、MAPPO、HAPPO和规则方法。</a:t>
            </a:r>
          </a:p>
          <a:p>
            <a:r>
              <a:rPr lang="zh-CN" altLang="zh-CN" dirty="0"/>
              <a:t>这说明动态资源池和分层资源决策能够根据扰动强度调整资源访问方式，使算法在资源失效增加时仍能保持较好的恢复效率。</a:t>
            </a:r>
          </a:p>
          <a:p>
            <a:endParaRPr lang="zh-CN" altLang="zh-CN" sz="120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A2A9FCA9-AC0F-A487-BEEB-9E28602F9B72}"/>
              </a:ext>
            </a:extLst>
          </p:cNvPr>
          <p:cNvSpPr>
            <a:spLocks noGrp="1"/>
          </p:cNvSpPr>
          <p:nvPr>
            <p:ph type="sldNum" sz="quarter" idx="5"/>
          </p:nvPr>
        </p:nvSpPr>
        <p:spPr/>
        <p:txBody>
          <a:bodyPr/>
          <a:lstStyle/>
          <a:p>
            <a:fld id="{F93B141B-554D-4922-A770-E17A4D226BA3}" type="slidenum">
              <a:rPr lang="zh-CN" altLang="en-US" smtClean="0"/>
              <a:t>38</a:t>
            </a:fld>
            <a:endParaRPr lang="zh-CN" altLang="en-US"/>
          </a:p>
        </p:txBody>
      </p:sp>
    </p:spTree>
    <p:extLst>
      <p:ext uri="{BB962C8B-B14F-4D97-AF65-F5344CB8AC3E}">
        <p14:creationId xmlns:p14="http://schemas.microsoft.com/office/powerpoint/2010/main" val="278417212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DB1C96-C87C-C9FA-B8B3-23C17E50229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95BCF44-4E17-9463-F1BC-E2E9BE0F3B94}"/>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FED37CF9-88A9-A027-740A-0FBDBFC4B8BD}"/>
              </a:ext>
            </a:extLst>
          </p:cNvPr>
          <p:cNvSpPr>
            <a:spLocks noGrp="1"/>
          </p:cNvSpPr>
          <p:nvPr>
            <p:ph type="body" idx="1"/>
          </p:nvPr>
        </p:nvSpPr>
        <p:spPr/>
        <p:txBody>
          <a:bodyPr/>
          <a:lstStyle/>
          <a:p>
            <a:r>
              <a:rPr lang="zh-CN" altLang="zh-CN" dirty="0"/>
              <a:t>这一页展示不同扰动强度下Smoothness Index的变化。</a:t>
            </a:r>
          </a:p>
          <a:p>
            <a:r>
              <a:rPr lang="zh-CN" altLang="zh-CN" dirty="0"/>
              <a:t>在无扰动场景下，HAPPO的Smoothness略低于MRG-HMARL；但在轻度、中度和重度扰动场景下，MRG-HMARL均取得了更优的平均结果。</a:t>
            </a:r>
          </a:p>
          <a:p>
            <a:r>
              <a:rPr lang="zh-CN" altLang="zh-CN" dirty="0"/>
              <a:t>这说明本文方法的主要优势体现在扰动恢复过程中。当扰动增强、站位间资源竞争加剧时，多关系图和资源访问控制机制能够更有效地协调各站位恢复进度。</a:t>
            </a:r>
          </a:p>
          <a:p>
            <a:r>
              <a:rPr lang="zh-CN" altLang="zh-CN" dirty="0"/>
              <a:t>在重度扰动下，MRG-HMARL与MAPPO的Smoothness比较接近，但本文方法仍保持略优结果，同时在Cycle Time上具有更明显的优势。</a:t>
            </a:r>
          </a:p>
          <a:p>
            <a:endParaRPr lang="zh-CN" altLang="zh-CN" sz="120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CAE0324E-DD5B-3729-3F83-F0B997634437}"/>
              </a:ext>
            </a:extLst>
          </p:cNvPr>
          <p:cNvSpPr>
            <a:spLocks noGrp="1"/>
          </p:cNvSpPr>
          <p:nvPr>
            <p:ph type="sldNum" sz="quarter" idx="5"/>
          </p:nvPr>
        </p:nvSpPr>
        <p:spPr/>
        <p:txBody>
          <a:bodyPr/>
          <a:lstStyle/>
          <a:p>
            <a:fld id="{F93B141B-554D-4922-A770-E17A4D226BA3}" type="slidenum">
              <a:rPr lang="zh-CN" altLang="en-US" smtClean="0"/>
              <a:t>39</a:t>
            </a:fld>
            <a:endParaRPr lang="zh-CN" altLang="en-US"/>
          </a:p>
        </p:txBody>
      </p:sp>
    </p:spTree>
    <p:extLst>
      <p:ext uri="{BB962C8B-B14F-4D97-AF65-F5344CB8AC3E}">
        <p14:creationId xmlns:p14="http://schemas.microsoft.com/office/powerpoint/2010/main" val="221157453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09A4BD-8ED7-1B7B-AB0D-D6BA526B372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40659F3-D0BC-70D1-5907-F556F5F506B2}"/>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096A3AAB-BCC7-CC6D-E9FF-4547339B7FFD}"/>
              </a:ext>
            </a:extLst>
          </p:cNvPr>
          <p:cNvSpPr>
            <a:spLocks noGrp="1"/>
          </p:cNvSpPr>
          <p:nvPr>
            <p:ph type="body" idx="1"/>
          </p:nvPr>
        </p:nvSpPr>
        <p:spPr/>
        <p:txBody>
          <a:bodyPr/>
          <a:lstStyle/>
          <a:p>
            <a:r>
              <a:rPr lang="zh-CN" altLang="zh-CN" dirty="0"/>
              <a:t>这一页汇总了对比实验、图关系消融、模块消融和鲁棒性实验的具体数据。</a:t>
            </a:r>
          </a:p>
          <a:p>
            <a:r>
              <a:rPr lang="zh-CN" altLang="zh-CN" dirty="0"/>
              <a:t>这里不再逐项读取所有数值，主要总结三点。</a:t>
            </a:r>
          </a:p>
          <a:p>
            <a:r>
              <a:rPr lang="zh-CN" altLang="zh-CN" dirty="0"/>
              <a:t>第一，在主要扰动场景下，MRG-HMARL在</a:t>
            </a:r>
            <a:r>
              <a:rPr lang="zh-CN" altLang="en-US" dirty="0"/>
              <a:t>节拍值</a:t>
            </a:r>
            <a:r>
              <a:rPr lang="zh-CN" altLang="zh-CN" dirty="0"/>
              <a:t>和</a:t>
            </a:r>
            <a:r>
              <a:rPr lang="zh-CN" altLang="en-US" dirty="0"/>
              <a:t>平滑指数</a:t>
            </a:r>
            <a:r>
              <a:rPr lang="zh-CN" altLang="zh-CN" dirty="0"/>
              <a:t>的平均值上均取得较优结果，说明方法能够同时改善生产效率和站位均衡性。</a:t>
            </a:r>
          </a:p>
          <a:p>
            <a:r>
              <a:rPr lang="zh-CN" altLang="zh-CN" dirty="0"/>
              <a:t>第二，去除任意图关系都会造成性能退化，说明ready、borrow、protect和block关系都提供了有效信息，完整多关系图优于单一关系表示。</a:t>
            </a:r>
          </a:p>
          <a:p>
            <a:r>
              <a:rPr lang="zh-CN" altLang="zh-CN" dirty="0"/>
              <a:t>第三，动态资源池、跨站借用、资源编组、借入拒绝和站位保护具有不同作用。其中，资源借用对缩短周期影响较大，而资源编组和访问控制对提升恢复平稳性更为关键。</a:t>
            </a:r>
          </a:p>
          <a:p>
            <a:r>
              <a:rPr lang="zh-CN" altLang="zh-CN" dirty="0"/>
              <a:t>综合这些实验可以认为，本文性能提升并不是来自某一个单独模块，而是来自多关系状态表达、动态资源边界和分层策略之间的协同作用。</a:t>
            </a:r>
          </a:p>
          <a:p>
            <a:r>
              <a:rPr lang="zh-CN" altLang="zh-CN" dirty="0"/>
              <a:t>同时，部分实验中的标准差仍然存在一定波动，后续还需要通过更多随机种子、更大规模数据集和参数优化进一步验证算法稳定性。</a:t>
            </a:r>
          </a:p>
          <a:p>
            <a:r>
              <a:rPr lang="zh-CN" altLang="zh-CN" dirty="0"/>
              <a:t>到这里，第四章完成了整体性能、机制有效性和扰动鲁棒性的验证。下面进入总结与展望部分。</a:t>
            </a:r>
          </a:p>
          <a:p>
            <a:endParaRPr lang="zh-CN" altLang="zh-CN" sz="120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E9571E7D-5C77-B82A-C423-4743EE8898C4}"/>
              </a:ext>
            </a:extLst>
          </p:cNvPr>
          <p:cNvSpPr>
            <a:spLocks noGrp="1"/>
          </p:cNvSpPr>
          <p:nvPr>
            <p:ph type="sldNum" sz="quarter" idx="5"/>
          </p:nvPr>
        </p:nvSpPr>
        <p:spPr/>
        <p:txBody>
          <a:bodyPr/>
          <a:lstStyle/>
          <a:p>
            <a:fld id="{F93B141B-554D-4922-A770-E17A4D226BA3}" type="slidenum">
              <a:rPr lang="zh-CN" altLang="en-US" smtClean="0"/>
              <a:t>40</a:t>
            </a:fld>
            <a:endParaRPr lang="zh-CN" altLang="en-US"/>
          </a:p>
        </p:txBody>
      </p:sp>
    </p:spTree>
    <p:extLst>
      <p:ext uri="{BB962C8B-B14F-4D97-AF65-F5344CB8AC3E}">
        <p14:creationId xmlns:p14="http://schemas.microsoft.com/office/powerpoint/2010/main" val="7442140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E83179-2DC2-95F9-940A-A8F7D708D78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9DF1287-A22A-E303-5DF4-ED5EBED64462}"/>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3B809B25-9DA4-6D83-D19A-F1A4FCD276A7}"/>
              </a:ext>
            </a:extLst>
          </p:cNvPr>
          <p:cNvSpPr>
            <a:spLocks noGrp="1"/>
          </p:cNvSpPr>
          <p:nvPr>
            <p:ph type="body" idx="1"/>
          </p:nvPr>
        </p:nvSpPr>
        <p:spPr/>
        <p:txBody>
          <a:bodyPr/>
          <a:lstStyle/>
          <a:p>
            <a:r>
              <a:rPr lang="zh-CN" altLang="zh-CN" dirty="0"/>
              <a:t>下面进入第五部分，总结与展望。</a:t>
            </a:r>
          </a:p>
          <a:p>
            <a:r>
              <a:rPr lang="zh-CN" altLang="zh-CN" dirty="0"/>
              <a:t>前面已经介绍了本文的问题背景、两阶段求解框架、具体方法以及实验结果。最后这一部分主要对当前研究工作进行总结，并说明后续还需要进一步完善的实验和研究内容。</a:t>
            </a:r>
          </a:p>
          <a:p>
            <a:endParaRPr lang="zh-CN" altLang="zh-CN" sz="120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DFE5FE45-3DEA-6A3E-5B52-7B884176FB4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A7BA04D-35DB-4812-994E-C6077FEFEA7C}"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77407451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D193BB-C94F-BB8F-9895-F3F4182A851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3F9EF0D-F89D-842C-E64C-40CD30F4F808}"/>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A7A8ED50-F0B2-8254-BB1A-DD7ECD369DEC}"/>
              </a:ext>
            </a:extLst>
          </p:cNvPr>
          <p:cNvSpPr>
            <a:spLocks noGrp="1"/>
          </p:cNvSpPr>
          <p:nvPr>
            <p:ph type="body" idx="1"/>
          </p:nvPr>
        </p:nvSpPr>
        <p:spPr/>
        <p:txBody>
          <a:bodyPr/>
          <a:lstStyle/>
          <a:p>
            <a:r>
              <a:rPr lang="zh-CN" altLang="zh-CN" dirty="0"/>
              <a:t>最后对本文的主要工作进行总结。</a:t>
            </a:r>
          </a:p>
          <a:p>
            <a:r>
              <a:rPr lang="zh-CN" altLang="zh-CN" dirty="0"/>
              <a:t>本文面向飞机脉动装配线中的资源配置与动态调度问题，采用离线与在线相结合的两阶段框架。离线阶段生成静态资源底座和初始调度方案，在线阶段则重点处理人员缺勤和设备故障等扰动下的资源调整与调度恢复。</a:t>
            </a:r>
          </a:p>
          <a:p>
            <a:r>
              <a:rPr lang="zh-CN" altLang="zh-CN" dirty="0"/>
              <a:t>在在线阶段，本文设计了动态资源池与资源访问边界机制，将资源编组、跨站借用、借入权限和站位保护等决策纳入统一框架。在此基础上，进一步提出MRG-HMARL方法，通过ready、borrow、protect和block四类关系描述工序就绪、资源借用、保护约束和阻塞传播，并采用分层策略完成资源启用、访问控制和站位执行决策。</a:t>
            </a:r>
          </a:p>
          <a:p>
            <a:r>
              <a:rPr lang="zh-CN" altLang="zh-CN" dirty="0"/>
              <a:t>实验结果表明，本文方法在Cycle Time和Smoothness Index两个指标上整体取得了较优结果。图关系消融和模块消融实验也说明，多关系图、动态资源池和分层资源决策对提升扰动恢复效率和整线平稳性均具有积极作用。</a:t>
            </a:r>
          </a:p>
          <a:p>
            <a:r>
              <a:rPr lang="zh-CN" altLang="zh-CN" dirty="0"/>
              <a:t>当然，当前研究仍有进一步扩展空间。后续可以考虑更多类型的复合扰动，例如工时变化、物料延迟、返工和紧急插单；也可以将扰动预测与在线恢复结合，形成预测与反应相结合的调度框架。同时，还需要在更大规模的数据集和真实装配场景中进一步验证方法的泛化能力和工程适用性。</a:t>
            </a:r>
          </a:p>
        </p:txBody>
      </p:sp>
      <p:sp>
        <p:nvSpPr>
          <p:cNvPr id="4" name="灯片编号占位符 3">
            <a:extLst>
              <a:ext uri="{FF2B5EF4-FFF2-40B4-BE49-F238E27FC236}">
                <a16:creationId xmlns:a16="http://schemas.microsoft.com/office/drawing/2014/main" id="{9AE6B330-E1B8-4DD0-AD99-1BAC8792CD64}"/>
              </a:ext>
            </a:extLst>
          </p:cNvPr>
          <p:cNvSpPr>
            <a:spLocks noGrp="1"/>
          </p:cNvSpPr>
          <p:nvPr>
            <p:ph type="sldNum" sz="quarter" idx="5"/>
          </p:nvPr>
        </p:nvSpPr>
        <p:spPr/>
        <p:txBody>
          <a:bodyPr/>
          <a:lstStyle/>
          <a:p>
            <a:fld id="{F93B141B-554D-4922-A770-E17A4D226BA3}" type="slidenum">
              <a:rPr lang="zh-CN" altLang="en-US" smtClean="0"/>
              <a:t>42</a:t>
            </a:fld>
            <a:endParaRPr lang="zh-CN" altLang="en-US"/>
          </a:p>
        </p:txBody>
      </p:sp>
    </p:spTree>
    <p:extLst>
      <p:ext uri="{BB962C8B-B14F-4D97-AF65-F5344CB8AC3E}">
        <p14:creationId xmlns:p14="http://schemas.microsoft.com/office/powerpoint/2010/main" val="254526478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9ECD5B-3535-88BF-4DED-C976412AE04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EBC9F3F-9A4E-7A93-F9A1-0EC6E82FC80F}"/>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991E7FF2-4E55-FFDC-118D-18F0B1569986}"/>
              </a:ext>
            </a:extLst>
          </p:cNvPr>
          <p:cNvSpPr>
            <a:spLocks noGrp="1"/>
          </p:cNvSpPr>
          <p:nvPr>
            <p:ph type="body" idx="1"/>
          </p:nvPr>
        </p:nvSpPr>
        <p:spPr/>
        <p:txBody>
          <a:bodyPr/>
          <a:lstStyle/>
          <a:p>
            <a:r>
              <a:rPr lang="zh-CN" altLang="zh-CN" dirty="0"/>
              <a:t>下一步主要从实验完善和论文投稿两个方面继续推进。</a:t>
            </a:r>
          </a:p>
          <a:p>
            <a:r>
              <a:rPr lang="zh-CN" altLang="zh-CN" dirty="0"/>
              <a:t>在实验方面，当前结果主要基于50道工序的数据集。后续计划进一步在300道工序和3182道工序的数据集上开展实验，重点验证算法在更大规模问题下的求解性能、稳定性和泛化能力。同时，还将补充具体案例分析，使动态资源调整和调度恢复过程更加直观。</a:t>
            </a:r>
          </a:p>
          <a:p>
            <a:r>
              <a:rPr lang="zh-CN" altLang="zh-CN"/>
              <a:t>在论文方面，后续将根据组会意见继续完善方法说明、实验结果和论文表达，计划在七月份完成论文修改并投稿。</a:t>
            </a:r>
          </a:p>
          <a:p>
            <a:endParaRPr lang="zh-CN" altLang="zh-CN" sz="120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E2C175F8-6722-B7F0-0B70-6528A7ACDA0C}"/>
              </a:ext>
            </a:extLst>
          </p:cNvPr>
          <p:cNvSpPr>
            <a:spLocks noGrp="1"/>
          </p:cNvSpPr>
          <p:nvPr>
            <p:ph type="sldNum" sz="quarter" idx="5"/>
          </p:nvPr>
        </p:nvSpPr>
        <p:spPr/>
        <p:txBody>
          <a:bodyPr/>
          <a:lstStyle/>
          <a:p>
            <a:fld id="{F93B141B-554D-4922-A770-E17A4D226BA3}" type="slidenum">
              <a:rPr lang="zh-CN" altLang="en-US" smtClean="0"/>
              <a:t>43</a:t>
            </a:fld>
            <a:endParaRPr lang="zh-CN" altLang="en-US"/>
          </a:p>
        </p:txBody>
      </p:sp>
    </p:spTree>
    <p:extLst>
      <p:ext uri="{BB962C8B-B14F-4D97-AF65-F5344CB8AC3E}">
        <p14:creationId xmlns:p14="http://schemas.microsoft.com/office/powerpoint/2010/main" val="302524813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12C9B-0ACA-E65E-695F-E1D94702A28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96A8DCD-E656-C28F-87E1-F37FD3981793}"/>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40E626AC-ABA7-0FFA-9AAA-976A0F0DF947}"/>
              </a:ext>
            </a:extLst>
          </p:cNvPr>
          <p:cNvSpPr>
            <a:spLocks noGrp="1"/>
          </p:cNvSpPr>
          <p:nvPr>
            <p:ph type="body" idx="1"/>
          </p:nvPr>
        </p:nvSpPr>
        <p:spPr/>
        <p:txBody>
          <a:bodyPr/>
          <a:lstStyle/>
          <a:p>
            <a:endParaRPr lang="zh-CN" altLang="zh-CN" sz="120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B6552111-6D7E-BD81-961F-BE237290617F}"/>
              </a:ext>
            </a:extLst>
          </p:cNvPr>
          <p:cNvSpPr>
            <a:spLocks noGrp="1"/>
          </p:cNvSpPr>
          <p:nvPr>
            <p:ph type="sldNum" sz="quarter" idx="5"/>
          </p:nvPr>
        </p:nvSpPr>
        <p:spPr/>
        <p:txBody>
          <a:bodyPr/>
          <a:lstStyle/>
          <a:p>
            <a:fld id="{F93B141B-554D-4922-A770-E17A4D226BA3}" type="slidenum">
              <a:rPr lang="zh-CN" altLang="en-US" smtClean="0"/>
              <a:t>44</a:t>
            </a:fld>
            <a:endParaRPr lang="zh-CN" altLang="en-US"/>
          </a:p>
        </p:txBody>
      </p:sp>
    </p:spTree>
    <p:extLst>
      <p:ext uri="{BB962C8B-B14F-4D97-AF65-F5344CB8AC3E}">
        <p14:creationId xmlns:p14="http://schemas.microsoft.com/office/powerpoint/2010/main" val="89237016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6FCF3F-868A-4AE5-4AC1-2D58AE0707B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E538A3F-B0FA-B603-FECF-F4C904B04BEE}"/>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637F4FB0-DEC7-947E-7D23-93D9AF30201E}"/>
              </a:ext>
            </a:extLst>
          </p:cNvPr>
          <p:cNvSpPr>
            <a:spLocks noGrp="1"/>
          </p:cNvSpPr>
          <p:nvPr>
            <p:ph type="body" idx="1"/>
          </p:nvPr>
        </p:nvSpPr>
        <p:spPr/>
        <p:txBody>
          <a:bodyPr/>
          <a:lstStyle/>
          <a:p>
            <a:endParaRPr lang="zh-CN" altLang="zh-CN" sz="120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5819AF92-081C-C4E7-FAFC-E66DD6316872}"/>
              </a:ext>
            </a:extLst>
          </p:cNvPr>
          <p:cNvSpPr>
            <a:spLocks noGrp="1"/>
          </p:cNvSpPr>
          <p:nvPr>
            <p:ph type="sldNum" sz="quarter" idx="5"/>
          </p:nvPr>
        </p:nvSpPr>
        <p:spPr/>
        <p:txBody>
          <a:bodyPr/>
          <a:lstStyle/>
          <a:p>
            <a:fld id="{F93B141B-554D-4922-A770-E17A4D226BA3}" type="slidenum">
              <a:rPr lang="zh-CN" altLang="en-US" smtClean="0"/>
              <a:t>45</a:t>
            </a:fld>
            <a:endParaRPr lang="zh-CN" altLang="en-US"/>
          </a:p>
        </p:txBody>
      </p:sp>
    </p:spTree>
    <p:extLst>
      <p:ext uri="{BB962C8B-B14F-4D97-AF65-F5344CB8AC3E}">
        <p14:creationId xmlns:p14="http://schemas.microsoft.com/office/powerpoint/2010/main" val="335881886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93B141B-554D-4922-A770-E17A4D226BA3}" type="slidenum">
              <a:rPr lang="zh-CN" altLang="en-US" smtClean="0"/>
              <a:t>46</a:t>
            </a:fld>
            <a:endParaRPr lang="zh-CN" altLang="en-US"/>
          </a:p>
        </p:txBody>
      </p:sp>
    </p:spTree>
    <p:extLst>
      <p:ext uri="{BB962C8B-B14F-4D97-AF65-F5344CB8AC3E}">
        <p14:creationId xmlns:p14="http://schemas.microsoft.com/office/powerpoint/2010/main" val="14795112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AE6B030D-3F58-4382-BEE0-1B8A2437FFAB}" type="datetimeFigureOut">
              <a:rPr lang="zh-CN" altLang="en-US" smtClean="0"/>
              <a:t>2026/6/19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EB60506-9FA9-4085-976E-9A9B293E2EE1}" type="slidenum">
              <a:rPr lang="zh-CN" altLang="en-US" smtClean="0"/>
              <a:t>‹#›</a:t>
            </a:fld>
            <a:endParaRPr lang="zh-CN" altLang="en-US"/>
          </a:p>
        </p:txBody>
      </p:sp>
    </p:spTree>
    <p:extLst>
      <p:ext uri="{BB962C8B-B14F-4D97-AF65-F5344CB8AC3E}">
        <p14:creationId xmlns:p14="http://schemas.microsoft.com/office/powerpoint/2010/main" val="4963160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AE6B030D-3F58-4382-BEE0-1B8A2437FFAB}" type="datetimeFigureOut">
              <a:rPr lang="zh-CN" altLang="en-US" smtClean="0"/>
              <a:t>2026/6/19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EB60506-9FA9-4085-976E-9A9B293E2EE1}" type="slidenum">
              <a:rPr lang="zh-CN" altLang="en-US" smtClean="0"/>
              <a:t>‹#›</a:t>
            </a:fld>
            <a:endParaRPr lang="zh-CN" altLang="en-US"/>
          </a:p>
        </p:txBody>
      </p:sp>
    </p:spTree>
    <p:extLst>
      <p:ext uri="{BB962C8B-B14F-4D97-AF65-F5344CB8AC3E}">
        <p14:creationId xmlns:p14="http://schemas.microsoft.com/office/powerpoint/2010/main" val="37334521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AE6B030D-3F58-4382-BEE0-1B8A2437FFAB}" type="datetimeFigureOut">
              <a:rPr lang="zh-CN" altLang="en-US" smtClean="0"/>
              <a:t>2026/6/19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EB60506-9FA9-4085-976E-9A9B293E2EE1}" type="slidenum">
              <a:rPr lang="zh-CN" altLang="en-US" smtClean="0"/>
              <a:t>‹#›</a:t>
            </a:fld>
            <a:endParaRPr lang="zh-CN" altLang="en-US"/>
          </a:p>
        </p:txBody>
      </p:sp>
    </p:spTree>
    <p:extLst>
      <p:ext uri="{BB962C8B-B14F-4D97-AF65-F5344CB8AC3E}">
        <p14:creationId xmlns:p14="http://schemas.microsoft.com/office/powerpoint/2010/main" val="6467851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AE6B030D-3F58-4382-BEE0-1B8A2437FFAB}" type="datetimeFigureOut">
              <a:rPr lang="zh-CN" altLang="en-US" smtClean="0"/>
              <a:t>2026/6/19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EB60506-9FA9-4085-976E-9A9B293E2EE1}" type="slidenum">
              <a:rPr lang="zh-CN" altLang="en-US" smtClean="0"/>
              <a:t>‹#›</a:t>
            </a:fld>
            <a:endParaRPr lang="zh-CN" altLang="en-US"/>
          </a:p>
        </p:txBody>
      </p:sp>
    </p:spTree>
    <p:extLst>
      <p:ext uri="{BB962C8B-B14F-4D97-AF65-F5344CB8AC3E}">
        <p14:creationId xmlns:p14="http://schemas.microsoft.com/office/powerpoint/2010/main" val="42576049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AE6B030D-3F58-4382-BEE0-1B8A2437FFAB}" type="datetimeFigureOut">
              <a:rPr lang="zh-CN" altLang="en-US" smtClean="0"/>
              <a:t>2026/6/19</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EEB60506-9FA9-4085-976E-9A9B293E2EE1}" type="slidenum">
              <a:rPr lang="zh-CN" altLang="en-US" smtClean="0"/>
              <a:t>‹#›</a:t>
            </a:fld>
            <a:endParaRPr lang="zh-CN" altLang="en-US"/>
          </a:p>
        </p:txBody>
      </p:sp>
    </p:spTree>
    <p:extLst>
      <p:ext uri="{BB962C8B-B14F-4D97-AF65-F5344CB8AC3E}">
        <p14:creationId xmlns:p14="http://schemas.microsoft.com/office/powerpoint/2010/main" val="16026263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AE6B030D-3F58-4382-BEE0-1B8A2437FFAB}" type="datetimeFigureOut">
              <a:rPr lang="zh-CN" altLang="en-US" smtClean="0"/>
              <a:t>2026/6/19</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EEB60506-9FA9-4085-976E-9A9B293E2EE1}" type="slidenum">
              <a:rPr lang="zh-CN" altLang="en-US" smtClean="0"/>
              <a:t>‹#›</a:t>
            </a:fld>
            <a:endParaRPr lang="zh-CN" altLang="en-US"/>
          </a:p>
        </p:txBody>
      </p:sp>
    </p:spTree>
    <p:extLst>
      <p:ext uri="{BB962C8B-B14F-4D97-AF65-F5344CB8AC3E}">
        <p14:creationId xmlns:p14="http://schemas.microsoft.com/office/powerpoint/2010/main" val="16008011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E6B030D-3F58-4382-BEE0-1B8A2437FFAB}" type="datetimeFigureOut">
              <a:rPr lang="zh-CN" altLang="en-US" smtClean="0"/>
              <a:t>2026/6/19</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EEB60506-9FA9-4085-976E-9A9B293E2EE1}" type="slidenum">
              <a:rPr lang="zh-CN" altLang="en-US" smtClean="0"/>
              <a:t>‹#›</a:t>
            </a:fld>
            <a:endParaRPr lang="zh-CN" altLang="en-US"/>
          </a:p>
        </p:txBody>
      </p:sp>
    </p:spTree>
    <p:extLst>
      <p:ext uri="{BB962C8B-B14F-4D97-AF65-F5344CB8AC3E}">
        <p14:creationId xmlns:p14="http://schemas.microsoft.com/office/powerpoint/2010/main" val="21555716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AE6B030D-3F58-4382-BEE0-1B8A2437FFAB}" type="datetimeFigureOut">
              <a:rPr lang="zh-CN" altLang="en-US" smtClean="0"/>
              <a:t>2026/6/19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EB60506-9FA9-4085-976E-9A9B293E2EE1}" type="slidenum">
              <a:rPr lang="zh-CN" altLang="en-US" smtClean="0"/>
              <a:t>‹#›</a:t>
            </a:fld>
            <a:endParaRPr lang="zh-CN" altLang="en-US"/>
          </a:p>
        </p:txBody>
      </p:sp>
    </p:spTree>
    <p:extLst>
      <p:ext uri="{BB962C8B-B14F-4D97-AF65-F5344CB8AC3E}">
        <p14:creationId xmlns:p14="http://schemas.microsoft.com/office/powerpoint/2010/main" val="17065662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AE6B030D-3F58-4382-BEE0-1B8A2437FFAB}" type="datetimeFigureOut">
              <a:rPr lang="zh-CN" altLang="en-US" smtClean="0"/>
              <a:t>2026/6/19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EB60506-9FA9-4085-976E-9A9B293E2EE1}" type="slidenum">
              <a:rPr lang="zh-CN" altLang="en-US" smtClean="0"/>
              <a:t>‹#›</a:t>
            </a:fld>
            <a:endParaRPr lang="zh-CN" altLang="en-US"/>
          </a:p>
        </p:txBody>
      </p:sp>
    </p:spTree>
    <p:extLst>
      <p:ext uri="{BB962C8B-B14F-4D97-AF65-F5344CB8AC3E}">
        <p14:creationId xmlns:p14="http://schemas.microsoft.com/office/powerpoint/2010/main" val="2645984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AE6B030D-3F58-4382-BEE0-1B8A2437FFAB}" type="datetimeFigureOut">
              <a:rPr lang="zh-CN" altLang="en-US" smtClean="0"/>
              <a:t>2026/6/19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EB60506-9FA9-4085-976E-9A9B293E2EE1}" type="slidenum">
              <a:rPr lang="zh-CN" altLang="en-US" smtClean="0"/>
              <a:t>‹#›</a:t>
            </a:fld>
            <a:endParaRPr lang="zh-CN" altLang="en-US"/>
          </a:p>
        </p:txBody>
      </p:sp>
    </p:spTree>
    <p:extLst>
      <p:ext uri="{BB962C8B-B14F-4D97-AF65-F5344CB8AC3E}">
        <p14:creationId xmlns:p14="http://schemas.microsoft.com/office/powerpoint/2010/main" val="36372507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AE6B030D-3F58-4382-BEE0-1B8A2437FFAB}" type="datetimeFigureOut">
              <a:rPr lang="zh-CN" altLang="en-US" smtClean="0"/>
              <a:t>2026/6/19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EB60506-9FA9-4085-976E-9A9B293E2EE1}" type="slidenum">
              <a:rPr lang="zh-CN" altLang="en-US" smtClean="0"/>
              <a:t>‹#›</a:t>
            </a:fld>
            <a:endParaRPr lang="zh-CN" altLang="en-US"/>
          </a:p>
        </p:txBody>
      </p:sp>
    </p:spTree>
    <p:extLst>
      <p:ext uri="{BB962C8B-B14F-4D97-AF65-F5344CB8AC3E}">
        <p14:creationId xmlns:p14="http://schemas.microsoft.com/office/powerpoint/2010/main" val="1527940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空白">
    <p:spTree>
      <p:nvGrpSpPr>
        <p:cNvPr id="1" name=""/>
        <p:cNvGrpSpPr/>
        <p:nvPr/>
      </p:nvGrpSpPr>
      <p:grpSpPr>
        <a:xfrm>
          <a:off x="0" y="0"/>
          <a:ext cx="0" cy="0"/>
          <a:chOff x="0" y="0"/>
          <a:chExt cx="0" cy="0"/>
        </a:xfrm>
      </p:grpSpPr>
      <p:sp>
        <p:nvSpPr>
          <p:cNvPr id="9" name="文本占位符 8"/>
          <p:cNvSpPr>
            <a:spLocks noGrp="1"/>
          </p:cNvSpPr>
          <p:nvPr>
            <p:ph type="body" sz="quarter" idx="10"/>
          </p:nvPr>
        </p:nvSpPr>
        <p:spPr>
          <a:xfrm>
            <a:off x="1248042" y="231000"/>
            <a:ext cx="3643312" cy="406400"/>
          </a:xfrm>
          <a:prstGeom prst="rect">
            <a:avLst/>
          </a:prstGeom>
        </p:spPr>
        <p:txBody>
          <a:bodyPr>
            <a:noAutofit/>
          </a:bodyPr>
          <a:lstStyle>
            <a:lvl1pPr marL="0" indent="0">
              <a:buFontTx/>
              <a:buNone/>
              <a:defRPr sz="2800" b="1" spc="300">
                <a:solidFill>
                  <a:schemeClr val="accent1"/>
                </a:solidFill>
                <a:latin typeface="微软雅黑" panose="020B0503020204020204" pitchFamily="34" charset="-122"/>
                <a:ea typeface="微软雅黑" panose="020B0503020204020204" pitchFamily="3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endParaRPr lang="zh-CN" altLang="en-US" dirty="0"/>
          </a:p>
        </p:txBody>
      </p:sp>
      <p:sp>
        <p:nvSpPr>
          <p:cNvPr id="2" name="矩形 1">
            <a:extLst>
              <a:ext uri="{FF2B5EF4-FFF2-40B4-BE49-F238E27FC236}">
                <a16:creationId xmlns:a16="http://schemas.microsoft.com/office/drawing/2014/main" id="{3EFEDC58-3A32-3E29-719C-F04917DA31EA}"/>
              </a:ext>
            </a:extLst>
          </p:cNvPr>
          <p:cNvSpPr/>
          <p:nvPr userDrawn="1"/>
        </p:nvSpPr>
        <p:spPr>
          <a:xfrm>
            <a:off x="481013" y="251517"/>
            <a:ext cx="106362" cy="36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a:extLst>
              <a:ext uri="{FF2B5EF4-FFF2-40B4-BE49-F238E27FC236}">
                <a16:creationId xmlns:a16="http://schemas.microsoft.com/office/drawing/2014/main" id="{F45C4CCD-0D04-ECB8-8643-B646B1EF301E}"/>
              </a:ext>
            </a:extLst>
          </p:cNvPr>
          <p:cNvSpPr/>
          <p:nvPr userDrawn="1"/>
        </p:nvSpPr>
        <p:spPr>
          <a:xfrm>
            <a:off x="646906" y="251517"/>
            <a:ext cx="545307" cy="36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 name="直接连接符 3">
            <a:extLst>
              <a:ext uri="{FF2B5EF4-FFF2-40B4-BE49-F238E27FC236}">
                <a16:creationId xmlns:a16="http://schemas.microsoft.com/office/drawing/2014/main" id="{879DCEBF-0693-8EF9-2797-CD919B26BFF1}"/>
              </a:ext>
            </a:extLst>
          </p:cNvPr>
          <p:cNvCxnSpPr>
            <a:cxnSpLocks/>
          </p:cNvCxnSpPr>
          <p:nvPr userDrawn="1"/>
        </p:nvCxnSpPr>
        <p:spPr>
          <a:xfrm>
            <a:off x="491331" y="769865"/>
            <a:ext cx="11209338"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7" name="图片 6">
            <a:extLst>
              <a:ext uri="{FF2B5EF4-FFF2-40B4-BE49-F238E27FC236}">
                <a16:creationId xmlns:a16="http://schemas.microsoft.com/office/drawing/2014/main" id="{57119155-A69E-C29F-1B32-6DF9CE2E6A0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912577" y="211310"/>
            <a:ext cx="1788092" cy="431989"/>
          </a:xfrm>
          <a:prstGeom prst="rect">
            <a:avLst/>
          </a:prstGeom>
        </p:spPr>
      </p:pic>
    </p:spTree>
    <p:extLst>
      <p:ext uri="{BB962C8B-B14F-4D97-AF65-F5344CB8AC3E}">
        <p14:creationId xmlns:p14="http://schemas.microsoft.com/office/powerpoint/2010/main" val="284307518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_空白">
    <p:spTree>
      <p:nvGrpSpPr>
        <p:cNvPr id="1" name=""/>
        <p:cNvGrpSpPr/>
        <p:nvPr/>
      </p:nvGrpSpPr>
      <p:grpSpPr>
        <a:xfrm>
          <a:off x="0" y="0"/>
          <a:ext cx="0" cy="0"/>
          <a:chOff x="0" y="0"/>
          <a:chExt cx="0" cy="0"/>
        </a:xfrm>
      </p:grpSpPr>
      <p:sp>
        <p:nvSpPr>
          <p:cNvPr id="9" name="文本占位符 8"/>
          <p:cNvSpPr>
            <a:spLocks noGrp="1"/>
          </p:cNvSpPr>
          <p:nvPr>
            <p:ph type="body" sz="quarter" idx="10"/>
          </p:nvPr>
        </p:nvSpPr>
        <p:spPr>
          <a:xfrm>
            <a:off x="1248042" y="231000"/>
            <a:ext cx="3643312" cy="406400"/>
          </a:xfrm>
          <a:prstGeom prst="rect">
            <a:avLst/>
          </a:prstGeom>
        </p:spPr>
        <p:txBody>
          <a:bodyPr>
            <a:noAutofit/>
          </a:bodyPr>
          <a:lstStyle>
            <a:lvl1pPr marL="0" indent="0">
              <a:buFontTx/>
              <a:buNone/>
              <a:defRPr sz="2800" b="1" spc="300">
                <a:solidFill>
                  <a:schemeClr val="accent1"/>
                </a:solidFill>
                <a:latin typeface="微软雅黑" panose="020B0503020204020204" pitchFamily="34" charset="-122"/>
                <a:ea typeface="微软雅黑" panose="020B0503020204020204" pitchFamily="3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endParaRPr lang="zh-CN" altLang="en-US" dirty="0"/>
          </a:p>
        </p:txBody>
      </p:sp>
      <p:sp>
        <p:nvSpPr>
          <p:cNvPr id="2" name="矩形 1">
            <a:extLst>
              <a:ext uri="{FF2B5EF4-FFF2-40B4-BE49-F238E27FC236}">
                <a16:creationId xmlns:a16="http://schemas.microsoft.com/office/drawing/2014/main" id="{3EFEDC58-3A32-3E29-719C-F04917DA31EA}"/>
              </a:ext>
            </a:extLst>
          </p:cNvPr>
          <p:cNvSpPr/>
          <p:nvPr userDrawn="1"/>
        </p:nvSpPr>
        <p:spPr>
          <a:xfrm>
            <a:off x="481013" y="251517"/>
            <a:ext cx="106362" cy="36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a:extLst>
              <a:ext uri="{FF2B5EF4-FFF2-40B4-BE49-F238E27FC236}">
                <a16:creationId xmlns:a16="http://schemas.microsoft.com/office/drawing/2014/main" id="{F45C4CCD-0D04-ECB8-8643-B646B1EF301E}"/>
              </a:ext>
            </a:extLst>
          </p:cNvPr>
          <p:cNvSpPr/>
          <p:nvPr userDrawn="1"/>
        </p:nvSpPr>
        <p:spPr>
          <a:xfrm>
            <a:off x="646906" y="251517"/>
            <a:ext cx="545307" cy="36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 name="直接连接符 3">
            <a:extLst>
              <a:ext uri="{FF2B5EF4-FFF2-40B4-BE49-F238E27FC236}">
                <a16:creationId xmlns:a16="http://schemas.microsoft.com/office/drawing/2014/main" id="{879DCEBF-0693-8EF9-2797-CD919B26BFF1}"/>
              </a:ext>
            </a:extLst>
          </p:cNvPr>
          <p:cNvCxnSpPr>
            <a:cxnSpLocks/>
          </p:cNvCxnSpPr>
          <p:nvPr userDrawn="1"/>
        </p:nvCxnSpPr>
        <p:spPr>
          <a:xfrm>
            <a:off x="491331" y="769865"/>
            <a:ext cx="11209338"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97445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5_空白">
    <p:spTree>
      <p:nvGrpSpPr>
        <p:cNvPr id="1" name=""/>
        <p:cNvGrpSpPr/>
        <p:nvPr/>
      </p:nvGrpSpPr>
      <p:grpSpPr>
        <a:xfrm>
          <a:off x="0" y="0"/>
          <a:ext cx="0" cy="0"/>
          <a:chOff x="0" y="0"/>
          <a:chExt cx="0" cy="0"/>
        </a:xfrm>
      </p:grpSpPr>
      <p:sp>
        <p:nvSpPr>
          <p:cNvPr id="9" name="文本占位符 8"/>
          <p:cNvSpPr>
            <a:spLocks noGrp="1"/>
          </p:cNvSpPr>
          <p:nvPr>
            <p:ph type="body" sz="quarter" idx="10"/>
          </p:nvPr>
        </p:nvSpPr>
        <p:spPr>
          <a:xfrm>
            <a:off x="1248042" y="454250"/>
            <a:ext cx="3643312" cy="566607"/>
          </a:xfrm>
          <a:prstGeom prst="rect">
            <a:avLst/>
          </a:prstGeom>
        </p:spPr>
        <p:txBody>
          <a:bodyPr>
            <a:noAutofit/>
          </a:bodyPr>
          <a:lstStyle>
            <a:lvl1pPr marL="0" indent="0">
              <a:buFontTx/>
              <a:buNone/>
              <a:defRPr sz="2800" b="1" spc="300">
                <a:solidFill>
                  <a:schemeClr val="accent1"/>
                </a:solidFill>
                <a:latin typeface="微软雅黑" panose="020B0503020204020204" pitchFamily="34" charset="-122"/>
                <a:ea typeface="微软雅黑" panose="020B0503020204020204" pitchFamily="3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endParaRPr lang="zh-CN" altLang="en-US" dirty="0"/>
          </a:p>
        </p:txBody>
      </p:sp>
      <p:sp>
        <p:nvSpPr>
          <p:cNvPr id="2" name="矩形 1">
            <a:extLst>
              <a:ext uri="{FF2B5EF4-FFF2-40B4-BE49-F238E27FC236}">
                <a16:creationId xmlns:a16="http://schemas.microsoft.com/office/drawing/2014/main" id="{3EFEDC58-3A32-3E29-719C-F04917DA31EA}"/>
              </a:ext>
            </a:extLst>
          </p:cNvPr>
          <p:cNvSpPr/>
          <p:nvPr userDrawn="1"/>
        </p:nvSpPr>
        <p:spPr>
          <a:xfrm>
            <a:off x="481013" y="454250"/>
            <a:ext cx="106362" cy="54072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a:extLst>
              <a:ext uri="{FF2B5EF4-FFF2-40B4-BE49-F238E27FC236}">
                <a16:creationId xmlns:a16="http://schemas.microsoft.com/office/drawing/2014/main" id="{F45C4CCD-0D04-ECB8-8643-B646B1EF301E}"/>
              </a:ext>
            </a:extLst>
          </p:cNvPr>
          <p:cNvSpPr/>
          <p:nvPr userDrawn="1"/>
        </p:nvSpPr>
        <p:spPr>
          <a:xfrm>
            <a:off x="646906" y="454250"/>
            <a:ext cx="545307" cy="54072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 name="直接连接符 3">
            <a:extLst>
              <a:ext uri="{FF2B5EF4-FFF2-40B4-BE49-F238E27FC236}">
                <a16:creationId xmlns:a16="http://schemas.microsoft.com/office/drawing/2014/main" id="{879DCEBF-0693-8EF9-2797-CD919B26BFF1}"/>
              </a:ext>
            </a:extLst>
          </p:cNvPr>
          <p:cNvCxnSpPr>
            <a:cxnSpLocks/>
          </p:cNvCxnSpPr>
          <p:nvPr userDrawn="1"/>
        </p:nvCxnSpPr>
        <p:spPr>
          <a:xfrm>
            <a:off x="491331" y="1153322"/>
            <a:ext cx="11209338"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9026144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7_空白">
    <p:spTree>
      <p:nvGrpSpPr>
        <p:cNvPr id="1" name=""/>
        <p:cNvGrpSpPr/>
        <p:nvPr/>
      </p:nvGrpSpPr>
      <p:grpSpPr>
        <a:xfrm>
          <a:off x="0" y="0"/>
          <a:ext cx="0" cy="0"/>
          <a:chOff x="0" y="0"/>
          <a:chExt cx="0" cy="0"/>
        </a:xfrm>
      </p:grpSpPr>
      <p:sp>
        <p:nvSpPr>
          <p:cNvPr id="9" name="文本占位符 8"/>
          <p:cNvSpPr>
            <a:spLocks noGrp="1"/>
          </p:cNvSpPr>
          <p:nvPr>
            <p:ph type="body" sz="quarter" idx="10"/>
          </p:nvPr>
        </p:nvSpPr>
        <p:spPr>
          <a:xfrm>
            <a:off x="1248042" y="306769"/>
            <a:ext cx="3643312" cy="566607"/>
          </a:xfrm>
          <a:prstGeom prst="rect">
            <a:avLst/>
          </a:prstGeom>
        </p:spPr>
        <p:txBody>
          <a:bodyPr>
            <a:noAutofit/>
          </a:bodyPr>
          <a:lstStyle>
            <a:lvl1pPr marL="0" indent="0">
              <a:buFontTx/>
              <a:buNone/>
              <a:defRPr sz="2800" b="1" spc="300">
                <a:solidFill>
                  <a:schemeClr val="accent1"/>
                </a:solidFill>
                <a:latin typeface="微软雅黑" panose="020B0503020204020204" pitchFamily="34" charset="-122"/>
                <a:ea typeface="微软雅黑" panose="020B0503020204020204" pitchFamily="3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endParaRPr lang="zh-CN" altLang="en-US" dirty="0"/>
          </a:p>
        </p:txBody>
      </p:sp>
      <p:sp>
        <p:nvSpPr>
          <p:cNvPr id="2" name="矩形 1">
            <a:extLst>
              <a:ext uri="{FF2B5EF4-FFF2-40B4-BE49-F238E27FC236}">
                <a16:creationId xmlns:a16="http://schemas.microsoft.com/office/drawing/2014/main" id="{3EFEDC58-3A32-3E29-719C-F04917DA31EA}"/>
              </a:ext>
            </a:extLst>
          </p:cNvPr>
          <p:cNvSpPr/>
          <p:nvPr userDrawn="1"/>
        </p:nvSpPr>
        <p:spPr>
          <a:xfrm>
            <a:off x="481013" y="306769"/>
            <a:ext cx="106362" cy="54072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a:extLst>
              <a:ext uri="{FF2B5EF4-FFF2-40B4-BE49-F238E27FC236}">
                <a16:creationId xmlns:a16="http://schemas.microsoft.com/office/drawing/2014/main" id="{F45C4CCD-0D04-ECB8-8643-B646B1EF301E}"/>
              </a:ext>
            </a:extLst>
          </p:cNvPr>
          <p:cNvSpPr/>
          <p:nvPr userDrawn="1"/>
        </p:nvSpPr>
        <p:spPr>
          <a:xfrm>
            <a:off x="646906" y="306769"/>
            <a:ext cx="545307" cy="54072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 name="直接连接符 3">
            <a:extLst>
              <a:ext uri="{FF2B5EF4-FFF2-40B4-BE49-F238E27FC236}">
                <a16:creationId xmlns:a16="http://schemas.microsoft.com/office/drawing/2014/main" id="{879DCEBF-0693-8EF9-2797-CD919B26BFF1}"/>
              </a:ext>
            </a:extLst>
          </p:cNvPr>
          <p:cNvCxnSpPr>
            <a:cxnSpLocks/>
          </p:cNvCxnSpPr>
          <p:nvPr userDrawn="1"/>
        </p:nvCxnSpPr>
        <p:spPr>
          <a:xfrm>
            <a:off x="491331" y="982245"/>
            <a:ext cx="11209338"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6928659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6_空白">
    <p:spTree>
      <p:nvGrpSpPr>
        <p:cNvPr id="1" name=""/>
        <p:cNvGrpSpPr/>
        <p:nvPr/>
      </p:nvGrpSpPr>
      <p:grpSpPr>
        <a:xfrm>
          <a:off x="0" y="0"/>
          <a:ext cx="0" cy="0"/>
          <a:chOff x="0" y="0"/>
          <a:chExt cx="0" cy="0"/>
        </a:xfrm>
      </p:grpSpPr>
      <p:sp>
        <p:nvSpPr>
          <p:cNvPr id="9" name="文本占位符 8"/>
          <p:cNvSpPr>
            <a:spLocks noGrp="1"/>
          </p:cNvSpPr>
          <p:nvPr>
            <p:ph type="body" sz="quarter" idx="10"/>
          </p:nvPr>
        </p:nvSpPr>
        <p:spPr>
          <a:xfrm>
            <a:off x="4274344" y="454250"/>
            <a:ext cx="3643312" cy="566607"/>
          </a:xfrm>
          <a:prstGeom prst="rect">
            <a:avLst/>
          </a:prstGeom>
        </p:spPr>
        <p:txBody>
          <a:bodyPr>
            <a:noAutofit/>
          </a:bodyPr>
          <a:lstStyle>
            <a:lvl1pPr marL="0" indent="0">
              <a:buFontTx/>
              <a:buNone/>
              <a:defRPr sz="2800" b="1" spc="300">
                <a:solidFill>
                  <a:schemeClr val="accent1"/>
                </a:solidFill>
                <a:latin typeface="微软雅黑" panose="020B0503020204020204" pitchFamily="34" charset="-122"/>
                <a:ea typeface="微软雅黑" panose="020B0503020204020204" pitchFamily="3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endParaRPr lang="zh-CN" altLang="en-US" dirty="0"/>
          </a:p>
        </p:txBody>
      </p:sp>
      <p:cxnSp>
        <p:nvCxnSpPr>
          <p:cNvPr id="4" name="直接连接符 3">
            <a:extLst>
              <a:ext uri="{FF2B5EF4-FFF2-40B4-BE49-F238E27FC236}">
                <a16:creationId xmlns:a16="http://schemas.microsoft.com/office/drawing/2014/main" id="{879DCEBF-0693-8EF9-2797-CD919B26BFF1}"/>
              </a:ext>
            </a:extLst>
          </p:cNvPr>
          <p:cNvCxnSpPr>
            <a:cxnSpLocks/>
          </p:cNvCxnSpPr>
          <p:nvPr userDrawn="1"/>
        </p:nvCxnSpPr>
        <p:spPr>
          <a:xfrm>
            <a:off x="491331" y="1153322"/>
            <a:ext cx="11209338"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423381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2_空白">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CBCB69B7-24FD-A137-D039-12F19A35CD99}"/>
              </a:ext>
            </a:extLst>
          </p:cNvPr>
          <p:cNvSpPr/>
          <p:nvPr userDrawn="1"/>
        </p:nvSpPr>
        <p:spPr>
          <a:xfrm>
            <a:off x="0" y="1953000"/>
            <a:ext cx="12192000" cy="2952000"/>
          </a:xfrm>
          <a:prstGeom prst="rect">
            <a:avLst/>
          </a:prstGeom>
          <a:gradFill flip="none" rotWithShape="1">
            <a:gsLst>
              <a:gs pos="100000">
                <a:schemeClr val="accent1"/>
              </a:gs>
              <a:gs pos="0">
                <a:schemeClr val="accent1">
                  <a:alpha val="7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a:extLst>
              <a:ext uri="{FF2B5EF4-FFF2-40B4-BE49-F238E27FC236}">
                <a16:creationId xmlns:a16="http://schemas.microsoft.com/office/drawing/2014/main" id="{43428760-763A-B166-089A-F51993A11D2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927264" y="5561587"/>
            <a:ext cx="2337473" cy="564716"/>
          </a:xfrm>
          <a:prstGeom prst="rect">
            <a:avLst/>
          </a:prstGeom>
        </p:spPr>
      </p:pic>
    </p:spTree>
    <p:extLst>
      <p:ext uri="{BB962C8B-B14F-4D97-AF65-F5344CB8AC3E}">
        <p14:creationId xmlns:p14="http://schemas.microsoft.com/office/powerpoint/2010/main" val="282233500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EA765DC-8916-742A-9F7B-52CA4AA36C2A}"/>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6768CD1A-8361-1B0F-F527-FE9C9B3AE242}"/>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E924F11-CD91-EFCF-C85F-8421BCAE758D}"/>
              </a:ext>
            </a:extLst>
          </p:cNvPr>
          <p:cNvSpPr>
            <a:spLocks noGrp="1"/>
          </p:cNvSpPr>
          <p:nvPr>
            <p:ph type="dt" sz="half" idx="10"/>
          </p:nvPr>
        </p:nvSpPr>
        <p:spPr/>
        <p:txBody>
          <a:bodyPr/>
          <a:lstStyle/>
          <a:p>
            <a:fld id="{4BCDBA34-7A7E-4808-AB87-0F41496EB64D}" type="datetimeFigureOut">
              <a:rPr lang="zh-CN" altLang="en-US" smtClean="0"/>
              <a:t>2026/6/19</a:t>
            </a:fld>
            <a:endParaRPr lang="zh-CN" altLang="en-US"/>
          </a:p>
        </p:txBody>
      </p:sp>
      <p:sp>
        <p:nvSpPr>
          <p:cNvPr id="5" name="页脚占位符 4">
            <a:extLst>
              <a:ext uri="{FF2B5EF4-FFF2-40B4-BE49-F238E27FC236}">
                <a16:creationId xmlns:a16="http://schemas.microsoft.com/office/drawing/2014/main" id="{B257519B-233A-29A2-5A76-4C633CD4189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87F9033-E1F5-6558-6157-3CEE871D40DA}"/>
              </a:ext>
            </a:extLst>
          </p:cNvPr>
          <p:cNvSpPr>
            <a:spLocks noGrp="1"/>
          </p:cNvSpPr>
          <p:nvPr>
            <p:ph type="sldNum" sz="quarter" idx="12"/>
          </p:nvPr>
        </p:nvSpPr>
        <p:spPr/>
        <p:txBody>
          <a:bodyPr/>
          <a:lstStyle/>
          <a:p>
            <a:fld id="{56D059E5-3D9A-4CB3-B922-6CA2C0162BE4}" type="slidenum">
              <a:rPr lang="zh-CN" altLang="en-US" smtClean="0"/>
              <a:t>‹#›</a:t>
            </a:fld>
            <a:endParaRPr lang="zh-CN" altLang="en-US"/>
          </a:p>
        </p:txBody>
      </p:sp>
    </p:spTree>
    <p:extLst>
      <p:ext uri="{BB962C8B-B14F-4D97-AF65-F5344CB8AC3E}">
        <p14:creationId xmlns:p14="http://schemas.microsoft.com/office/powerpoint/2010/main" val="124780085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18F3588-CFCB-E987-A09B-F04C125FE51A}"/>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1F9F3821-3675-68D5-7CBB-7D13FFD6CA5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4B79742E-BF29-4B3C-9354-EAAABE63B7A8}"/>
              </a:ext>
            </a:extLst>
          </p:cNvPr>
          <p:cNvSpPr>
            <a:spLocks noGrp="1"/>
          </p:cNvSpPr>
          <p:nvPr>
            <p:ph type="dt" sz="half" idx="10"/>
          </p:nvPr>
        </p:nvSpPr>
        <p:spPr/>
        <p:txBody>
          <a:bodyPr/>
          <a:lstStyle/>
          <a:p>
            <a:fld id="{4BCDBA34-7A7E-4808-AB87-0F41496EB64D}" type="datetimeFigureOut">
              <a:rPr lang="zh-CN" altLang="en-US" smtClean="0"/>
              <a:t>2026/6/19</a:t>
            </a:fld>
            <a:endParaRPr lang="zh-CN" altLang="en-US"/>
          </a:p>
        </p:txBody>
      </p:sp>
      <p:sp>
        <p:nvSpPr>
          <p:cNvPr id="5" name="页脚占位符 4">
            <a:extLst>
              <a:ext uri="{FF2B5EF4-FFF2-40B4-BE49-F238E27FC236}">
                <a16:creationId xmlns:a16="http://schemas.microsoft.com/office/drawing/2014/main" id="{ECF03393-5E48-5493-9E89-F8392CCFBD3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3D6076C-7F57-BF1D-4BF7-9A243E114F32}"/>
              </a:ext>
            </a:extLst>
          </p:cNvPr>
          <p:cNvSpPr>
            <a:spLocks noGrp="1"/>
          </p:cNvSpPr>
          <p:nvPr>
            <p:ph type="sldNum" sz="quarter" idx="12"/>
          </p:nvPr>
        </p:nvSpPr>
        <p:spPr/>
        <p:txBody>
          <a:bodyPr/>
          <a:lstStyle/>
          <a:p>
            <a:fld id="{56D059E5-3D9A-4CB3-B922-6CA2C0162BE4}" type="slidenum">
              <a:rPr lang="zh-CN" altLang="en-US" smtClean="0"/>
              <a:t>‹#›</a:t>
            </a:fld>
            <a:endParaRPr lang="zh-CN" altLang="en-US"/>
          </a:p>
        </p:txBody>
      </p:sp>
    </p:spTree>
    <p:extLst>
      <p:ext uri="{BB962C8B-B14F-4D97-AF65-F5344CB8AC3E}">
        <p14:creationId xmlns:p14="http://schemas.microsoft.com/office/powerpoint/2010/main" val="40703257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15F1E4F-6369-D767-FFB9-9C279850615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D903D14-BEF3-9412-1C98-CD7579DBF953}"/>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E4C78879-0D29-5532-990E-9A2D538F0117}"/>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BCC76E8F-159C-1C6F-E554-8C33C14C52F5}"/>
              </a:ext>
            </a:extLst>
          </p:cNvPr>
          <p:cNvSpPr>
            <a:spLocks noGrp="1"/>
          </p:cNvSpPr>
          <p:nvPr>
            <p:ph type="dt" sz="half" idx="10"/>
          </p:nvPr>
        </p:nvSpPr>
        <p:spPr/>
        <p:txBody>
          <a:bodyPr/>
          <a:lstStyle/>
          <a:p>
            <a:fld id="{4BCDBA34-7A7E-4808-AB87-0F41496EB64D}" type="datetimeFigureOut">
              <a:rPr lang="zh-CN" altLang="en-US" smtClean="0"/>
              <a:t>2026/6/19</a:t>
            </a:fld>
            <a:endParaRPr lang="zh-CN" altLang="en-US"/>
          </a:p>
        </p:txBody>
      </p:sp>
      <p:sp>
        <p:nvSpPr>
          <p:cNvPr id="6" name="页脚占位符 5">
            <a:extLst>
              <a:ext uri="{FF2B5EF4-FFF2-40B4-BE49-F238E27FC236}">
                <a16:creationId xmlns:a16="http://schemas.microsoft.com/office/drawing/2014/main" id="{60F7A6CB-6E5E-6104-F6EB-CE9C000A957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6EE6DFB6-DDD6-5C68-9BF3-48C67CA3308C}"/>
              </a:ext>
            </a:extLst>
          </p:cNvPr>
          <p:cNvSpPr>
            <a:spLocks noGrp="1"/>
          </p:cNvSpPr>
          <p:nvPr>
            <p:ph type="sldNum" sz="quarter" idx="12"/>
          </p:nvPr>
        </p:nvSpPr>
        <p:spPr/>
        <p:txBody>
          <a:bodyPr/>
          <a:lstStyle/>
          <a:p>
            <a:fld id="{56D059E5-3D9A-4CB3-B922-6CA2C0162BE4}" type="slidenum">
              <a:rPr lang="zh-CN" altLang="en-US" smtClean="0"/>
              <a:t>‹#›</a:t>
            </a:fld>
            <a:endParaRPr lang="zh-CN" altLang="en-US"/>
          </a:p>
        </p:txBody>
      </p:sp>
    </p:spTree>
    <p:extLst>
      <p:ext uri="{BB962C8B-B14F-4D97-AF65-F5344CB8AC3E}">
        <p14:creationId xmlns:p14="http://schemas.microsoft.com/office/powerpoint/2010/main" val="331953101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2F28128-9598-BEA7-A141-62D66FC7F63C}"/>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950E6FDE-1691-FCA5-E09C-A8CBA769ECA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E1B47825-CD5A-70B3-4828-A91506CFCDC8}"/>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B7A07D8D-DAEB-0980-3B09-33566988BA0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9E29B871-FC8D-820A-D2DF-156FB9FA2066}"/>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BD124AA1-C6F3-4B95-5146-37DE79E23DC1}"/>
              </a:ext>
            </a:extLst>
          </p:cNvPr>
          <p:cNvSpPr>
            <a:spLocks noGrp="1"/>
          </p:cNvSpPr>
          <p:nvPr>
            <p:ph type="dt" sz="half" idx="10"/>
          </p:nvPr>
        </p:nvSpPr>
        <p:spPr/>
        <p:txBody>
          <a:bodyPr/>
          <a:lstStyle/>
          <a:p>
            <a:fld id="{4BCDBA34-7A7E-4808-AB87-0F41496EB64D}" type="datetimeFigureOut">
              <a:rPr lang="zh-CN" altLang="en-US" smtClean="0"/>
              <a:t>2026/6/19</a:t>
            </a:fld>
            <a:endParaRPr lang="zh-CN" altLang="en-US"/>
          </a:p>
        </p:txBody>
      </p:sp>
      <p:sp>
        <p:nvSpPr>
          <p:cNvPr id="8" name="页脚占位符 7">
            <a:extLst>
              <a:ext uri="{FF2B5EF4-FFF2-40B4-BE49-F238E27FC236}">
                <a16:creationId xmlns:a16="http://schemas.microsoft.com/office/drawing/2014/main" id="{40118108-225F-035F-9ED9-5A3DF61183A3}"/>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73E49D67-5A94-F883-6CBB-E948663A6949}"/>
              </a:ext>
            </a:extLst>
          </p:cNvPr>
          <p:cNvSpPr>
            <a:spLocks noGrp="1"/>
          </p:cNvSpPr>
          <p:nvPr>
            <p:ph type="sldNum" sz="quarter" idx="12"/>
          </p:nvPr>
        </p:nvSpPr>
        <p:spPr/>
        <p:txBody>
          <a:bodyPr/>
          <a:lstStyle/>
          <a:p>
            <a:fld id="{56D059E5-3D9A-4CB3-B922-6CA2C0162BE4}" type="slidenum">
              <a:rPr lang="zh-CN" altLang="en-US" smtClean="0"/>
              <a:t>‹#›</a:t>
            </a:fld>
            <a:endParaRPr lang="zh-CN" altLang="en-US"/>
          </a:p>
        </p:txBody>
      </p:sp>
    </p:spTree>
    <p:extLst>
      <p:ext uri="{BB962C8B-B14F-4D97-AF65-F5344CB8AC3E}">
        <p14:creationId xmlns:p14="http://schemas.microsoft.com/office/powerpoint/2010/main" val="424219463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E62088F-CE99-9511-0D58-10E7E09EC69D}"/>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D0879943-A461-7788-D5B7-C363818DE6DD}"/>
              </a:ext>
            </a:extLst>
          </p:cNvPr>
          <p:cNvSpPr>
            <a:spLocks noGrp="1"/>
          </p:cNvSpPr>
          <p:nvPr>
            <p:ph type="dt" sz="half" idx="10"/>
          </p:nvPr>
        </p:nvSpPr>
        <p:spPr/>
        <p:txBody>
          <a:bodyPr/>
          <a:lstStyle/>
          <a:p>
            <a:fld id="{4BCDBA34-7A7E-4808-AB87-0F41496EB64D}" type="datetimeFigureOut">
              <a:rPr lang="zh-CN" altLang="en-US" smtClean="0"/>
              <a:t>2026/6/19</a:t>
            </a:fld>
            <a:endParaRPr lang="zh-CN" altLang="en-US"/>
          </a:p>
        </p:txBody>
      </p:sp>
      <p:sp>
        <p:nvSpPr>
          <p:cNvPr id="4" name="页脚占位符 3">
            <a:extLst>
              <a:ext uri="{FF2B5EF4-FFF2-40B4-BE49-F238E27FC236}">
                <a16:creationId xmlns:a16="http://schemas.microsoft.com/office/drawing/2014/main" id="{6E53E2A4-C241-DAA6-95EF-1FFF978F119E}"/>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FB49107C-F8C6-1ADF-2A11-44DEFC43F15C}"/>
              </a:ext>
            </a:extLst>
          </p:cNvPr>
          <p:cNvSpPr>
            <a:spLocks noGrp="1"/>
          </p:cNvSpPr>
          <p:nvPr>
            <p:ph type="sldNum" sz="quarter" idx="12"/>
          </p:nvPr>
        </p:nvSpPr>
        <p:spPr/>
        <p:txBody>
          <a:bodyPr/>
          <a:lstStyle/>
          <a:p>
            <a:fld id="{56D059E5-3D9A-4CB3-B922-6CA2C0162BE4}" type="slidenum">
              <a:rPr lang="zh-CN" altLang="en-US" smtClean="0"/>
              <a:t>‹#›</a:t>
            </a:fld>
            <a:endParaRPr lang="zh-CN" altLang="en-US"/>
          </a:p>
        </p:txBody>
      </p:sp>
    </p:spTree>
    <p:extLst>
      <p:ext uri="{BB962C8B-B14F-4D97-AF65-F5344CB8AC3E}">
        <p14:creationId xmlns:p14="http://schemas.microsoft.com/office/powerpoint/2010/main" val="60796906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1896EB5C-8303-F2E5-290E-E1DFAE6D3047}"/>
              </a:ext>
            </a:extLst>
          </p:cNvPr>
          <p:cNvSpPr>
            <a:spLocks noGrp="1"/>
          </p:cNvSpPr>
          <p:nvPr>
            <p:ph type="dt" sz="half" idx="10"/>
          </p:nvPr>
        </p:nvSpPr>
        <p:spPr/>
        <p:txBody>
          <a:bodyPr/>
          <a:lstStyle/>
          <a:p>
            <a:fld id="{4BCDBA34-7A7E-4808-AB87-0F41496EB64D}" type="datetimeFigureOut">
              <a:rPr lang="zh-CN" altLang="en-US" smtClean="0"/>
              <a:t>2026/6/19</a:t>
            </a:fld>
            <a:endParaRPr lang="zh-CN" altLang="en-US"/>
          </a:p>
        </p:txBody>
      </p:sp>
      <p:sp>
        <p:nvSpPr>
          <p:cNvPr id="3" name="页脚占位符 2">
            <a:extLst>
              <a:ext uri="{FF2B5EF4-FFF2-40B4-BE49-F238E27FC236}">
                <a16:creationId xmlns:a16="http://schemas.microsoft.com/office/drawing/2014/main" id="{0FD07CFE-038F-8BEC-C7F9-162B7109FAB6}"/>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E3D55A54-AF1C-0664-A191-3AE03DD3031A}"/>
              </a:ext>
            </a:extLst>
          </p:cNvPr>
          <p:cNvSpPr>
            <a:spLocks noGrp="1"/>
          </p:cNvSpPr>
          <p:nvPr>
            <p:ph type="sldNum" sz="quarter" idx="12"/>
          </p:nvPr>
        </p:nvSpPr>
        <p:spPr/>
        <p:txBody>
          <a:bodyPr/>
          <a:lstStyle/>
          <a:p>
            <a:fld id="{56D059E5-3D9A-4CB3-B922-6CA2C0162BE4}" type="slidenum">
              <a:rPr lang="zh-CN" altLang="en-US" smtClean="0"/>
              <a:t>‹#›</a:t>
            </a:fld>
            <a:endParaRPr lang="zh-CN" altLang="en-US"/>
          </a:p>
        </p:txBody>
      </p:sp>
    </p:spTree>
    <p:extLst>
      <p:ext uri="{BB962C8B-B14F-4D97-AF65-F5344CB8AC3E}">
        <p14:creationId xmlns:p14="http://schemas.microsoft.com/office/powerpoint/2010/main" val="320811015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6DD037-084D-5969-BDB0-96B4B4EF446B}"/>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CF7B3A36-225F-B5F9-1F60-A79DBC0F884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06696FBC-B11A-4F98-4AFA-6A072DA9E8F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1435D4C0-E652-D285-ADF5-827630B3077A}"/>
              </a:ext>
            </a:extLst>
          </p:cNvPr>
          <p:cNvSpPr>
            <a:spLocks noGrp="1"/>
          </p:cNvSpPr>
          <p:nvPr>
            <p:ph type="dt" sz="half" idx="10"/>
          </p:nvPr>
        </p:nvSpPr>
        <p:spPr/>
        <p:txBody>
          <a:bodyPr/>
          <a:lstStyle/>
          <a:p>
            <a:fld id="{4BCDBA34-7A7E-4808-AB87-0F41496EB64D}" type="datetimeFigureOut">
              <a:rPr lang="zh-CN" altLang="en-US" smtClean="0"/>
              <a:t>2026/6/19</a:t>
            </a:fld>
            <a:endParaRPr lang="zh-CN" altLang="en-US"/>
          </a:p>
        </p:txBody>
      </p:sp>
      <p:sp>
        <p:nvSpPr>
          <p:cNvPr id="6" name="页脚占位符 5">
            <a:extLst>
              <a:ext uri="{FF2B5EF4-FFF2-40B4-BE49-F238E27FC236}">
                <a16:creationId xmlns:a16="http://schemas.microsoft.com/office/drawing/2014/main" id="{41379900-84B9-7D53-6692-D834249F73A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4E35CB51-E9F7-A2E6-DEB8-994A71B9DADC}"/>
              </a:ext>
            </a:extLst>
          </p:cNvPr>
          <p:cNvSpPr>
            <a:spLocks noGrp="1"/>
          </p:cNvSpPr>
          <p:nvPr>
            <p:ph type="sldNum" sz="quarter" idx="12"/>
          </p:nvPr>
        </p:nvSpPr>
        <p:spPr/>
        <p:txBody>
          <a:bodyPr/>
          <a:lstStyle/>
          <a:p>
            <a:fld id="{56D059E5-3D9A-4CB3-B922-6CA2C0162BE4}" type="slidenum">
              <a:rPr lang="zh-CN" altLang="en-US" smtClean="0"/>
              <a:t>‹#›</a:t>
            </a:fld>
            <a:endParaRPr lang="zh-CN" altLang="en-US"/>
          </a:p>
        </p:txBody>
      </p:sp>
    </p:spTree>
    <p:extLst>
      <p:ext uri="{BB962C8B-B14F-4D97-AF65-F5344CB8AC3E}">
        <p14:creationId xmlns:p14="http://schemas.microsoft.com/office/powerpoint/2010/main" val="304522976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069955-819F-38B7-A53C-C3F08357668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73ED81C5-6AF7-5843-B499-0EF33F1FAD1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AD435D13-F454-0133-2F68-3249D11324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C24D39C8-89D2-4D38-03F9-C244F4FF709E}"/>
              </a:ext>
            </a:extLst>
          </p:cNvPr>
          <p:cNvSpPr>
            <a:spLocks noGrp="1"/>
          </p:cNvSpPr>
          <p:nvPr>
            <p:ph type="dt" sz="half" idx="10"/>
          </p:nvPr>
        </p:nvSpPr>
        <p:spPr/>
        <p:txBody>
          <a:bodyPr/>
          <a:lstStyle/>
          <a:p>
            <a:fld id="{4BCDBA34-7A7E-4808-AB87-0F41496EB64D}" type="datetimeFigureOut">
              <a:rPr lang="zh-CN" altLang="en-US" smtClean="0"/>
              <a:t>2026/6/19</a:t>
            </a:fld>
            <a:endParaRPr lang="zh-CN" altLang="en-US"/>
          </a:p>
        </p:txBody>
      </p:sp>
      <p:sp>
        <p:nvSpPr>
          <p:cNvPr id="6" name="页脚占位符 5">
            <a:extLst>
              <a:ext uri="{FF2B5EF4-FFF2-40B4-BE49-F238E27FC236}">
                <a16:creationId xmlns:a16="http://schemas.microsoft.com/office/drawing/2014/main" id="{FD44B0DE-81D4-2C66-06FB-5939835807B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96F3BB67-BFAE-A1B5-692A-7356D5BC0C56}"/>
              </a:ext>
            </a:extLst>
          </p:cNvPr>
          <p:cNvSpPr>
            <a:spLocks noGrp="1"/>
          </p:cNvSpPr>
          <p:nvPr>
            <p:ph type="sldNum" sz="quarter" idx="12"/>
          </p:nvPr>
        </p:nvSpPr>
        <p:spPr/>
        <p:txBody>
          <a:bodyPr/>
          <a:lstStyle/>
          <a:p>
            <a:fld id="{56D059E5-3D9A-4CB3-B922-6CA2C0162BE4}" type="slidenum">
              <a:rPr lang="zh-CN" altLang="en-US" smtClean="0"/>
              <a:t>‹#›</a:t>
            </a:fld>
            <a:endParaRPr lang="zh-CN" altLang="en-US"/>
          </a:p>
        </p:txBody>
      </p:sp>
    </p:spTree>
    <p:extLst>
      <p:ext uri="{BB962C8B-B14F-4D97-AF65-F5344CB8AC3E}">
        <p14:creationId xmlns:p14="http://schemas.microsoft.com/office/powerpoint/2010/main" val="368501678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F8A812-675F-F0BC-CE7F-9232840F848E}"/>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CA488E5E-51CA-9BF5-7DE3-0C1963F38D3A}"/>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9EA9526-37CC-3152-4B7C-43A5576AD583}"/>
              </a:ext>
            </a:extLst>
          </p:cNvPr>
          <p:cNvSpPr>
            <a:spLocks noGrp="1"/>
          </p:cNvSpPr>
          <p:nvPr>
            <p:ph type="dt" sz="half" idx="10"/>
          </p:nvPr>
        </p:nvSpPr>
        <p:spPr/>
        <p:txBody>
          <a:bodyPr/>
          <a:lstStyle/>
          <a:p>
            <a:fld id="{4BCDBA34-7A7E-4808-AB87-0F41496EB64D}" type="datetimeFigureOut">
              <a:rPr lang="zh-CN" altLang="en-US" smtClean="0"/>
              <a:t>2026/6/19</a:t>
            </a:fld>
            <a:endParaRPr lang="zh-CN" altLang="en-US"/>
          </a:p>
        </p:txBody>
      </p:sp>
      <p:sp>
        <p:nvSpPr>
          <p:cNvPr id="5" name="页脚占位符 4">
            <a:extLst>
              <a:ext uri="{FF2B5EF4-FFF2-40B4-BE49-F238E27FC236}">
                <a16:creationId xmlns:a16="http://schemas.microsoft.com/office/drawing/2014/main" id="{C76ADCAA-620D-8487-49EC-D32BB2D559B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D21FA31-8498-65F7-3955-7080E6DD04D3}"/>
              </a:ext>
            </a:extLst>
          </p:cNvPr>
          <p:cNvSpPr>
            <a:spLocks noGrp="1"/>
          </p:cNvSpPr>
          <p:nvPr>
            <p:ph type="sldNum" sz="quarter" idx="12"/>
          </p:nvPr>
        </p:nvSpPr>
        <p:spPr/>
        <p:txBody>
          <a:bodyPr/>
          <a:lstStyle/>
          <a:p>
            <a:fld id="{56D059E5-3D9A-4CB3-B922-6CA2C0162BE4}" type="slidenum">
              <a:rPr lang="zh-CN" altLang="en-US" smtClean="0"/>
              <a:t>‹#›</a:t>
            </a:fld>
            <a:endParaRPr lang="zh-CN" altLang="en-US"/>
          </a:p>
        </p:txBody>
      </p:sp>
    </p:spTree>
    <p:extLst>
      <p:ext uri="{BB962C8B-B14F-4D97-AF65-F5344CB8AC3E}">
        <p14:creationId xmlns:p14="http://schemas.microsoft.com/office/powerpoint/2010/main" val="93547416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0E383B8D-1FAC-EF7F-70E6-02912B47DBEA}"/>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62F96993-A809-AA53-5A6B-93659EC5BC20}"/>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A95B41A-DECD-A1B5-9843-B8BFA54E7724}"/>
              </a:ext>
            </a:extLst>
          </p:cNvPr>
          <p:cNvSpPr>
            <a:spLocks noGrp="1"/>
          </p:cNvSpPr>
          <p:nvPr>
            <p:ph type="dt" sz="half" idx="10"/>
          </p:nvPr>
        </p:nvSpPr>
        <p:spPr/>
        <p:txBody>
          <a:bodyPr/>
          <a:lstStyle/>
          <a:p>
            <a:fld id="{4BCDBA34-7A7E-4808-AB87-0F41496EB64D}" type="datetimeFigureOut">
              <a:rPr lang="zh-CN" altLang="en-US" smtClean="0"/>
              <a:t>2026/6/19</a:t>
            </a:fld>
            <a:endParaRPr lang="zh-CN" altLang="en-US"/>
          </a:p>
        </p:txBody>
      </p:sp>
      <p:sp>
        <p:nvSpPr>
          <p:cNvPr id="5" name="页脚占位符 4">
            <a:extLst>
              <a:ext uri="{FF2B5EF4-FFF2-40B4-BE49-F238E27FC236}">
                <a16:creationId xmlns:a16="http://schemas.microsoft.com/office/drawing/2014/main" id="{E58A3E5A-88F5-60A5-5665-D032486ECB6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69FE67B-BBB7-A134-E165-43C78B27E640}"/>
              </a:ext>
            </a:extLst>
          </p:cNvPr>
          <p:cNvSpPr>
            <a:spLocks noGrp="1"/>
          </p:cNvSpPr>
          <p:nvPr>
            <p:ph type="sldNum" sz="quarter" idx="12"/>
          </p:nvPr>
        </p:nvSpPr>
        <p:spPr/>
        <p:txBody>
          <a:bodyPr/>
          <a:lstStyle/>
          <a:p>
            <a:fld id="{56D059E5-3D9A-4CB3-B922-6CA2C0162BE4}" type="slidenum">
              <a:rPr lang="zh-CN" altLang="en-US" smtClean="0"/>
              <a:t>‹#›</a:t>
            </a:fld>
            <a:endParaRPr lang="zh-CN" altLang="en-US"/>
          </a:p>
        </p:txBody>
      </p:sp>
    </p:spTree>
    <p:extLst>
      <p:ext uri="{BB962C8B-B14F-4D97-AF65-F5344CB8AC3E}">
        <p14:creationId xmlns:p14="http://schemas.microsoft.com/office/powerpoint/2010/main" val="214311860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1_空白">
    <p:spTree>
      <p:nvGrpSpPr>
        <p:cNvPr id="1" name=""/>
        <p:cNvGrpSpPr/>
        <p:nvPr/>
      </p:nvGrpSpPr>
      <p:grpSpPr>
        <a:xfrm>
          <a:off x="0" y="0"/>
          <a:ext cx="0" cy="0"/>
          <a:chOff x="0" y="0"/>
          <a:chExt cx="0" cy="0"/>
        </a:xfrm>
      </p:grpSpPr>
      <p:sp>
        <p:nvSpPr>
          <p:cNvPr id="9" name="文本占位符 8"/>
          <p:cNvSpPr>
            <a:spLocks noGrp="1"/>
          </p:cNvSpPr>
          <p:nvPr>
            <p:ph type="body" sz="quarter" idx="10"/>
          </p:nvPr>
        </p:nvSpPr>
        <p:spPr>
          <a:xfrm>
            <a:off x="1432192" y="231000"/>
            <a:ext cx="3643312" cy="406400"/>
          </a:xfrm>
          <a:prstGeom prst="rect">
            <a:avLst/>
          </a:prstGeom>
        </p:spPr>
        <p:txBody>
          <a:bodyPr/>
          <a:lstStyle>
            <a:lvl1pPr marL="0" indent="0">
              <a:buFontTx/>
              <a:buNone/>
              <a:defRPr sz="2400" b="1">
                <a:solidFill>
                  <a:schemeClr val="accent1"/>
                </a:solidFill>
                <a:latin typeface="+mj-ea"/>
                <a:ea typeface="+mj-ea"/>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endParaRPr lang="zh-CN" altLang="en-US" dirty="0"/>
          </a:p>
        </p:txBody>
      </p:sp>
    </p:spTree>
    <p:extLst>
      <p:ext uri="{BB962C8B-B14F-4D97-AF65-F5344CB8AC3E}">
        <p14:creationId xmlns:p14="http://schemas.microsoft.com/office/powerpoint/2010/main" val="324444970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10075111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3_标题幻灯片">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C6AF61EB-65AE-0E17-9CAD-6F0679E2519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61934" y="106489"/>
            <a:ext cx="1564046" cy="432000"/>
          </a:xfrm>
          <a:prstGeom prst="rect">
            <a:avLst/>
          </a:prstGeom>
        </p:spPr>
      </p:pic>
    </p:spTree>
    <p:extLst>
      <p:ext uri="{BB962C8B-B14F-4D97-AF65-F5344CB8AC3E}">
        <p14:creationId xmlns:p14="http://schemas.microsoft.com/office/powerpoint/2010/main" val="267586498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a:p>
        </p:txBody>
      </p:sp>
      <p:sp>
        <p:nvSpPr>
          <p:cNvPr id="4" name="日期占位符 3"/>
          <p:cNvSpPr>
            <a:spLocks noGrp="1"/>
          </p:cNvSpPr>
          <p:nvPr>
            <p:ph type="dt" sz="half" idx="10"/>
          </p:nvPr>
        </p:nvSpPr>
        <p:spPr/>
        <p:txBody>
          <a:bodyPr/>
          <a:lstStyle/>
          <a:p>
            <a:fld id="{79493A0A-3D11-482B-A135-9D73F071DBCB}" type="datetimeFigureOut">
              <a:rPr lang="en-US" smtClean="0"/>
              <a:t>6/19/2026</a:t>
            </a:fld>
            <a:endParaRPr lang="en-US" dirty="0"/>
          </a:p>
        </p:txBody>
      </p:sp>
      <p:sp>
        <p:nvSpPr>
          <p:cNvPr id="5" name="页脚占位符 4"/>
          <p:cNvSpPr>
            <a:spLocks noGrp="1"/>
          </p:cNvSpPr>
          <p:nvPr>
            <p:ph type="ftr" sz="quarter" idx="11"/>
          </p:nvPr>
        </p:nvSpPr>
        <p:spPr/>
        <p:txBody>
          <a:bodyPr/>
          <a:lstStyle/>
          <a:p>
            <a:endParaRPr lang="en-US" dirty="0"/>
          </a:p>
        </p:txBody>
      </p:sp>
      <p:sp>
        <p:nvSpPr>
          <p:cNvPr id="6" name="灯片编号占位符 5"/>
          <p:cNvSpPr>
            <a:spLocks noGrp="1"/>
          </p:cNvSpPr>
          <p:nvPr>
            <p:ph type="sldNum" sz="quarter" idx="12"/>
          </p:nvPr>
        </p:nvSpPr>
        <p:spPr/>
        <p:txBody>
          <a:bodyPr/>
          <a:lstStyle/>
          <a:p>
            <a:fld id="{BAA5278C-4D8B-423D-8D92-FD0087A1B25D}" type="slidenum">
              <a:rPr lang="en-US" smtClean="0"/>
              <a:t>‹#›</a:t>
            </a:fld>
            <a:endParaRPr lang="en-US" dirty="0"/>
          </a:p>
        </p:txBody>
      </p:sp>
    </p:spTree>
    <p:extLst>
      <p:ext uri="{BB962C8B-B14F-4D97-AF65-F5344CB8AC3E}">
        <p14:creationId xmlns:p14="http://schemas.microsoft.com/office/powerpoint/2010/main" val="21102343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3" Type="http://schemas.openxmlformats.org/officeDocument/2006/relationships/slideLayout" Target="../slideLayouts/slideLayout14.xml"/><Relationship Id="rId21" Type="http://schemas.openxmlformats.org/officeDocument/2006/relationships/theme" Target="../theme/theme2.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E6B030D-3F58-4382-BEE0-1B8A2437FFAB}" type="datetimeFigureOut">
              <a:rPr lang="zh-CN" altLang="en-US" smtClean="0"/>
              <a:t>2026/6/19</a:t>
            </a:fld>
            <a:endParaRPr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B60506-9FA9-4085-976E-9A9B293E2EE1}" type="slidenum">
              <a:rPr lang="zh-CN" altLang="en-US" smtClean="0"/>
              <a:t>‹#›</a:t>
            </a:fld>
            <a:endParaRPr lang="zh-CN" altLang="en-US"/>
          </a:p>
        </p:txBody>
      </p:sp>
      <p:sp>
        <p:nvSpPr>
          <p:cNvPr id="8" name="灯片编号占位符 6">
            <a:extLst>
              <a:ext uri="{FF2B5EF4-FFF2-40B4-BE49-F238E27FC236}">
                <a16:creationId xmlns:a16="http://schemas.microsoft.com/office/drawing/2014/main" id="{2E5CB15A-A7A5-DEBB-55F1-1B4C711AA012}"/>
              </a:ext>
            </a:extLst>
          </p:cNvPr>
          <p:cNvSpPr txBox="1">
            <a:spLocks/>
          </p:cNvSpPr>
          <p:nvPr userDrawn="1"/>
        </p:nvSpPr>
        <p:spPr>
          <a:xfrm>
            <a:off x="9448800" y="6492875"/>
            <a:ext cx="2743200" cy="365125"/>
          </a:xfrm>
          <a:prstGeom prst="rect">
            <a:avLst/>
          </a:prstGeom>
        </p:spPr>
        <p:txBody>
          <a:bodyPr/>
          <a:lstStyle>
            <a:defPPr>
              <a:defRPr lang="en-US"/>
            </a:defPPr>
            <a:lvl1pPr marL="0" algn="r" defTabSz="457200" rtl="0" eaLnBrk="1" latinLnBrk="0" hangingPunct="1">
              <a:defRPr sz="1800" kern="1200">
                <a:solidFill>
                  <a:schemeClr val="tx1"/>
                </a:solidFill>
                <a:latin typeface="+mn-lt"/>
                <a:ea typeface="+mn-ea"/>
                <a:cs typeface="思源黑体 CN Normal" panose="020B0400000000000000" charset="-122"/>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AACD9C7-E4BB-4986-88C0-9C8BECBAF4E5}" type="slidenum">
              <a:rPr lang="zh-CN" altLang="en-US" smtClean="0"/>
              <a:pPr/>
              <a:t>‹#›</a:t>
            </a:fld>
            <a:endParaRPr lang="zh-CN" altLang="en-US" dirty="0"/>
          </a:p>
        </p:txBody>
      </p:sp>
    </p:spTree>
    <p:extLst>
      <p:ext uri="{BB962C8B-B14F-4D97-AF65-F5344CB8AC3E}">
        <p14:creationId xmlns:p14="http://schemas.microsoft.com/office/powerpoint/2010/main" val="228148163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67AE946E-D222-3903-1FCD-FD2389A1541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B922A419-1478-87FC-25A2-2D28EDB1AF0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2680261-63AD-2E7D-1C09-74224194827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BCDBA34-7A7E-4808-AB87-0F41496EB64D}" type="datetimeFigureOut">
              <a:rPr lang="zh-CN" altLang="en-US" smtClean="0"/>
              <a:t>2026/6/19</a:t>
            </a:fld>
            <a:endParaRPr lang="zh-CN" altLang="en-US"/>
          </a:p>
        </p:txBody>
      </p:sp>
      <p:sp>
        <p:nvSpPr>
          <p:cNvPr id="5" name="页脚占位符 4">
            <a:extLst>
              <a:ext uri="{FF2B5EF4-FFF2-40B4-BE49-F238E27FC236}">
                <a16:creationId xmlns:a16="http://schemas.microsoft.com/office/drawing/2014/main" id="{75B33230-5999-95D8-8346-2E0D62B2ADC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80C8E8B0-DDAB-1BF8-21C1-2D672676787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D059E5-3D9A-4CB3-B922-6CA2C0162BE4}" type="slidenum">
              <a:rPr lang="zh-CN" altLang="en-US" smtClean="0"/>
              <a:t>‹#›</a:t>
            </a:fld>
            <a:endParaRPr lang="zh-CN" altLang="en-US"/>
          </a:p>
        </p:txBody>
      </p:sp>
    </p:spTree>
    <p:extLst>
      <p:ext uri="{BB962C8B-B14F-4D97-AF65-F5344CB8AC3E}">
        <p14:creationId xmlns:p14="http://schemas.microsoft.com/office/powerpoint/2010/main" val="3749444930"/>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 id="2147483700" r:id="rId16"/>
    <p:sldLayoutId id="2147483701" r:id="rId17"/>
    <p:sldLayoutId id="2147483702" r:id="rId18"/>
    <p:sldLayoutId id="2147483703" r:id="rId19"/>
    <p:sldLayoutId id="2147483704" r:id="rId2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29.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29.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9.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9.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9.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9.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9.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9.xml"/></Relationships>
</file>

<file path=ppt/slides/_rels/slide1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0.xml"/><Relationship Id="rId1" Type="http://schemas.openxmlformats.org/officeDocument/2006/relationships/slideLayout" Target="../slideLayouts/slideLayout29.xml"/></Relationships>
</file>

<file path=ppt/slides/_rels/slide11.xml.rels><?xml version="1.0" encoding="UTF-8" standalone="yes"?>
<Relationships xmlns="http://schemas.openxmlformats.org/package/2006/relationships"><Relationship Id="rId8" Type="http://schemas.openxmlformats.org/officeDocument/2006/relationships/image" Target="../media/image13.svg"/><Relationship Id="rId13" Type="http://schemas.openxmlformats.org/officeDocument/2006/relationships/image" Target="../media/image18.svg"/><Relationship Id="rId3" Type="http://schemas.openxmlformats.org/officeDocument/2006/relationships/image" Target="../media/image1.png"/><Relationship Id="rId7" Type="http://schemas.openxmlformats.org/officeDocument/2006/relationships/image" Target="../media/image12.svg"/><Relationship Id="rId12" Type="http://schemas.openxmlformats.org/officeDocument/2006/relationships/image" Target="../media/image17.svg"/><Relationship Id="rId2" Type="http://schemas.openxmlformats.org/officeDocument/2006/relationships/notesSlide" Target="../notesSlides/notesSlide11.xml"/><Relationship Id="rId1" Type="http://schemas.openxmlformats.org/officeDocument/2006/relationships/slideLayout" Target="../slideLayouts/slideLayout29.xml"/><Relationship Id="rId6" Type="http://schemas.openxmlformats.org/officeDocument/2006/relationships/image" Target="../media/image11.svg"/><Relationship Id="rId11" Type="http://schemas.openxmlformats.org/officeDocument/2006/relationships/image" Target="../media/image16.svg"/><Relationship Id="rId5" Type="http://schemas.openxmlformats.org/officeDocument/2006/relationships/image" Target="../media/image10.svg"/><Relationship Id="rId15" Type="http://schemas.openxmlformats.org/officeDocument/2006/relationships/image" Target="../media/image20.svg"/><Relationship Id="rId10" Type="http://schemas.openxmlformats.org/officeDocument/2006/relationships/image" Target="../media/image15.svg"/><Relationship Id="rId4" Type="http://schemas.openxmlformats.org/officeDocument/2006/relationships/image" Target="../media/image7.png"/><Relationship Id="rId9" Type="http://schemas.openxmlformats.org/officeDocument/2006/relationships/image" Target="../media/image14.svg"/><Relationship Id="rId14" Type="http://schemas.openxmlformats.org/officeDocument/2006/relationships/image" Target="../media/image19.svg"/></Relationships>
</file>

<file path=ppt/slides/_rels/slide12.xml.rels><?xml version="1.0" encoding="UTF-8" standalone="yes"?>
<Relationships xmlns="http://schemas.openxmlformats.org/package/2006/relationships"><Relationship Id="rId8" Type="http://schemas.openxmlformats.org/officeDocument/2006/relationships/image" Target="../media/image21.svg"/><Relationship Id="rId13" Type="http://schemas.openxmlformats.org/officeDocument/2006/relationships/image" Target="../media/image26.svg"/><Relationship Id="rId18" Type="http://schemas.openxmlformats.org/officeDocument/2006/relationships/image" Target="../media/image31.svg"/><Relationship Id="rId3" Type="http://schemas.openxmlformats.org/officeDocument/2006/relationships/image" Target="../media/image1.png"/><Relationship Id="rId7" Type="http://schemas.openxmlformats.org/officeDocument/2006/relationships/image" Target="../media/image18.svg"/><Relationship Id="rId12" Type="http://schemas.openxmlformats.org/officeDocument/2006/relationships/image" Target="../media/image25.svg"/><Relationship Id="rId17" Type="http://schemas.openxmlformats.org/officeDocument/2006/relationships/image" Target="../media/image30.svg"/><Relationship Id="rId2" Type="http://schemas.openxmlformats.org/officeDocument/2006/relationships/notesSlide" Target="../notesSlides/notesSlide12.xml"/><Relationship Id="rId16" Type="http://schemas.openxmlformats.org/officeDocument/2006/relationships/image" Target="../media/image29.svg"/><Relationship Id="rId20" Type="http://schemas.openxmlformats.org/officeDocument/2006/relationships/image" Target="../media/image32.svg"/><Relationship Id="rId1" Type="http://schemas.openxmlformats.org/officeDocument/2006/relationships/slideLayout" Target="../slideLayouts/slideLayout29.xml"/><Relationship Id="rId6" Type="http://schemas.openxmlformats.org/officeDocument/2006/relationships/image" Target="../media/image14.svg"/><Relationship Id="rId11" Type="http://schemas.openxmlformats.org/officeDocument/2006/relationships/image" Target="../media/image24.svg"/><Relationship Id="rId5" Type="http://schemas.openxmlformats.org/officeDocument/2006/relationships/image" Target="../media/image16.svg"/><Relationship Id="rId15" Type="http://schemas.openxmlformats.org/officeDocument/2006/relationships/image" Target="../media/image28.svg"/><Relationship Id="rId10" Type="http://schemas.openxmlformats.org/officeDocument/2006/relationships/image" Target="../media/image23.svg"/><Relationship Id="rId19" Type="http://schemas.openxmlformats.org/officeDocument/2006/relationships/image" Target="../media/image17.svg"/><Relationship Id="rId4" Type="http://schemas.openxmlformats.org/officeDocument/2006/relationships/image" Target="../media/image7.png"/><Relationship Id="rId9" Type="http://schemas.openxmlformats.org/officeDocument/2006/relationships/image" Target="../media/image22.svg"/><Relationship Id="rId14" Type="http://schemas.openxmlformats.org/officeDocument/2006/relationships/image" Target="../media/image27.sv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9.xml"/><Relationship Id="rId5" Type="http://schemas.openxmlformats.org/officeDocument/2006/relationships/image" Target="../media/image34.png"/><Relationship Id="rId4" Type="http://schemas.openxmlformats.org/officeDocument/2006/relationships/image" Target="../media/image33.png"/></Relationships>
</file>

<file path=ppt/slides/_rels/slide14.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1.png"/><Relationship Id="rId7" Type="http://schemas.openxmlformats.org/officeDocument/2006/relationships/image" Target="../media/image38.png"/><Relationship Id="rId2" Type="http://schemas.openxmlformats.org/officeDocument/2006/relationships/notesSlide" Target="../notesSlides/notesSlide14.xml"/><Relationship Id="rId1" Type="http://schemas.openxmlformats.org/officeDocument/2006/relationships/slideLayout" Target="../slideLayouts/slideLayout29.xml"/><Relationship Id="rId6" Type="http://schemas.openxmlformats.org/officeDocument/2006/relationships/image" Target="../media/image37.png"/><Relationship Id="rId11" Type="http://schemas.openxmlformats.org/officeDocument/2006/relationships/image" Target="../media/image42.png"/><Relationship Id="rId5" Type="http://schemas.openxmlformats.org/officeDocument/2006/relationships/image" Target="../media/image36.png"/><Relationship Id="rId10" Type="http://schemas.openxmlformats.org/officeDocument/2006/relationships/image" Target="../media/image41.png"/><Relationship Id="rId4" Type="http://schemas.openxmlformats.org/officeDocument/2006/relationships/image" Target="../media/image35.png"/><Relationship Id="rId9" Type="http://schemas.openxmlformats.org/officeDocument/2006/relationships/image" Target="../media/image40.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6.png"/><Relationship Id="rId2" Type="http://schemas.openxmlformats.org/officeDocument/2006/relationships/notesSlide" Target="../notesSlides/notesSlide15.xml"/><Relationship Id="rId1" Type="http://schemas.openxmlformats.org/officeDocument/2006/relationships/slideLayout" Target="../slideLayouts/slideLayout29.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1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6.xml"/><Relationship Id="rId1" Type="http://schemas.openxmlformats.org/officeDocument/2006/relationships/slideLayout" Target="../slideLayouts/slideLayout29.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9.xml"/><Relationship Id="rId4" Type="http://schemas.openxmlformats.org/officeDocument/2006/relationships/image" Target="../media/image47.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9.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9.xml"/><Relationship Id="rId4" Type="http://schemas.openxmlformats.org/officeDocument/2006/relationships/image" Target="../media/image48.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9.xml"/><Relationship Id="rId4" Type="http://schemas.openxmlformats.org/officeDocument/2006/relationships/image" Target="../media/image49.png"/></Relationships>
</file>

<file path=ppt/slides/_rels/slide21.xml.rels><?xml version="1.0" encoding="UTF-8" standalone="yes"?>
<Relationships xmlns="http://schemas.openxmlformats.org/package/2006/relationships"><Relationship Id="rId8" Type="http://schemas.openxmlformats.org/officeDocument/2006/relationships/image" Target="../media/image54.png"/><Relationship Id="rId13" Type="http://schemas.openxmlformats.org/officeDocument/2006/relationships/image" Target="../media/image59.png"/><Relationship Id="rId18" Type="http://schemas.openxmlformats.org/officeDocument/2006/relationships/image" Target="../media/image64.png"/><Relationship Id="rId3" Type="http://schemas.openxmlformats.org/officeDocument/2006/relationships/image" Target="../media/image1.png"/><Relationship Id="rId21" Type="http://schemas.openxmlformats.org/officeDocument/2006/relationships/image" Target="../media/image67.png"/><Relationship Id="rId7" Type="http://schemas.openxmlformats.org/officeDocument/2006/relationships/image" Target="../media/image53.png"/><Relationship Id="rId12" Type="http://schemas.openxmlformats.org/officeDocument/2006/relationships/image" Target="../media/image58.png"/><Relationship Id="rId17" Type="http://schemas.openxmlformats.org/officeDocument/2006/relationships/image" Target="../media/image63.png"/><Relationship Id="rId2" Type="http://schemas.openxmlformats.org/officeDocument/2006/relationships/notesSlide" Target="../notesSlides/notesSlide21.xml"/><Relationship Id="rId16" Type="http://schemas.openxmlformats.org/officeDocument/2006/relationships/image" Target="../media/image62.png"/><Relationship Id="rId20" Type="http://schemas.openxmlformats.org/officeDocument/2006/relationships/image" Target="../media/image66.png"/><Relationship Id="rId1" Type="http://schemas.openxmlformats.org/officeDocument/2006/relationships/slideLayout" Target="../slideLayouts/slideLayout29.xml"/><Relationship Id="rId6" Type="http://schemas.openxmlformats.org/officeDocument/2006/relationships/image" Target="../media/image52.png"/><Relationship Id="rId11" Type="http://schemas.openxmlformats.org/officeDocument/2006/relationships/image" Target="../media/image57.png"/><Relationship Id="rId5" Type="http://schemas.openxmlformats.org/officeDocument/2006/relationships/image" Target="../media/image51.png"/><Relationship Id="rId15" Type="http://schemas.openxmlformats.org/officeDocument/2006/relationships/image" Target="../media/image61.png"/><Relationship Id="rId10" Type="http://schemas.openxmlformats.org/officeDocument/2006/relationships/image" Target="../media/image56.png"/><Relationship Id="rId19" Type="http://schemas.openxmlformats.org/officeDocument/2006/relationships/image" Target="../media/image65.png"/><Relationship Id="rId4" Type="http://schemas.openxmlformats.org/officeDocument/2006/relationships/image" Target="../media/image50.png"/><Relationship Id="rId9" Type="http://schemas.openxmlformats.org/officeDocument/2006/relationships/image" Target="../media/image55.png"/><Relationship Id="rId14" Type="http://schemas.openxmlformats.org/officeDocument/2006/relationships/image" Target="../media/image60.png"/><Relationship Id="rId22" Type="http://schemas.openxmlformats.org/officeDocument/2006/relationships/image" Target="../media/image68.png"/></Relationships>
</file>

<file path=ppt/slides/_rels/slide22.xml.rels><?xml version="1.0" encoding="UTF-8" standalone="yes"?>
<Relationships xmlns="http://schemas.openxmlformats.org/package/2006/relationships"><Relationship Id="rId8" Type="http://schemas.openxmlformats.org/officeDocument/2006/relationships/image" Target="../media/image740.png"/><Relationship Id="rId13" Type="http://schemas.openxmlformats.org/officeDocument/2006/relationships/image" Target="../media/image790.png"/><Relationship Id="rId3" Type="http://schemas.openxmlformats.org/officeDocument/2006/relationships/image" Target="../media/image1.png"/><Relationship Id="rId7" Type="http://schemas.openxmlformats.org/officeDocument/2006/relationships/image" Target="../media/image730.png"/><Relationship Id="rId12" Type="http://schemas.openxmlformats.org/officeDocument/2006/relationships/image" Target="../media/image780.png"/><Relationship Id="rId2" Type="http://schemas.openxmlformats.org/officeDocument/2006/relationships/notesSlide" Target="../notesSlides/notesSlide22.xml"/><Relationship Id="rId1" Type="http://schemas.openxmlformats.org/officeDocument/2006/relationships/slideLayout" Target="../slideLayouts/slideLayout29.xml"/><Relationship Id="rId6" Type="http://schemas.openxmlformats.org/officeDocument/2006/relationships/image" Target="../media/image720.png"/><Relationship Id="rId11" Type="http://schemas.openxmlformats.org/officeDocument/2006/relationships/image" Target="../media/image770.png"/><Relationship Id="rId5" Type="http://schemas.openxmlformats.org/officeDocument/2006/relationships/image" Target="../media/image710.png"/><Relationship Id="rId15" Type="http://schemas.openxmlformats.org/officeDocument/2006/relationships/image" Target="../media/image810.png"/><Relationship Id="rId10" Type="http://schemas.openxmlformats.org/officeDocument/2006/relationships/image" Target="../media/image760.png"/><Relationship Id="rId4" Type="http://schemas.openxmlformats.org/officeDocument/2006/relationships/image" Target="../media/image700.png"/><Relationship Id="rId9" Type="http://schemas.openxmlformats.org/officeDocument/2006/relationships/image" Target="../media/image750.png"/><Relationship Id="rId14" Type="http://schemas.openxmlformats.org/officeDocument/2006/relationships/image" Target="../media/image800.png"/></Relationships>
</file>

<file path=ppt/slides/_rels/slide23.xml.rels><?xml version="1.0" encoding="UTF-8" standalone="yes"?>
<Relationships xmlns="http://schemas.openxmlformats.org/package/2006/relationships"><Relationship Id="rId8" Type="http://schemas.openxmlformats.org/officeDocument/2006/relationships/image" Target="../media/image860.png"/><Relationship Id="rId13" Type="http://schemas.openxmlformats.org/officeDocument/2006/relationships/image" Target="../media/image91.png"/><Relationship Id="rId3" Type="http://schemas.openxmlformats.org/officeDocument/2006/relationships/image" Target="../media/image1.png"/><Relationship Id="rId7" Type="http://schemas.openxmlformats.org/officeDocument/2006/relationships/image" Target="../media/image70.png"/><Relationship Id="rId12" Type="http://schemas.openxmlformats.org/officeDocument/2006/relationships/image" Target="../media/image90.png"/><Relationship Id="rId17" Type="http://schemas.openxmlformats.org/officeDocument/2006/relationships/image" Target="../media/image95.png"/><Relationship Id="rId2" Type="http://schemas.openxmlformats.org/officeDocument/2006/relationships/notesSlide" Target="../notesSlides/notesSlide23.xml"/><Relationship Id="rId16" Type="http://schemas.openxmlformats.org/officeDocument/2006/relationships/image" Target="../media/image94.png"/><Relationship Id="rId1" Type="http://schemas.openxmlformats.org/officeDocument/2006/relationships/slideLayout" Target="../slideLayouts/slideLayout29.xml"/><Relationship Id="rId6" Type="http://schemas.openxmlformats.org/officeDocument/2006/relationships/image" Target="../media/image840.png"/><Relationship Id="rId11" Type="http://schemas.openxmlformats.org/officeDocument/2006/relationships/image" Target="../media/image890.png"/><Relationship Id="rId5" Type="http://schemas.openxmlformats.org/officeDocument/2006/relationships/image" Target="../media/image69.png"/><Relationship Id="rId15" Type="http://schemas.openxmlformats.org/officeDocument/2006/relationships/image" Target="../media/image93.png"/><Relationship Id="rId10" Type="http://schemas.openxmlformats.org/officeDocument/2006/relationships/image" Target="../media/image880.png"/><Relationship Id="rId4" Type="http://schemas.openxmlformats.org/officeDocument/2006/relationships/image" Target="../media/image820.png"/><Relationship Id="rId9" Type="http://schemas.openxmlformats.org/officeDocument/2006/relationships/image" Target="../media/image71.png"/><Relationship Id="rId14" Type="http://schemas.openxmlformats.org/officeDocument/2006/relationships/image" Target="../media/image92.png"/></Relationships>
</file>

<file path=ppt/slides/_rels/slide2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4.xml"/><Relationship Id="rId1" Type="http://schemas.openxmlformats.org/officeDocument/2006/relationships/slideLayout" Target="../slideLayouts/slideLayout29.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29.xml"/><Relationship Id="rId6" Type="http://schemas.openxmlformats.org/officeDocument/2006/relationships/image" Target="../media/image73.png"/><Relationship Id="rId5" Type="http://schemas.openxmlformats.org/officeDocument/2006/relationships/image" Target="../media/image72.png"/><Relationship Id="rId4" Type="http://schemas.openxmlformats.org/officeDocument/2006/relationships/image" Target="../media/image690.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29.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29.xml"/><Relationship Id="rId4" Type="http://schemas.openxmlformats.org/officeDocument/2006/relationships/image" Target="../media/image74.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29.xml"/><Relationship Id="rId4" Type="http://schemas.openxmlformats.org/officeDocument/2006/relationships/image" Target="../media/image75.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29.xml"/><Relationship Id="rId4" Type="http://schemas.openxmlformats.org/officeDocument/2006/relationships/image" Target="../media/image76.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29.xml"/><Relationship Id="rId4" Type="http://schemas.openxmlformats.org/officeDocument/2006/relationships/image" Target="../media/image77.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29.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29.xml"/><Relationship Id="rId4" Type="http://schemas.openxmlformats.org/officeDocument/2006/relationships/image" Target="../media/image78.png"/></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29.xml"/><Relationship Id="rId4" Type="http://schemas.openxmlformats.org/officeDocument/2006/relationships/image" Target="../media/image79.png"/></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29.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29.xml"/><Relationship Id="rId4" Type="http://schemas.openxmlformats.org/officeDocument/2006/relationships/image" Target="../media/image80.png"/></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29.xml"/><Relationship Id="rId4" Type="http://schemas.openxmlformats.org/officeDocument/2006/relationships/image" Target="../media/image81.png"/></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29.xml"/></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29.xml"/><Relationship Id="rId4" Type="http://schemas.openxmlformats.org/officeDocument/2006/relationships/image" Target="../media/image82.png"/></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29.xml"/><Relationship Id="rId4" Type="http://schemas.openxmlformats.org/officeDocument/2006/relationships/image" Target="../media/image83.png"/></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29.xml"/></Relationships>
</file>

<file path=ppt/slides/_rels/slide4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1.xml"/><Relationship Id="rId1" Type="http://schemas.openxmlformats.org/officeDocument/2006/relationships/slideLayout" Target="../slideLayouts/slideLayout29.xml"/></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2.xml"/><Relationship Id="rId1" Type="http://schemas.openxmlformats.org/officeDocument/2006/relationships/slideLayout" Target="../slideLayouts/slideLayout29.xml"/></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3.xml"/><Relationship Id="rId1" Type="http://schemas.openxmlformats.org/officeDocument/2006/relationships/slideLayout" Target="../slideLayouts/slideLayout29.xml"/></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4.xml"/><Relationship Id="rId1" Type="http://schemas.openxmlformats.org/officeDocument/2006/relationships/slideLayout" Target="../slideLayouts/slideLayout29.xml"/></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5.xml"/><Relationship Id="rId1" Type="http://schemas.openxmlformats.org/officeDocument/2006/relationships/slideLayout" Target="../slideLayouts/slideLayout29.xml"/></Relationships>
</file>

<file path=ppt/slides/_rels/slide4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6.xml"/><Relationship Id="rId1" Type="http://schemas.openxmlformats.org/officeDocument/2006/relationships/slideLayout" Target="../slideLayouts/slideLayout29.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18CBE8-CC7C-3843-0720-EE7D4E61091F}"/>
            </a:ext>
          </a:extLst>
        </p:cNvPr>
        <p:cNvGrpSpPr/>
        <p:nvPr/>
      </p:nvGrpSpPr>
      <p:grpSpPr>
        <a:xfrm>
          <a:off x="0" y="0"/>
          <a:ext cx="0" cy="0"/>
          <a:chOff x="0" y="0"/>
          <a:chExt cx="0" cy="0"/>
        </a:xfrm>
      </p:grpSpPr>
      <p:cxnSp>
        <p:nvCxnSpPr>
          <p:cNvPr id="22" name="直接连接符 21">
            <a:extLst>
              <a:ext uri="{FF2B5EF4-FFF2-40B4-BE49-F238E27FC236}">
                <a16:creationId xmlns:a16="http://schemas.microsoft.com/office/drawing/2014/main" id="{5B18B8BB-54B6-2C6C-69EE-5ABE64518B8C}"/>
              </a:ext>
            </a:extLst>
          </p:cNvPr>
          <p:cNvCxnSpPr>
            <a:cxnSpLocks/>
          </p:cNvCxnSpPr>
          <p:nvPr/>
        </p:nvCxnSpPr>
        <p:spPr>
          <a:xfrm>
            <a:off x="2414260" y="9530927"/>
            <a:ext cx="8119382" cy="0"/>
          </a:xfrm>
          <a:prstGeom prst="line">
            <a:avLst/>
          </a:prstGeom>
          <a:noFill/>
          <a:ln w="9525" cap="flat" cmpd="sng" algn="ctr">
            <a:solidFill>
              <a:srgbClr val="003F88">
                <a:alpha val="50000"/>
              </a:srgbClr>
            </a:solidFill>
            <a:prstDash val="solid"/>
            <a:miter lim="800000"/>
          </a:ln>
          <a:effectLst/>
        </p:spPr>
      </p:cxnSp>
      <p:pic>
        <p:nvPicPr>
          <p:cNvPr id="26" name="图片 25">
            <a:extLst>
              <a:ext uri="{FF2B5EF4-FFF2-40B4-BE49-F238E27FC236}">
                <a16:creationId xmlns:a16="http://schemas.microsoft.com/office/drawing/2014/main" id="{E8730A45-88A7-67EB-6663-2CE66EBDB5E9}"/>
              </a:ext>
            </a:extLst>
          </p:cNvPr>
          <p:cNvPicPr>
            <a:picLocks noChangeAspect="1"/>
          </p:cNvPicPr>
          <p:nvPr/>
        </p:nvPicPr>
        <p:blipFill>
          <a:blip r:embed="rId3">
            <a:extLst>
              <a:ext uri="{28A0092B-C50C-407E-A947-70E740481C1C}">
                <a14:useLocalDpi xmlns:a14="http://schemas.microsoft.com/office/drawing/2010/main" val="0"/>
              </a:ext>
            </a:extLst>
          </a:blip>
          <a:srcRect t="36596" b="36596"/>
          <a:stretch/>
        </p:blipFill>
        <p:spPr>
          <a:xfrm>
            <a:off x="0" y="-10860"/>
            <a:ext cx="12192002" cy="1450303"/>
          </a:xfrm>
          <a:prstGeom prst="rect">
            <a:avLst/>
          </a:prstGeom>
        </p:spPr>
      </p:pic>
      <p:sp>
        <p:nvSpPr>
          <p:cNvPr id="27" name="矩形 26">
            <a:extLst>
              <a:ext uri="{FF2B5EF4-FFF2-40B4-BE49-F238E27FC236}">
                <a16:creationId xmlns:a16="http://schemas.microsoft.com/office/drawing/2014/main" id="{7988CC16-75F1-E38C-4F5C-E614C6DA9DAD}"/>
              </a:ext>
            </a:extLst>
          </p:cNvPr>
          <p:cNvSpPr/>
          <p:nvPr/>
        </p:nvSpPr>
        <p:spPr>
          <a:xfrm>
            <a:off x="0" y="-10861"/>
            <a:ext cx="12192001" cy="1450304"/>
          </a:xfrm>
          <a:prstGeom prst="rect">
            <a:avLst/>
          </a:prstGeom>
          <a:gradFill>
            <a:gsLst>
              <a:gs pos="100000">
                <a:srgbClr val="003F88">
                  <a:alpha val="20000"/>
                </a:srgbClr>
              </a:gs>
              <a:gs pos="0">
                <a:srgbClr val="003F88"/>
              </a:gs>
            </a:gsLst>
            <a:lin ang="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28" name="矩形 27">
            <a:extLst>
              <a:ext uri="{FF2B5EF4-FFF2-40B4-BE49-F238E27FC236}">
                <a16:creationId xmlns:a16="http://schemas.microsoft.com/office/drawing/2014/main" id="{520AE5E8-B58E-FD8B-ECDA-4E22E84BC102}"/>
              </a:ext>
            </a:extLst>
          </p:cNvPr>
          <p:cNvSpPr/>
          <p:nvPr/>
        </p:nvSpPr>
        <p:spPr>
          <a:xfrm rot="5400000">
            <a:off x="5872528" y="538533"/>
            <a:ext cx="446936" cy="12191997"/>
          </a:xfrm>
          <a:prstGeom prst="rect">
            <a:avLst/>
          </a:prstGeom>
          <a:solidFill>
            <a:srgbClr val="003F88"/>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pic>
        <p:nvPicPr>
          <p:cNvPr id="30" name="图片 29">
            <a:extLst>
              <a:ext uri="{FF2B5EF4-FFF2-40B4-BE49-F238E27FC236}">
                <a16:creationId xmlns:a16="http://schemas.microsoft.com/office/drawing/2014/main" id="{CEADE071-68CA-CC94-A025-2F2DC905E15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81324" y="-111722"/>
            <a:ext cx="3079944" cy="1599294"/>
          </a:xfrm>
          <a:prstGeom prst="rect">
            <a:avLst/>
          </a:prstGeom>
        </p:spPr>
      </p:pic>
      <p:grpSp>
        <p:nvGrpSpPr>
          <p:cNvPr id="3" name="组合 2">
            <a:extLst>
              <a:ext uri="{FF2B5EF4-FFF2-40B4-BE49-F238E27FC236}">
                <a16:creationId xmlns:a16="http://schemas.microsoft.com/office/drawing/2014/main" id="{DBD11497-C218-74D5-9D70-DA2C6B500457}"/>
              </a:ext>
            </a:extLst>
          </p:cNvPr>
          <p:cNvGrpSpPr/>
          <p:nvPr/>
        </p:nvGrpSpPr>
        <p:grpSpPr>
          <a:xfrm>
            <a:off x="399582" y="2304230"/>
            <a:ext cx="11392862" cy="3380471"/>
            <a:chOff x="399582" y="2503847"/>
            <a:chExt cx="11392862" cy="3380471"/>
          </a:xfrm>
        </p:grpSpPr>
        <p:sp>
          <p:nvSpPr>
            <p:cNvPr id="23" name="文本框 22">
              <a:extLst>
                <a:ext uri="{FF2B5EF4-FFF2-40B4-BE49-F238E27FC236}">
                  <a16:creationId xmlns:a16="http://schemas.microsoft.com/office/drawing/2014/main" id="{033B6573-0EE0-C928-7711-CB3499C37E7D}"/>
                </a:ext>
              </a:extLst>
            </p:cNvPr>
            <p:cNvSpPr txBox="1"/>
            <p:nvPr/>
          </p:nvSpPr>
          <p:spPr>
            <a:xfrm>
              <a:off x="2929944" y="5058386"/>
              <a:ext cx="6332113" cy="825932"/>
            </a:xfrm>
            <a:prstGeom prst="rect">
              <a:avLst/>
            </a:prstGeom>
            <a:noFill/>
          </p:spPr>
          <p:txBody>
            <a:bodyPr wrap="square" rtlCol="0">
              <a:spAutoFit/>
            </a:bodyPr>
            <a:lstStyle/>
            <a:p>
              <a:pPr algn="ctr">
                <a:lnSpc>
                  <a:spcPct val="140000"/>
                </a:lnSpc>
                <a:defRPr/>
              </a:pPr>
              <a:r>
                <a:rPr lang="zh-CN" altLang="en-US" b="1" dirty="0">
                  <a:solidFill>
                    <a:schemeClr val="tx1">
                      <a:lumMod val="85000"/>
                      <a:lumOff val="15000"/>
                    </a:schemeClr>
                  </a:solidFill>
                  <a:latin typeface="微软雅黑" panose="020B0503020204020204" pitchFamily="34" charset="-122"/>
                  <a:ea typeface="微软雅黑" panose="020B0503020204020204" pitchFamily="34" charset="-122"/>
                </a:rPr>
                <a:t>陈凌韬</a:t>
              </a:r>
              <a:endParaRPr lang="en-US" altLang="zh-CN" b="1" dirty="0">
                <a:solidFill>
                  <a:schemeClr val="tx1">
                    <a:lumMod val="85000"/>
                    <a:lumOff val="15000"/>
                  </a:schemeClr>
                </a:solidFill>
                <a:latin typeface="微软雅黑" panose="020B0503020204020204" pitchFamily="34" charset="-122"/>
                <a:ea typeface="微软雅黑" panose="020B0503020204020204" pitchFamily="34" charset="-122"/>
              </a:endParaRPr>
            </a:p>
            <a:p>
              <a:pPr algn="ctr">
                <a:lnSpc>
                  <a:spcPct val="140000"/>
                </a:lnSpc>
                <a:defRPr/>
              </a:pPr>
              <a:r>
                <a:rPr lang="en-US" altLang="zh-CN" b="1" dirty="0">
                  <a:solidFill>
                    <a:schemeClr val="tx1">
                      <a:lumMod val="85000"/>
                      <a:lumOff val="15000"/>
                    </a:schemeClr>
                  </a:solidFill>
                  <a:latin typeface="微软雅黑" panose="020B0503020204020204" pitchFamily="34" charset="-122"/>
                  <a:ea typeface="微软雅黑" panose="020B0503020204020204" pitchFamily="34" charset="-122"/>
                </a:rPr>
                <a:t>2026</a:t>
              </a:r>
              <a:r>
                <a:rPr lang="zh-CN" altLang="en-US" b="1" dirty="0">
                  <a:solidFill>
                    <a:schemeClr val="tx1">
                      <a:lumMod val="85000"/>
                      <a:lumOff val="15000"/>
                    </a:schemeClr>
                  </a:solidFill>
                  <a:latin typeface="微软雅黑" panose="020B0503020204020204" pitchFamily="34" charset="-122"/>
                  <a:ea typeface="微软雅黑" panose="020B0503020204020204" pitchFamily="34" charset="-122"/>
                </a:rPr>
                <a:t>年</a:t>
              </a:r>
              <a:r>
                <a:rPr lang="en-US" altLang="zh-CN" b="1" dirty="0">
                  <a:solidFill>
                    <a:schemeClr val="tx1">
                      <a:lumMod val="85000"/>
                      <a:lumOff val="15000"/>
                    </a:schemeClr>
                  </a:solidFill>
                  <a:latin typeface="微软雅黑" panose="020B0503020204020204" pitchFamily="34" charset="-122"/>
                  <a:ea typeface="微软雅黑" panose="020B0503020204020204" pitchFamily="34" charset="-122"/>
                </a:rPr>
                <a:t>6</a:t>
              </a:r>
              <a:r>
                <a:rPr lang="zh-CN" altLang="en-US" b="1" dirty="0">
                  <a:solidFill>
                    <a:schemeClr val="tx1">
                      <a:lumMod val="85000"/>
                      <a:lumOff val="15000"/>
                    </a:schemeClr>
                  </a:solidFill>
                  <a:latin typeface="微软雅黑" panose="020B0503020204020204" pitchFamily="34" charset="-122"/>
                  <a:ea typeface="微软雅黑" panose="020B0503020204020204" pitchFamily="34" charset="-122"/>
                </a:rPr>
                <a:t>月</a:t>
              </a:r>
              <a:r>
                <a:rPr lang="en-US" altLang="zh-CN" b="1" dirty="0">
                  <a:solidFill>
                    <a:schemeClr val="tx1">
                      <a:lumMod val="85000"/>
                      <a:lumOff val="15000"/>
                    </a:schemeClr>
                  </a:solidFill>
                  <a:latin typeface="微软雅黑" panose="020B0503020204020204" pitchFamily="34" charset="-122"/>
                  <a:ea typeface="微软雅黑" panose="020B0503020204020204" pitchFamily="34" charset="-122"/>
                </a:rPr>
                <a:t>16</a:t>
              </a:r>
              <a:r>
                <a:rPr lang="zh-CN" altLang="en-US" b="1" dirty="0">
                  <a:solidFill>
                    <a:schemeClr val="tx1">
                      <a:lumMod val="85000"/>
                      <a:lumOff val="15000"/>
                    </a:schemeClr>
                  </a:solidFill>
                  <a:latin typeface="微软雅黑" panose="020B0503020204020204" pitchFamily="34" charset="-122"/>
                  <a:ea typeface="微软雅黑" panose="020B0503020204020204" pitchFamily="34" charset="-122"/>
                </a:rPr>
                <a:t>日</a:t>
              </a:r>
              <a:endParaRPr lang="en-US" altLang="zh-CN"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24" name="文本框 23">
              <a:extLst>
                <a:ext uri="{FF2B5EF4-FFF2-40B4-BE49-F238E27FC236}">
                  <a16:creationId xmlns:a16="http://schemas.microsoft.com/office/drawing/2014/main" id="{8EBC643D-6059-80C8-4277-9FF65CFB0129}"/>
                </a:ext>
              </a:extLst>
            </p:cNvPr>
            <p:cNvSpPr txBox="1"/>
            <p:nvPr/>
          </p:nvSpPr>
          <p:spPr>
            <a:xfrm>
              <a:off x="399582" y="2503847"/>
              <a:ext cx="11392862" cy="1323439"/>
            </a:xfrm>
            <a:prstGeom prst="rect">
              <a:avLst/>
            </a:prstGeom>
            <a:noFill/>
          </p:spPr>
          <p:txBody>
            <a:bodyPr wrap="none" rtlCol="0">
              <a:spAutoFit/>
            </a:bodyPr>
            <a:lstStyle/>
            <a:p>
              <a:pPr algn="ctr">
                <a:defRPr/>
              </a:pPr>
              <a:r>
                <a:rPr lang="zh-CN" altLang="en-US" sz="4000" b="1" spc="600" dirty="0">
                  <a:solidFill>
                    <a:srgbClr val="003F88"/>
                  </a:solidFill>
                  <a:latin typeface="微软雅黑" panose="020B0503020204020204" pitchFamily="34" charset="-122"/>
                  <a:ea typeface="微软雅黑" panose="020B0503020204020204" pitchFamily="34" charset="-122"/>
                </a:rPr>
                <a:t>基于多关系图增强分层多智能体强化学习的</a:t>
              </a:r>
              <a:endParaRPr lang="en-US" altLang="zh-CN" sz="4000" b="1" spc="600" dirty="0">
                <a:solidFill>
                  <a:srgbClr val="003F88"/>
                </a:solidFill>
                <a:latin typeface="微软雅黑" panose="020B0503020204020204" pitchFamily="34" charset="-122"/>
                <a:ea typeface="微软雅黑" panose="020B0503020204020204" pitchFamily="34" charset="-122"/>
              </a:endParaRPr>
            </a:p>
            <a:p>
              <a:pPr algn="ctr">
                <a:defRPr/>
              </a:pPr>
              <a:r>
                <a:rPr lang="zh-CN" altLang="en-US" sz="4000" b="1" spc="600" dirty="0">
                  <a:solidFill>
                    <a:srgbClr val="003F88"/>
                  </a:solidFill>
                  <a:latin typeface="微软雅黑" panose="020B0503020204020204" pitchFamily="34" charset="-122"/>
                  <a:ea typeface="微软雅黑" panose="020B0503020204020204" pitchFamily="34" charset="-122"/>
                </a:rPr>
                <a:t>飞机脉动装配线资源配置与动态调度方法</a:t>
              </a:r>
              <a:endParaRPr lang="en-US" altLang="zh-CN" sz="4000" b="1" spc="600" dirty="0">
                <a:solidFill>
                  <a:srgbClr val="003F88"/>
                </a:solidFill>
                <a:latin typeface="微软雅黑" panose="020B0503020204020204" pitchFamily="34" charset="-122"/>
                <a:ea typeface="微软雅黑" panose="020B0503020204020204" pitchFamily="34" charset="-122"/>
              </a:endParaRPr>
            </a:p>
          </p:txBody>
        </p:sp>
        <p:sp>
          <p:nvSpPr>
            <p:cNvPr id="35" name="矩形 34">
              <a:extLst>
                <a:ext uri="{FF2B5EF4-FFF2-40B4-BE49-F238E27FC236}">
                  <a16:creationId xmlns:a16="http://schemas.microsoft.com/office/drawing/2014/main" id="{9630775E-3FB4-EA1C-6D53-79DAD8BC5D7E}"/>
                </a:ext>
              </a:extLst>
            </p:cNvPr>
            <p:cNvSpPr/>
            <p:nvPr/>
          </p:nvSpPr>
          <p:spPr>
            <a:xfrm>
              <a:off x="2811623" y="4497298"/>
              <a:ext cx="6568754" cy="80106"/>
            </a:xfrm>
            <a:prstGeom prst="rect">
              <a:avLst/>
            </a:prstGeom>
            <a:gradFill>
              <a:gsLst>
                <a:gs pos="0">
                  <a:schemeClr val="accent1">
                    <a:lumMod val="5000"/>
                    <a:lumOff val="95000"/>
                  </a:schemeClr>
                </a:gs>
                <a:gs pos="46000">
                  <a:srgbClr val="003F88"/>
                </a:gs>
                <a:gs pos="100000">
                  <a:schemeClr val="bg1"/>
                </a:gs>
              </a:gsLst>
              <a:lin ang="1200000" scaled="0"/>
            </a:gradFill>
            <a:ln w="25400" cap="flat" cmpd="sng" algn="ctr">
              <a:noFill/>
              <a:prstDash val="solid"/>
            </a:ln>
            <a:effectLst/>
          </p:spPr>
          <p:txBody>
            <a:bodyPr rtlCol="0" anchor="ctr"/>
            <a:lstStyle/>
            <a:p>
              <a:pPr marL="0" marR="0" lvl="0" indent="0" algn="ctr" defTabSz="1083838" eaLnBrk="1" fontAlgn="auto" latinLnBrk="0" hangingPunct="1">
                <a:lnSpc>
                  <a:spcPct val="100000"/>
                </a:lnSpc>
                <a:spcBef>
                  <a:spcPts val="0"/>
                </a:spcBef>
                <a:spcAft>
                  <a:spcPts val="0"/>
                </a:spcAft>
                <a:buClrTx/>
                <a:buSzTx/>
                <a:buFontTx/>
                <a:buNone/>
                <a:tabLst/>
                <a:defRPr/>
              </a:pPr>
              <a:endParaRPr kumimoji="1" lang="zh-CN" altLang="en-US" sz="2100" b="0" i="0" u="none" strike="noStrike" kern="0" cap="none" spc="0" normalizeH="0" baseline="0" noProof="0">
                <a:ln>
                  <a:noFill/>
                </a:ln>
                <a:solidFill>
                  <a:prstClr val="white"/>
                </a:solidFill>
                <a:effectLst/>
                <a:uLnTx/>
                <a:uFillTx/>
                <a:latin typeface="Microsoft YaHei" panose="020B0503020204020204" pitchFamily="34" charset="-122"/>
                <a:ea typeface="Microsoft YaHei" panose="020B0503020204020204" pitchFamily="34" charset="-122"/>
                <a:cs typeface="+mn-cs"/>
              </a:endParaRPr>
            </a:p>
          </p:txBody>
        </p:sp>
      </p:grpSp>
    </p:spTree>
    <p:extLst>
      <p:ext uri="{BB962C8B-B14F-4D97-AF65-F5344CB8AC3E}">
        <p14:creationId xmlns:p14="http://schemas.microsoft.com/office/powerpoint/2010/main" val="14749193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304C98-9765-1752-6FB2-74AC79AA0796}"/>
            </a:ext>
          </a:extLst>
        </p:cNvPr>
        <p:cNvGrpSpPr/>
        <p:nvPr/>
      </p:nvGrpSpPr>
      <p:grpSpPr>
        <a:xfrm>
          <a:off x="0" y="0"/>
          <a:ext cx="0" cy="0"/>
          <a:chOff x="0" y="0"/>
          <a:chExt cx="0" cy="0"/>
        </a:xfrm>
      </p:grpSpPr>
      <p:grpSp>
        <p:nvGrpSpPr>
          <p:cNvPr id="46" name="组合 45">
            <a:extLst>
              <a:ext uri="{FF2B5EF4-FFF2-40B4-BE49-F238E27FC236}">
                <a16:creationId xmlns:a16="http://schemas.microsoft.com/office/drawing/2014/main" id="{F1D49F93-A33F-3340-D7BA-30060110908C}"/>
              </a:ext>
            </a:extLst>
          </p:cNvPr>
          <p:cNvGrpSpPr/>
          <p:nvPr/>
        </p:nvGrpSpPr>
        <p:grpSpPr>
          <a:xfrm>
            <a:off x="4084664" y="882471"/>
            <a:ext cx="7815738" cy="5279326"/>
            <a:chOff x="3746159" y="646062"/>
            <a:chExt cx="7815738" cy="5279326"/>
          </a:xfrm>
        </p:grpSpPr>
        <p:sp>
          <p:nvSpPr>
            <p:cNvPr id="2" name="椭圆 1">
              <a:extLst>
                <a:ext uri="{FF2B5EF4-FFF2-40B4-BE49-F238E27FC236}">
                  <a16:creationId xmlns:a16="http://schemas.microsoft.com/office/drawing/2014/main" id="{CC6CEC57-1169-5BC7-1B0A-F580CFC9B33F}"/>
                </a:ext>
              </a:extLst>
            </p:cNvPr>
            <p:cNvSpPr/>
            <p:nvPr/>
          </p:nvSpPr>
          <p:spPr>
            <a:xfrm>
              <a:off x="3746159" y="656441"/>
              <a:ext cx="554005" cy="554005"/>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a:extLst>
                <a:ext uri="{FF2B5EF4-FFF2-40B4-BE49-F238E27FC236}">
                  <a16:creationId xmlns:a16="http://schemas.microsoft.com/office/drawing/2014/main" id="{29F97B7C-47FF-86E5-798F-03FE90810325}"/>
                </a:ext>
              </a:extLst>
            </p:cNvPr>
            <p:cNvSpPr/>
            <p:nvPr/>
          </p:nvSpPr>
          <p:spPr>
            <a:xfrm>
              <a:off x="4412724" y="656441"/>
              <a:ext cx="2172085" cy="5643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zh-CN" altLang="en-US" sz="2200" b="1"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研究背景与现状</a:t>
              </a:r>
            </a:p>
          </p:txBody>
        </p:sp>
        <p:sp>
          <p:nvSpPr>
            <p:cNvPr id="10" name="矩形 9">
              <a:extLst>
                <a:ext uri="{FF2B5EF4-FFF2-40B4-BE49-F238E27FC236}">
                  <a16:creationId xmlns:a16="http://schemas.microsoft.com/office/drawing/2014/main" id="{7BA3667E-2C0D-2466-3F63-96E6B6EF11DF}"/>
                </a:ext>
              </a:extLst>
            </p:cNvPr>
            <p:cNvSpPr/>
            <p:nvPr/>
          </p:nvSpPr>
          <p:spPr>
            <a:xfrm>
              <a:off x="3760762" y="646062"/>
              <a:ext cx="642405" cy="5643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altLang="zh-CN" sz="2600" b="1" i="0" u="none" strike="noStrike" kern="1200" cap="none" spc="0" normalizeH="0" baseline="0" noProof="0" dirty="0">
                  <a:ln>
                    <a:noFill/>
                  </a:ln>
                  <a:solidFill>
                    <a:schemeClr val="bg1"/>
                  </a:solidFill>
                  <a:effectLst/>
                  <a:uLnTx/>
                  <a:uFillTx/>
                  <a:latin typeface="Times New Roman" panose="02020603050405020304" pitchFamily="18" charset="0"/>
                  <a:ea typeface="微软雅黑"/>
                  <a:cs typeface="Times New Roman" panose="02020603050405020304" pitchFamily="18" charset="0"/>
                </a:rPr>
                <a:t>01</a:t>
              </a:r>
              <a:endParaRPr kumimoji="0" lang="zh-CN" altLang="en-US" sz="2600" b="1" i="0" u="none" strike="noStrike" kern="1200" cap="none" spc="0" normalizeH="0" baseline="0" noProof="0" dirty="0">
                <a:ln>
                  <a:noFill/>
                </a:ln>
                <a:solidFill>
                  <a:schemeClr val="bg1"/>
                </a:solidFill>
                <a:effectLst/>
                <a:uLnTx/>
                <a:uFillTx/>
                <a:latin typeface="Times New Roman" panose="02020603050405020304" pitchFamily="18" charset="0"/>
                <a:ea typeface="微软雅黑"/>
                <a:cs typeface="Times New Roman" panose="02020603050405020304" pitchFamily="18" charset="0"/>
              </a:endParaRPr>
            </a:p>
          </p:txBody>
        </p:sp>
        <p:sp>
          <p:nvSpPr>
            <p:cNvPr id="4" name="椭圆 3">
              <a:extLst>
                <a:ext uri="{FF2B5EF4-FFF2-40B4-BE49-F238E27FC236}">
                  <a16:creationId xmlns:a16="http://schemas.microsoft.com/office/drawing/2014/main" id="{3F7EC979-657A-84E7-E05B-04969B398F6E}"/>
                </a:ext>
              </a:extLst>
            </p:cNvPr>
            <p:cNvSpPr/>
            <p:nvPr/>
          </p:nvSpPr>
          <p:spPr>
            <a:xfrm>
              <a:off x="3746159" y="1767768"/>
              <a:ext cx="554005" cy="554005"/>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矩形 8">
              <a:extLst>
                <a:ext uri="{FF2B5EF4-FFF2-40B4-BE49-F238E27FC236}">
                  <a16:creationId xmlns:a16="http://schemas.microsoft.com/office/drawing/2014/main" id="{F6CDB0C8-9192-CE57-11F3-48D6F623E314}"/>
                </a:ext>
              </a:extLst>
            </p:cNvPr>
            <p:cNvSpPr/>
            <p:nvPr/>
          </p:nvSpPr>
          <p:spPr>
            <a:xfrm>
              <a:off x="4403166" y="1777352"/>
              <a:ext cx="7119967" cy="5643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zh-CN" altLang="en-US" sz="2200" b="1"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问题描述</a:t>
              </a:r>
            </a:p>
          </p:txBody>
        </p:sp>
        <p:sp>
          <p:nvSpPr>
            <p:cNvPr id="14" name="矩形 13">
              <a:extLst>
                <a:ext uri="{FF2B5EF4-FFF2-40B4-BE49-F238E27FC236}">
                  <a16:creationId xmlns:a16="http://schemas.microsoft.com/office/drawing/2014/main" id="{9854163A-C1A7-A611-E6DE-657214813EFF}"/>
                </a:ext>
              </a:extLst>
            </p:cNvPr>
            <p:cNvSpPr/>
            <p:nvPr/>
          </p:nvSpPr>
          <p:spPr>
            <a:xfrm>
              <a:off x="3760762" y="1764641"/>
              <a:ext cx="642405" cy="5643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altLang="zh-CN" sz="2600" b="1" i="0" u="none" strike="noStrike" kern="1200" cap="none" spc="0" normalizeH="0" baseline="0" noProof="0" dirty="0">
                  <a:ln>
                    <a:noFill/>
                  </a:ln>
                  <a:solidFill>
                    <a:schemeClr val="bg1"/>
                  </a:solidFill>
                  <a:effectLst/>
                  <a:uLnTx/>
                  <a:uFillTx/>
                  <a:latin typeface="Times New Roman" panose="02020603050405020304" pitchFamily="18" charset="0"/>
                  <a:ea typeface="微软雅黑"/>
                  <a:cs typeface="Times New Roman" panose="02020603050405020304" pitchFamily="18" charset="0"/>
                </a:rPr>
                <a:t>02</a:t>
              </a:r>
              <a:endParaRPr kumimoji="0" lang="zh-CN" altLang="en-US" sz="2600" b="1" i="0" u="none" strike="noStrike" kern="1200" cap="none" spc="0" normalizeH="0" baseline="0" noProof="0" dirty="0">
                <a:ln>
                  <a:noFill/>
                </a:ln>
                <a:solidFill>
                  <a:schemeClr val="bg1"/>
                </a:solidFill>
                <a:effectLst/>
                <a:uLnTx/>
                <a:uFillTx/>
                <a:latin typeface="Times New Roman" panose="02020603050405020304" pitchFamily="18" charset="0"/>
                <a:ea typeface="微软雅黑"/>
                <a:cs typeface="Times New Roman" panose="02020603050405020304" pitchFamily="18" charset="0"/>
              </a:endParaRPr>
            </a:p>
          </p:txBody>
        </p:sp>
        <p:sp>
          <p:nvSpPr>
            <p:cNvPr id="33" name="椭圆 32">
              <a:extLst>
                <a:ext uri="{FF2B5EF4-FFF2-40B4-BE49-F238E27FC236}">
                  <a16:creationId xmlns:a16="http://schemas.microsoft.com/office/drawing/2014/main" id="{9A948E93-461D-FF1C-5879-2FCF73223491}"/>
                </a:ext>
              </a:extLst>
            </p:cNvPr>
            <p:cNvSpPr/>
            <p:nvPr/>
          </p:nvSpPr>
          <p:spPr>
            <a:xfrm>
              <a:off x="3760762" y="2952069"/>
              <a:ext cx="554005" cy="554005"/>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a:extLst>
                <a:ext uri="{FF2B5EF4-FFF2-40B4-BE49-F238E27FC236}">
                  <a16:creationId xmlns:a16="http://schemas.microsoft.com/office/drawing/2014/main" id="{41BC7EFA-6339-9D9A-471C-4F8A2535FB72}"/>
                </a:ext>
              </a:extLst>
            </p:cNvPr>
            <p:cNvSpPr/>
            <p:nvPr/>
          </p:nvSpPr>
          <p:spPr>
            <a:xfrm>
              <a:off x="4427327" y="2952069"/>
              <a:ext cx="7119967" cy="5643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zh-CN" altLang="en-US" sz="2200" b="1"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方法框架</a:t>
              </a:r>
            </a:p>
          </p:txBody>
        </p:sp>
        <p:sp>
          <p:nvSpPr>
            <p:cNvPr id="35" name="矩形 34">
              <a:extLst>
                <a:ext uri="{FF2B5EF4-FFF2-40B4-BE49-F238E27FC236}">
                  <a16:creationId xmlns:a16="http://schemas.microsoft.com/office/drawing/2014/main" id="{51D1DA87-1F3A-3025-2DDE-122C82C1405F}"/>
                </a:ext>
              </a:extLst>
            </p:cNvPr>
            <p:cNvSpPr/>
            <p:nvPr/>
          </p:nvSpPr>
          <p:spPr>
            <a:xfrm>
              <a:off x="3775365" y="2941690"/>
              <a:ext cx="642405" cy="5643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altLang="zh-CN" sz="2600" b="1" i="0" u="none" strike="noStrike" kern="1200" cap="none" spc="0" normalizeH="0" baseline="0" noProof="0" dirty="0">
                  <a:ln>
                    <a:noFill/>
                  </a:ln>
                  <a:solidFill>
                    <a:schemeClr val="bg1"/>
                  </a:solidFill>
                  <a:effectLst/>
                  <a:uLnTx/>
                  <a:uFillTx/>
                  <a:latin typeface="Times New Roman" panose="02020603050405020304" pitchFamily="18" charset="0"/>
                  <a:ea typeface="微软雅黑"/>
                  <a:cs typeface="Times New Roman" panose="02020603050405020304" pitchFamily="18" charset="0"/>
                </a:rPr>
                <a:t>03</a:t>
              </a:r>
              <a:endParaRPr kumimoji="0" lang="zh-CN" altLang="en-US" sz="2600" b="1" i="0" u="none" strike="noStrike" kern="1200" cap="none" spc="0" normalizeH="0" baseline="0" noProof="0" dirty="0">
                <a:ln>
                  <a:noFill/>
                </a:ln>
                <a:solidFill>
                  <a:schemeClr val="bg1"/>
                </a:solidFill>
                <a:effectLst/>
                <a:uLnTx/>
                <a:uFillTx/>
                <a:latin typeface="Times New Roman" panose="02020603050405020304" pitchFamily="18" charset="0"/>
                <a:ea typeface="微软雅黑"/>
                <a:cs typeface="Times New Roman" panose="02020603050405020304" pitchFamily="18" charset="0"/>
              </a:endParaRPr>
            </a:p>
          </p:txBody>
        </p:sp>
        <p:sp>
          <p:nvSpPr>
            <p:cNvPr id="40" name="椭圆 39">
              <a:extLst>
                <a:ext uri="{FF2B5EF4-FFF2-40B4-BE49-F238E27FC236}">
                  <a16:creationId xmlns:a16="http://schemas.microsoft.com/office/drawing/2014/main" id="{E1D8439F-99BB-F832-6093-984C18B9E096}"/>
                </a:ext>
              </a:extLst>
            </p:cNvPr>
            <p:cNvSpPr/>
            <p:nvPr/>
          </p:nvSpPr>
          <p:spPr>
            <a:xfrm>
              <a:off x="3775365" y="4155415"/>
              <a:ext cx="554005" cy="554005"/>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a:extLst>
                <a:ext uri="{FF2B5EF4-FFF2-40B4-BE49-F238E27FC236}">
                  <a16:creationId xmlns:a16="http://schemas.microsoft.com/office/drawing/2014/main" id="{576F73E7-278C-6749-B926-F66D533A5193}"/>
                </a:ext>
              </a:extLst>
            </p:cNvPr>
            <p:cNvSpPr/>
            <p:nvPr/>
          </p:nvSpPr>
          <p:spPr>
            <a:xfrm>
              <a:off x="4441930" y="4140899"/>
              <a:ext cx="7119967" cy="5643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zh-CN" altLang="en-US" sz="2200" b="1"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实验验证</a:t>
              </a:r>
            </a:p>
          </p:txBody>
        </p:sp>
        <p:sp>
          <p:nvSpPr>
            <p:cNvPr id="42" name="矩形 41">
              <a:extLst>
                <a:ext uri="{FF2B5EF4-FFF2-40B4-BE49-F238E27FC236}">
                  <a16:creationId xmlns:a16="http://schemas.microsoft.com/office/drawing/2014/main" id="{01C187AD-A5D4-1F8F-9624-D4CA1C00BCD7}"/>
                </a:ext>
              </a:extLst>
            </p:cNvPr>
            <p:cNvSpPr/>
            <p:nvPr/>
          </p:nvSpPr>
          <p:spPr>
            <a:xfrm>
              <a:off x="3789968" y="4137781"/>
              <a:ext cx="642405" cy="5643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altLang="zh-CN" sz="2600" b="1" i="0" u="none" strike="noStrike" kern="1200" cap="none" spc="0" normalizeH="0" baseline="0" noProof="0" dirty="0">
                  <a:ln>
                    <a:noFill/>
                  </a:ln>
                  <a:solidFill>
                    <a:schemeClr val="bg1"/>
                  </a:solidFill>
                  <a:effectLst/>
                  <a:uLnTx/>
                  <a:uFillTx/>
                  <a:latin typeface="Times New Roman" panose="02020603050405020304" pitchFamily="18" charset="0"/>
                  <a:ea typeface="微软雅黑"/>
                  <a:cs typeface="Times New Roman" panose="02020603050405020304" pitchFamily="18" charset="0"/>
                </a:rPr>
                <a:t>04</a:t>
              </a:r>
              <a:endParaRPr kumimoji="0" lang="zh-CN" altLang="en-US" sz="2600" b="1" i="0" u="none" strike="noStrike" kern="1200" cap="none" spc="0" normalizeH="0" baseline="0" noProof="0" dirty="0">
                <a:ln>
                  <a:noFill/>
                </a:ln>
                <a:solidFill>
                  <a:schemeClr val="bg1"/>
                </a:solidFill>
                <a:effectLst/>
                <a:uLnTx/>
                <a:uFillTx/>
                <a:latin typeface="Times New Roman" panose="02020603050405020304" pitchFamily="18" charset="0"/>
                <a:ea typeface="微软雅黑"/>
                <a:cs typeface="Times New Roman" panose="02020603050405020304" pitchFamily="18" charset="0"/>
              </a:endParaRPr>
            </a:p>
          </p:txBody>
        </p:sp>
        <p:sp>
          <p:nvSpPr>
            <p:cNvPr id="43" name="椭圆 42">
              <a:extLst>
                <a:ext uri="{FF2B5EF4-FFF2-40B4-BE49-F238E27FC236}">
                  <a16:creationId xmlns:a16="http://schemas.microsoft.com/office/drawing/2014/main" id="{6A5447C9-EDDC-C391-83D4-E5A9F8986759}"/>
                </a:ext>
              </a:extLst>
            </p:cNvPr>
            <p:cNvSpPr/>
            <p:nvPr/>
          </p:nvSpPr>
          <p:spPr>
            <a:xfrm>
              <a:off x="3775365" y="5361004"/>
              <a:ext cx="554005" cy="554005"/>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4" name="矩形 43">
              <a:extLst>
                <a:ext uri="{FF2B5EF4-FFF2-40B4-BE49-F238E27FC236}">
                  <a16:creationId xmlns:a16="http://schemas.microsoft.com/office/drawing/2014/main" id="{91225F41-B094-59EA-D933-C1720A787537}"/>
                </a:ext>
              </a:extLst>
            </p:cNvPr>
            <p:cNvSpPr/>
            <p:nvPr/>
          </p:nvSpPr>
          <p:spPr>
            <a:xfrm>
              <a:off x="4441930" y="5361004"/>
              <a:ext cx="7119967" cy="5643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zh-CN" altLang="en-US" sz="2200" b="1"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总结与展望</a:t>
              </a:r>
            </a:p>
          </p:txBody>
        </p:sp>
        <p:sp>
          <p:nvSpPr>
            <p:cNvPr id="45" name="矩形 44">
              <a:extLst>
                <a:ext uri="{FF2B5EF4-FFF2-40B4-BE49-F238E27FC236}">
                  <a16:creationId xmlns:a16="http://schemas.microsoft.com/office/drawing/2014/main" id="{1334D66B-C194-8A9C-98E9-48776469AA7B}"/>
                </a:ext>
              </a:extLst>
            </p:cNvPr>
            <p:cNvSpPr/>
            <p:nvPr/>
          </p:nvSpPr>
          <p:spPr>
            <a:xfrm>
              <a:off x="3789968" y="5350625"/>
              <a:ext cx="642405" cy="5643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altLang="zh-CN" sz="2600" b="1" i="0" u="none" strike="noStrike" kern="1200" cap="none" spc="0" normalizeH="0" baseline="0" noProof="0" dirty="0">
                  <a:ln>
                    <a:noFill/>
                  </a:ln>
                  <a:solidFill>
                    <a:schemeClr val="bg1"/>
                  </a:solidFill>
                  <a:effectLst/>
                  <a:uLnTx/>
                  <a:uFillTx/>
                  <a:latin typeface="Times New Roman" panose="02020603050405020304" pitchFamily="18" charset="0"/>
                  <a:ea typeface="微软雅黑"/>
                  <a:cs typeface="Times New Roman" panose="02020603050405020304" pitchFamily="18" charset="0"/>
                </a:rPr>
                <a:t>05</a:t>
              </a:r>
              <a:endParaRPr kumimoji="0" lang="zh-CN" altLang="en-US" sz="2600" b="1" i="0" u="none" strike="noStrike" kern="1200" cap="none" spc="0" normalizeH="0" baseline="0" noProof="0" dirty="0">
                <a:ln>
                  <a:noFill/>
                </a:ln>
                <a:solidFill>
                  <a:schemeClr val="bg1"/>
                </a:solidFill>
                <a:effectLst/>
                <a:uLnTx/>
                <a:uFillTx/>
                <a:latin typeface="Times New Roman" panose="02020603050405020304" pitchFamily="18" charset="0"/>
                <a:ea typeface="微软雅黑"/>
                <a:cs typeface="Times New Roman" panose="02020603050405020304" pitchFamily="18" charset="0"/>
              </a:endParaRPr>
            </a:p>
          </p:txBody>
        </p:sp>
      </p:grpSp>
      <p:pic>
        <p:nvPicPr>
          <p:cNvPr id="47" name="图片 46">
            <a:extLst>
              <a:ext uri="{FF2B5EF4-FFF2-40B4-BE49-F238E27FC236}">
                <a16:creationId xmlns:a16="http://schemas.microsoft.com/office/drawing/2014/main" id="{51FED8BA-FC42-64A7-017F-7EE74F490D63}"/>
              </a:ext>
            </a:extLst>
          </p:cNvPr>
          <p:cNvPicPr>
            <a:picLocks noChangeAspect="1"/>
          </p:cNvPicPr>
          <p:nvPr/>
        </p:nvPicPr>
        <p:blipFill>
          <a:blip r:embed="rId3">
            <a:extLst>
              <a:ext uri="{28A0092B-C50C-407E-A947-70E740481C1C}">
                <a14:useLocalDpi xmlns:a14="http://schemas.microsoft.com/office/drawing/2010/main" val="0"/>
              </a:ext>
            </a:extLst>
          </a:blip>
          <a:srcRect l="44043" t="-7039" r="30763" b="50"/>
          <a:stretch>
            <a:fillRect/>
          </a:stretch>
        </p:blipFill>
        <p:spPr>
          <a:xfrm>
            <a:off x="0" y="-482958"/>
            <a:ext cx="3071613" cy="7340958"/>
          </a:xfrm>
          <a:custGeom>
            <a:avLst/>
            <a:gdLst>
              <a:gd name="connsiteX0" fmla="*/ 0 w 9144000"/>
              <a:gd name="connsiteY0" fmla="*/ 0 h 1896177"/>
              <a:gd name="connsiteX1" fmla="*/ 9144000 w 9144000"/>
              <a:gd name="connsiteY1" fmla="*/ 0 h 1896177"/>
              <a:gd name="connsiteX2" fmla="*/ 9144000 w 9144000"/>
              <a:gd name="connsiteY2" fmla="*/ 1896177 h 1896177"/>
              <a:gd name="connsiteX3" fmla="*/ 0 w 9144000"/>
              <a:gd name="connsiteY3" fmla="*/ 1896177 h 1896177"/>
            </a:gdLst>
            <a:ahLst/>
            <a:cxnLst>
              <a:cxn ang="0">
                <a:pos x="connsiteX0" y="connsiteY0"/>
              </a:cxn>
              <a:cxn ang="0">
                <a:pos x="connsiteX1" y="connsiteY1"/>
              </a:cxn>
              <a:cxn ang="0">
                <a:pos x="connsiteX2" y="connsiteY2"/>
              </a:cxn>
              <a:cxn ang="0">
                <a:pos x="connsiteX3" y="connsiteY3"/>
              </a:cxn>
            </a:cxnLst>
            <a:rect l="l" t="t" r="r" b="b"/>
            <a:pathLst>
              <a:path w="9144000" h="1896177">
                <a:moveTo>
                  <a:pt x="0" y="0"/>
                </a:moveTo>
                <a:lnTo>
                  <a:pt x="9144000" y="0"/>
                </a:lnTo>
                <a:lnTo>
                  <a:pt x="9144000" y="1896177"/>
                </a:lnTo>
                <a:lnTo>
                  <a:pt x="0" y="1896177"/>
                </a:lnTo>
                <a:close/>
              </a:path>
            </a:pathLst>
          </a:custGeom>
        </p:spPr>
      </p:pic>
      <p:sp>
        <p:nvSpPr>
          <p:cNvPr id="48" name="矩形 47">
            <a:extLst>
              <a:ext uri="{FF2B5EF4-FFF2-40B4-BE49-F238E27FC236}">
                <a16:creationId xmlns:a16="http://schemas.microsoft.com/office/drawing/2014/main" id="{775A247B-BB9E-1675-ED8B-406F61CB1DC8}"/>
              </a:ext>
            </a:extLst>
          </p:cNvPr>
          <p:cNvSpPr/>
          <p:nvPr/>
        </p:nvSpPr>
        <p:spPr>
          <a:xfrm>
            <a:off x="-1" y="0"/>
            <a:ext cx="3071613" cy="6858000"/>
          </a:xfrm>
          <a:prstGeom prst="rect">
            <a:avLst/>
          </a:prstGeom>
          <a:gradFill flip="none" rotWithShape="1">
            <a:gsLst>
              <a:gs pos="0">
                <a:schemeClr val="accent1">
                  <a:alpha val="20000"/>
                </a:schemeClr>
              </a:gs>
              <a:gs pos="100000">
                <a:schemeClr val="accent1"/>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grpSp>
        <p:nvGrpSpPr>
          <p:cNvPr id="49" name="组合 48">
            <a:extLst>
              <a:ext uri="{FF2B5EF4-FFF2-40B4-BE49-F238E27FC236}">
                <a16:creationId xmlns:a16="http://schemas.microsoft.com/office/drawing/2014/main" id="{A22EA5D8-1702-3450-E7F0-EBE428992FF9}"/>
              </a:ext>
            </a:extLst>
          </p:cNvPr>
          <p:cNvGrpSpPr/>
          <p:nvPr/>
        </p:nvGrpSpPr>
        <p:grpSpPr>
          <a:xfrm>
            <a:off x="475740" y="2536644"/>
            <a:ext cx="2708433" cy="1784713"/>
            <a:chOff x="456177" y="2436885"/>
            <a:chExt cx="2708433" cy="1784713"/>
          </a:xfrm>
        </p:grpSpPr>
        <p:sp>
          <p:nvSpPr>
            <p:cNvPr id="50" name="文本框 49" descr="e7d195523061f1c09e9d68d7cf438b91ef959ecb14fc25d26BBA7F7DBC18E55DFF4014AF651F0BF2569D4B6C1DA7F1A4683A481403BD872FC687266AD13265C1DE7C373772FD8728ABDD69ADD03BFF5BE2862BC891DBB79EB73C15828F0DF1DC2F0B1C670C38CB84D872D3C6C609B3C2C95C34232EA5F7BBA4BF190274E430E03C02613D2AC7931007E66AA5AE319EC6">
              <a:extLst>
                <a:ext uri="{FF2B5EF4-FFF2-40B4-BE49-F238E27FC236}">
                  <a16:creationId xmlns:a16="http://schemas.microsoft.com/office/drawing/2014/main" id="{229C3797-DA67-C0E5-13EB-45FA8EF6C089}"/>
                </a:ext>
              </a:extLst>
            </p:cNvPr>
            <p:cNvSpPr txBox="1"/>
            <p:nvPr/>
          </p:nvSpPr>
          <p:spPr>
            <a:xfrm>
              <a:off x="456177" y="2436885"/>
              <a:ext cx="2708433" cy="1200329"/>
            </a:xfrm>
            <a:prstGeom prst="rect">
              <a:avLst/>
            </a:prstGeom>
            <a:noFill/>
          </p:spPr>
          <p:txBody>
            <a:bodyPr vert="horz"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7200" b="1" i="0" u="none" strike="noStrike" kern="1200" cap="none" spc="3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目录</a:t>
              </a:r>
              <a:endParaRPr kumimoji="0" lang="en-US" altLang="zh-CN" sz="7200" b="1" i="0" u="none" strike="noStrike" kern="1200" cap="none" spc="3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1" name="文本框 50" descr="e7d195523061f1c09e9d68d7cf438b91ef959ecb14fc25d26BBA7F7DBC18E55DFF4014AF651F0BF2569D4B6C1DA7F1A4683A481403BD872FC687266AD13265C1DE7C373772FD8728ABDD69ADD03BFF5BE2862BC891DBB79E384CBA2AD7BD29318610FEDF51B3FEE05FEC5A091F42846D822380C7930B8446232BAEF97A5CF8EFA5006F9FB7A0D65F653EDA17F6F433D1">
              <a:extLst>
                <a:ext uri="{FF2B5EF4-FFF2-40B4-BE49-F238E27FC236}">
                  <a16:creationId xmlns:a16="http://schemas.microsoft.com/office/drawing/2014/main" id="{F2AA7483-5B1B-EFC2-55DF-8292281FA329}"/>
                </a:ext>
              </a:extLst>
            </p:cNvPr>
            <p:cNvSpPr txBox="1"/>
            <p:nvPr/>
          </p:nvSpPr>
          <p:spPr>
            <a:xfrm>
              <a:off x="456177" y="3718832"/>
              <a:ext cx="2708433" cy="502766"/>
            </a:xfrm>
            <a:prstGeom prst="rect">
              <a:avLst/>
            </a:prstGeom>
            <a:noFill/>
          </p:spPr>
          <p:txBody>
            <a:bodyPr wrap="square" rtlCol="0">
              <a:spAutoFit/>
            </a:bodyPr>
            <a:lstStyle>
              <a:defPPr>
                <a:defRPr lang="en-US"/>
              </a:defPPr>
              <a:lvl1pPr algn="ctr">
                <a:defRPr sz="4800" b="1">
                  <a:solidFill>
                    <a:schemeClr val="bg1"/>
                  </a:solidFill>
                  <a:effectLst>
                    <a:outerShdw blurRad="101600" dist="101600" dir="2700000" algn="tl">
                      <a:srgbClr val="000000">
                        <a:alpha val="43137"/>
                      </a:srgbClr>
                    </a:outerShdw>
                  </a:effectLst>
                  <a:latin typeface="+mj-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667"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CONTENTS</a:t>
              </a:r>
            </a:p>
          </p:txBody>
        </p:sp>
      </p:grpSp>
    </p:spTree>
    <p:extLst>
      <p:ext uri="{BB962C8B-B14F-4D97-AF65-F5344CB8AC3E}">
        <p14:creationId xmlns:p14="http://schemas.microsoft.com/office/powerpoint/2010/main" val="36165919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9148BF-C75F-D2CB-A15D-049DDD00365D}"/>
            </a:ext>
          </a:extLst>
        </p:cNvPr>
        <p:cNvGrpSpPr/>
        <p:nvPr/>
      </p:nvGrpSpPr>
      <p:grpSpPr>
        <a:xfrm>
          <a:off x="0" y="0"/>
          <a:ext cx="0" cy="0"/>
          <a:chOff x="0" y="0"/>
          <a:chExt cx="0" cy="0"/>
        </a:xfrm>
      </p:grpSpPr>
      <p:grpSp>
        <p:nvGrpSpPr>
          <p:cNvPr id="46" name="组合 45">
            <a:extLst>
              <a:ext uri="{FF2B5EF4-FFF2-40B4-BE49-F238E27FC236}">
                <a16:creationId xmlns:a16="http://schemas.microsoft.com/office/drawing/2014/main" id="{5359DBF8-C6F6-79EC-93B8-061571C4E645}"/>
              </a:ext>
            </a:extLst>
          </p:cNvPr>
          <p:cNvGrpSpPr/>
          <p:nvPr/>
        </p:nvGrpSpPr>
        <p:grpSpPr>
          <a:xfrm>
            <a:off x="4084664" y="882471"/>
            <a:ext cx="7815738" cy="5279326"/>
            <a:chOff x="3746159" y="646062"/>
            <a:chExt cx="7815738" cy="5279326"/>
          </a:xfrm>
        </p:grpSpPr>
        <p:sp>
          <p:nvSpPr>
            <p:cNvPr id="2" name="椭圆 1">
              <a:extLst>
                <a:ext uri="{FF2B5EF4-FFF2-40B4-BE49-F238E27FC236}">
                  <a16:creationId xmlns:a16="http://schemas.microsoft.com/office/drawing/2014/main" id="{FBA7C175-5708-1350-741A-97E0170C1891}"/>
                </a:ext>
              </a:extLst>
            </p:cNvPr>
            <p:cNvSpPr/>
            <p:nvPr/>
          </p:nvSpPr>
          <p:spPr>
            <a:xfrm>
              <a:off x="3746159" y="656441"/>
              <a:ext cx="554005" cy="554005"/>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a:extLst>
                <a:ext uri="{FF2B5EF4-FFF2-40B4-BE49-F238E27FC236}">
                  <a16:creationId xmlns:a16="http://schemas.microsoft.com/office/drawing/2014/main" id="{B91C4720-D584-98CE-59C4-13E7A19425E5}"/>
                </a:ext>
              </a:extLst>
            </p:cNvPr>
            <p:cNvSpPr/>
            <p:nvPr/>
          </p:nvSpPr>
          <p:spPr>
            <a:xfrm>
              <a:off x="4412724" y="656441"/>
              <a:ext cx="2172085" cy="5643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zh-CN" altLang="en-US" sz="2200" b="1"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研究背景与现状</a:t>
              </a:r>
            </a:p>
          </p:txBody>
        </p:sp>
        <p:sp>
          <p:nvSpPr>
            <p:cNvPr id="10" name="矩形 9">
              <a:extLst>
                <a:ext uri="{FF2B5EF4-FFF2-40B4-BE49-F238E27FC236}">
                  <a16:creationId xmlns:a16="http://schemas.microsoft.com/office/drawing/2014/main" id="{8544E4B1-1DEB-B20A-C387-1F00200A858B}"/>
                </a:ext>
              </a:extLst>
            </p:cNvPr>
            <p:cNvSpPr/>
            <p:nvPr/>
          </p:nvSpPr>
          <p:spPr>
            <a:xfrm>
              <a:off x="3760762" y="646062"/>
              <a:ext cx="642405" cy="5643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altLang="zh-CN" sz="2600" b="1" i="0" u="none" strike="noStrike" kern="1200" cap="none" spc="0" normalizeH="0" baseline="0" noProof="0" dirty="0">
                  <a:ln>
                    <a:noFill/>
                  </a:ln>
                  <a:solidFill>
                    <a:schemeClr val="bg1"/>
                  </a:solidFill>
                  <a:effectLst/>
                  <a:uLnTx/>
                  <a:uFillTx/>
                  <a:latin typeface="Times New Roman" panose="02020603050405020304" pitchFamily="18" charset="0"/>
                  <a:ea typeface="微软雅黑"/>
                  <a:cs typeface="Times New Roman" panose="02020603050405020304" pitchFamily="18" charset="0"/>
                </a:rPr>
                <a:t>01</a:t>
              </a:r>
              <a:endParaRPr kumimoji="0" lang="zh-CN" altLang="en-US" sz="2600" b="1" i="0" u="none" strike="noStrike" kern="1200" cap="none" spc="0" normalizeH="0" baseline="0" noProof="0" dirty="0">
                <a:ln>
                  <a:noFill/>
                </a:ln>
                <a:solidFill>
                  <a:schemeClr val="bg1"/>
                </a:solidFill>
                <a:effectLst/>
                <a:uLnTx/>
                <a:uFillTx/>
                <a:latin typeface="Times New Roman" panose="02020603050405020304" pitchFamily="18" charset="0"/>
                <a:ea typeface="微软雅黑"/>
                <a:cs typeface="Times New Roman" panose="02020603050405020304" pitchFamily="18" charset="0"/>
              </a:endParaRPr>
            </a:p>
          </p:txBody>
        </p:sp>
        <p:sp>
          <p:nvSpPr>
            <p:cNvPr id="4" name="椭圆 3">
              <a:extLst>
                <a:ext uri="{FF2B5EF4-FFF2-40B4-BE49-F238E27FC236}">
                  <a16:creationId xmlns:a16="http://schemas.microsoft.com/office/drawing/2014/main" id="{A33EFDFC-425D-C56D-B56A-016E8FB99F38}"/>
                </a:ext>
              </a:extLst>
            </p:cNvPr>
            <p:cNvSpPr/>
            <p:nvPr/>
          </p:nvSpPr>
          <p:spPr>
            <a:xfrm>
              <a:off x="3746159" y="1767768"/>
              <a:ext cx="554005" cy="554005"/>
            </a:xfrm>
            <a:prstGeom prst="ellipse">
              <a:avLst/>
            </a:prstGeom>
            <a:solidFill>
              <a:srgbClr val="9D9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矩形 8">
              <a:extLst>
                <a:ext uri="{FF2B5EF4-FFF2-40B4-BE49-F238E27FC236}">
                  <a16:creationId xmlns:a16="http://schemas.microsoft.com/office/drawing/2014/main" id="{063D65D9-56E7-E0DB-C381-7256DC7F3C1C}"/>
                </a:ext>
              </a:extLst>
            </p:cNvPr>
            <p:cNvSpPr/>
            <p:nvPr/>
          </p:nvSpPr>
          <p:spPr>
            <a:xfrm>
              <a:off x="4403166" y="1777352"/>
              <a:ext cx="7119967" cy="5643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zh-CN" altLang="en-US" sz="2200" b="1" i="0" u="none" strike="noStrike" kern="1200" cap="none" spc="0" normalizeH="0" baseline="0" noProof="0" dirty="0">
                  <a:ln>
                    <a:noFill/>
                  </a:ln>
                  <a:solidFill>
                    <a:srgbClr val="9D90A0"/>
                  </a:solidFill>
                  <a:effectLst/>
                  <a:uLnTx/>
                  <a:uFillTx/>
                  <a:latin typeface="Times New Roman" panose="02020603050405020304" pitchFamily="18" charset="0"/>
                  <a:ea typeface="微软雅黑"/>
                  <a:cs typeface="Times New Roman" panose="02020603050405020304" pitchFamily="18" charset="0"/>
                </a:rPr>
                <a:t>问题描述</a:t>
              </a:r>
            </a:p>
          </p:txBody>
        </p:sp>
        <p:sp>
          <p:nvSpPr>
            <p:cNvPr id="14" name="矩形 13">
              <a:extLst>
                <a:ext uri="{FF2B5EF4-FFF2-40B4-BE49-F238E27FC236}">
                  <a16:creationId xmlns:a16="http://schemas.microsoft.com/office/drawing/2014/main" id="{6E39A2D6-A805-8B52-FEBF-216E62E4A560}"/>
                </a:ext>
              </a:extLst>
            </p:cNvPr>
            <p:cNvSpPr/>
            <p:nvPr/>
          </p:nvSpPr>
          <p:spPr>
            <a:xfrm>
              <a:off x="3760762" y="1764641"/>
              <a:ext cx="642405" cy="5643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altLang="zh-CN" sz="2600" b="1" i="0" u="none" strike="noStrike" kern="1200" cap="none" spc="0" normalizeH="0" baseline="0" noProof="0" dirty="0">
                  <a:ln>
                    <a:noFill/>
                  </a:ln>
                  <a:solidFill>
                    <a:schemeClr val="bg1"/>
                  </a:solidFill>
                  <a:effectLst/>
                  <a:uLnTx/>
                  <a:uFillTx/>
                  <a:latin typeface="Times New Roman" panose="02020603050405020304" pitchFamily="18" charset="0"/>
                  <a:ea typeface="微软雅黑"/>
                  <a:cs typeface="Times New Roman" panose="02020603050405020304" pitchFamily="18" charset="0"/>
                </a:rPr>
                <a:t>02</a:t>
              </a:r>
              <a:endParaRPr kumimoji="0" lang="zh-CN" altLang="en-US" sz="2600" b="1" i="0" u="none" strike="noStrike" kern="1200" cap="none" spc="0" normalizeH="0" baseline="0" noProof="0" dirty="0">
                <a:ln>
                  <a:noFill/>
                </a:ln>
                <a:solidFill>
                  <a:schemeClr val="bg1"/>
                </a:solidFill>
                <a:effectLst/>
                <a:uLnTx/>
                <a:uFillTx/>
                <a:latin typeface="Times New Roman" panose="02020603050405020304" pitchFamily="18" charset="0"/>
                <a:ea typeface="微软雅黑"/>
                <a:cs typeface="Times New Roman" panose="02020603050405020304" pitchFamily="18" charset="0"/>
              </a:endParaRPr>
            </a:p>
          </p:txBody>
        </p:sp>
        <p:sp>
          <p:nvSpPr>
            <p:cNvPr id="33" name="椭圆 32">
              <a:extLst>
                <a:ext uri="{FF2B5EF4-FFF2-40B4-BE49-F238E27FC236}">
                  <a16:creationId xmlns:a16="http://schemas.microsoft.com/office/drawing/2014/main" id="{35EC3515-FB54-E4F2-5A89-37E083BD6E7F}"/>
                </a:ext>
              </a:extLst>
            </p:cNvPr>
            <p:cNvSpPr/>
            <p:nvPr/>
          </p:nvSpPr>
          <p:spPr>
            <a:xfrm>
              <a:off x="3760762" y="2952069"/>
              <a:ext cx="554005" cy="554005"/>
            </a:xfrm>
            <a:prstGeom prst="ellipse">
              <a:avLst/>
            </a:prstGeom>
            <a:solidFill>
              <a:srgbClr val="9D9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a:extLst>
                <a:ext uri="{FF2B5EF4-FFF2-40B4-BE49-F238E27FC236}">
                  <a16:creationId xmlns:a16="http://schemas.microsoft.com/office/drawing/2014/main" id="{1FEC31DE-C250-CA3C-B5FF-31F7CB08461C}"/>
                </a:ext>
              </a:extLst>
            </p:cNvPr>
            <p:cNvSpPr/>
            <p:nvPr/>
          </p:nvSpPr>
          <p:spPr>
            <a:xfrm>
              <a:off x="4427327" y="2952069"/>
              <a:ext cx="7119967" cy="5643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zh-CN" altLang="en-US" sz="2200" b="1" i="0" u="none" strike="noStrike" kern="1200" cap="none" spc="0" normalizeH="0" baseline="0" noProof="0" dirty="0">
                  <a:ln>
                    <a:noFill/>
                  </a:ln>
                  <a:solidFill>
                    <a:srgbClr val="9D90A0"/>
                  </a:solidFill>
                  <a:effectLst/>
                  <a:uLnTx/>
                  <a:uFillTx/>
                  <a:latin typeface="Times New Roman" panose="02020603050405020304" pitchFamily="18" charset="0"/>
                  <a:ea typeface="微软雅黑"/>
                  <a:cs typeface="Times New Roman" panose="02020603050405020304" pitchFamily="18" charset="0"/>
                </a:rPr>
                <a:t>方法框架</a:t>
              </a:r>
            </a:p>
          </p:txBody>
        </p:sp>
        <p:sp>
          <p:nvSpPr>
            <p:cNvPr id="35" name="矩形 34">
              <a:extLst>
                <a:ext uri="{FF2B5EF4-FFF2-40B4-BE49-F238E27FC236}">
                  <a16:creationId xmlns:a16="http://schemas.microsoft.com/office/drawing/2014/main" id="{CC9D8D0F-106E-0886-48F8-0A6079E78498}"/>
                </a:ext>
              </a:extLst>
            </p:cNvPr>
            <p:cNvSpPr/>
            <p:nvPr/>
          </p:nvSpPr>
          <p:spPr>
            <a:xfrm>
              <a:off x="3775365" y="2941690"/>
              <a:ext cx="642405" cy="5643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altLang="zh-CN" sz="2600" b="1" i="0" u="none" strike="noStrike" kern="1200" cap="none" spc="0" normalizeH="0" baseline="0" noProof="0" dirty="0">
                  <a:ln>
                    <a:noFill/>
                  </a:ln>
                  <a:solidFill>
                    <a:schemeClr val="bg1"/>
                  </a:solidFill>
                  <a:effectLst/>
                  <a:uLnTx/>
                  <a:uFillTx/>
                  <a:latin typeface="Times New Roman" panose="02020603050405020304" pitchFamily="18" charset="0"/>
                  <a:ea typeface="微软雅黑"/>
                  <a:cs typeface="Times New Roman" panose="02020603050405020304" pitchFamily="18" charset="0"/>
                </a:rPr>
                <a:t>03</a:t>
              </a:r>
              <a:endParaRPr kumimoji="0" lang="zh-CN" altLang="en-US" sz="2600" b="1" i="0" u="none" strike="noStrike" kern="1200" cap="none" spc="0" normalizeH="0" baseline="0" noProof="0" dirty="0">
                <a:ln>
                  <a:noFill/>
                </a:ln>
                <a:solidFill>
                  <a:schemeClr val="bg1"/>
                </a:solidFill>
                <a:effectLst/>
                <a:uLnTx/>
                <a:uFillTx/>
                <a:latin typeface="Times New Roman" panose="02020603050405020304" pitchFamily="18" charset="0"/>
                <a:ea typeface="微软雅黑"/>
                <a:cs typeface="Times New Roman" panose="02020603050405020304" pitchFamily="18" charset="0"/>
              </a:endParaRPr>
            </a:p>
          </p:txBody>
        </p:sp>
        <p:sp>
          <p:nvSpPr>
            <p:cNvPr id="40" name="椭圆 39">
              <a:extLst>
                <a:ext uri="{FF2B5EF4-FFF2-40B4-BE49-F238E27FC236}">
                  <a16:creationId xmlns:a16="http://schemas.microsoft.com/office/drawing/2014/main" id="{AF294E81-D701-9867-1804-B5F1E07FB634}"/>
                </a:ext>
              </a:extLst>
            </p:cNvPr>
            <p:cNvSpPr/>
            <p:nvPr/>
          </p:nvSpPr>
          <p:spPr>
            <a:xfrm>
              <a:off x="3775365" y="4155415"/>
              <a:ext cx="554005" cy="554005"/>
            </a:xfrm>
            <a:prstGeom prst="ellipse">
              <a:avLst/>
            </a:prstGeom>
            <a:solidFill>
              <a:srgbClr val="9D9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1" name="矩形 40">
              <a:extLst>
                <a:ext uri="{FF2B5EF4-FFF2-40B4-BE49-F238E27FC236}">
                  <a16:creationId xmlns:a16="http://schemas.microsoft.com/office/drawing/2014/main" id="{736277AE-8699-5B9D-D562-2F879959D508}"/>
                </a:ext>
              </a:extLst>
            </p:cNvPr>
            <p:cNvSpPr/>
            <p:nvPr/>
          </p:nvSpPr>
          <p:spPr>
            <a:xfrm>
              <a:off x="4441930" y="4140899"/>
              <a:ext cx="7119967" cy="5643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zh-CN" altLang="en-US" sz="2200" b="1" i="0" u="none" strike="noStrike" kern="1200" cap="none" spc="0" normalizeH="0" baseline="0" noProof="0" dirty="0">
                  <a:ln>
                    <a:noFill/>
                  </a:ln>
                  <a:solidFill>
                    <a:srgbClr val="9D90A0"/>
                  </a:solidFill>
                  <a:effectLst/>
                  <a:uLnTx/>
                  <a:uFillTx/>
                  <a:latin typeface="Times New Roman" panose="02020603050405020304" pitchFamily="18" charset="0"/>
                  <a:ea typeface="微软雅黑"/>
                  <a:cs typeface="Times New Roman" panose="02020603050405020304" pitchFamily="18" charset="0"/>
                </a:rPr>
                <a:t>实验验证</a:t>
              </a:r>
            </a:p>
          </p:txBody>
        </p:sp>
        <p:sp>
          <p:nvSpPr>
            <p:cNvPr id="42" name="矩形 41">
              <a:extLst>
                <a:ext uri="{FF2B5EF4-FFF2-40B4-BE49-F238E27FC236}">
                  <a16:creationId xmlns:a16="http://schemas.microsoft.com/office/drawing/2014/main" id="{247A18C2-C33E-0EEA-8A7D-C994931F12D5}"/>
                </a:ext>
              </a:extLst>
            </p:cNvPr>
            <p:cNvSpPr/>
            <p:nvPr/>
          </p:nvSpPr>
          <p:spPr>
            <a:xfrm>
              <a:off x="3789968" y="4137781"/>
              <a:ext cx="642405" cy="5643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altLang="zh-CN" sz="2600" b="1" i="0" u="none" strike="noStrike" kern="1200" cap="none" spc="0" normalizeH="0" baseline="0" noProof="0" dirty="0">
                  <a:ln>
                    <a:noFill/>
                  </a:ln>
                  <a:solidFill>
                    <a:schemeClr val="bg1"/>
                  </a:solidFill>
                  <a:effectLst/>
                  <a:uLnTx/>
                  <a:uFillTx/>
                  <a:latin typeface="Times New Roman" panose="02020603050405020304" pitchFamily="18" charset="0"/>
                  <a:ea typeface="微软雅黑"/>
                  <a:cs typeface="Times New Roman" panose="02020603050405020304" pitchFamily="18" charset="0"/>
                </a:rPr>
                <a:t>04</a:t>
              </a:r>
              <a:endParaRPr kumimoji="0" lang="zh-CN" altLang="en-US" sz="2600" b="1" i="0" u="none" strike="noStrike" kern="1200" cap="none" spc="0" normalizeH="0" baseline="0" noProof="0" dirty="0">
                <a:ln>
                  <a:noFill/>
                </a:ln>
                <a:solidFill>
                  <a:schemeClr val="bg1"/>
                </a:solidFill>
                <a:effectLst/>
                <a:uLnTx/>
                <a:uFillTx/>
                <a:latin typeface="Times New Roman" panose="02020603050405020304" pitchFamily="18" charset="0"/>
                <a:ea typeface="微软雅黑"/>
                <a:cs typeface="Times New Roman" panose="02020603050405020304" pitchFamily="18" charset="0"/>
              </a:endParaRPr>
            </a:p>
          </p:txBody>
        </p:sp>
        <p:sp>
          <p:nvSpPr>
            <p:cNvPr id="43" name="椭圆 42">
              <a:extLst>
                <a:ext uri="{FF2B5EF4-FFF2-40B4-BE49-F238E27FC236}">
                  <a16:creationId xmlns:a16="http://schemas.microsoft.com/office/drawing/2014/main" id="{5203836A-3436-5AEA-F0C3-F87C9B8C93C1}"/>
                </a:ext>
              </a:extLst>
            </p:cNvPr>
            <p:cNvSpPr/>
            <p:nvPr/>
          </p:nvSpPr>
          <p:spPr>
            <a:xfrm>
              <a:off x="3775365" y="5361004"/>
              <a:ext cx="554005" cy="554005"/>
            </a:xfrm>
            <a:prstGeom prst="ellipse">
              <a:avLst/>
            </a:prstGeom>
            <a:solidFill>
              <a:srgbClr val="9D9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4" name="矩形 43">
              <a:extLst>
                <a:ext uri="{FF2B5EF4-FFF2-40B4-BE49-F238E27FC236}">
                  <a16:creationId xmlns:a16="http://schemas.microsoft.com/office/drawing/2014/main" id="{9D264345-6016-2488-AB6E-1EFC62CCC572}"/>
                </a:ext>
              </a:extLst>
            </p:cNvPr>
            <p:cNvSpPr/>
            <p:nvPr/>
          </p:nvSpPr>
          <p:spPr>
            <a:xfrm>
              <a:off x="4441930" y="5361004"/>
              <a:ext cx="7119967" cy="5643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zh-CN" altLang="en-US" sz="2200" b="1" i="0" u="none" strike="noStrike" kern="1200" cap="none" spc="0" normalizeH="0" baseline="0" noProof="0" dirty="0">
                  <a:ln>
                    <a:noFill/>
                  </a:ln>
                  <a:solidFill>
                    <a:srgbClr val="9D90A0"/>
                  </a:solidFill>
                  <a:effectLst/>
                  <a:uLnTx/>
                  <a:uFillTx/>
                  <a:latin typeface="Times New Roman" panose="02020603050405020304" pitchFamily="18" charset="0"/>
                  <a:ea typeface="微软雅黑"/>
                  <a:cs typeface="Times New Roman" panose="02020603050405020304" pitchFamily="18" charset="0"/>
                </a:rPr>
                <a:t>总结与展望</a:t>
              </a:r>
            </a:p>
          </p:txBody>
        </p:sp>
        <p:sp>
          <p:nvSpPr>
            <p:cNvPr id="45" name="矩形 44">
              <a:extLst>
                <a:ext uri="{FF2B5EF4-FFF2-40B4-BE49-F238E27FC236}">
                  <a16:creationId xmlns:a16="http://schemas.microsoft.com/office/drawing/2014/main" id="{14F52EF2-8005-2B2B-4717-7145AF4F8D38}"/>
                </a:ext>
              </a:extLst>
            </p:cNvPr>
            <p:cNvSpPr/>
            <p:nvPr/>
          </p:nvSpPr>
          <p:spPr>
            <a:xfrm>
              <a:off x="3789968" y="5350625"/>
              <a:ext cx="642405" cy="5643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altLang="zh-CN" sz="2600" b="1" i="0" u="none" strike="noStrike" kern="1200" cap="none" spc="0" normalizeH="0" baseline="0" noProof="0" dirty="0">
                  <a:ln>
                    <a:noFill/>
                  </a:ln>
                  <a:solidFill>
                    <a:schemeClr val="bg1"/>
                  </a:solidFill>
                  <a:effectLst/>
                  <a:uLnTx/>
                  <a:uFillTx/>
                  <a:latin typeface="Times New Roman" panose="02020603050405020304" pitchFamily="18" charset="0"/>
                  <a:ea typeface="微软雅黑"/>
                  <a:cs typeface="Times New Roman" panose="02020603050405020304" pitchFamily="18" charset="0"/>
                </a:rPr>
                <a:t>05</a:t>
              </a:r>
              <a:endParaRPr kumimoji="0" lang="zh-CN" altLang="en-US" sz="2600" b="1" i="0" u="none" strike="noStrike" kern="1200" cap="none" spc="0" normalizeH="0" baseline="0" noProof="0" dirty="0">
                <a:ln>
                  <a:noFill/>
                </a:ln>
                <a:solidFill>
                  <a:schemeClr val="bg1"/>
                </a:solidFill>
                <a:effectLst/>
                <a:uLnTx/>
                <a:uFillTx/>
                <a:latin typeface="Times New Roman" panose="02020603050405020304" pitchFamily="18" charset="0"/>
                <a:ea typeface="微软雅黑"/>
                <a:cs typeface="Times New Roman" panose="02020603050405020304" pitchFamily="18" charset="0"/>
              </a:endParaRPr>
            </a:p>
          </p:txBody>
        </p:sp>
      </p:grpSp>
      <p:pic>
        <p:nvPicPr>
          <p:cNvPr id="47" name="图片 46">
            <a:extLst>
              <a:ext uri="{FF2B5EF4-FFF2-40B4-BE49-F238E27FC236}">
                <a16:creationId xmlns:a16="http://schemas.microsoft.com/office/drawing/2014/main" id="{0A6E1A22-B7D0-EA7D-4A9C-E3ADD2CDDDC4}"/>
              </a:ext>
            </a:extLst>
          </p:cNvPr>
          <p:cNvPicPr>
            <a:picLocks noChangeAspect="1"/>
          </p:cNvPicPr>
          <p:nvPr/>
        </p:nvPicPr>
        <p:blipFill>
          <a:blip r:embed="rId3">
            <a:extLst>
              <a:ext uri="{28A0092B-C50C-407E-A947-70E740481C1C}">
                <a14:useLocalDpi xmlns:a14="http://schemas.microsoft.com/office/drawing/2010/main" val="0"/>
              </a:ext>
            </a:extLst>
          </a:blip>
          <a:srcRect l="44043" t="-7039" r="30763" b="50"/>
          <a:stretch>
            <a:fillRect/>
          </a:stretch>
        </p:blipFill>
        <p:spPr>
          <a:xfrm>
            <a:off x="0" y="-482958"/>
            <a:ext cx="3071613" cy="7340958"/>
          </a:xfrm>
          <a:custGeom>
            <a:avLst/>
            <a:gdLst>
              <a:gd name="connsiteX0" fmla="*/ 0 w 9144000"/>
              <a:gd name="connsiteY0" fmla="*/ 0 h 1896177"/>
              <a:gd name="connsiteX1" fmla="*/ 9144000 w 9144000"/>
              <a:gd name="connsiteY1" fmla="*/ 0 h 1896177"/>
              <a:gd name="connsiteX2" fmla="*/ 9144000 w 9144000"/>
              <a:gd name="connsiteY2" fmla="*/ 1896177 h 1896177"/>
              <a:gd name="connsiteX3" fmla="*/ 0 w 9144000"/>
              <a:gd name="connsiteY3" fmla="*/ 1896177 h 1896177"/>
            </a:gdLst>
            <a:ahLst/>
            <a:cxnLst>
              <a:cxn ang="0">
                <a:pos x="connsiteX0" y="connsiteY0"/>
              </a:cxn>
              <a:cxn ang="0">
                <a:pos x="connsiteX1" y="connsiteY1"/>
              </a:cxn>
              <a:cxn ang="0">
                <a:pos x="connsiteX2" y="connsiteY2"/>
              </a:cxn>
              <a:cxn ang="0">
                <a:pos x="connsiteX3" y="connsiteY3"/>
              </a:cxn>
            </a:cxnLst>
            <a:rect l="l" t="t" r="r" b="b"/>
            <a:pathLst>
              <a:path w="9144000" h="1896177">
                <a:moveTo>
                  <a:pt x="0" y="0"/>
                </a:moveTo>
                <a:lnTo>
                  <a:pt x="9144000" y="0"/>
                </a:lnTo>
                <a:lnTo>
                  <a:pt x="9144000" y="1896177"/>
                </a:lnTo>
                <a:lnTo>
                  <a:pt x="0" y="1896177"/>
                </a:lnTo>
                <a:close/>
              </a:path>
            </a:pathLst>
          </a:custGeom>
        </p:spPr>
      </p:pic>
      <p:sp>
        <p:nvSpPr>
          <p:cNvPr id="48" name="矩形 47">
            <a:extLst>
              <a:ext uri="{FF2B5EF4-FFF2-40B4-BE49-F238E27FC236}">
                <a16:creationId xmlns:a16="http://schemas.microsoft.com/office/drawing/2014/main" id="{31498D06-8AA2-DFAF-9DBD-0558B4CC9ACD}"/>
              </a:ext>
            </a:extLst>
          </p:cNvPr>
          <p:cNvSpPr/>
          <p:nvPr/>
        </p:nvSpPr>
        <p:spPr>
          <a:xfrm>
            <a:off x="-1" y="0"/>
            <a:ext cx="3071613" cy="6858000"/>
          </a:xfrm>
          <a:prstGeom prst="rect">
            <a:avLst/>
          </a:prstGeom>
          <a:gradFill flip="none" rotWithShape="1">
            <a:gsLst>
              <a:gs pos="0">
                <a:schemeClr val="accent1">
                  <a:alpha val="20000"/>
                </a:schemeClr>
              </a:gs>
              <a:gs pos="100000">
                <a:schemeClr val="accent1"/>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grpSp>
        <p:nvGrpSpPr>
          <p:cNvPr id="49" name="组合 48">
            <a:extLst>
              <a:ext uri="{FF2B5EF4-FFF2-40B4-BE49-F238E27FC236}">
                <a16:creationId xmlns:a16="http://schemas.microsoft.com/office/drawing/2014/main" id="{DF949AB2-74F9-FAE3-7F9B-D7234D32E0F0}"/>
              </a:ext>
            </a:extLst>
          </p:cNvPr>
          <p:cNvGrpSpPr/>
          <p:nvPr/>
        </p:nvGrpSpPr>
        <p:grpSpPr>
          <a:xfrm>
            <a:off x="475740" y="2536644"/>
            <a:ext cx="2708433" cy="1784713"/>
            <a:chOff x="456177" y="2436885"/>
            <a:chExt cx="2708433" cy="1784713"/>
          </a:xfrm>
        </p:grpSpPr>
        <p:sp>
          <p:nvSpPr>
            <p:cNvPr id="50" name="文本框 49" descr="e7d195523061f1c09e9d68d7cf438b91ef959ecb14fc25d26BBA7F7DBC18E55DFF4014AF651F0BF2569D4B6C1DA7F1A4683A481403BD872FC687266AD13265C1DE7C373772FD8728ABDD69ADD03BFF5BE2862BC891DBB79EB73C15828F0DF1DC2F0B1C670C38CB84D872D3C6C609B3C2C95C34232EA5F7BBA4BF190274E430E03C02613D2AC7931007E66AA5AE319EC6">
              <a:extLst>
                <a:ext uri="{FF2B5EF4-FFF2-40B4-BE49-F238E27FC236}">
                  <a16:creationId xmlns:a16="http://schemas.microsoft.com/office/drawing/2014/main" id="{DD7C2A86-B527-E31A-5453-415695130A4D}"/>
                </a:ext>
              </a:extLst>
            </p:cNvPr>
            <p:cNvSpPr txBox="1"/>
            <p:nvPr/>
          </p:nvSpPr>
          <p:spPr>
            <a:xfrm>
              <a:off x="456177" y="2436885"/>
              <a:ext cx="2708433" cy="1200329"/>
            </a:xfrm>
            <a:prstGeom prst="rect">
              <a:avLst/>
            </a:prstGeom>
            <a:noFill/>
          </p:spPr>
          <p:txBody>
            <a:bodyPr vert="horz"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7200" b="1" i="0" u="none" strike="noStrike" kern="1200" cap="none" spc="3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目录</a:t>
              </a:r>
              <a:endParaRPr kumimoji="0" lang="en-US" altLang="zh-CN" sz="7200" b="1" i="0" u="none" strike="noStrike" kern="1200" cap="none" spc="3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1" name="文本框 50" descr="e7d195523061f1c09e9d68d7cf438b91ef959ecb14fc25d26BBA7F7DBC18E55DFF4014AF651F0BF2569D4B6C1DA7F1A4683A481403BD872FC687266AD13265C1DE7C373772FD8728ABDD69ADD03BFF5BE2862BC891DBB79E384CBA2AD7BD29318610FEDF51B3FEE05FEC5A091F42846D822380C7930B8446232BAEF97A5CF8EFA5006F9FB7A0D65F653EDA17F6F433D1">
              <a:extLst>
                <a:ext uri="{FF2B5EF4-FFF2-40B4-BE49-F238E27FC236}">
                  <a16:creationId xmlns:a16="http://schemas.microsoft.com/office/drawing/2014/main" id="{FA8CD87A-B982-08EC-93E7-76CA467C3195}"/>
                </a:ext>
              </a:extLst>
            </p:cNvPr>
            <p:cNvSpPr txBox="1"/>
            <p:nvPr/>
          </p:nvSpPr>
          <p:spPr>
            <a:xfrm>
              <a:off x="456177" y="3718832"/>
              <a:ext cx="2708433" cy="502766"/>
            </a:xfrm>
            <a:prstGeom prst="rect">
              <a:avLst/>
            </a:prstGeom>
            <a:noFill/>
          </p:spPr>
          <p:txBody>
            <a:bodyPr wrap="square" rtlCol="0">
              <a:spAutoFit/>
            </a:bodyPr>
            <a:lstStyle>
              <a:defPPr>
                <a:defRPr lang="en-US"/>
              </a:defPPr>
              <a:lvl1pPr algn="ctr">
                <a:defRPr sz="4800" b="1">
                  <a:solidFill>
                    <a:schemeClr val="bg1"/>
                  </a:solidFill>
                  <a:effectLst>
                    <a:outerShdw blurRad="101600" dist="101600" dir="2700000" algn="tl">
                      <a:srgbClr val="000000">
                        <a:alpha val="43137"/>
                      </a:srgbClr>
                    </a:outerShdw>
                  </a:effectLst>
                  <a:latin typeface="+mj-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667"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CONTENTS</a:t>
              </a:r>
            </a:p>
          </p:txBody>
        </p:sp>
      </p:grpSp>
    </p:spTree>
    <p:extLst>
      <p:ext uri="{BB962C8B-B14F-4D97-AF65-F5344CB8AC3E}">
        <p14:creationId xmlns:p14="http://schemas.microsoft.com/office/powerpoint/2010/main" val="336571111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050840-9713-45FE-B2CB-5DD618173DAC}"/>
            </a:ext>
          </a:extLst>
        </p:cNvPr>
        <p:cNvGrpSpPr/>
        <p:nvPr/>
      </p:nvGrpSpPr>
      <p:grpSpPr>
        <a:xfrm>
          <a:off x="0" y="0"/>
          <a:ext cx="0" cy="0"/>
          <a:chOff x="0" y="0"/>
          <a:chExt cx="0" cy="0"/>
        </a:xfrm>
      </p:grpSpPr>
      <p:cxnSp>
        <p:nvCxnSpPr>
          <p:cNvPr id="7" name="直接连接符 6">
            <a:extLst>
              <a:ext uri="{FF2B5EF4-FFF2-40B4-BE49-F238E27FC236}">
                <a16:creationId xmlns:a16="http://schemas.microsoft.com/office/drawing/2014/main" id="{0D278B15-590A-2049-A551-AB37E065D527}"/>
              </a:ext>
            </a:extLst>
          </p:cNvPr>
          <p:cNvCxnSpPr>
            <a:cxnSpLocks/>
          </p:cNvCxnSpPr>
          <p:nvPr/>
        </p:nvCxnSpPr>
        <p:spPr>
          <a:xfrm>
            <a:off x="337132" y="774574"/>
            <a:ext cx="11567001" cy="0"/>
          </a:xfrm>
          <a:prstGeom prst="line">
            <a:avLst/>
          </a:prstGeom>
          <a:ln w="19050">
            <a:solidFill>
              <a:srgbClr val="133C7A">
                <a:alpha val="80000"/>
              </a:srgbClr>
            </a:solidFill>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F9D7F962-4DE1-4C71-8B05-0F9945C7E1D9}"/>
              </a:ext>
            </a:extLst>
          </p:cNvPr>
          <p:cNvSpPr txBox="1"/>
          <p:nvPr/>
        </p:nvSpPr>
        <p:spPr>
          <a:xfrm>
            <a:off x="683012" y="256087"/>
            <a:ext cx="9510123" cy="505676"/>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r>
              <a:rPr lang="en-US" altLang="zh-CN" sz="2800" dirty="0">
                <a:solidFill>
                  <a:schemeClr val="tx2">
                    <a:lumMod val="75000"/>
                  </a:schemeClr>
                </a:solidFill>
                <a:latin typeface="微软雅黑" panose="020B0503020204020204" pitchFamily="34" charset="-122"/>
                <a:ea typeface="微软雅黑" panose="020B0503020204020204" pitchFamily="34" charset="-122"/>
              </a:rPr>
              <a:t>1 </a:t>
            </a:r>
            <a:r>
              <a:rPr lang="zh-CN" altLang="en-US" sz="2800" dirty="0">
                <a:solidFill>
                  <a:schemeClr val="tx2">
                    <a:lumMod val="75000"/>
                  </a:schemeClr>
                </a:solidFill>
                <a:latin typeface="微软雅黑" panose="020B0503020204020204" pitchFamily="34" charset="-122"/>
                <a:ea typeface="微软雅黑" panose="020B0503020204020204" pitchFamily="34" charset="-122"/>
              </a:rPr>
              <a:t>研究背景与现状</a:t>
            </a:r>
          </a:p>
        </p:txBody>
      </p:sp>
      <p:sp>
        <p:nvSpPr>
          <p:cNvPr id="9" name="矩形 8">
            <a:extLst>
              <a:ext uri="{FF2B5EF4-FFF2-40B4-BE49-F238E27FC236}">
                <a16:creationId xmlns:a16="http://schemas.microsoft.com/office/drawing/2014/main" id="{C407699C-D3DA-E7C0-02C3-ABA0B1EFC840}"/>
              </a:ext>
            </a:extLst>
          </p:cNvPr>
          <p:cNvSpPr/>
          <p:nvPr/>
        </p:nvSpPr>
        <p:spPr>
          <a:xfrm>
            <a:off x="337132" y="268900"/>
            <a:ext cx="195295" cy="50567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0" name="矩形 9">
            <a:extLst>
              <a:ext uri="{FF2B5EF4-FFF2-40B4-BE49-F238E27FC236}">
                <a16:creationId xmlns:a16="http://schemas.microsoft.com/office/drawing/2014/main" id="{26A0D838-9A68-3381-5A3F-23BCEF605BFC}"/>
              </a:ext>
            </a:extLst>
          </p:cNvPr>
          <p:cNvSpPr/>
          <p:nvPr/>
        </p:nvSpPr>
        <p:spPr>
          <a:xfrm>
            <a:off x="337132" y="268900"/>
            <a:ext cx="276318" cy="505674"/>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pic>
        <p:nvPicPr>
          <p:cNvPr id="11" name="图片 10">
            <a:extLst>
              <a:ext uri="{FF2B5EF4-FFF2-40B4-BE49-F238E27FC236}">
                <a16:creationId xmlns:a16="http://schemas.microsoft.com/office/drawing/2014/main" id="{B90FECB0-0E9C-B55B-AFEE-680B45FC64E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66776" y="256087"/>
            <a:ext cx="1788092" cy="431989"/>
          </a:xfrm>
          <a:prstGeom prst="rect">
            <a:avLst/>
          </a:prstGeom>
        </p:spPr>
      </p:pic>
      <p:sp>
        <p:nvSpPr>
          <p:cNvPr id="37" name="文本框 36">
            <a:extLst>
              <a:ext uri="{FF2B5EF4-FFF2-40B4-BE49-F238E27FC236}">
                <a16:creationId xmlns:a16="http://schemas.microsoft.com/office/drawing/2014/main" id="{846DAE91-24EA-3831-49B4-101F30826142}"/>
              </a:ext>
            </a:extLst>
          </p:cNvPr>
          <p:cNvSpPr txBox="1"/>
          <p:nvPr/>
        </p:nvSpPr>
        <p:spPr>
          <a:xfrm>
            <a:off x="299410" y="862073"/>
            <a:ext cx="9510123" cy="444121"/>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r>
              <a:rPr lang="en-US" altLang="zh-CN" sz="2400" dirty="0">
                <a:solidFill>
                  <a:schemeClr val="tx2">
                    <a:lumMod val="75000"/>
                  </a:schemeClr>
                </a:solidFill>
                <a:latin typeface="微软雅黑" panose="020B0503020204020204" pitchFamily="34" charset="-122"/>
                <a:ea typeface="微软雅黑" panose="020B0503020204020204" pitchFamily="34" charset="-122"/>
              </a:rPr>
              <a:t>• 1.1 </a:t>
            </a:r>
            <a:r>
              <a:rPr lang="zh-CN" altLang="en-US" sz="2400" dirty="0">
                <a:solidFill>
                  <a:schemeClr val="tx2">
                    <a:lumMod val="75000"/>
                  </a:schemeClr>
                </a:solidFill>
                <a:latin typeface="微软雅黑" panose="020B0503020204020204" pitchFamily="34" charset="-122"/>
                <a:ea typeface="微软雅黑" panose="020B0503020204020204" pitchFamily="34" charset="-122"/>
              </a:rPr>
              <a:t>研究背景</a:t>
            </a:r>
          </a:p>
        </p:txBody>
      </p:sp>
      <p:sp>
        <p:nvSpPr>
          <p:cNvPr id="87" name="矩形: 圆角 86">
            <a:extLst>
              <a:ext uri="{FF2B5EF4-FFF2-40B4-BE49-F238E27FC236}">
                <a16:creationId xmlns:a16="http://schemas.microsoft.com/office/drawing/2014/main" id="{464B51AB-8C17-5E8A-2346-71C4E5AA06F3}"/>
              </a:ext>
            </a:extLst>
          </p:cNvPr>
          <p:cNvSpPr/>
          <p:nvPr/>
        </p:nvSpPr>
        <p:spPr>
          <a:xfrm>
            <a:off x="337132" y="1509489"/>
            <a:ext cx="11517736" cy="1615000"/>
          </a:xfrm>
          <a:prstGeom prst="roundRect">
            <a:avLst>
              <a:gd name="adj" fmla="val 2626"/>
            </a:avLst>
          </a:prstGeom>
          <a:noFill/>
          <a:ln w="25400">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89" name="矩形: 圆角 209">
            <a:extLst>
              <a:ext uri="{FF2B5EF4-FFF2-40B4-BE49-F238E27FC236}">
                <a16:creationId xmlns:a16="http://schemas.microsoft.com/office/drawing/2014/main" id="{F5F88E63-4F25-878F-76D4-BAD10C48B05E}"/>
              </a:ext>
            </a:extLst>
          </p:cNvPr>
          <p:cNvSpPr/>
          <p:nvPr/>
        </p:nvSpPr>
        <p:spPr>
          <a:xfrm>
            <a:off x="3407229" y="1160454"/>
            <a:ext cx="5366657" cy="440142"/>
          </a:xfrm>
          <a:prstGeom prst="round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Microsoft YaHei" panose="020B0503020204020204" pitchFamily="34" charset="-122"/>
                <a:ea typeface="Microsoft YaHei" panose="020B0503020204020204" pitchFamily="34" charset="-122"/>
              </a:rPr>
              <a:t>飞机脉动装配线生产组织与运行控制</a:t>
            </a:r>
          </a:p>
        </p:txBody>
      </p:sp>
      <p:sp>
        <p:nvSpPr>
          <p:cNvPr id="94" name="矩形: 圆角 93">
            <a:extLst>
              <a:ext uri="{FF2B5EF4-FFF2-40B4-BE49-F238E27FC236}">
                <a16:creationId xmlns:a16="http://schemas.microsoft.com/office/drawing/2014/main" id="{0356463C-F7F4-D3E3-BD70-103E8DA0F79E}"/>
              </a:ext>
            </a:extLst>
          </p:cNvPr>
          <p:cNvSpPr/>
          <p:nvPr/>
        </p:nvSpPr>
        <p:spPr>
          <a:xfrm>
            <a:off x="337132" y="3328961"/>
            <a:ext cx="5455981" cy="2775825"/>
          </a:xfrm>
          <a:prstGeom prst="roundRect">
            <a:avLst>
              <a:gd name="adj" fmla="val 2626"/>
            </a:avLst>
          </a:prstGeom>
          <a:solidFill>
            <a:srgbClr val="FB8E27">
              <a:alpha val="10000"/>
            </a:srgbClr>
          </a:solidFill>
          <a:ln w="25400">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95" name="矩形: 圆角 94">
            <a:extLst>
              <a:ext uri="{FF2B5EF4-FFF2-40B4-BE49-F238E27FC236}">
                <a16:creationId xmlns:a16="http://schemas.microsoft.com/office/drawing/2014/main" id="{4546211E-D759-839F-EC5F-04306960DEB0}"/>
              </a:ext>
            </a:extLst>
          </p:cNvPr>
          <p:cNvSpPr/>
          <p:nvPr/>
        </p:nvSpPr>
        <p:spPr>
          <a:xfrm>
            <a:off x="6388002" y="3328961"/>
            <a:ext cx="5466865" cy="2775825"/>
          </a:xfrm>
          <a:prstGeom prst="roundRect">
            <a:avLst>
              <a:gd name="adj" fmla="val 2626"/>
            </a:avLst>
          </a:prstGeom>
          <a:solidFill>
            <a:srgbClr val="003F88">
              <a:alpha val="10000"/>
            </a:srgbClr>
          </a:solidFill>
          <a:ln w="25400">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pic>
        <p:nvPicPr>
          <p:cNvPr id="121" name="图片 120">
            <a:extLst>
              <a:ext uri="{FF2B5EF4-FFF2-40B4-BE49-F238E27FC236}">
                <a16:creationId xmlns:a16="http://schemas.microsoft.com/office/drawing/2014/main" id="{175C9B39-6045-BCDA-0FDB-757CB6010CBB}"/>
              </a:ext>
            </a:extLst>
          </p:cNvPr>
          <p:cNvPicPr>
            <a:picLocks noChangeAspect="1"/>
          </p:cNvPicPr>
          <p:nvPr/>
        </p:nvPicPr>
        <p:blipFill>
          <a:blip r:embed="rId4"/>
          <a:stretch>
            <a:fillRect/>
          </a:stretch>
        </p:blipFill>
        <p:spPr>
          <a:xfrm>
            <a:off x="532427" y="3535783"/>
            <a:ext cx="3202815" cy="2402111"/>
          </a:xfrm>
          <a:prstGeom prst="rect">
            <a:avLst/>
          </a:prstGeom>
          <a:ln w="25400">
            <a:solidFill>
              <a:srgbClr val="003F88"/>
            </a:solidFill>
          </a:ln>
        </p:spPr>
      </p:pic>
      <p:pic>
        <p:nvPicPr>
          <p:cNvPr id="123" name="图片 122">
            <a:extLst>
              <a:ext uri="{FF2B5EF4-FFF2-40B4-BE49-F238E27FC236}">
                <a16:creationId xmlns:a16="http://schemas.microsoft.com/office/drawing/2014/main" id="{C00E361B-6CEC-1CF8-938E-6DD62457A222}"/>
              </a:ext>
            </a:extLst>
          </p:cNvPr>
          <p:cNvPicPr>
            <a:picLocks noChangeAspect="1"/>
          </p:cNvPicPr>
          <p:nvPr/>
        </p:nvPicPr>
        <p:blipFill>
          <a:blip r:embed="rId5"/>
          <a:stretch>
            <a:fillRect/>
          </a:stretch>
        </p:blipFill>
        <p:spPr>
          <a:xfrm>
            <a:off x="6606717" y="3535782"/>
            <a:ext cx="3202816" cy="2402112"/>
          </a:xfrm>
          <a:prstGeom prst="rect">
            <a:avLst/>
          </a:prstGeom>
          <a:ln w="25400">
            <a:solidFill>
              <a:srgbClr val="003F88"/>
            </a:solidFill>
          </a:ln>
        </p:spPr>
      </p:pic>
      <p:sp>
        <p:nvSpPr>
          <p:cNvPr id="134" name="文本框 133">
            <a:extLst>
              <a:ext uri="{FF2B5EF4-FFF2-40B4-BE49-F238E27FC236}">
                <a16:creationId xmlns:a16="http://schemas.microsoft.com/office/drawing/2014/main" id="{128BD06F-462B-0665-B7AD-7841B2ADDAE9}"/>
              </a:ext>
            </a:extLst>
          </p:cNvPr>
          <p:cNvSpPr txBox="1"/>
          <p:nvPr/>
        </p:nvSpPr>
        <p:spPr>
          <a:xfrm>
            <a:off x="3776902" y="3511842"/>
            <a:ext cx="1962014" cy="2345026"/>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zh-CN" altLang="en-US" sz="1600" dirty="0">
                <a:solidFill>
                  <a:schemeClr val="tx1"/>
                </a:solidFill>
                <a:latin typeface="微软雅黑" panose="020B0503020204020204" pitchFamily="34" charset="-122"/>
                <a:ea typeface="微软雅黑" panose="020B0503020204020204" pitchFamily="34" charset="-122"/>
              </a:rPr>
              <a:t>资源配置：</a:t>
            </a:r>
            <a:endParaRPr lang="en-US" altLang="zh-CN" sz="1600" dirty="0">
              <a:solidFill>
                <a:schemeClr val="tx1"/>
              </a:solidFill>
              <a:latin typeface="微软雅黑" panose="020B0503020204020204" pitchFamily="34" charset="-122"/>
              <a:ea typeface="微软雅黑" panose="020B0503020204020204" pitchFamily="34" charset="-122"/>
            </a:endParaRPr>
          </a:p>
          <a:p>
            <a:pPr>
              <a:lnSpc>
                <a:spcPct val="150000"/>
              </a:lnSpc>
            </a:pPr>
            <a:endParaRPr lang="en-US" altLang="zh-CN" sz="1400" dirty="0">
              <a:solidFill>
                <a:schemeClr val="tx1"/>
              </a:solidFill>
              <a:latin typeface="微软雅黑" panose="020B0503020204020204" pitchFamily="34" charset="-122"/>
              <a:ea typeface="微软雅黑" panose="020B0503020204020204" pitchFamily="34" charset="-122"/>
            </a:endParaRPr>
          </a:p>
          <a:p>
            <a:pPr>
              <a:lnSpc>
                <a:spcPct val="150000"/>
              </a:lnSpc>
            </a:pPr>
            <a:r>
              <a:rPr lang="zh-CN" altLang="en-US" sz="1400" b="0" dirty="0">
                <a:solidFill>
                  <a:schemeClr val="tx1"/>
                </a:solidFill>
                <a:latin typeface="微软雅黑" panose="020B0503020204020204" pitchFamily="34" charset="-122"/>
                <a:ea typeface="微软雅黑" panose="020B0503020204020204" pitchFamily="34" charset="-122"/>
              </a:rPr>
              <a:t>包括工序向站位的分配，以及工人、设备、工装和物料等资源向站位或工序的配置，并确定资源数量与投入时机</a:t>
            </a:r>
            <a:r>
              <a:rPr lang="zh-CN" altLang="en-US" sz="1400" dirty="0">
                <a:solidFill>
                  <a:schemeClr val="tx1"/>
                </a:solidFill>
                <a:latin typeface="微软雅黑" panose="020B0503020204020204" pitchFamily="34" charset="-122"/>
                <a:ea typeface="微软雅黑" panose="020B0503020204020204" pitchFamily="34" charset="-122"/>
              </a:rPr>
              <a:t>。</a:t>
            </a:r>
            <a:endParaRPr lang="zh-CN" altLang="en-US" sz="1400" b="0" dirty="0">
              <a:solidFill>
                <a:schemeClr val="tx1"/>
              </a:solidFill>
              <a:latin typeface="微软雅黑" panose="020B0503020204020204" pitchFamily="34" charset="-122"/>
              <a:ea typeface="微软雅黑" panose="020B0503020204020204" pitchFamily="34" charset="-122"/>
            </a:endParaRPr>
          </a:p>
        </p:txBody>
      </p:sp>
      <p:sp>
        <p:nvSpPr>
          <p:cNvPr id="135" name="文本框 134">
            <a:extLst>
              <a:ext uri="{FF2B5EF4-FFF2-40B4-BE49-F238E27FC236}">
                <a16:creationId xmlns:a16="http://schemas.microsoft.com/office/drawing/2014/main" id="{00F037AF-8671-D928-B9CB-287D36445FD8}"/>
              </a:ext>
            </a:extLst>
          </p:cNvPr>
          <p:cNvSpPr txBox="1"/>
          <p:nvPr/>
        </p:nvSpPr>
        <p:spPr>
          <a:xfrm>
            <a:off x="9851193" y="3522723"/>
            <a:ext cx="1962014" cy="2021861"/>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zh-CN" altLang="en-US" sz="1600" dirty="0">
                <a:solidFill>
                  <a:schemeClr val="tx1"/>
                </a:solidFill>
                <a:latin typeface="微软雅黑" panose="020B0503020204020204" pitchFamily="34" charset="-122"/>
                <a:ea typeface="微软雅黑" panose="020B0503020204020204" pitchFamily="34" charset="-122"/>
              </a:rPr>
              <a:t>生产调度：</a:t>
            </a:r>
            <a:endParaRPr lang="en-US" altLang="zh-CN" sz="1600" dirty="0">
              <a:solidFill>
                <a:schemeClr val="tx1"/>
              </a:solidFill>
              <a:latin typeface="微软雅黑" panose="020B0503020204020204" pitchFamily="34" charset="-122"/>
              <a:ea typeface="微软雅黑" panose="020B0503020204020204" pitchFamily="34" charset="-122"/>
            </a:endParaRPr>
          </a:p>
          <a:p>
            <a:pPr>
              <a:lnSpc>
                <a:spcPct val="150000"/>
              </a:lnSpc>
            </a:pPr>
            <a:endParaRPr lang="en-US" altLang="zh-CN" sz="1400" dirty="0">
              <a:solidFill>
                <a:schemeClr val="tx1"/>
              </a:solidFill>
              <a:latin typeface="微软雅黑" panose="020B0503020204020204" pitchFamily="34" charset="-122"/>
              <a:ea typeface="微软雅黑" panose="020B0503020204020204" pitchFamily="34" charset="-122"/>
            </a:endParaRPr>
          </a:p>
          <a:p>
            <a:pPr>
              <a:lnSpc>
                <a:spcPct val="150000"/>
              </a:lnSpc>
            </a:pPr>
            <a:r>
              <a:rPr lang="zh-CN" altLang="en-US" sz="1400" b="0" dirty="0">
                <a:solidFill>
                  <a:schemeClr val="tx1"/>
                </a:solidFill>
                <a:latin typeface="微软雅黑" panose="020B0503020204020204" pitchFamily="34" charset="-122"/>
                <a:ea typeface="微软雅黑" panose="020B0503020204020204" pitchFamily="34" charset="-122"/>
              </a:rPr>
              <a:t>在资源配置基础上，确定各工序的执行顺序、开始时间、结束时间和资源占用关系。</a:t>
            </a:r>
          </a:p>
        </p:txBody>
      </p:sp>
      <p:sp>
        <p:nvSpPr>
          <p:cNvPr id="136" name="矩形: 圆角 135">
            <a:extLst>
              <a:ext uri="{FF2B5EF4-FFF2-40B4-BE49-F238E27FC236}">
                <a16:creationId xmlns:a16="http://schemas.microsoft.com/office/drawing/2014/main" id="{0FBC5E0A-1389-1191-839C-BFC0CA4C4BF1}"/>
              </a:ext>
            </a:extLst>
          </p:cNvPr>
          <p:cNvSpPr/>
          <p:nvPr/>
        </p:nvSpPr>
        <p:spPr>
          <a:xfrm>
            <a:off x="337132" y="6302146"/>
            <a:ext cx="11512984" cy="461156"/>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研究聚焦飞机脉动装配线资源配置与生产调度的协同优化问题</a:t>
            </a:r>
          </a:p>
        </p:txBody>
      </p:sp>
      <p:sp>
        <p:nvSpPr>
          <p:cNvPr id="12" name="矩形: 圆角 11">
            <a:extLst>
              <a:ext uri="{FF2B5EF4-FFF2-40B4-BE49-F238E27FC236}">
                <a16:creationId xmlns:a16="http://schemas.microsoft.com/office/drawing/2014/main" id="{39364DD3-2B33-D5FA-4EDE-7C2FF19C671C}"/>
              </a:ext>
            </a:extLst>
          </p:cNvPr>
          <p:cNvSpPr/>
          <p:nvPr/>
        </p:nvSpPr>
        <p:spPr>
          <a:xfrm>
            <a:off x="592311" y="2096227"/>
            <a:ext cx="1187399" cy="399323"/>
          </a:xfrm>
          <a:prstGeom prst="roundRect">
            <a:avLst>
              <a:gd name="adj" fmla="val 3510"/>
            </a:avLst>
          </a:prstGeom>
          <a:noFill/>
          <a:ln w="25400">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微软雅黑" panose="020B0503020204020204" pitchFamily="34" charset="-122"/>
                <a:ea typeface="微软雅黑" panose="020B0503020204020204" pitchFamily="34" charset="-122"/>
              </a:rPr>
              <a:t>计划需求</a:t>
            </a:r>
          </a:p>
        </p:txBody>
      </p:sp>
      <p:sp>
        <p:nvSpPr>
          <p:cNvPr id="14" name="矩形: 圆角 13">
            <a:extLst>
              <a:ext uri="{FF2B5EF4-FFF2-40B4-BE49-F238E27FC236}">
                <a16:creationId xmlns:a16="http://schemas.microsoft.com/office/drawing/2014/main" id="{37C6A82C-E2C1-FFCF-6D4A-EFEC8A42D547}"/>
              </a:ext>
            </a:extLst>
          </p:cNvPr>
          <p:cNvSpPr/>
          <p:nvPr/>
        </p:nvSpPr>
        <p:spPr>
          <a:xfrm>
            <a:off x="5502300" y="2096227"/>
            <a:ext cx="1187399" cy="399323"/>
          </a:xfrm>
          <a:prstGeom prst="roundRect">
            <a:avLst>
              <a:gd name="adj" fmla="val 3510"/>
            </a:avLst>
          </a:prstGeom>
          <a:noFill/>
          <a:ln w="25400">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微软雅黑" panose="020B0503020204020204" pitchFamily="34" charset="-122"/>
                <a:ea typeface="微软雅黑" panose="020B0503020204020204" pitchFamily="34" charset="-122"/>
              </a:rPr>
              <a:t>平衡优化</a:t>
            </a:r>
          </a:p>
        </p:txBody>
      </p:sp>
      <p:sp>
        <p:nvSpPr>
          <p:cNvPr id="16" name="矩形: 圆角 15">
            <a:extLst>
              <a:ext uri="{FF2B5EF4-FFF2-40B4-BE49-F238E27FC236}">
                <a16:creationId xmlns:a16="http://schemas.microsoft.com/office/drawing/2014/main" id="{726906AC-9B9E-F827-5F8C-F5A05733EB38}"/>
              </a:ext>
            </a:extLst>
          </p:cNvPr>
          <p:cNvSpPr/>
          <p:nvPr/>
        </p:nvSpPr>
        <p:spPr>
          <a:xfrm>
            <a:off x="10412289" y="2096227"/>
            <a:ext cx="1187399" cy="399323"/>
          </a:xfrm>
          <a:prstGeom prst="roundRect">
            <a:avLst>
              <a:gd name="adj" fmla="val 3510"/>
            </a:avLst>
          </a:prstGeom>
          <a:noFill/>
          <a:ln w="25400">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微软雅黑" panose="020B0503020204020204" pitchFamily="34" charset="-122"/>
                <a:ea typeface="微软雅黑" panose="020B0503020204020204" pitchFamily="34" charset="-122"/>
              </a:rPr>
              <a:t>装配执行</a:t>
            </a:r>
          </a:p>
        </p:txBody>
      </p:sp>
      <p:sp>
        <p:nvSpPr>
          <p:cNvPr id="17" name="矩形: 圆角 16">
            <a:extLst>
              <a:ext uri="{FF2B5EF4-FFF2-40B4-BE49-F238E27FC236}">
                <a16:creationId xmlns:a16="http://schemas.microsoft.com/office/drawing/2014/main" id="{84B03826-AC4F-ADAC-B250-451F1553DA70}"/>
              </a:ext>
            </a:extLst>
          </p:cNvPr>
          <p:cNvSpPr/>
          <p:nvPr/>
        </p:nvSpPr>
        <p:spPr>
          <a:xfrm>
            <a:off x="3047305" y="2096227"/>
            <a:ext cx="1187399" cy="399323"/>
          </a:xfrm>
          <a:prstGeom prst="roundRect">
            <a:avLst>
              <a:gd name="adj" fmla="val 3510"/>
            </a:avLst>
          </a:prstGeom>
          <a:noFill/>
          <a:ln w="25400">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微软雅黑" panose="020B0503020204020204" pitchFamily="34" charset="-122"/>
                <a:ea typeface="微软雅黑" panose="020B0503020204020204" pitchFamily="34" charset="-122"/>
              </a:rPr>
              <a:t>产能规划</a:t>
            </a:r>
          </a:p>
        </p:txBody>
      </p:sp>
      <p:sp>
        <p:nvSpPr>
          <p:cNvPr id="18" name="矩形: 圆角 17">
            <a:extLst>
              <a:ext uri="{FF2B5EF4-FFF2-40B4-BE49-F238E27FC236}">
                <a16:creationId xmlns:a16="http://schemas.microsoft.com/office/drawing/2014/main" id="{DCE81836-7B91-CE6F-7DE6-F93479269236}"/>
              </a:ext>
            </a:extLst>
          </p:cNvPr>
          <p:cNvSpPr/>
          <p:nvPr/>
        </p:nvSpPr>
        <p:spPr>
          <a:xfrm>
            <a:off x="7934035" y="2096227"/>
            <a:ext cx="1187399" cy="399323"/>
          </a:xfrm>
          <a:prstGeom prst="roundRect">
            <a:avLst>
              <a:gd name="adj" fmla="val 3510"/>
            </a:avLst>
          </a:prstGeom>
          <a:solidFill>
            <a:srgbClr val="003F88">
              <a:alpha val="10000"/>
            </a:srgbClr>
          </a:solidFill>
          <a:ln w="25400">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微软雅黑" panose="020B0503020204020204" pitchFamily="34" charset="-122"/>
                <a:ea typeface="微软雅黑" panose="020B0503020204020204" pitchFamily="34" charset="-122"/>
              </a:rPr>
              <a:t>生产调度</a:t>
            </a:r>
          </a:p>
        </p:txBody>
      </p:sp>
      <p:sp>
        <p:nvSpPr>
          <p:cNvPr id="19" name="箭头: 右 18">
            <a:extLst>
              <a:ext uri="{FF2B5EF4-FFF2-40B4-BE49-F238E27FC236}">
                <a16:creationId xmlns:a16="http://schemas.microsoft.com/office/drawing/2014/main" id="{1FA60A8A-4E44-282F-156B-E3B97ED24935}"/>
              </a:ext>
            </a:extLst>
          </p:cNvPr>
          <p:cNvSpPr/>
          <p:nvPr/>
        </p:nvSpPr>
        <p:spPr>
          <a:xfrm>
            <a:off x="1831437" y="2148774"/>
            <a:ext cx="1187400" cy="285266"/>
          </a:xfrm>
          <a:prstGeom prst="rightArrow">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箭头: 右 20">
            <a:extLst>
              <a:ext uri="{FF2B5EF4-FFF2-40B4-BE49-F238E27FC236}">
                <a16:creationId xmlns:a16="http://schemas.microsoft.com/office/drawing/2014/main" id="{27E8E310-F7AB-56EB-BE1A-96F2A82545B0}"/>
              </a:ext>
            </a:extLst>
          </p:cNvPr>
          <p:cNvSpPr/>
          <p:nvPr/>
        </p:nvSpPr>
        <p:spPr>
          <a:xfrm>
            <a:off x="4291640" y="2148774"/>
            <a:ext cx="1187400" cy="285266"/>
          </a:xfrm>
          <a:prstGeom prst="rightArrow">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箭头: 右 21">
            <a:extLst>
              <a:ext uri="{FF2B5EF4-FFF2-40B4-BE49-F238E27FC236}">
                <a16:creationId xmlns:a16="http://schemas.microsoft.com/office/drawing/2014/main" id="{BF1E1E15-27CA-5CEC-9AD0-0CFF0BB11C93}"/>
              </a:ext>
            </a:extLst>
          </p:cNvPr>
          <p:cNvSpPr/>
          <p:nvPr/>
        </p:nvSpPr>
        <p:spPr>
          <a:xfrm>
            <a:off x="6727345" y="2146236"/>
            <a:ext cx="1187400" cy="285266"/>
          </a:xfrm>
          <a:prstGeom prst="rightArrow">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箭头: 右 22">
            <a:extLst>
              <a:ext uri="{FF2B5EF4-FFF2-40B4-BE49-F238E27FC236}">
                <a16:creationId xmlns:a16="http://schemas.microsoft.com/office/drawing/2014/main" id="{0F37FB2C-C81D-BC92-1656-51755C23A0A7}"/>
              </a:ext>
            </a:extLst>
          </p:cNvPr>
          <p:cNvSpPr/>
          <p:nvPr/>
        </p:nvSpPr>
        <p:spPr>
          <a:xfrm>
            <a:off x="9187548" y="2146236"/>
            <a:ext cx="1187400" cy="285266"/>
          </a:xfrm>
          <a:prstGeom prst="rightArrow">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a:extLst>
              <a:ext uri="{FF2B5EF4-FFF2-40B4-BE49-F238E27FC236}">
                <a16:creationId xmlns:a16="http://schemas.microsoft.com/office/drawing/2014/main" id="{94956602-1F64-136B-512A-CEA0FCA46801}"/>
              </a:ext>
            </a:extLst>
          </p:cNvPr>
          <p:cNvSpPr/>
          <p:nvPr/>
        </p:nvSpPr>
        <p:spPr>
          <a:xfrm>
            <a:off x="6310669" y="2593673"/>
            <a:ext cx="1427941" cy="399323"/>
          </a:xfrm>
          <a:prstGeom prst="ellipse">
            <a:avLst/>
          </a:prstGeom>
          <a:solidFill>
            <a:srgbClr val="FB8E27">
              <a:alpha val="10000"/>
            </a:srgb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latin typeface="微软雅黑" panose="020B0503020204020204" pitchFamily="34" charset="-122"/>
                <a:ea typeface="微软雅黑" panose="020B0503020204020204" pitchFamily="34" charset="-122"/>
              </a:rPr>
              <a:t>资源配置</a:t>
            </a:r>
          </a:p>
        </p:txBody>
      </p:sp>
      <p:cxnSp>
        <p:nvCxnSpPr>
          <p:cNvPr id="26" name="连接符: 曲线 25">
            <a:extLst>
              <a:ext uri="{FF2B5EF4-FFF2-40B4-BE49-F238E27FC236}">
                <a16:creationId xmlns:a16="http://schemas.microsoft.com/office/drawing/2014/main" id="{5C9289D8-3FCC-D221-CD54-500818857807}"/>
              </a:ext>
            </a:extLst>
          </p:cNvPr>
          <p:cNvCxnSpPr>
            <a:cxnSpLocks/>
            <a:stCxn id="14" idx="2"/>
            <a:endCxn id="24" idx="2"/>
          </p:cNvCxnSpPr>
          <p:nvPr/>
        </p:nvCxnSpPr>
        <p:spPr>
          <a:xfrm rot="16200000" flipH="1">
            <a:off x="6054442" y="2537107"/>
            <a:ext cx="297785" cy="214669"/>
          </a:xfrm>
          <a:prstGeom prst="curvedConnector2">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31" name="椭圆 30">
            <a:extLst>
              <a:ext uri="{FF2B5EF4-FFF2-40B4-BE49-F238E27FC236}">
                <a16:creationId xmlns:a16="http://schemas.microsoft.com/office/drawing/2014/main" id="{EAAA5AF9-4504-5BD3-0A7A-CC243DF5F470}"/>
              </a:ext>
            </a:extLst>
          </p:cNvPr>
          <p:cNvSpPr/>
          <p:nvPr/>
        </p:nvSpPr>
        <p:spPr>
          <a:xfrm>
            <a:off x="1690585" y="2603982"/>
            <a:ext cx="1427941" cy="399323"/>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latin typeface="微软雅黑" panose="020B0503020204020204" pitchFamily="34" charset="-122"/>
                <a:ea typeface="微软雅黑" panose="020B0503020204020204" pitchFamily="34" charset="-122"/>
              </a:rPr>
              <a:t>•••</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34" name="椭圆 33">
            <a:extLst>
              <a:ext uri="{FF2B5EF4-FFF2-40B4-BE49-F238E27FC236}">
                <a16:creationId xmlns:a16="http://schemas.microsoft.com/office/drawing/2014/main" id="{F98B14C6-8970-3BE6-B19B-EAF3E2BB275F}"/>
              </a:ext>
            </a:extLst>
          </p:cNvPr>
          <p:cNvSpPr/>
          <p:nvPr/>
        </p:nvSpPr>
        <p:spPr>
          <a:xfrm>
            <a:off x="9055914" y="1609526"/>
            <a:ext cx="1427941" cy="399323"/>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latin typeface="微软雅黑" panose="020B0503020204020204" pitchFamily="34" charset="-122"/>
                <a:ea typeface="微软雅黑" panose="020B0503020204020204" pitchFamily="34" charset="-122"/>
              </a:rPr>
              <a:t>物流管理</a:t>
            </a:r>
          </a:p>
        </p:txBody>
      </p:sp>
      <p:sp>
        <p:nvSpPr>
          <p:cNvPr id="35" name="椭圆 34">
            <a:extLst>
              <a:ext uri="{FF2B5EF4-FFF2-40B4-BE49-F238E27FC236}">
                <a16:creationId xmlns:a16="http://schemas.microsoft.com/office/drawing/2014/main" id="{883CCB3D-BDF8-F467-A6AB-EFD3A0199F7D}"/>
              </a:ext>
            </a:extLst>
          </p:cNvPr>
          <p:cNvSpPr/>
          <p:nvPr/>
        </p:nvSpPr>
        <p:spPr>
          <a:xfrm>
            <a:off x="9049958" y="2631875"/>
            <a:ext cx="1427941" cy="399323"/>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latin typeface="微软雅黑" panose="020B0503020204020204" pitchFamily="34" charset="-122"/>
                <a:ea typeface="微软雅黑" panose="020B0503020204020204" pitchFamily="34" charset="-122"/>
              </a:rPr>
              <a:t>质量控制</a:t>
            </a:r>
          </a:p>
        </p:txBody>
      </p:sp>
      <p:cxnSp>
        <p:nvCxnSpPr>
          <p:cNvPr id="38" name="连接符: 曲线 37">
            <a:extLst>
              <a:ext uri="{FF2B5EF4-FFF2-40B4-BE49-F238E27FC236}">
                <a16:creationId xmlns:a16="http://schemas.microsoft.com/office/drawing/2014/main" id="{50BAFCF5-2CA5-F63E-9EAB-FAC321522DEE}"/>
              </a:ext>
            </a:extLst>
          </p:cNvPr>
          <p:cNvCxnSpPr>
            <a:cxnSpLocks/>
            <a:stCxn id="12" idx="2"/>
            <a:endCxn id="31" idx="2"/>
          </p:cNvCxnSpPr>
          <p:nvPr/>
        </p:nvCxnSpPr>
        <p:spPr>
          <a:xfrm rot="16200000" flipH="1">
            <a:off x="1284251" y="2397310"/>
            <a:ext cx="308094" cy="504574"/>
          </a:xfrm>
          <a:prstGeom prst="curvedConnector2">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1" name="连接符: 曲线 40">
            <a:extLst>
              <a:ext uri="{FF2B5EF4-FFF2-40B4-BE49-F238E27FC236}">
                <a16:creationId xmlns:a16="http://schemas.microsoft.com/office/drawing/2014/main" id="{373DDA3A-C049-B4CD-8C17-F90E191922BC}"/>
              </a:ext>
            </a:extLst>
          </p:cNvPr>
          <p:cNvCxnSpPr>
            <a:cxnSpLocks/>
            <a:stCxn id="31" idx="6"/>
            <a:endCxn id="17" idx="2"/>
          </p:cNvCxnSpPr>
          <p:nvPr/>
        </p:nvCxnSpPr>
        <p:spPr>
          <a:xfrm flipV="1">
            <a:off x="3118526" y="2495550"/>
            <a:ext cx="522479" cy="308094"/>
          </a:xfrm>
          <a:prstGeom prst="curvedConnector2">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3" name="连接符: 曲线 42">
            <a:extLst>
              <a:ext uri="{FF2B5EF4-FFF2-40B4-BE49-F238E27FC236}">
                <a16:creationId xmlns:a16="http://schemas.microsoft.com/office/drawing/2014/main" id="{B450B184-CC71-E6EE-96B7-3F201ADA69D7}"/>
              </a:ext>
            </a:extLst>
          </p:cNvPr>
          <p:cNvCxnSpPr>
            <a:cxnSpLocks/>
            <a:stCxn id="18" idx="2"/>
            <a:endCxn id="35" idx="2"/>
          </p:cNvCxnSpPr>
          <p:nvPr/>
        </p:nvCxnSpPr>
        <p:spPr>
          <a:xfrm rot="16200000" flipH="1">
            <a:off x="8620853" y="2402431"/>
            <a:ext cx="335987" cy="522223"/>
          </a:xfrm>
          <a:prstGeom prst="curvedConnector2">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5" name="连接符: 曲线 44">
            <a:extLst>
              <a:ext uri="{FF2B5EF4-FFF2-40B4-BE49-F238E27FC236}">
                <a16:creationId xmlns:a16="http://schemas.microsoft.com/office/drawing/2014/main" id="{C7EBA9A6-EA65-F654-C8AE-8E659F7B261F}"/>
              </a:ext>
            </a:extLst>
          </p:cNvPr>
          <p:cNvCxnSpPr>
            <a:cxnSpLocks/>
            <a:stCxn id="35" idx="6"/>
            <a:endCxn id="16" idx="2"/>
          </p:cNvCxnSpPr>
          <p:nvPr/>
        </p:nvCxnSpPr>
        <p:spPr>
          <a:xfrm flipV="1">
            <a:off x="10477899" y="2495550"/>
            <a:ext cx="528090" cy="335987"/>
          </a:xfrm>
          <a:prstGeom prst="curvedConnector2">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7" name="连接符: 曲线 46">
            <a:extLst>
              <a:ext uri="{FF2B5EF4-FFF2-40B4-BE49-F238E27FC236}">
                <a16:creationId xmlns:a16="http://schemas.microsoft.com/office/drawing/2014/main" id="{8B078C9E-F71B-3D7B-DF92-77C2301B758E}"/>
              </a:ext>
            </a:extLst>
          </p:cNvPr>
          <p:cNvCxnSpPr>
            <a:cxnSpLocks/>
            <a:stCxn id="18" idx="0"/>
            <a:endCxn id="34" idx="2"/>
          </p:cNvCxnSpPr>
          <p:nvPr/>
        </p:nvCxnSpPr>
        <p:spPr>
          <a:xfrm rot="5400000" flipH="1" flipV="1">
            <a:off x="8648305" y="1688619"/>
            <a:ext cx="287039" cy="528179"/>
          </a:xfrm>
          <a:prstGeom prst="curvedConnector2">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9" name="连接符: 曲线 48">
            <a:extLst>
              <a:ext uri="{FF2B5EF4-FFF2-40B4-BE49-F238E27FC236}">
                <a16:creationId xmlns:a16="http://schemas.microsoft.com/office/drawing/2014/main" id="{7FCD4B3A-D4DB-5EF0-919F-6C0DCE0C5AA8}"/>
              </a:ext>
            </a:extLst>
          </p:cNvPr>
          <p:cNvCxnSpPr>
            <a:cxnSpLocks/>
            <a:stCxn id="34" idx="6"/>
            <a:endCxn id="16" idx="0"/>
          </p:cNvCxnSpPr>
          <p:nvPr/>
        </p:nvCxnSpPr>
        <p:spPr>
          <a:xfrm>
            <a:off x="10483855" y="1809188"/>
            <a:ext cx="522134" cy="287039"/>
          </a:xfrm>
          <a:prstGeom prst="curvedConnector2">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1" name="连接符: 曲线 50">
            <a:extLst>
              <a:ext uri="{FF2B5EF4-FFF2-40B4-BE49-F238E27FC236}">
                <a16:creationId xmlns:a16="http://schemas.microsoft.com/office/drawing/2014/main" id="{7B00342C-AF78-AF61-0874-CBF3F62EF292}"/>
              </a:ext>
            </a:extLst>
          </p:cNvPr>
          <p:cNvCxnSpPr/>
          <p:nvPr/>
        </p:nvCxnSpPr>
        <p:spPr>
          <a:xfrm flipV="1">
            <a:off x="7755838" y="2484664"/>
            <a:ext cx="402735" cy="308094"/>
          </a:xfrm>
          <a:prstGeom prst="curvedConnector2">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52" name="椭圆 51">
            <a:extLst>
              <a:ext uri="{FF2B5EF4-FFF2-40B4-BE49-F238E27FC236}">
                <a16:creationId xmlns:a16="http://schemas.microsoft.com/office/drawing/2014/main" id="{B9D5C225-C2C3-AEE1-651C-872B43A3B94A}"/>
              </a:ext>
            </a:extLst>
          </p:cNvPr>
          <p:cNvSpPr/>
          <p:nvPr/>
        </p:nvSpPr>
        <p:spPr>
          <a:xfrm>
            <a:off x="4171369" y="1666040"/>
            <a:ext cx="1427941" cy="399323"/>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latin typeface="微软雅黑" panose="020B0503020204020204" pitchFamily="34" charset="-122"/>
                <a:ea typeface="微软雅黑" panose="020B0503020204020204" pitchFamily="34" charset="-122"/>
              </a:rPr>
              <a:t>•••</a:t>
            </a:r>
            <a:endParaRPr lang="zh-CN" altLang="en-US" sz="1600" dirty="0">
              <a:solidFill>
                <a:schemeClr val="tx1"/>
              </a:solidFill>
              <a:latin typeface="微软雅黑" panose="020B0503020204020204" pitchFamily="34" charset="-122"/>
              <a:ea typeface="微软雅黑" panose="020B0503020204020204" pitchFamily="34" charset="-122"/>
            </a:endParaRPr>
          </a:p>
        </p:txBody>
      </p:sp>
      <p:cxnSp>
        <p:nvCxnSpPr>
          <p:cNvPr id="54" name="连接符: 曲线 53">
            <a:extLst>
              <a:ext uri="{FF2B5EF4-FFF2-40B4-BE49-F238E27FC236}">
                <a16:creationId xmlns:a16="http://schemas.microsoft.com/office/drawing/2014/main" id="{6332102D-0AAD-81AF-69B1-A58843D0F025}"/>
              </a:ext>
            </a:extLst>
          </p:cNvPr>
          <p:cNvCxnSpPr>
            <a:cxnSpLocks/>
            <a:stCxn id="52" idx="2"/>
            <a:endCxn id="17" idx="0"/>
          </p:cNvCxnSpPr>
          <p:nvPr/>
        </p:nvCxnSpPr>
        <p:spPr>
          <a:xfrm rot="10800000" flipV="1">
            <a:off x="3641005" y="1865701"/>
            <a:ext cx="530364" cy="230525"/>
          </a:xfrm>
          <a:prstGeom prst="curvedConnector2">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6" name="连接符: 曲线 55">
            <a:extLst>
              <a:ext uri="{FF2B5EF4-FFF2-40B4-BE49-F238E27FC236}">
                <a16:creationId xmlns:a16="http://schemas.microsoft.com/office/drawing/2014/main" id="{F760F082-CE6F-D4E2-FDAC-3F049AB9A0E2}"/>
              </a:ext>
            </a:extLst>
          </p:cNvPr>
          <p:cNvCxnSpPr>
            <a:cxnSpLocks/>
            <a:stCxn id="52" idx="6"/>
            <a:endCxn id="14" idx="0"/>
          </p:cNvCxnSpPr>
          <p:nvPr/>
        </p:nvCxnSpPr>
        <p:spPr>
          <a:xfrm>
            <a:off x="5599310" y="1865702"/>
            <a:ext cx="496690" cy="230525"/>
          </a:xfrm>
          <a:prstGeom prst="curvedConnector2">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930952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81771E-7FB0-5654-23D6-452283C602C1}"/>
            </a:ext>
          </a:extLst>
        </p:cNvPr>
        <p:cNvGrpSpPr/>
        <p:nvPr/>
      </p:nvGrpSpPr>
      <p:grpSpPr>
        <a:xfrm>
          <a:off x="0" y="0"/>
          <a:ext cx="0" cy="0"/>
          <a:chOff x="0" y="0"/>
          <a:chExt cx="0" cy="0"/>
        </a:xfrm>
      </p:grpSpPr>
      <p:cxnSp>
        <p:nvCxnSpPr>
          <p:cNvPr id="7" name="直接连接符 6">
            <a:extLst>
              <a:ext uri="{FF2B5EF4-FFF2-40B4-BE49-F238E27FC236}">
                <a16:creationId xmlns:a16="http://schemas.microsoft.com/office/drawing/2014/main" id="{E1ABDDE8-ED22-869B-38A7-636439B77EF3}"/>
              </a:ext>
            </a:extLst>
          </p:cNvPr>
          <p:cNvCxnSpPr>
            <a:cxnSpLocks/>
          </p:cNvCxnSpPr>
          <p:nvPr/>
        </p:nvCxnSpPr>
        <p:spPr>
          <a:xfrm>
            <a:off x="337132" y="774574"/>
            <a:ext cx="11567001" cy="0"/>
          </a:xfrm>
          <a:prstGeom prst="line">
            <a:avLst/>
          </a:prstGeom>
          <a:ln w="19050">
            <a:solidFill>
              <a:srgbClr val="133C7A">
                <a:alpha val="80000"/>
              </a:srgbClr>
            </a:solidFill>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21B23FA1-AF64-CC65-7803-310D1D1F1089}"/>
              </a:ext>
            </a:extLst>
          </p:cNvPr>
          <p:cNvSpPr txBox="1"/>
          <p:nvPr/>
        </p:nvSpPr>
        <p:spPr>
          <a:xfrm>
            <a:off x="683012" y="256087"/>
            <a:ext cx="9510123" cy="505676"/>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r>
              <a:rPr lang="en-US" altLang="zh-CN" sz="2800" dirty="0">
                <a:solidFill>
                  <a:schemeClr val="tx2">
                    <a:lumMod val="75000"/>
                  </a:schemeClr>
                </a:solidFill>
                <a:latin typeface="微软雅黑" panose="020B0503020204020204" pitchFamily="34" charset="-122"/>
                <a:ea typeface="微软雅黑" panose="020B0503020204020204" pitchFamily="34" charset="-122"/>
              </a:rPr>
              <a:t>1 </a:t>
            </a:r>
            <a:r>
              <a:rPr lang="zh-CN" altLang="en-US" sz="2800" dirty="0">
                <a:solidFill>
                  <a:schemeClr val="tx2">
                    <a:lumMod val="75000"/>
                  </a:schemeClr>
                </a:solidFill>
                <a:latin typeface="微软雅黑" panose="020B0503020204020204" pitchFamily="34" charset="-122"/>
                <a:ea typeface="微软雅黑" panose="020B0503020204020204" pitchFamily="34" charset="-122"/>
              </a:rPr>
              <a:t>研究背景与现状</a:t>
            </a:r>
          </a:p>
        </p:txBody>
      </p:sp>
      <p:sp>
        <p:nvSpPr>
          <p:cNvPr id="9" name="矩形 8">
            <a:extLst>
              <a:ext uri="{FF2B5EF4-FFF2-40B4-BE49-F238E27FC236}">
                <a16:creationId xmlns:a16="http://schemas.microsoft.com/office/drawing/2014/main" id="{B6D2ACA4-3F6F-3618-5106-1FFE7C2A2D57}"/>
              </a:ext>
            </a:extLst>
          </p:cNvPr>
          <p:cNvSpPr/>
          <p:nvPr/>
        </p:nvSpPr>
        <p:spPr>
          <a:xfrm>
            <a:off x="337132" y="268900"/>
            <a:ext cx="195295" cy="50567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0" name="矩形 9">
            <a:extLst>
              <a:ext uri="{FF2B5EF4-FFF2-40B4-BE49-F238E27FC236}">
                <a16:creationId xmlns:a16="http://schemas.microsoft.com/office/drawing/2014/main" id="{FB96FE5D-9F9A-DB87-79D2-E9F44C2AC68D}"/>
              </a:ext>
            </a:extLst>
          </p:cNvPr>
          <p:cNvSpPr/>
          <p:nvPr/>
        </p:nvSpPr>
        <p:spPr>
          <a:xfrm>
            <a:off x="337132" y="268900"/>
            <a:ext cx="276318" cy="505674"/>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pic>
        <p:nvPicPr>
          <p:cNvPr id="11" name="图片 10">
            <a:extLst>
              <a:ext uri="{FF2B5EF4-FFF2-40B4-BE49-F238E27FC236}">
                <a16:creationId xmlns:a16="http://schemas.microsoft.com/office/drawing/2014/main" id="{4BAA0CE5-C8D8-E2B9-855B-2476A2D7B23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66776" y="256087"/>
            <a:ext cx="1788092" cy="431989"/>
          </a:xfrm>
          <a:prstGeom prst="rect">
            <a:avLst/>
          </a:prstGeom>
        </p:spPr>
      </p:pic>
      <p:pic>
        <p:nvPicPr>
          <p:cNvPr id="12" name="图片 11">
            <a:extLst>
              <a:ext uri="{FF2B5EF4-FFF2-40B4-BE49-F238E27FC236}">
                <a16:creationId xmlns:a16="http://schemas.microsoft.com/office/drawing/2014/main" id="{7F1C97C3-FDE6-66B7-3960-73BF3DE4F78D}"/>
              </a:ext>
            </a:extLst>
          </p:cNvPr>
          <p:cNvPicPr>
            <a:picLocks noChangeAspect="1"/>
          </p:cNvPicPr>
          <p:nvPr/>
        </p:nvPicPr>
        <p:blipFill>
          <a:blip r:embed="rId4"/>
          <a:srcRect t="17902" b="23107"/>
          <a:stretch>
            <a:fillRect/>
          </a:stretch>
        </p:blipFill>
        <p:spPr>
          <a:xfrm>
            <a:off x="636307" y="1509944"/>
            <a:ext cx="6395071" cy="2123155"/>
          </a:xfrm>
          <a:prstGeom prst="rect">
            <a:avLst/>
          </a:prstGeom>
        </p:spPr>
      </p:pic>
      <p:sp>
        <p:nvSpPr>
          <p:cNvPr id="14" name="矩形: 圆角 13">
            <a:extLst>
              <a:ext uri="{FF2B5EF4-FFF2-40B4-BE49-F238E27FC236}">
                <a16:creationId xmlns:a16="http://schemas.microsoft.com/office/drawing/2014/main" id="{12EE484E-C2DB-7C32-1461-340C73EFD901}"/>
              </a:ext>
            </a:extLst>
          </p:cNvPr>
          <p:cNvSpPr/>
          <p:nvPr/>
        </p:nvSpPr>
        <p:spPr>
          <a:xfrm>
            <a:off x="327707" y="3785923"/>
            <a:ext cx="5254785" cy="2379521"/>
          </a:xfrm>
          <a:prstGeom prst="roundRect">
            <a:avLst>
              <a:gd name="adj" fmla="val 7348"/>
            </a:avLst>
          </a:prstGeom>
          <a:solidFill>
            <a:srgbClr val="96BE75">
              <a:alpha val="5000"/>
            </a:srgbClr>
          </a:solidFill>
          <a:ln w="25400">
            <a:solidFill>
              <a:srgbClr val="76AB5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7" name="矩形: 圆角 16">
            <a:extLst>
              <a:ext uri="{FF2B5EF4-FFF2-40B4-BE49-F238E27FC236}">
                <a16:creationId xmlns:a16="http://schemas.microsoft.com/office/drawing/2014/main" id="{2F01114A-C69B-473F-158E-3EB2F3420AD4}"/>
              </a:ext>
            </a:extLst>
          </p:cNvPr>
          <p:cNvSpPr/>
          <p:nvPr/>
        </p:nvSpPr>
        <p:spPr>
          <a:xfrm>
            <a:off x="6607628" y="3785923"/>
            <a:ext cx="5254785" cy="2379521"/>
          </a:xfrm>
          <a:prstGeom prst="roundRect">
            <a:avLst>
              <a:gd name="adj" fmla="val 7348"/>
            </a:avLst>
          </a:prstGeom>
          <a:solidFill>
            <a:srgbClr val="C14544">
              <a:alpha val="5000"/>
            </a:srgbClr>
          </a:solidFill>
          <a:ln w="25400">
            <a:solidFill>
              <a:srgbClr val="D06D6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22" name="椭圆 21">
            <a:extLst>
              <a:ext uri="{FF2B5EF4-FFF2-40B4-BE49-F238E27FC236}">
                <a16:creationId xmlns:a16="http://schemas.microsoft.com/office/drawing/2014/main" id="{8650F6AC-C038-F42F-E66A-2A64AD6E38B3}"/>
              </a:ext>
            </a:extLst>
          </p:cNvPr>
          <p:cNvSpPr>
            <a:spLocks noChangeAspect="1"/>
          </p:cNvSpPr>
          <p:nvPr/>
        </p:nvSpPr>
        <p:spPr>
          <a:xfrm>
            <a:off x="502313" y="3912614"/>
            <a:ext cx="492974" cy="492974"/>
          </a:xfrm>
          <a:prstGeom prst="ellipse">
            <a:avLst/>
          </a:prstGeom>
          <a:solidFill>
            <a:srgbClr val="A7C9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23" name="椭圆 22">
            <a:extLst>
              <a:ext uri="{FF2B5EF4-FFF2-40B4-BE49-F238E27FC236}">
                <a16:creationId xmlns:a16="http://schemas.microsoft.com/office/drawing/2014/main" id="{D99345CF-F5FC-CFC7-7969-0130D6C4B7E6}"/>
              </a:ext>
            </a:extLst>
          </p:cNvPr>
          <p:cNvSpPr>
            <a:spLocks noChangeAspect="1"/>
          </p:cNvSpPr>
          <p:nvPr/>
        </p:nvSpPr>
        <p:spPr>
          <a:xfrm>
            <a:off x="6828450" y="3912612"/>
            <a:ext cx="492974" cy="492974"/>
          </a:xfrm>
          <a:prstGeom prst="ellipse">
            <a:avLst/>
          </a:prstGeom>
          <a:solidFill>
            <a:srgbClr val="D2626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pic>
        <p:nvPicPr>
          <p:cNvPr id="32" name="图形 31" descr="区块链 纯色填充">
            <a:extLst>
              <a:ext uri="{FF2B5EF4-FFF2-40B4-BE49-F238E27FC236}">
                <a16:creationId xmlns:a16="http://schemas.microsoft.com/office/drawing/2014/main" id="{E206F45A-17C2-C270-D306-437F8F0B79E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56182" y="3952373"/>
            <a:ext cx="401351" cy="401351"/>
          </a:xfrm>
          <a:prstGeom prst="rect">
            <a:avLst/>
          </a:prstGeom>
        </p:spPr>
      </p:pic>
      <p:pic>
        <p:nvPicPr>
          <p:cNvPr id="34" name="图片 33">
            <a:extLst>
              <a:ext uri="{FF2B5EF4-FFF2-40B4-BE49-F238E27FC236}">
                <a16:creationId xmlns:a16="http://schemas.microsoft.com/office/drawing/2014/main" id="{C7604AF0-1B42-3E11-2412-8D9154B92C0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880924" y="3964973"/>
            <a:ext cx="379273" cy="379273"/>
          </a:xfrm>
          <a:prstGeom prst="rect">
            <a:avLst/>
          </a:prstGeom>
        </p:spPr>
      </p:pic>
      <p:sp>
        <p:nvSpPr>
          <p:cNvPr id="37" name="文本框 36">
            <a:extLst>
              <a:ext uri="{FF2B5EF4-FFF2-40B4-BE49-F238E27FC236}">
                <a16:creationId xmlns:a16="http://schemas.microsoft.com/office/drawing/2014/main" id="{12572311-F0A0-3D7B-447C-B0CCD89286DD}"/>
              </a:ext>
            </a:extLst>
          </p:cNvPr>
          <p:cNvSpPr txBox="1"/>
          <p:nvPr/>
        </p:nvSpPr>
        <p:spPr>
          <a:xfrm>
            <a:off x="299410" y="862073"/>
            <a:ext cx="9510123" cy="444121"/>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r>
              <a:rPr lang="en-US" altLang="zh-CN" sz="2400" dirty="0">
                <a:solidFill>
                  <a:schemeClr val="tx2">
                    <a:lumMod val="75000"/>
                  </a:schemeClr>
                </a:solidFill>
                <a:latin typeface="微软雅黑" panose="020B0503020204020204" pitchFamily="34" charset="-122"/>
                <a:ea typeface="微软雅黑" panose="020B0503020204020204" pitchFamily="34" charset="-122"/>
              </a:rPr>
              <a:t>• 1.1 </a:t>
            </a:r>
            <a:r>
              <a:rPr lang="zh-CN" altLang="en-US" sz="2400" dirty="0">
                <a:solidFill>
                  <a:schemeClr val="tx2">
                    <a:lumMod val="75000"/>
                  </a:schemeClr>
                </a:solidFill>
                <a:latin typeface="微软雅黑" panose="020B0503020204020204" pitchFamily="34" charset="-122"/>
                <a:ea typeface="微软雅黑" panose="020B0503020204020204" pitchFamily="34" charset="-122"/>
              </a:rPr>
              <a:t>研究背景</a:t>
            </a:r>
          </a:p>
        </p:txBody>
      </p:sp>
      <p:sp>
        <p:nvSpPr>
          <p:cNvPr id="46" name="文本框 45">
            <a:extLst>
              <a:ext uri="{FF2B5EF4-FFF2-40B4-BE49-F238E27FC236}">
                <a16:creationId xmlns:a16="http://schemas.microsoft.com/office/drawing/2014/main" id="{77B6BD31-53FC-1C4F-1394-CC8B0E710CC1}"/>
              </a:ext>
            </a:extLst>
          </p:cNvPr>
          <p:cNvSpPr txBox="1"/>
          <p:nvPr/>
        </p:nvSpPr>
        <p:spPr>
          <a:xfrm>
            <a:off x="1171413" y="3893195"/>
            <a:ext cx="2904003" cy="382566"/>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r>
              <a:rPr lang="zh-CN" altLang="en-US" sz="2000" dirty="0">
                <a:solidFill>
                  <a:srgbClr val="A7C98E"/>
                </a:solidFill>
                <a:latin typeface="微软雅黑" panose="020B0503020204020204" pitchFamily="34" charset="-122"/>
                <a:ea typeface="微软雅黑" panose="020B0503020204020204" pitchFamily="34" charset="-122"/>
              </a:rPr>
              <a:t>复杂约束与多资源耦合</a:t>
            </a:r>
          </a:p>
        </p:txBody>
      </p:sp>
      <p:cxnSp>
        <p:nvCxnSpPr>
          <p:cNvPr id="48" name="直接连接符 47">
            <a:extLst>
              <a:ext uri="{FF2B5EF4-FFF2-40B4-BE49-F238E27FC236}">
                <a16:creationId xmlns:a16="http://schemas.microsoft.com/office/drawing/2014/main" id="{32ACC71E-0A08-B4E0-CDDE-25EDD3547E06}"/>
              </a:ext>
            </a:extLst>
          </p:cNvPr>
          <p:cNvCxnSpPr>
            <a:cxnSpLocks/>
          </p:cNvCxnSpPr>
          <p:nvPr/>
        </p:nvCxnSpPr>
        <p:spPr>
          <a:xfrm flipV="1">
            <a:off x="1180213" y="4312318"/>
            <a:ext cx="4197330" cy="3545"/>
          </a:xfrm>
          <a:prstGeom prst="line">
            <a:avLst/>
          </a:prstGeom>
          <a:ln w="28575">
            <a:gradFill>
              <a:gsLst>
                <a:gs pos="35000">
                  <a:srgbClr val="76AB5A"/>
                </a:gs>
                <a:gs pos="75000">
                  <a:srgbClr val="A7C98E">
                    <a:alpha val="50000"/>
                  </a:srgbClr>
                </a:gs>
              </a:gsLst>
              <a:lin ang="0" scaled="0"/>
            </a:gradFill>
          </a:ln>
        </p:spPr>
        <p:style>
          <a:lnRef idx="1">
            <a:schemeClr val="accent1"/>
          </a:lnRef>
          <a:fillRef idx="0">
            <a:schemeClr val="accent1"/>
          </a:fillRef>
          <a:effectRef idx="0">
            <a:schemeClr val="accent1"/>
          </a:effectRef>
          <a:fontRef idx="minor">
            <a:schemeClr val="tx1"/>
          </a:fontRef>
        </p:style>
      </p:cxnSp>
      <p:sp>
        <p:nvSpPr>
          <p:cNvPr id="51" name="文本框 50">
            <a:extLst>
              <a:ext uri="{FF2B5EF4-FFF2-40B4-BE49-F238E27FC236}">
                <a16:creationId xmlns:a16="http://schemas.microsoft.com/office/drawing/2014/main" id="{9B2EB0D9-8454-3AA2-D20A-FCEC3102CDDF}"/>
              </a:ext>
            </a:extLst>
          </p:cNvPr>
          <p:cNvSpPr txBox="1"/>
          <p:nvPr/>
        </p:nvSpPr>
        <p:spPr>
          <a:xfrm>
            <a:off x="7569444" y="3889650"/>
            <a:ext cx="2363968" cy="382566"/>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r>
              <a:rPr lang="zh-CN" altLang="en-US" sz="2000" dirty="0">
                <a:solidFill>
                  <a:srgbClr val="D57D74"/>
                </a:solidFill>
                <a:latin typeface="微软雅黑" panose="020B0503020204020204" pitchFamily="34" charset="-122"/>
                <a:ea typeface="微软雅黑" panose="020B0503020204020204" pitchFamily="34" charset="-122"/>
              </a:rPr>
              <a:t>动态扰动影响显著</a:t>
            </a:r>
          </a:p>
        </p:txBody>
      </p:sp>
      <p:cxnSp>
        <p:nvCxnSpPr>
          <p:cNvPr id="52" name="直接连接符 51">
            <a:extLst>
              <a:ext uri="{FF2B5EF4-FFF2-40B4-BE49-F238E27FC236}">
                <a16:creationId xmlns:a16="http://schemas.microsoft.com/office/drawing/2014/main" id="{A6FDF84A-3F3B-A35E-A05A-C55FD8446870}"/>
              </a:ext>
            </a:extLst>
          </p:cNvPr>
          <p:cNvCxnSpPr>
            <a:cxnSpLocks/>
          </p:cNvCxnSpPr>
          <p:nvPr/>
        </p:nvCxnSpPr>
        <p:spPr>
          <a:xfrm>
            <a:off x="7578243" y="4312318"/>
            <a:ext cx="4015043" cy="0"/>
          </a:xfrm>
          <a:prstGeom prst="line">
            <a:avLst/>
          </a:prstGeom>
          <a:ln w="28575">
            <a:gradFill>
              <a:gsLst>
                <a:gs pos="35000">
                  <a:srgbClr val="D57D74"/>
                </a:gs>
                <a:gs pos="75000">
                  <a:srgbClr val="FCECE9"/>
                </a:gs>
              </a:gsLst>
              <a:lin ang="0" scaled="0"/>
            </a:gradFill>
          </a:ln>
        </p:spPr>
        <p:style>
          <a:lnRef idx="1">
            <a:schemeClr val="accent1"/>
          </a:lnRef>
          <a:fillRef idx="0">
            <a:schemeClr val="accent1"/>
          </a:fillRef>
          <a:effectRef idx="0">
            <a:schemeClr val="accent1"/>
          </a:effectRef>
          <a:fontRef idx="minor">
            <a:schemeClr val="tx1"/>
          </a:fontRef>
        </p:style>
      </p:cxnSp>
      <p:sp>
        <p:nvSpPr>
          <p:cNvPr id="53" name="流程图: 终止 52">
            <a:extLst>
              <a:ext uri="{FF2B5EF4-FFF2-40B4-BE49-F238E27FC236}">
                <a16:creationId xmlns:a16="http://schemas.microsoft.com/office/drawing/2014/main" id="{FBC7AC57-43BB-E4D3-DB2C-BE3E96D2DD2C}"/>
              </a:ext>
            </a:extLst>
          </p:cNvPr>
          <p:cNvSpPr/>
          <p:nvPr/>
        </p:nvSpPr>
        <p:spPr>
          <a:xfrm>
            <a:off x="660026" y="5714402"/>
            <a:ext cx="1016876" cy="326065"/>
          </a:xfrm>
          <a:prstGeom prst="flowChartTerminator">
            <a:avLst/>
          </a:prstGeom>
          <a:solidFill>
            <a:srgbClr val="85B46C">
              <a:alpha val="5000"/>
            </a:srgbClr>
          </a:solidFill>
          <a:ln>
            <a:solidFill>
              <a:srgbClr val="85B16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rgbClr val="85B16D"/>
                </a:solidFill>
                <a:latin typeface="微软雅黑" panose="020B0503020204020204" pitchFamily="34" charset="-122"/>
                <a:ea typeface="微软雅黑" panose="020B0503020204020204" pitchFamily="34" charset="-122"/>
              </a:rPr>
              <a:t>资源异构</a:t>
            </a:r>
          </a:p>
        </p:txBody>
      </p:sp>
      <p:sp>
        <p:nvSpPr>
          <p:cNvPr id="54" name="流程图: 终止 53">
            <a:extLst>
              <a:ext uri="{FF2B5EF4-FFF2-40B4-BE49-F238E27FC236}">
                <a16:creationId xmlns:a16="http://schemas.microsoft.com/office/drawing/2014/main" id="{223A0446-4400-BBC7-5014-1A75E8DF9EB4}"/>
              </a:ext>
            </a:extLst>
          </p:cNvPr>
          <p:cNvSpPr/>
          <p:nvPr/>
        </p:nvSpPr>
        <p:spPr>
          <a:xfrm>
            <a:off x="2347904" y="5708783"/>
            <a:ext cx="1016876" cy="326065"/>
          </a:xfrm>
          <a:prstGeom prst="flowChartTerminator">
            <a:avLst/>
          </a:prstGeom>
          <a:solidFill>
            <a:srgbClr val="85B46C">
              <a:alpha val="5000"/>
            </a:srgbClr>
          </a:solidFill>
          <a:ln>
            <a:solidFill>
              <a:srgbClr val="85B16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rgbClr val="85B16D"/>
                </a:solidFill>
                <a:latin typeface="微软雅黑" panose="020B0503020204020204" pitchFamily="34" charset="-122"/>
                <a:ea typeface="微软雅黑" panose="020B0503020204020204" pitchFamily="34" charset="-122"/>
              </a:rPr>
              <a:t>约束复杂</a:t>
            </a:r>
          </a:p>
        </p:txBody>
      </p:sp>
      <p:sp>
        <p:nvSpPr>
          <p:cNvPr id="55" name="流程图: 终止 54">
            <a:extLst>
              <a:ext uri="{FF2B5EF4-FFF2-40B4-BE49-F238E27FC236}">
                <a16:creationId xmlns:a16="http://schemas.microsoft.com/office/drawing/2014/main" id="{0F5FACC9-9FC4-9168-5AB1-FC65410EC488}"/>
              </a:ext>
            </a:extLst>
          </p:cNvPr>
          <p:cNvSpPr/>
          <p:nvPr/>
        </p:nvSpPr>
        <p:spPr>
          <a:xfrm>
            <a:off x="4111976" y="5708783"/>
            <a:ext cx="1016876" cy="326065"/>
          </a:xfrm>
          <a:prstGeom prst="flowChartTerminator">
            <a:avLst/>
          </a:prstGeom>
          <a:solidFill>
            <a:srgbClr val="85B46C">
              <a:alpha val="5000"/>
            </a:srgbClr>
          </a:solidFill>
          <a:ln>
            <a:solidFill>
              <a:srgbClr val="85B16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rgbClr val="85B16D"/>
                </a:solidFill>
                <a:latin typeface="微软雅黑" panose="020B0503020204020204" pitchFamily="34" charset="-122"/>
                <a:ea typeface="微软雅黑" panose="020B0503020204020204" pitchFamily="34" charset="-122"/>
              </a:rPr>
              <a:t>协同困难</a:t>
            </a:r>
          </a:p>
        </p:txBody>
      </p:sp>
      <p:sp>
        <p:nvSpPr>
          <p:cNvPr id="56" name="流程图: 终止 55">
            <a:extLst>
              <a:ext uri="{FF2B5EF4-FFF2-40B4-BE49-F238E27FC236}">
                <a16:creationId xmlns:a16="http://schemas.microsoft.com/office/drawing/2014/main" id="{D999A870-D4F0-994B-62B0-CC294446B1E6}"/>
              </a:ext>
            </a:extLst>
          </p:cNvPr>
          <p:cNvSpPr/>
          <p:nvPr/>
        </p:nvSpPr>
        <p:spPr>
          <a:xfrm>
            <a:off x="6974016" y="5703771"/>
            <a:ext cx="1016876" cy="326065"/>
          </a:xfrm>
          <a:prstGeom prst="flowChartTerminator">
            <a:avLst/>
          </a:prstGeom>
          <a:solidFill>
            <a:srgbClr val="D57D74">
              <a:alpha val="5000"/>
            </a:srgbClr>
          </a:solidFill>
          <a:ln>
            <a:solidFill>
              <a:srgbClr val="D57D7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rgbClr val="D57D74"/>
                </a:solidFill>
                <a:latin typeface="微软雅黑" panose="020B0503020204020204" pitchFamily="34" charset="-122"/>
                <a:ea typeface="微软雅黑" panose="020B0503020204020204" pitchFamily="34" charset="-122"/>
              </a:rPr>
              <a:t>扰动频发</a:t>
            </a:r>
          </a:p>
        </p:txBody>
      </p:sp>
      <p:sp>
        <p:nvSpPr>
          <p:cNvPr id="57" name="流程图: 终止 56">
            <a:extLst>
              <a:ext uri="{FF2B5EF4-FFF2-40B4-BE49-F238E27FC236}">
                <a16:creationId xmlns:a16="http://schemas.microsoft.com/office/drawing/2014/main" id="{968F48A2-4739-467E-9D4D-8680697C1B19}"/>
              </a:ext>
            </a:extLst>
          </p:cNvPr>
          <p:cNvSpPr/>
          <p:nvPr/>
        </p:nvSpPr>
        <p:spPr>
          <a:xfrm>
            <a:off x="8694548" y="5698152"/>
            <a:ext cx="1016876" cy="326065"/>
          </a:xfrm>
          <a:prstGeom prst="flowChartTerminator">
            <a:avLst/>
          </a:prstGeom>
          <a:solidFill>
            <a:srgbClr val="D57D74">
              <a:alpha val="5000"/>
            </a:srgbClr>
          </a:solidFill>
          <a:ln>
            <a:solidFill>
              <a:srgbClr val="D57D7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rgbClr val="D57D74"/>
                </a:solidFill>
                <a:latin typeface="微软雅黑" panose="020B0503020204020204" pitchFamily="34" charset="-122"/>
                <a:ea typeface="微软雅黑" panose="020B0503020204020204" pitchFamily="34" charset="-122"/>
              </a:rPr>
              <a:t>传播快</a:t>
            </a:r>
          </a:p>
        </p:txBody>
      </p:sp>
      <p:sp>
        <p:nvSpPr>
          <p:cNvPr id="58" name="流程图: 终止 57">
            <a:extLst>
              <a:ext uri="{FF2B5EF4-FFF2-40B4-BE49-F238E27FC236}">
                <a16:creationId xmlns:a16="http://schemas.microsoft.com/office/drawing/2014/main" id="{0A158AB0-C5BA-5803-F507-475753D3CE6F}"/>
              </a:ext>
            </a:extLst>
          </p:cNvPr>
          <p:cNvSpPr/>
          <p:nvPr/>
        </p:nvSpPr>
        <p:spPr>
          <a:xfrm>
            <a:off x="10436856" y="5698152"/>
            <a:ext cx="1016876" cy="326065"/>
          </a:xfrm>
          <a:prstGeom prst="flowChartTerminator">
            <a:avLst/>
          </a:prstGeom>
          <a:solidFill>
            <a:srgbClr val="D57D74">
              <a:alpha val="5000"/>
            </a:srgbClr>
          </a:solidFill>
          <a:ln>
            <a:solidFill>
              <a:srgbClr val="D57D7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rgbClr val="D57D74"/>
                </a:solidFill>
                <a:latin typeface="微软雅黑" panose="020B0503020204020204" pitchFamily="34" charset="-122"/>
                <a:ea typeface="微软雅黑" panose="020B0503020204020204" pitchFamily="34" charset="-122"/>
              </a:rPr>
              <a:t>恢复难</a:t>
            </a:r>
          </a:p>
        </p:txBody>
      </p:sp>
      <p:sp>
        <p:nvSpPr>
          <p:cNvPr id="72" name="矩形: 圆角 71">
            <a:extLst>
              <a:ext uri="{FF2B5EF4-FFF2-40B4-BE49-F238E27FC236}">
                <a16:creationId xmlns:a16="http://schemas.microsoft.com/office/drawing/2014/main" id="{F1985CD7-AEED-BE3C-7EB6-3EE28AA6CE56}"/>
              </a:ext>
            </a:extLst>
          </p:cNvPr>
          <p:cNvSpPr/>
          <p:nvPr/>
        </p:nvSpPr>
        <p:spPr>
          <a:xfrm>
            <a:off x="337132" y="6302146"/>
            <a:ext cx="11512984" cy="461156"/>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核心问题：如何在复杂约束与动态扰动环境下，实现飞机脉动装配线资源配置与生产调度的协同优化？</a:t>
            </a:r>
          </a:p>
        </p:txBody>
      </p:sp>
      <p:sp>
        <p:nvSpPr>
          <p:cNvPr id="4" name="文本框 3">
            <a:extLst>
              <a:ext uri="{FF2B5EF4-FFF2-40B4-BE49-F238E27FC236}">
                <a16:creationId xmlns:a16="http://schemas.microsoft.com/office/drawing/2014/main" id="{BCDCF7F4-D2D7-480E-D812-29E27440FBA5}"/>
              </a:ext>
            </a:extLst>
          </p:cNvPr>
          <p:cNvSpPr txBox="1"/>
          <p:nvPr/>
        </p:nvSpPr>
        <p:spPr>
          <a:xfrm>
            <a:off x="7329145" y="1987935"/>
            <a:ext cx="4275027" cy="359867"/>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en-US" altLang="zh-CN" sz="1400" b="0" dirty="0">
                <a:solidFill>
                  <a:schemeClr val="tx1"/>
                </a:solidFill>
                <a:latin typeface="微软雅黑" panose="020B0503020204020204" pitchFamily="34" charset="-122"/>
                <a:ea typeface="微软雅黑" panose="020B0503020204020204" pitchFamily="34" charset="-122"/>
              </a:rPr>
              <a:t>• </a:t>
            </a:r>
            <a:r>
              <a:rPr lang="zh-CN" altLang="en-US" sz="1400" b="0" dirty="0">
                <a:solidFill>
                  <a:schemeClr val="tx1"/>
                </a:solidFill>
                <a:latin typeface="微软雅黑" panose="020B0503020204020204" pitchFamily="34" charset="-122"/>
                <a:ea typeface="微软雅黑" panose="020B0503020204020204" pitchFamily="34" charset="-122"/>
              </a:rPr>
              <a:t>多站位按固定节拍顺序推进，形成连续装配流程</a:t>
            </a:r>
          </a:p>
        </p:txBody>
      </p:sp>
      <p:sp>
        <p:nvSpPr>
          <p:cNvPr id="5" name="文本框 4">
            <a:extLst>
              <a:ext uri="{FF2B5EF4-FFF2-40B4-BE49-F238E27FC236}">
                <a16:creationId xmlns:a16="http://schemas.microsoft.com/office/drawing/2014/main" id="{E7E4B3F7-F7D9-837C-5362-DA5C1371679A}"/>
              </a:ext>
            </a:extLst>
          </p:cNvPr>
          <p:cNvSpPr txBox="1"/>
          <p:nvPr/>
        </p:nvSpPr>
        <p:spPr>
          <a:xfrm>
            <a:off x="7329146" y="2422179"/>
            <a:ext cx="3786822" cy="359867"/>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en-US" altLang="zh-CN" sz="1400" b="0" dirty="0">
                <a:solidFill>
                  <a:schemeClr val="tx1"/>
                </a:solidFill>
                <a:latin typeface="微软雅黑" panose="020B0503020204020204" pitchFamily="34" charset="-122"/>
                <a:ea typeface="微软雅黑" panose="020B0503020204020204" pitchFamily="34" charset="-122"/>
              </a:rPr>
              <a:t>• </a:t>
            </a:r>
            <a:r>
              <a:rPr lang="zh-CN" altLang="en-US" sz="1400" b="0" dirty="0">
                <a:solidFill>
                  <a:schemeClr val="tx1"/>
                </a:solidFill>
                <a:latin typeface="微软雅黑" panose="020B0503020204020204" pitchFamily="34" charset="-122"/>
                <a:ea typeface="微软雅黑" panose="020B0503020204020204" pitchFamily="34" charset="-122"/>
              </a:rPr>
              <a:t>不同站位任务内容与资源需求存在明显差异</a:t>
            </a:r>
          </a:p>
        </p:txBody>
      </p:sp>
      <p:sp>
        <p:nvSpPr>
          <p:cNvPr id="6" name="文本框 5">
            <a:extLst>
              <a:ext uri="{FF2B5EF4-FFF2-40B4-BE49-F238E27FC236}">
                <a16:creationId xmlns:a16="http://schemas.microsoft.com/office/drawing/2014/main" id="{B5725548-5F9D-F429-F051-994D02BCC18C}"/>
              </a:ext>
            </a:extLst>
          </p:cNvPr>
          <p:cNvSpPr txBox="1"/>
          <p:nvPr/>
        </p:nvSpPr>
        <p:spPr>
          <a:xfrm>
            <a:off x="7329145" y="2842254"/>
            <a:ext cx="4487904" cy="359867"/>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en-US" altLang="zh-CN" sz="1400" b="0" dirty="0">
                <a:solidFill>
                  <a:schemeClr val="tx1"/>
                </a:solidFill>
                <a:latin typeface="微软雅黑" panose="020B0503020204020204" pitchFamily="34" charset="-122"/>
                <a:ea typeface="微软雅黑" panose="020B0503020204020204" pitchFamily="34" charset="-122"/>
              </a:rPr>
              <a:t>• </a:t>
            </a:r>
            <a:r>
              <a:rPr lang="zh-CN" altLang="en-US" sz="1400" b="0" dirty="0">
                <a:solidFill>
                  <a:schemeClr val="tx1"/>
                </a:solidFill>
                <a:latin typeface="微软雅黑" panose="020B0503020204020204" pitchFamily="34" charset="-122"/>
                <a:ea typeface="微软雅黑" panose="020B0503020204020204" pitchFamily="34" charset="-122"/>
              </a:rPr>
              <a:t>局部站位异常易沿装配链条传导，影响整线运行节奏</a:t>
            </a:r>
          </a:p>
        </p:txBody>
      </p:sp>
      <p:sp>
        <p:nvSpPr>
          <p:cNvPr id="15" name="矩形: 圆角 14">
            <a:extLst>
              <a:ext uri="{FF2B5EF4-FFF2-40B4-BE49-F238E27FC236}">
                <a16:creationId xmlns:a16="http://schemas.microsoft.com/office/drawing/2014/main" id="{9EEB673C-C5F3-7F79-DB88-E2B4314C7E3C}"/>
              </a:ext>
            </a:extLst>
          </p:cNvPr>
          <p:cNvSpPr/>
          <p:nvPr/>
        </p:nvSpPr>
        <p:spPr>
          <a:xfrm>
            <a:off x="337132" y="1503507"/>
            <a:ext cx="11517736" cy="2074461"/>
          </a:xfrm>
          <a:prstGeom prst="roundRect">
            <a:avLst>
              <a:gd name="adj" fmla="val 2626"/>
            </a:avLst>
          </a:prstGeom>
          <a:noFill/>
          <a:ln w="25400">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26" name="文本框 25">
            <a:extLst>
              <a:ext uri="{FF2B5EF4-FFF2-40B4-BE49-F238E27FC236}">
                <a16:creationId xmlns:a16="http://schemas.microsoft.com/office/drawing/2014/main" id="{9FEB4073-B54C-369E-55F2-97F283CE43E4}"/>
              </a:ext>
            </a:extLst>
          </p:cNvPr>
          <p:cNvSpPr txBox="1"/>
          <p:nvPr/>
        </p:nvSpPr>
        <p:spPr>
          <a:xfrm>
            <a:off x="660027" y="4509633"/>
            <a:ext cx="4336516" cy="339477"/>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en-US" altLang="zh-CN" sz="1300" b="0" dirty="0">
                <a:solidFill>
                  <a:schemeClr val="tx1"/>
                </a:solidFill>
                <a:latin typeface="微软雅黑" panose="020B0503020204020204" pitchFamily="34" charset="-122"/>
                <a:ea typeface="微软雅黑" panose="020B0503020204020204" pitchFamily="34" charset="-122"/>
              </a:rPr>
              <a:t>• </a:t>
            </a:r>
            <a:r>
              <a:rPr lang="zh-CN" altLang="en-US" sz="1300" dirty="0">
                <a:solidFill>
                  <a:schemeClr val="tx1"/>
                </a:solidFill>
                <a:latin typeface="微软雅黑" panose="020B0503020204020204" pitchFamily="34" charset="-122"/>
                <a:ea typeface="微软雅黑" panose="020B0503020204020204" pitchFamily="34" charset="-122"/>
              </a:rPr>
              <a:t>多资源协同组织：</a:t>
            </a:r>
            <a:r>
              <a:rPr lang="zh-CN" altLang="en-US" sz="1300" b="0" dirty="0">
                <a:solidFill>
                  <a:schemeClr val="tx1"/>
                </a:solidFill>
                <a:latin typeface="微软雅黑" panose="020B0503020204020204" pitchFamily="34" charset="-122"/>
                <a:ea typeface="微软雅黑" panose="020B0503020204020204" pitchFamily="34" charset="-122"/>
              </a:rPr>
              <a:t>工人、设备、工装与物料需协同匹配</a:t>
            </a:r>
          </a:p>
        </p:txBody>
      </p:sp>
      <p:sp>
        <p:nvSpPr>
          <p:cNvPr id="27" name="文本框 26">
            <a:extLst>
              <a:ext uri="{FF2B5EF4-FFF2-40B4-BE49-F238E27FC236}">
                <a16:creationId xmlns:a16="http://schemas.microsoft.com/office/drawing/2014/main" id="{19C1A9F1-9EF9-71C8-759D-60A70EAA8FC5}"/>
              </a:ext>
            </a:extLst>
          </p:cNvPr>
          <p:cNvSpPr txBox="1"/>
          <p:nvPr/>
        </p:nvSpPr>
        <p:spPr>
          <a:xfrm>
            <a:off x="660027" y="4864050"/>
            <a:ext cx="4848528" cy="339477"/>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en-US" altLang="zh-CN" sz="1300" b="0" dirty="0">
                <a:solidFill>
                  <a:schemeClr val="tx1"/>
                </a:solidFill>
                <a:latin typeface="微软雅黑" panose="020B0503020204020204" pitchFamily="34" charset="-122"/>
                <a:ea typeface="微软雅黑" panose="020B0503020204020204" pitchFamily="34" charset="-122"/>
              </a:rPr>
              <a:t>• </a:t>
            </a:r>
            <a:r>
              <a:rPr lang="zh-CN" altLang="en-US" sz="1300" dirty="0">
                <a:solidFill>
                  <a:schemeClr val="tx1"/>
                </a:solidFill>
                <a:latin typeface="微软雅黑" panose="020B0503020204020204" pitchFamily="34" charset="-122"/>
                <a:ea typeface="微软雅黑" panose="020B0503020204020204" pitchFamily="34" charset="-122"/>
              </a:rPr>
              <a:t>多重约束共同作用：</a:t>
            </a:r>
            <a:r>
              <a:rPr lang="zh-CN" altLang="en-US" sz="1300" b="0" dirty="0">
                <a:solidFill>
                  <a:schemeClr val="tx1"/>
                </a:solidFill>
                <a:latin typeface="微软雅黑" panose="020B0503020204020204" pitchFamily="34" charset="-122"/>
                <a:ea typeface="微软雅黑" panose="020B0503020204020204" pitchFamily="34" charset="-122"/>
              </a:rPr>
              <a:t>技能、设备、容量与节拍约束相互叠加</a:t>
            </a:r>
          </a:p>
        </p:txBody>
      </p:sp>
      <p:sp>
        <p:nvSpPr>
          <p:cNvPr id="28" name="文本框 27">
            <a:extLst>
              <a:ext uri="{FF2B5EF4-FFF2-40B4-BE49-F238E27FC236}">
                <a16:creationId xmlns:a16="http://schemas.microsoft.com/office/drawing/2014/main" id="{D51C57D8-52DD-8947-4406-457CD7A99003}"/>
              </a:ext>
            </a:extLst>
          </p:cNvPr>
          <p:cNvSpPr txBox="1"/>
          <p:nvPr/>
        </p:nvSpPr>
        <p:spPr>
          <a:xfrm>
            <a:off x="660026" y="5204298"/>
            <a:ext cx="4216969" cy="339477"/>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en-US" altLang="zh-CN" sz="1300" b="0" dirty="0">
                <a:solidFill>
                  <a:schemeClr val="tx1"/>
                </a:solidFill>
                <a:latin typeface="微软雅黑" panose="020B0503020204020204" pitchFamily="34" charset="-122"/>
                <a:ea typeface="微软雅黑" panose="020B0503020204020204" pitchFamily="34" charset="-122"/>
              </a:rPr>
              <a:t>• </a:t>
            </a:r>
            <a:r>
              <a:rPr lang="zh-CN" altLang="en-US" sz="1300" dirty="0">
                <a:solidFill>
                  <a:schemeClr val="tx1"/>
                </a:solidFill>
                <a:latin typeface="微软雅黑" panose="020B0503020204020204" pitchFamily="34" charset="-122"/>
                <a:ea typeface="微软雅黑" panose="020B0503020204020204" pitchFamily="34" charset="-122"/>
              </a:rPr>
              <a:t>配置与调度强耦合：</a:t>
            </a:r>
            <a:r>
              <a:rPr lang="zh-CN" altLang="en-US" sz="1300" b="0" dirty="0">
                <a:solidFill>
                  <a:schemeClr val="tx1"/>
                </a:solidFill>
                <a:latin typeface="微软雅黑" panose="020B0503020204020204" pitchFamily="34" charset="-122"/>
                <a:ea typeface="微软雅黑" panose="020B0503020204020204" pitchFamily="34" charset="-122"/>
              </a:rPr>
              <a:t>资源配置直接决定调度可行边界</a:t>
            </a:r>
          </a:p>
        </p:txBody>
      </p:sp>
      <p:sp>
        <p:nvSpPr>
          <p:cNvPr id="29" name="文本框 28">
            <a:extLst>
              <a:ext uri="{FF2B5EF4-FFF2-40B4-BE49-F238E27FC236}">
                <a16:creationId xmlns:a16="http://schemas.microsoft.com/office/drawing/2014/main" id="{06B451A6-01ED-202E-3797-AFE1246CFA71}"/>
              </a:ext>
            </a:extLst>
          </p:cNvPr>
          <p:cNvSpPr txBox="1"/>
          <p:nvPr/>
        </p:nvSpPr>
        <p:spPr>
          <a:xfrm>
            <a:off x="6976518" y="4509633"/>
            <a:ext cx="4291682" cy="339477"/>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en-US" altLang="zh-CN" sz="1300" b="0" dirty="0">
                <a:solidFill>
                  <a:schemeClr val="tx1"/>
                </a:solidFill>
                <a:latin typeface="微软雅黑" panose="020B0503020204020204" pitchFamily="34" charset="-122"/>
                <a:ea typeface="微软雅黑" panose="020B0503020204020204" pitchFamily="34" charset="-122"/>
              </a:rPr>
              <a:t>• </a:t>
            </a:r>
            <a:r>
              <a:rPr lang="zh-CN" altLang="en-US" sz="1300" dirty="0">
                <a:solidFill>
                  <a:schemeClr val="tx1"/>
                </a:solidFill>
                <a:latin typeface="微软雅黑" panose="020B0503020204020204" pitchFamily="34" charset="-122"/>
                <a:ea typeface="微软雅黑" panose="020B0503020204020204" pitchFamily="34" charset="-122"/>
              </a:rPr>
              <a:t>扰动来源多样：</a:t>
            </a:r>
            <a:r>
              <a:rPr lang="zh-CN" altLang="en-US" sz="1300" b="0" dirty="0">
                <a:solidFill>
                  <a:schemeClr val="tx1"/>
                </a:solidFill>
                <a:latin typeface="微软雅黑" panose="020B0503020204020204" pitchFamily="34" charset="-122"/>
                <a:ea typeface="微软雅黑" panose="020B0503020204020204" pitchFamily="34" charset="-122"/>
              </a:rPr>
              <a:t>缺勤、故障、延迟与返工等扰动频发</a:t>
            </a:r>
          </a:p>
        </p:txBody>
      </p:sp>
      <p:sp>
        <p:nvSpPr>
          <p:cNvPr id="31" name="文本框 30">
            <a:extLst>
              <a:ext uri="{FF2B5EF4-FFF2-40B4-BE49-F238E27FC236}">
                <a16:creationId xmlns:a16="http://schemas.microsoft.com/office/drawing/2014/main" id="{CFD6CF00-09E8-7477-EAE5-E00142160A51}"/>
              </a:ext>
            </a:extLst>
          </p:cNvPr>
          <p:cNvSpPr txBox="1"/>
          <p:nvPr/>
        </p:nvSpPr>
        <p:spPr>
          <a:xfrm>
            <a:off x="6976518" y="4864050"/>
            <a:ext cx="4477214" cy="339477"/>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en-US" altLang="zh-CN" sz="1300" b="0" dirty="0">
                <a:solidFill>
                  <a:schemeClr val="tx1"/>
                </a:solidFill>
                <a:latin typeface="微软雅黑" panose="020B0503020204020204" pitchFamily="34" charset="-122"/>
                <a:ea typeface="微软雅黑" panose="020B0503020204020204" pitchFamily="34" charset="-122"/>
              </a:rPr>
              <a:t>• </a:t>
            </a:r>
            <a:r>
              <a:rPr lang="zh-CN" altLang="en-US" sz="1300" dirty="0">
                <a:solidFill>
                  <a:schemeClr val="tx1"/>
                </a:solidFill>
                <a:latin typeface="微软雅黑" panose="020B0503020204020204" pitchFamily="34" charset="-122"/>
                <a:ea typeface="微软雅黑" panose="020B0503020204020204" pitchFamily="34" charset="-122"/>
              </a:rPr>
              <a:t>扰动改变执行状态：</a:t>
            </a:r>
            <a:r>
              <a:rPr lang="zh-CN" altLang="en-US" sz="1300" b="0" dirty="0">
                <a:solidFill>
                  <a:schemeClr val="tx1"/>
                </a:solidFill>
                <a:latin typeface="微软雅黑" panose="020B0503020204020204" pitchFamily="34" charset="-122"/>
                <a:ea typeface="微软雅黑" panose="020B0503020204020204" pitchFamily="34" charset="-122"/>
              </a:rPr>
              <a:t>扰动会改变资源可用性与工序状态</a:t>
            </a:r>
          </a:p>
        </p:txBody>
      </p:sp>
      <p:sp>
        <p:nvSpPr>
          <p:cNvPr id="33" name="文本框 32">
            <a:extLst>
              <a:ext uri="{FF2B5EF4-FFF2-40B4-BE49-F238E27FC236}">
                <a16:creationId xmlns:a16="http://schemas.microsoft.com/office/drawing/2014/main" id="{1876FDFB-A05D-B860-B023-36E499760454}"/>
              </a:ext>
            </a:extLst>
          </p:cNvPr>
          <p:cNvSpPr txBox="1"/>
          <p:nvPr/>
        </p:nvSpPr>
        <p:spPr>
          <a:xfrm>
            <a:off x="6976516" y="5204298"/>
            <a:ext cx="4616769" cy="339477"/>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en-US" altLang="zh-CN" sz="1300" b="0" dirty="0">
                <a:solidFill>
                  <a:schemeClr val="tx1"/>
                </a:solidFill>
                <a:latin typeface="微软雅黑" panose="020B0503020204020204" pitchFamily="34" charset="-122"/>
                <a:ea typeface="微软雅黑" panose="020B0503020204020204" pitchFamily="34" charset="-122"/>
              </a:rPr>
              <a:t>• </a:t>
            </a:r>
            <a:r>
              <a:rPr lang="zh-CN" altLang="en-US" sz="1300" dirty="0">
                <a:solidFill>
                  <a:schemeClr val="tx1"/>
                </a:solidFill>
                <a:latin typeface="微软雅黑" panose="020B0503020204020204" pitchFamily="34" charset="-122"/>
                <a:ea typeface="微软雅黑" panose="020B0503020204020204" pitchFamily="34" charset="-122"/>
              </a:rPr>
              <a:t>扰动具有传播效应：</a:t>
            </a:r>
            <a:r>
              <a:rPr lang="zh-CN" altLang="en-US" sz="1300" b="0" dirty="0">
                <a:solidFill>
                  <a:schemeClr val="tx1"/>
                </a:solidFill>
                <a:latin typeface="微软雅黑" panose="020B0503020204020204" pitchFamily="34" charset="-122"/>
                <a:ea typeface="微软雅黑" panose="020B0503020204020204" pitchFamily="34" charset="-122"/>
              </a:rPr>
              <a:t>局部受阻易引发等待、阻塞与节拍波动</a:t>
            </a:r>
          </a:p>
        </p:txBody>
      </p:sp>
      <p:sp>
        <p:nvSpPr>
          <p:cNvPr id="2" name="矩形: 圆角 209">
            <a:extLst>
              <a:ext uri="{FF2B5EF4-FFF2-40B4-BE49-F238E27FC236}">
                <a16:creationId xmlns:a16="http://schemas.microsoft.com/office/drawing/2014/main" id="{796F0A17-C4CE-DEEB-D3D3-17D5CE074888}"/>
              </a:ext>
            </a:extLst>
          </p:cNvPr>
          <p:cNvSpPr/>
          <p:nvPr/>
        </p:nvSpPr>
        <p:spPr>
          <a:xfrm>
            <a:off x="3407229" y="1269310"/>
            <a:ext cx="5366657" cy="440142"/>
          </a:xfrm>
          <a:prstGeom prst="round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Microsoft YaHei" panose="020B0503020204020204" pitchFamily="34" charset="-122"/>
                <a:ea typeface="Microsoft YaHei" panose="020B0503020204020204" pitchFamily="34" charset="-122"/>
              </a:rPr>
              <a:t>飞机脉动装配线运行特征</a:t>
            </a:r>
          </a:p>
        </p:txBody>
      </p:sp>
    </p:spTree>
    <p:extLst>
      <p:ext uri="{BB962C8B-B14F-4D97-AF65-F5344CB8AC3E}">
        <p14:creationId xmlns:p14="http://schemas.microsoft.com/office/powerpoint/2010/main" val="306493443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12AFD-B057-3EE2-AC4E-AE0ED06AB560}"/>
            </a:ext>
          </a:extLst>
        </p:cNvPr>
        <p:cNvGrpSpPr/>
        <p:nvPr/>
      </p:nvGrpSpPr>
      <p:grpSpPr>
        <a:xfrm>
          <a:off x="0" y="0"/>
          <a:ext cx="0" cy="0"/>
          <a:chOff x="0" y="0"/>
          <a:chExt cx="0" cy="0"/>
        </a:xfrm>
      </p:grpSpPr>
      <p:cxnSp>
        <p:nvCxnSpPr>
          <p:cNvPr id="7" name="直接连接符 6">
            <a:extLst>
              <a:ext uri="{FF2B5EF4-FFF2-40B4-BE49-F238E27FC236}">
                <a16:creationId xmlns:a16="http://schemas.microsoft.com/office/drawing/2014/main" id="{CDFCC02E-DEAA-BC2C-1EB6-66C28D3E27F4}"/>
              </a:ext>
            </a:extLst>
          </p:cNvPr>
          <p:cNvCxnSpPr>
            <a:cxnSpLocks/>
          </p:cNvCxnSpPr>
          <p:nvPr/>
        </p:nvCxnSpPr>
        <p:spPr>
          <a:xfrm>
            <a:off x="337132" y="774574"/>
            <a:ext cx="11567001" cy="0"/>
          </a:xfrm>
          <a:prstGeom prst="line">
            <a:avLst/>
          </a:prstGeom>
          <a:ln w="19050">
            <a:solidFill>
              <a:srgbClr val="133C7A">
                <a:alpha val="80000"/>
              </a:srgbClr>
            </a:solidFill>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05084770-6577-8CD5-C285-FD0DC1195BC3}"/>
              </a:ext>
            </a:extLst>
          </p:cNvPr>
          <p:cNvSpPr txBox="1"/>
          <p:nvPr/>
        </p:nvSpPr>
        <p:spPr>
          <a:xfrm>
            <a:off x="683012" y="256087"/>
            <a:ext cx="9510123" cy="505676"/>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r>
              <a:rPr lang="en-US" altLang="zh-CN" sz="2800" dirty="0">
                <a:solidFill>
                  <a:schemeClr val="tx2">
                    <a:lumMod val="75000"/>
                  </a:schemeClr>
                </a:solidFill>
                <a:latin typeface="微软雅黑" panose="020B0503020204020204" pitchFamily="34" charset="-122"/>
                <a:ea typeface="微软雅黑" panose="020B0503020204020204" pitchFamily="34" charset="-122"/>
              </a:rPr>
              <a:t>1 </a:t>
            </a:r>
            <a:r>
              <a:rPr lang="zh-CN" altLang="en-US" sz="2800" dirty="0">
                <a:solidFill>
                  <a:schemeClr val="tx2">
                    <a:lumMod val="75000"/>
                  </a:schemeClr>
                </a:solidFill>
                <a:latin typeface="微软雅黑" panose="020B0503020204020204" pitchFamily="34" charset="-122"/>
                <a:ea typeface="微软雅黑" panose="020B0503020204020204" pitchFamily="34" charset="-122"/>
              </a:rPr>
              <a:t>研究背景与现状</a:t>
            </a:r>
          </a:p>
        </p:txBody>
      </p:sp>
      <p:sp>
        <p:nvSpPr>
          <p:cNvPr id="9" name="矩形 8">
            <a:extLst>
              <a:ext uri="{FF2B5EF4-FFF2-40B4-BE49-F238E27FC236}">
                <a16:creationId xmlns:a16="http://schemas.microsoft.com/office/drawing/2014/main" id="{66BFB81E-65F5-6151-3279-BEA1BB7D48E4}"/>
              </a:ext>
            </a:extLst>
          </p:cNvPr>
          <p:cNvSpPr/>
          <p:nvPr/>
        </p:nvSpPr>
        <p:spPr>
          <a:xfrm>
            <a:off x="337132" y="268900"/>
            <a:ext cx="195295" cy="50567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2E8513A2-5022-ACEC-C878-33C171622E8E}"/>
              </a:ext>
            </a:extLst>
          </p:cNvPr>
          <p:cNvSpPr/>
          <p:nvPr/>
        </p:nvSpPr>
        <p:spPr>
          <a:xfrm>
            <a:off x="337132" y="268900"/>
            <a:ext cx="276318" cy="505674"/>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F6E14FB6-79D1-DC27-1E09-94531AFAC14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66776" y="256087"/>
            <a:ext cx="1788092" cy="431989"/>
          </a:xfrm>
          <a:prstGeom prst="rect">
            <a:avLst/>
          </a:prstGeom>
        </p:spPr>
      </p:pic>
      <p:sp>
        <p:nvSpPr>
          <p:cNvPr id="2" name="文本框 1">
            <a:extLst>
              <a:ext uri="{FF2B5EF4-FFF2-40B4-BE49-F238E27FC236}">
                <a16:creationId xmlns:a16="http://schemas.microsoft.com/office/drawing/2014/main" id="{0F871BF9-EF5B-2D59-C38C-783BC800E49D}"/>
              </a:ext>
            </a:extLst>
          </p:cNvPr>
          <p:cNvSpPr txBox="1"/>
          <p:nvPr/>
        </p:nvSpPr>
        <p:spPr>
          <a:xfrm>
            <a:off x="299410" y="862073"/>
            <a:ext cx="9510123" cy="444121"/>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r>
              <a:rPr lang="en-US" altLang="zh-CN" sz="2400" dirty="0">
                <a:solidFill>
                  <a:schemeClr val="tx2">
                    <a:lumMod val="75000"/>
                  </a:schemeClr>
                </a:solidFill>
                <a:latin typeface="微软雅黑" panose="020B0503020204020204" pitchFamily="34" charset="-122"/>
                <a:ea typeface="微软雅黑" panose="020B0503020204020204" pitchFamily="34" charset="-122"/>
              </a:rPr>
              <a:t>• 1.2 </a:t>
            </a:r>
            <a:r>
              <a:rPr lang="zh-CN" altLang="en-US" sz="2400" dirty="0">
                <a:solidFill>
                  <a:schemeClr val="tx2">
                    <a:lumMod val="75000"/>
                  </a:schemeClr>
                </a:solidFill>
                <a:latin typeface="微软雅黑" panose="020B0503020204020204" pitchFamily="34" charset="-122"/>
                <a:ea typeface="微软雅黑" panose="020B0503020204020204" pitchFamily="34" charset="-122"/>
              </a:rPr>
              <a:t>研究现状</a:t>
            </a:r>
            <a:r>
              <a:rPr lang="en-US" altLang="zh-CN" sz="2400" dirty="0">
                <a:solidFill>
                  <a:schemeClr val="tx2">
                    <a:lumMod val="75000"/>
                  </a:schemeClr>
                </a:solidFill>
                <a:latin typeface="微软雅黑" panose="020B0503020204020204" pitchFamily="34" charset="-122"/>
                <a:ea typeface="微软雅黑" panose="020B0503020204020204" pitchFamily="34" charset="-122"/>
              </a:rPr>
              <a:t>——</a:t>
            </a:r>
            <a:r>
              <a:rPr lang="zh-CN" altLang="en-US" sz="2400" dirty="0">
                <a:solidFill>
                  <a:schemeClr val="tx2">
                    <a:lumMod val="75000"/>
                  </a:schemeClr>
                </a:solidFill>
                <a:latin typeface="微软雅黑" panose="020B0503020204020204" pitchFamily="34" charset="-122"/>
                <a:ea typeface="微软雅黑" panose="020B0503020204020204" pitchFamily="34" charset="-122"/>
              </a:rPr>
              <a:t>飞机脉动装配线</a:t>
            </a:r>
          </a:p>
        </p:txBody>
      </p:sp>
      <p:graphicFrame>
        <p:nvGraphicFramePr>
          <p:cNvPr id="3" name="表格 2">
            <a:extLst>
              <a:ext uri="{FF2B5EF4-FFF2-40B4-BE49-F238E27FC236}">
                <a16:creationId xmlns:a16="http://schemas.microsoft.com/office/drawing/2014/main" id="{E89A9C47-DB20-3875-ABC5-A1CFE62A8EBD}"/>
              </a:ext>
            </a:extLst>
          </p:cNvPr>
          <p:cNvGraphicFramePr>
            <a:graphicFrameLocks noGrp="1"/>
          </p:cNvGraphicFramePr>
          <p:nvPr>
            <p:extLst>
              <p:ext uri="{D42A27DB-BD31-4B8C-83A1-F6EECF244321}">
                <p14:modId xmlns:p14="http://schemas.microsoft.com/office/powerpoint/2010/main" val="1383097836"/>
              </p:ext>
            </p:extLst>
          </p:nvPr>
        </p:nvGraphicFramePr>
        <p:xfrm>
          <a:off x="337132" y="1426424"/>
          <a:ext cx="11517735" cy="3972888"/>
        </p:xfrm>
        <a:graphic>
          <a:graphicData uri="http://schemas.openxmlformats.org/drawingml/2006/table">
            <a:tbl>
              <a:tblPr firstRow="1" firstCol="1" bandRow="1">
                <a:tableStyleId>{21E4AEA4-8DFA-4A89-87EB-49C32662AFE0}</a:tableStyleId>
              </a:tblPr>
              <a:tblGrid>
                <a:gridCol w="2303547">
                  <a:extLst>
                    <a:ext uri="{9D8B030D-6E8A-4147-A177-3AD203B41FA5}">
                      <a16:colId xmlns:a16="http://schemas.microsoft.com/office/drawing/2014/main" val="1161799747"/>
                    </a:ext>
                  </a:extLst>
                </a:gridCol>
                <a:gridCol w="2303547">
                  <a:extLst>
                    <a:ext uri="{9D8B030D-6E8A-4147-A177-3AD203B41FA5}">
                      <a16:colId xmlns:a16="http://schemas.microsoft.com/office/drawing/2014/main" val="3461273887"/>
                    </a:ext>
                  </a:extLst>
                </a:gridCol>
                <a:gridCol w="2303547">
                  <a:extLst>
                    <a:ext uri="{9D8B030D-6E8A-4147-A177-3AD203B41FA5}">
                      <a16:colId xmlns:a16="http://schemas.microsoft.com/office/drawing/2014/main" val="1557009488"/>
                    </a:ext>
                  </a:extLst>
                </a:gridCol>
                <a:gridCol w="2303547">
                  <a:extLst>
                    <a:ext uri="{9D8B030D-6E8A-4147-A177-3AD203B41FA5}">
                      <a16:colId xmlns:a16="http://schemas.microsoft.com/office/drawing/2014/main" val="333185590"/>
                    </a:ext>
                  </a:extLst>
                </a:gridCol>
                <a:gridCol w="2303547">
                  <a:extLst>
                    <a:ext uri="{9D8B030D-6E8A-4147-A177-3AD203B41FA5}">
                      <a16:colId xmlns:a16="http://schemas.microsoft.com/office/drawing/2014/main" val="1834757678"/>
                    </a:ext>
                  </a:extLst>
                </a:gridCol>
              </a:tblGrid>
              <a:tr h="496611">
                <a:tc>
                  <a:txBody>
                    <a:bodyPr/>
                    <a:lstStyle/>
                    <a:p>
                      <a:pPr algn="ctr">
                        <a:buNone/>
                      </a:pPr>
                      <a:r>
                        <a:rPr lang="zh-CN" altLang="en-US" sz="1600" kern="100" dirty="0">
                          <a:effectLst/>
                          <a:latin typeface="微软雅黑" panose="020B0503020204020204" pitchFamily="34" charset="-122"/>
                          <a:ea typeface="微软雅黑" panose="020B0503020204020204" pitchFamily="34" charset="-122"/>
                        </a:rPr>
                        <a:t>文献</a:t>
                      </a:r>
                      <a:endParaRPr lang="zh-CN" sz="1600" kern="100" dirty="0">
                        <a:effectLst/>
                        <a:latin typeface="微软雅黑" panose="020B0503020204020204" pitchFamily="34" charset="-122"/>
                        <a:ea typeface="微软雅黑" panose="020B0503020204020204" pitchFamily="34" charset="-122"/>
                      </a:endParaRPr>
                    </a:p>
                  </a:txBody>
                  <a:tcPr marL="68580" marR="68580" marT="0" marB="0" anchor="ctr"/>
                </a:tc>
                <a:tc>
                  <a:txBody>
                    <a:bodyPr/>
                    <a:lstStyle/>
                    <a:p>
                      <a:pPr algn="ctr">
                        <a:buNone/>
                      </a:pPr>
                      <a:r>
                        <a:rPr lang="zh-CN" altLang="en-US" sz="1600" kern="100" dirty="0">
                          <a:effectLst/>
                          <a:latin typeface="微软雅黑" panose="020B0503020204020204" pitchFamily="34" charset="-122"/>
                          <a:ea typeface="微软雅黑" panose="020B0503020204020204" pitchFamily="34" charset="-122"/>
                        </a:rPr>
                        <a:t>研究维度</a:t>
                      </a:r>
                      <a:endParaRPr lang="zh-CN" sz="1600" kern="100" dirty="0">
                        <a:effectLst/>
                        <a:latin typeface="微软雅黑" panose="020B0503020204020204" pitchFamily="34" charset="-122"/>
                        <a:ea typeface="微软雅黑" panose="020B0503020204020204" pitchFamily="34" charset="-122"/>
                      </a:endParaRPr>
                    </a:p>
                  </a:txBody>
                  <a:tcPr marL="68580" marR="68580" marT="0" marB="0" anchor="ctr"/>
                </a:tc>
                <a:tc>
                  <a:txBody>
                    <a:bodyPr/>
                    <a:lstStyle/>
                    <a:p>
                      <a:pPr algn="ctr">
                        <a:buNone/>
                      </a:pPr>
                      <a:r>
                        <a:rPr lang="zh-CN" altLang="en-US" sz="1600" kern="100" dirty="0">
                          <a:effectLst/>
                          <a:latin typeface="微软雅黑" panose="020B0503020204020204" pitchFamily="34" charset="-122"/>
                          <a:ea typeface="微软雅黑" panose="020B0503020204020204" pitchFamily="34" charset="-122"/>
                        </a:rPr>
                        <a:t>决策任务</a:t>
                      </a:r>
                      <a:endParaRPr lang="zh-CN" sz="1600" kern="100" dirty="0">
                        <a:effectLst/>
                        <a:latin typeface="微软雅黑" panose="020B0503020204020204" pitchFamily="34" charset="-122"/>
                        <a:ea typeface="微软雅黑" panose="020B0503020204020204" pitchFamily="34" charset="-122"/>
                      </a:endParaRPr>
                    </a:p>
                  </a:txBody>
                  <a:tcPr marL="68580" marR="68580" marT="0" marB="0" anchor="ctr"/>
                </a:tc>
                <a:tc>
                  <a:txBody>
                    <a:bodyPr/>
                    <a:lstStyle/>
                    <a:p>
                      <a:pPr algn="ctr">
                        <a:buNone/>
                      </a:pPr>
                      <a:r>
                        <a:rPr lang="zh-CN" altLang="en-US" sz="1600" kern="100" dirty="0">
                          <a:effectLst/>
                          <a:latin typeface="微软雅黑" panose="020B0503020204020204" pitchFamily="34" charset="-122"/>
                          <a:ea typeface="微软雅黑" panose="020B0503020204020204" pitchFamily="34" charset="-122"/>
                        </a:rPr>
                        <a:t>优化目标</a:t>
                      </a:r>
                      <a:endParaRPr lang="zh-CN" sz="1600" kern="100" dirty="0">
                        <a:effectLst/>
                        <a:latin typeface="微软雅黑" panose="020B0503020204020204" pitchFamily="34" charset="-122"/>
                        <a:ea typeface="微软雅黑" panose="020B0503020204020204" pitchFamily="34" charset="-122"/>
                      </a:endParaRPr>
                    </a:p>
                  </a:txBody>
                  <a:tcPr marL="68580" marR="68580" marT="0" marB="0" anchor="ctr"/>
                </a:tc>
                <a:tc>
                  <a:txBody>
                    <a:bodyPr/>
                    <a:lstStyle/>
                    <a:p>
                      <a:pPr algn="ctr">
                        <a:buNone/>
                      </a:pPr>
                      <a:r>
                        <a:rPr lang="zh-CN" altLang="en-US" sz="1600" kern="100" dirty="0">
                          <a:effectLst/>
                          <a:latin typeface="微软雅黑" panose="020B0503020204020204" pitchFamily="34" charset="-122"/>
                          <a:ea typeface="微软雅黑" panose="020B0503020204020204" pitchFamily="34" charset="-122"/>
                        </a:rPr>
                        <a:t>约束与动态性考虑</a:t>
                      </a:r>
                      <a:endParaRPr lang="zh-CN" sz="1600" kern="100" dirty="0">
                        <a:effectLst/>
                        <a:latin typeface="微软雅黑" panose="020B0503020204020204" pitchFamily="34" charset="-122"/>
                        <a:ea typeface="微软雅黑" panose="020B0503020204020204" pitchFamily="34" charset="-122"/>
                      </a:endParaRPr>
                    </a:p>
                  </a:txBody>
                  <a:tcPr marL="68580" marR="68580" marT="0" marB="0" anchor="ctr"/>
                </a:tc>
                <a:extLst>
                  <a:ext uri="{0D108BD9-81ED-4DB2-BD59-A6C34878D82A}">
                    <a16:rowId xmlns:a16="http://schemas.microsoft.com/office/drawing/2014/main" val="1102391487"/>
                  </a:ext>
                </a:extLst>
              </a:tr>
              <a:tr h="496611">
                <a:tc>
                  <a:txBody>
                    <a:bodyPr/>
                    <a:lstStyle/>
                    <a:p>
                      <a:pPr marL="0" algn="ctr" defTabSz="914400" rtl="0" eaLnBrk="1" latinLnBrk="0" hangingPunct="1">
                        <a:lnSpc>
                          <a:spcPct val="125000"/>
                        </a:lnSpc>
                        <a:buNone/>
                      </a:pPr>
                      <a:r>
                        <a:rPr lang="en-US" altLang="zh-CN" sz="1300" b="0" kern="100" dirty="0">
                          <a:solidFill>
                            <a:schemeClr val="bg1"/>
                          </a:solidFill>
                          <a:effectLst/>
                          <a:latin typeface="微软雅黑" panose="020B0503020204020204" pitchFamily="34" charset="-122"/>
                          <a:ea typeface="微软雅黑" panose="020B0503020204020204" pitchFamily="34" charset="-122"/>
                        </a:rPr>
                        <a:t>[1] Bao et al. (2023)</a:t>
                      </a:r>
                      <a:endParaRPr lang="zh-CN" altLang="en-US" sz="1300" b="0" kern="100" dirty="0">
                        <a:solidFill>
                          <a:schemeClr val="bg1"/>
                        </a:solidFill>
                        <a:effectLst/>
                        <a:latin typeface="微软雅黑" panose="020B0503020204020204" pitchFamily="34" charset="-122"/>
                        <a:ea typeface="微软雅黑" panose="020B0503020204020204" pitchFamily="34" charset="-122"/>
                        <a:cs typeface="+mn-cs"/>
                      </a:endParaRPr>
                    </a:p>
                  </a:txBody>
                  <a:tcPr marL="68580" marR="68580" marT="0" marB="0" anchor="ctr"/>
                </a:tc>
                <a:tc>
                  <a:txBody>
                    <a:bodyPr/>
                    <a:lstStyle/>
                    <a:p>
                      <a:pPr marL="0" algn="ctr" defTabSz="914400" rtl="0" eaLnBrk="1" latinLnBrk="0" hangingPunct="1">
                        <a:lnSpc>
                          <a:spcPct val="125000"/>
                        </a:lnSpc>
                        <a:buNone/>
                      </a:pPr>
                      <a:r>
                        <a:rPr lang="zh-CN" altLang="en-US" sz="1300" kern="100" dirty="0">
                          <a:solidFill>
                            <a:schemeClr val="dk1"/>
                          </a:solidFill>
                          <a:effectLst/>
                          <a:latin typeface="微软雅黑" panose="020B0503020204020204" pitchFamily="34" charset="-122"/>
                          <a:ea typeface="微软雅黑" panose="020B0503020204020204" pitchFamily="34" charset="-122"/>
                        </a:rPr>
                        <a:t>平衡优化 </a:t>
                      </a:r>
                      <a:r>
                        <a:rPr lang="en-US" altLang="zh-CN" sz="1300" kern="100" dirty="0">
                          <a:solidFill>
                            <a:schemeClr val="dk1"/>
                          </a:solidFill>
                          <a:effectLst/>
                          <a:latin typeface="微软雅黑" panose="020B0503020204020204" pitchFamily="34" charset="-122"/>
                          <a:ea typeface="微软雅黑" panose="020B0503020204020204" pitchFamily="34" charset="-122"/>
                        </a:rPr>
                        <a:t>+ </a:t>
                      </a:r>
                      <a:r>
                        <a:rPr lang="zh-CN" altLang="en-US" sz="1300" kern="100" dirty="0">
                          <a:solidFill>
                            <a:schemeClr val="dk1"/>
                          </a:solidFill>
                          <a:effectLst/>
                          <a:latin typeface="微软雅黑" panose="020B0503020204020204" pitchFamily="34" charset="-122"/>
                          <a:ea typeface="微软雅黑" panose="020B0503020204020204" pitchFamily="34" charset="-122"/>
                        </a:rPr>
                        <a:t>资源配置</a:t>
                      </a:r>
                      <a:endParaRPr lang="zh-CN" altLang="en-US" sz="1300" kern="100" dirty="0">
                        <a:solidFill>
                          <a:schemeClr val="dk1"/>
                        </a:solidFill>
                        <a:effectLst/>
                        <a:latin typeface="微软雅黑" panose="020B0503020204020204" pitchFamily="34" charset="-122"/>
                        <a:ea typeface="微软雅黑" panose="020B0503020204020204" pitchFamily="34" charset="-122"/>
                        <a:cs typeface="+mn-cs"/>
                      </a:endParaRPr>
                    </a:p>
                  </a:txBody>
                  <a:tcPr marL="68580" marR="68580" marT="0" marB="0" anchor="ctr"/>
                </a:tc>
                <a:tc>
                  <a:txBody>
                    <a:bodyPr/>
                    <a:lstStyle/>
                    <a:p>
                      <a:pPr marL="0" algn="ctr" defTabSz="914400" rtl="0" eaLnBrk="1" latinLnBrk="0" hangingPunct="1">
                        <a:lnSpc>
                          <a:spcPct val="125000"/>
                        </a:lnSpc>
                        <a:buNone/>
                      </a:pPr>
                      <a:r>
                        <a:rPr lang="zh-CN" altLang="en-US" sz="1300" kern="100" dirty="0">
                          <a:solidFill>
                            <a:schemeClr val="dk1"/>
                          </a:solidFill>
                          <a:effectLst/>
                          <a:latin typeface="微软雅黑" panose="020B0503020204020204" pitchFamily="34" charset="-122"/>
                          <a:ea typeface="微软雅黑" panose="020B0503020204020204" pitchFamily="34" charset="-122"/>
                        </a:rPr>
                        <a:t>工序分配到站位、并行任务协调、资源约束配置</a:t>
                      </a:r>
                      <a:endParaRPr lang="zh-CN" altLang="en-US" sz="1300" kern="100" dirty="0">
                        <a:solidFill>
                          <a:schemeClr val="dk1"/>
                        </a:solidFill>
                        <a:effectLst/>
                        <a:latin typeface="微软雅黑" panose="020B0503020204020204" pitchFamily="34" charset="-122"/>
                        <a:ea typeface="微软雅黑" panose="020B0503020204020204" pitchFamily="34" charset="-122"/>
                        <a:cs typeface="+mn-cs"/>
                      </a:endParaRPr>
                    </a:p>
                  </a:txBody>
                  <a:tcPr marL="68580" marR="68580" marT="0" marB="0" anchor="ctr"/>
                </a:tc>
                <a:tc>
                  <a:txBody>
                    <a:bodyPr/>
                    <a:lstStyle/>
                    <a:p>
                      <a:pPr marL="0" algn="ctr" defTabSz="914400" rtl="0" eaLnBrk="1" latinLnBrk="0" hangingPunct="1">
                        <a:lnSpc>
                          <a:spcPct val="125000"/>
                        </a:lnSpc>
                        <a:buNone/>
                      </a:pPr>
                      <a:r>
                        <a:rPr lang="zh-CN" altLang="en-US" sz="1300" kern="100" dirty="0">
                          <a:solidFill>
                            <a:schemeClr val="dk1"/>
                          </a:solidFill>
                          <a:effectLst/>
                          <a:latin typeface="微软雅黑" panose="020B0503020204020204" pitchFamily="34" charset="-122"/>
                          <a:ea typeface="微软雅黑" panose="020B0503020204020204" pitchFamily="34" charset="-122"/>
                        </a:rPr>
                        <a:t>站位负载平衡、节拍优化</a:t>
                      </a:r>
                      <a:endParaRPr lang="zh-CN" altLang="en-US" sz="1300" kern="100" dirty="0">
                        <a:solidFill>
                          <a:schemeClr val="dk1"/>
                        </a:solidFill>
                        <a:effectLst/>
                        <a:latin typeface="微软雅黑" panose="020B0503020204020204" pitchFamily="34" charset="-122"/>
                        <a:ea typeface="微软雅黑" panose="020B0503020204020204" pitchFamily="34" charset="-122"/>
                        <a:cs typeface="+mn-cs"/>
                      </a:endParaRPr>
                    </a:p>
                  </a:txBody>
                  <a:tcPr marL="68580" marR="68580" marT="0" marB="0" anchor="ctr"/>
                </a:tc>
                <a:tc>
                  <a:txBody>
                    <a:bodyPr/>
                    <a:lstStyle/>
                    <a:p>
                      <a:pPr marL="0" algn="ctr" defTabSz="914400" rtl="0" eaLnBrk="1" latinLnBrk="0" hangingPunct="1">
                        <a:lnSpc>
                          <a:spcPct val="125000"/>
                        </a:lnSpc>
                        <a:buNone/>
                      </a:pPr>
                      <a:r>
                        <a:rPr lang="zh-CN" altLang="en-US" sz="1300" kern="100" dirty="0">
                          <a:solidFill>
                            <a:schemeClr val="dk1"/>
                          </a:solidFill>
                          <a:effectLst/>
                          <a:latin typeface="微软雅黑" panose="020B0503020204020204" pitchFamily="34" charset="-122"/>
                          <a:ea typeface="微软雅黑" panose="020B0503020204020204" pitchFamily="34" charset="-122"/>
                        </a:rPr>
                        <a:t>考虑资源约束与并行任务，主要面向静态平衡优化</a:t>
                      </a:r>
                      <a:endParaRPr lang="zh-CN" altLang="en-US" sz="1300" kern="100" dirty="0">
                        <a:solidFill>
                          <a:schemeClr val="dk1"/>
                        </a:solidFill>
                        <a:effectLst/>
                        <a:latin typeface="微软雅黑" panose="020B0503020204020204" pitchFamily="34" charset="-122"/>
                        <a:ea typeface="微软雅黑" panose="020B0503020204020204" pitchFamily="34" charset="-122"/>
                        <a:cs typeface="+mn-cs"/>
                      </a:endParaRPr>
                    </a:p>
                  </a:txBody>
                  <a:tcPr marL="68580" marR="68580" marT="0" marB="0" anchor="ctr"/>
                </a:tc>
                <a:extLst>
                  <a:ext uri="{0D108BD9-81ED-4DB2-BD59-A6C34878D82A}">
                    <a16:rowId xmlns:a16="http://schemas.microsoft.com/office/drawing/2014/main" val="951008397"/>
                  </a:ext>
                </a:extLst>
              </a:tr>
              <a:tr h="496611">
                <a:tc>
                  <a:txBody>
                    <a:bodyPr/>
                    <a:lstStyle/>
                    <a:p>
                      <a:pPr marL="0" algn="ctr" defTabSz="914400" rtl="0" eaLnBrk="1" latinLnBrk="0" hangingPunct="1">
                        <a:lnSpc>
                          <a:spcPct val="125000"/>
                        </a:lnSpc>
                        <a:buNone/>
                      </a:pPr>
                      <a:r>
                        <a:rPr lang="en-US" altLang="zh-CN" sz="1300" b="0" kern="100" dirty="0">
                          <a:solidFill>
                            <a:schemeClr val="bg1"/>
                          </a:solidFill>
                          <a:effectLst/>
                          <a:latin typeface="微软雅黑" panose="020B0503020204020204" pitchFamily="34" charset="-122"/>
                          <a:ea typeface="微软雅黑" panose="020B0503020204020204" pitchFamily="34" charset="-122"/>
                        </a:rPr>
                        <a:t>[2] Fang et al. (2021)</a:t>
                      </a:r>
                      <a:endParaRPr lang="zh-CN" altLang="en-US" sz="1300" b="0" kern="100" dirty="0">
                        <a:solidFill>
                          <a:schemeClr val="bg1"/>
                        </a:solidFill>
                        <a:effectLst/>
                        <a:latin typeface="微软雅黑" panose="020B0503020204020204" pitchFamily="34" charset="-122"/>
                        <a:ea typeface="微软雅黑" panose="020B0503020204020204" pitchFamily="34" charset="-122"/>
                        <a:cs typeface="+mn-cs"/>
                      </a:endParaRPr>
                    </a:p>
                  </a:txBody>
                  <a:tcPr marL="68580" marR="68580" marT="0" marB="0" anchor="ctr"/>
                </a:tc>
                <a:tc>
                  <a:txBody>
                    <a:bodyPr/>
                    <a:lstStyle/>
                    <a:p>
                      <a:pPr marL="0" algn="ctr" defTabSz="914400" rtl="0" eaLnBrk="1" latinLnBrk="0" hangingPunct="1">
                        <a:lnSpc>
                          <a:spcPct val="125000"/>
                        </a:lnSpc>
                        <a:buNone/>
                      </a:pPr>
                      <a:r>
                        <a:rPr lang="zh-CN" altLang="en-US" sz="1300" kern="100" dirty="0">
                          <a:solidFill>
                            <a:schemeClr val="dk1"/>
                          </a:solidFill>
                          <a:effectLst/>
                          <a:latin typeface="微软雅黑" panose="020B0503020204020204" pitchFamily="34" charset="-122"/>
                          <a:ea typeface="微软雅黑" panose="020B0503020204020204" pitchFamily="34" charset="-122"/>
                        </a:rPr>
                        <a:t>工人配置</a:t>
                      </a:r>
                      <a:endParaRPr lang="zh-CN" altLang="en-US" sz="1300" kern="100" dirty="0">
                        <a:solidFill>
                          <a:schemeClr val="dk1"/>
                        </a:solidFill>
                        <a:effectLst/>
                        <a:latin typeface="微软雅黑" panose="020B0503020204020204" pitchFamily="34" charset="-122"/>
                        <a:ea typeface="微软雅黑" panose="020B0503020204020204" pitchFamily="34" charset="-122"/>
                        <a:cs typeface="+mn-cs"/>
                      </a:endParaRPr>
                    </a:p>
                  </a:txBody>
                  <a:tcPr marL="68580" marR="68580" marT="0" marB="0" anchor="ctr"/>
                </a:tc>
                <a:tc>
                  <a:txBody>
                    <a:bodyPr/>
                    <a:lstStyle/>
                    <a:p>
                      <a:pPr marL="0" algn="ctr" defTabSz="914400" rtl="0" eaLnBrk="1" latinLnBrk="0" hangingPunct="1">
                        <a:lnSpc>
                          <a:spcPct val="125000"/>
                        </a:lnSpc>
                        <a:buNone/>
                      </a:pPr>
                      <a:r>
                        <a:rPr lang="zh-CN" altLang="en-US" sz="1300" kern="100" dirty="0">
                          <a:solidFill>
                            <a:schemeClr val="dk1"/>
                          </a:solidFill>
                          <a:effectLst/>
                          <a:latin typeface="微软雅黑" panose="020B0503020204020204" pitchFamily="34" charset="-122"/>
                          <a:ea typeface="微软雅黑" panose="020B0503020204020204" pitchFamily="34" charset="-122"/>
                        </a:rPr>
                        <a:t>工人分配到站位、工人与任务匹配</a:t>
                      </a:r>
                      <a:endParaRPr lang="zh-CN" altLang="en-US" sz="1300" kern="100" dirty="0">
                        <a:solidFill>
                          <a:schemeClr val="dk1"/>
                        </a:solidFill>
                        <a:effectLst/>
                        <a:latin typeface="微软雅黑" panose="020B0503020204020204" pitchFamily="34" charset="-122"/>
                        <a:ea typeface="微软雅黑" panose="020B0503020204020204" pitchFamily="34" charset="-122"/>
                        <a:cs typeface="+mn-cs"/>
                      </a:endParaRPr>
                    </a:p>
                  </a:txBody>
                  <a:tcPr marL="68580" marR="68580" marT="0" marB="0" anchor="ctr"/>
                </a:tc>
                <a:tc>
                  <a:txBody>
                    <a:bodyPr/>
                    <a:lstStyle/>
                    <a:p>
                      <a:pPr marL="0" algn="ctr" defTabSz="914400" rtl="0" eaLnBrk="1" latinLnBrk="0" hangingPunct="1">
                        <a:lnSpc>
                          <a:spcPct val="125000"/>
                        </a:lnSpc>
                        <a:buNone/>
                      </a:pPr>
                      <a:r>
                        <a:rPr lang="zh-CN" altLang="en-US" sz="1300" kern="100" dirty="0">
                          <a:solidFill>
                            <a:schemeClr val="dk1"/>
                          </a:solidFill>
                          <a:effectLst/>
                          <a:latin typeface="微软雅黑" panose="020B0503020204020204" pitchFamily="34" charset="-122"/>
                          <a:ea typeface="微软雅黑" panose="020B0503020204020204" pitchFamily="34" charset="-122"/>
                        </a:rPr>
                        <a:t>降低周期、提升负载均衡、优化多目标配置</a:t>
                      </a:r>
                      <a:endParaRPr lang="zh-CN" altLang="en-US" sz="1300" kern="100" dirty="0">
                        <a:solidFill>
                          <a:schemeClr val="dk1"/>
                        </a:solidFill>
                        <a:effectLst/>
                        <a:latin typeface="微软雅黑" panose="020B0503020204020204" pitchFamily="34" charset="-122"/>
                        <a:ea typeface="微软雅黑" panose="020B0503020204020204" pitchFamily="34" charset="-122"/>
                        <a:cs typeface="+mn-cs"/>
                      </a:endParaRPr>
                    </a:p>
                  </a:txBody>
                  <a:tcPr marL="68580" marR="68580" marT="0" marB="0" anchor="ctr"/>
                </a:tc>
                <a:tc>
                  <a:txBody>
                    <a:bodyPr/>
                    <a:lstStyle/>
                    <a:p>
                      <a:pPr marL="0" algn="ctr" defTabSz="914400" rtl="0" eaLnBrk="1" latinLnBrk="0" hangingPunct="1">
                        <a:lnSpc>
                          <a:spcPct val="125000"/>
                        </a:lnSpc>
                        <a:buNone/>
                      </a:pPr>
                      <a:r>
                        <a:rPr lang="zh-CN" altLang="en-US" sz="1300" kern="100" dirty="0">
                          <a:solidFill>
                            <a:schemeClr val="dk1"/>
                          </a:solidFill>
                          <a:effectLst/>
                          <a:latin typeface="微软雅黑" panose="020B0503020204020204" pitchFamily="34" charset="-122"/>
                          <a:ea typeface="微软雅黑" panose="020B0503020204020204" pitchFamily="34" charset="-122"/>
                        </a:rPr>
                        <a:t>考虑柔性工人与技能差异，动态扰动考虑不足</a:t>
                      </a:r>
                      <a:endParaRPr lang="zh-CN" altLang="en-US" sz="1300" kern="100" dirty="0">
                        <a:solidFill>
                          <a:schemeClr val="dk1"/>
                        </a:solidFill>
                        <a:effectLst/>
                        <a:latin typeface="微软雅黑" panose="020B0503020204020204" pitchFamily="34" charset="-122"/>
                        <a:ea typeface="微软雅黑" panose="020B0503020204020204" pitchFamily="34" charset="-122"/>
                        <a:cs typeface="+mn-cs"/>
                      </a:endParaRPr>
                    </a:p>
                  </a:txBody>
                  <a:tcPr marL="68580" marR="68580" marT="0" marB="0" anchor="ctr"/>
                </a:tc>
                <a:extLst>
                  <a:ext uri="{0D108BD9-81ED-4DB2-BD59-A6C34878D82A}">
                    <a16:rowId xmlns:a16="http://schemas.microsoft.com/office/drawing/2014/main" val="2537725093"/>
                  </a:ext>
                </a:extLst>
              </a:tr>
              <a:tr h="496611">
                <a:tc>
                  <a:txBody>
                    <a:bodyPr/>
                    <a:lstStyle/>
                    <a:p>
                      <a:pPr algn="ctr">
                        <a:lnSpc>
                          <a:spcPct val="125000"/>
                        </a:lnSpc>
                        <a:buNone/>
                      </a:pPr>
                      <a:r>
                        <a:rPr lang="en-US" altLang="zh-CN" sz="1300" b="0" kern="100" dirty="0">
                          <a:effectLst/>
                          <a:latin typeface="微软雅黑" panose="020B0503020204020204" pitchFamily="34" charset="-122"/>
                          <a:ea typeface="微软雅黑" panose="020B0503020204020204" pitchFamily="34" charset="-122"/>
                        </a:rPr>
                        <a:t>[3] Zheng et al. (2025)</a:t>
                      </a:r>
                      <a:endParaRPr lang="zh-CN" sz="1300" b="0" kern="100" dirty="0">
                        <a:effectLst/>
                        <a:latin typeface="微软雅黑" panose="020B0503020204020204" pitchFamily="34" charset="-122"/>
                        <a:ea typeface="微软雅黑" panose="020B0503020204020204" pitchFamily="34" charset="-122"/>
                      </a:endParaRPr>
                    </a:p>
                  </a:txBody>
                  <a:tcPr marL="68580" marR="68580" marT="0" marB="0" anchor="ctr"/>
                </a:tc>
                <a:tc>
                  <a:txBody>
                    <a:bodyPr/>
                    <a:lstStyle/>
                    <a:p>
                      <a:pPr algn="ctr">
                        <a:lnSpc>
                          <a:spcPct val="125000"/>
                        </a:lnSpc>
                        <a:buNone/>
                      </a:pPr>
                      <a:r>
                        <a:rPr lang="zh-CN" altLang="en-US" sz="1300" kern="100" dirty="0">
                          <a:effectLst/>
                          <a:latin typeface="微软雅黑" panose="020B0503020204020204" pitchFamily="34" charset="-122"/>
                          <a:ea typeface="微软雅黑" panose="020B0503020204020204" pitchFamily="34" charset="-122"/>
                        </a:rPr>
                        <a:t>生产调度 </a:t>
                      </a:r>
                      <a:r>
                        <a:rPr lang="en-US" altLang="zh-CN" sz="1300" kern="100" dirty="0">
                          <a:effectLst/>
                          <a:latin typeface="微软雅黑" panose="020B0503020204020204" pitchFamily="34" charset="-122"/>
                          <a:ea typeface="微软雅黑" panose="020B0503020204020204" pitchFamily="34" charset="-122"/>
                        </a:rPr>
                        <a:t>+ </a:t>
                      </a:r>
                      <a:r>
                        <a:rPr lang="zh-CN" altLang="en-US" sz="1300" kern="100" dirty="0">
                          <a:effectLst/>
                          <a:latin typeface="微软雅黑" panose="020B0503020204020204" pitchFamily="34" charset="-122"/>
                          <a:ea typeface="微软雅黑" panose="020B0503020204020204" pitchFamily="34" charset="-122"/>
                        </a:rPr>
                        <a:t>工人配置</a:t>
                      </a:r>
                      <a:endParaRPr lang="zh-CN" sz="1300" kern="100" dirty="0">
                        <a:effectLst/>
                        <a:latin typeface="微软雅黑" panose="020B0503020204020204" pitchFamily="34" charset="-122"/>
                        <a:ea typeface="微软雅黑" panose="020B0503020204020204" pitchFamily="34" charset="-122"/>
                      </a:endParaRPr>
                    </a:p>
                  </a:txBody>
                  <a:tcPr marL="68580" marR="68580" marT="0" marB="0" anchor="ctr"/>
                </a:tc>
                <a:tc>
                  <a:txBody>
                    <a:bodyPr/>
                    <a:lstStyle/>
                    <a:p>
                      <a:pPr algn="ctr">
                        <a:lnSpc>
                          <a:spcPct val="125000"/>
                        </a:lnSpc>
                        <a:buNone/>
                      </a:pPr>
                      <a:r>
                        <a:rPr lang="zh-CN" altLang="en-US" sz="1300" kern="100" dirty="0">
                          <a:effectLst/>
                          <a:latin typeface="微软雅黑" panose="020B0503020204020204" pitchFamily="34" charset="-122"/>
                          <a:ea typeface="微软雅黑" panose="020B0503020204020204" pitchFamily="34" charset="-122"/>
                        </a:rPr>
                        <a:t>生产调度、工人分配、资源专属约束下联合决策</a:t>
                      </a:r>
                      <a:endParaRPr lang="zh-CN" sz="1300" kern="100" dirty="0">
                        <a:effectLst/>
                        <a:latin typeface="微软雅黑" panose="020B0503020204020204" pitchFamily="34" charset="-122"/>
                        <a:ea typeface="微软雅黑" panose="020B0503020204020204" pitchFamily="34" charset="-122"/>
                      </a:endParaRPr>
                    </a:p>
                  </a:txBody>
                  <a:tcPr marL="68580" marR="68580" marT="0" marB="0" anchor="ctr"/>
                </a:tc>
                <a:tc>
                  <a:txBody>
                    <a:bodyPr/>
                    <a:lstStyle/>
                    <a:p>
                      <a:pPr algn="ctr">
                        <a:lnSpc>
                          <a:spcPct val="125000"/>
                        </a:lnSpc>
                        <a:buNone/>
                      </a:pPr>
                      <a:r>
                        <a:rPr lang="zh-CN" altLang="en-US" sz="1300" kern="100" dirty="0">
                          <a:effectLst/>
                          <a:latin typeface="微软雅黑" panose="020B0503020204020204" pitchFamily="34" charset="-122"/>
                          <a:ea typeface="微软雅黑" panose="020B0503020204020204" pitchFamily="34" charset="-122"/>
                        </a:rPr>
                        <a:t>优化完工时间与资源配置效果</a:t>
                      </a:r>
                      <a:endParaRPr lang="zh-CN" sz="1300" kern="100" dirty="0">
                        <a:effectLst/>
                        <a:latin typeface="微软雅黑" panose="020B0503020204020204" pitchFamily="34" charset="-122"/>
                        <a:ea typeface="微软雅黑" panose="020B0503020204020204" pitchFamily="34" charset="-122"/>
                      </a:endParaRPr>
                    </a:p>
                  </a:txBody>
                  <a:tcPr marL="68580" marR="68580" marT="0" marB="0" anchor="ctr"/>
                </a:tc>
                <a:tc>
                  <a:txBody>
                    <a:bodyPr/>
                    <a:lstStyle/>
                    <a:p>
                      <a:pPr algn="ctr">
                        <a:lnSpc>
                          <a:spcPct val="125000"/>
                        </a:lnSpc>
                        <a:buNone/>
                      </a:pPr>
                      <a:r>
                        <a:rPr lang="zh-CN" altLang="en-US" sz="1300" kern="100" dirty="0">
                          <a:effectLst/>
                          <a:latin typeface="微软雅黑" panose="020B0503020204020204" pitchFamily="34" charset="-122"/>
                          <a:ea typeface="微软雅黑" panose="020B0503020204020204" pitchFamily="34" charset="-122"/>
                        </a:rPr>
                        <a:t>考虑调度与配置联合，但偏确定性资源专属策略</a:t>
                      </a:r>
                      <a:endParaRPr lang="zh-CN" sz="1300" kern="100" dirty="0">
                        <a:effectLst/>
                        <a:latin typeface="微软雅黑" panose="020B0503020204020204" pitchFamily="34" charset="-122"/>
                        <a:ea typeface="微软雅黑" panose="020B0503020204020204" pitchFamily="34" charset="-122"/>
                      </a:endParaRPr>
                    </a:p>
                  </a:txBody>
                  <a:tcPr marL="68580" marR="68580" marT="0" marB="0" anchor="ctr"/>
                </a:tc>
                <a:extLst>
                  <a:ext uri="{0D108BD9-81ED-4DB2-BD59-A6C34878D82A}">
                    <a16:rowId xmlns:a16="http://schemas.microsoft.com/office/drawing/2014/main" val="1183920407"/>
                  </a:ext>
                </a:extLst>
              </a:tr>
              <a:tr h="496611">
                <a:tc>
                  <a:txBody>
                    <a:bodyPr/>
                    <a:lstStyle/>
                    <a:p>
                      <a:pPr algn="ctr">
                        <a:lnSpc>
                          <a:spcPct val="125000"/>
                        </a:lnSpc>
                        <a:buNone/>
                      </a:pPr>
                      <a:r>
                        <a:rPr lang="en-US" altLang="zh-CN" sz="1300" b="0" kern="100" dirty="0">
                          <a:effectLst/>
                          <a:latin typeface="微软雅黑" panose="020B0503020204020204" pitchFamily="34" charset="-122"/>
                          <a:ea typeface="微软雅黑" panose="020B0503020204020204" pitchFamily="34" charset="-122"/>
                        </a:rPr>
                        <a:t>[4] Lovato et al. (2025)</a:t>
                      </a:r>
                      <a:endParaRPr lang="zh-CN" sz="1300" b="0" kern="100" dirty="0">
                        <a:effectLst/>
                        <a:latin typeface="微软雅黑" panose="020B0503020204020204" pitchFamily="34" charset="-122"/>
                        <a:ea typeface="微软雅黑" panose="020B0503020204020204" pitchFamily="34" charset="-122"/>
                      </a:endParaRPr>
                    </a:p>
                  </a:txBody>
                  <a:tcPr marL="68580" marR="68580" marT="0" marB="0" anchor="ctr"/>
                </a:tc>
                <a:tc>
                  <a:txBody>
                    <a:bodyPr/>
                    <a:lstStyle/>
                    <a:p>
                      <a:pPr algn="ctr">
                        <a:lnSpc>
                          <a:spcPct val="125000"/>
                        </a:lnSpc>
                        <a:buNone/>
                      </a:pPr>
                      <a:r>
                        <a:rPr lang="zh-CN" altLang="en-US" sz="1300" kern="100" dirty="0">
                          <a:effectLst/>
                          <a:latin typeface="微软雅黑" panose="020B0503020204020204" pitchFamily="34" charset="-122"/>
                          <a:ea typeface="微软雅黑" panose="020B0503020204020204" pitchFamily="34" charset="-122"/>
                        </a:rPr>
                        <a:t>生产调度 </a:t>
                      </a:r>
                      <a:r>
                        <a:rPr lang="en-US" altLang="zh-CN" sz="1300" kern="100" dirty="0">
                          <a:effectLst/>
                          <a:latin typeface="微软雅黑" panose="020B0503020204020204" pitchFamily="34" charset="-122"/>
                          <a:ea typeface="微软雅黑" panose="020B0503020204020204" pitchFamily="34" charset="-122"/>
                        </a:rPr>
                        <a:t>+ </a:t>
                      </a:r>
                      <a:r>
                        <a:rPr lang="zh-CN" altLang="en-US" sz="1300" kern="100" dirty="0">
                          <a:effectLst/>
                          <a:latin typeface="微软雅黑" panose="020B0503020204020204" pitchFamily="34" charset="-122"/>
                          <a:ea typeface="微软雅黑" panose="020B0503020204020204" pitchFamily="34" charset="-122"/>
                        </a:rPr>
                        <a:t>工人配置</a:t>
                      </a:r>
                      <a:endParaRPr lang="zh-CN" sz="1300" kern="100" dirty="0">
                        <a:effectLst/>
                        <a:latin typeface="微软雅黑" panose="020B0503020204020204" pitchFamily="34" charset="-122"/>
                        <a:ea typeface="微软雅黑" panose="020B0503020204020204" pitchFamily="34" charset="-122"/>
                      </a:endParaRPr>
                    </a:p>
                  </a:txBody>
                  <a:tcPr marL="68580" marR="68580" marT="0" marB="0" anchor="ctr"/>
                </a:tc>
                <a:tc>
                  <a:txBody>
                    <a:bodyPr/>
                    <a:lstStyle/>
                    <a:p>
                      <a:pPr algn="ctr">
                        <a:lnSpc>
                          <a:spcPct val="125000"/>
                        </a:lnSpc>
                        <a:buNone/>
                      </a:pPr>
                      <a:r>
                        <a:rPr lang="zh-CN" altLang="en-US" sz="1300" kern="100" dirty="0">
                          <a:effectLst/>
                          <a:latin typeface="微软雅黑" panose="020B0503020204020204" pitchFamily="34" charset="-122"/>
                          <a:ea typeface="微软雅黑" panose="020B0503020204020204" pitchFamily="34" charset="-122"/>
                        </a:rPr>
                        <a:t>工序</a:t>
                      </a:r>
                      <a:r>
                        <a:rPr lang="en-US" altLang="zh-CN" sz="1300" kern="100" dirty="0">
                          <a:effectLst/>
                          <a:latin typeface="微软雅黑" panose="020B0503020204020204" pitchFamily="34" charset="-122"/>
                          <a:ea typeface="微软雅黑" panose="020B0503020204020204" pitchFamily="34" charset="-122"/>
                        </a:rPr>
                        <a:t>/</a:t>
                      </a:r>
                      <a:r>
                        <a:rPr lang="zh-CN" altLang="en-US" sz="1300" kern="100" dirty="0">
                          <a:effectLst/>
                          <a:latin typeface="微软雅黑" panose="020B0503020204020204" pitchFamily="34" charset="-122"/>
                          <a:ea typeface="微软雅黑" panose="020B0503020204020204" pitchFamily="34" charset="-122"/>
                        </a:rPr>
                        <a:t>任务安排、人员工作分配</a:t>
                      </a:r>
                      <a:endParaRPr lang="zh-CN" sz="1300" kern="100" dirty="0">
                        <a:effectLst/>
                        <a:latin typeface="微软雅黑" panose="020B0503020204020204" pitchFamily="34" charset="-122"/>
                        <a:ea typeface="微软雅黑" panose="020B0503020204020204" pitchFamily="34" charset="-122"/>
                      </a:endParaRPr>
                    </a:p>
                  </a:txBody>
                  <a:tcPr marL="68580" marR="68580" marT="0" marB="0" anchor="ctr"/>
                </a:tc>
                <a:tc>
                  <a:txBody>
                    <a:bodyPr/>
                    <a:lstStyle/>
                    <a:p>
                      <a:pPr algn="ctr">
                        <a:lnSpc>
                          <a:spcPct val="125000"/>
                        </a:lnSpc>
                        <a:buNone/>
                      </a:pPr>
                      <a:r>
                        <a:rPr lang="zh-CN" altLang="en-US" sz="1300" kern="100" dirty="0">
                          <a:effectLst/>
                          <a:latin typeface="微软雅黑" panose="020B0503020204020204" pitchFamily="34" charset="-122"/>
                          <a:ea typeface="微软雅黑" panose="020B0503020204020204" pitchFamily="34" charset="-122"/>
                        </a:rPr>
                        <a:t>兼顾调度性能、用户偏好与工作分配公平性</a:t>
                      </a:r>
                      <a:endParaRPr lang="zh-CN" sz="1300" kern="100" dirty="0">
                        <a:effectLst/>
                        <a:latin typeface="微软雅黑" panose="020B0503020204020204" pitchFamily="34" charset="-122"/>
                        <a:ea typeface="微软雅黑" panose="020B0503020204020204" pitchFamily="34" charset="-122"/>
                      </a:endParaRPr>
                    </a:p>
                  </a:txBody>
                  <a:tcPr marL="68580" marR="68580" marT="0" marB="0" anchor="ctr"/>
                </a:tc>
                <a:tc>
                  <a:txBody>
                    <a:bodyPr/>
                    <a:lstStyle/>
                    <a:p>
                      <a:pPr algn="ctr">
                        <a:lnSpc>
                          <a:spcPct val="125000"/>
                        </a:lnSpc>
                        <a:buNone/>
                      </a:pPr>
                      <a:r>
                        <a:rPr lang="zh-CN" altLang="en-US" sz="1300" kern="100" dirty="0">
                          <a:effectLst/>
                          <a:latin typeface="微软雅黑" panose="020B0503020204020204" pitchFamily="34" charset="-122"/>
                          <a:ea typeface="微软雅黑" panose="020B0503020204020204" pitchFamily="34" charset="-122"/>
                        </a:rPr>
                        <a:t>关注人员分配公平性，复杂资源耦合与扰动较少</a:t>
                      </a:r>
                      <a:endParaRPr lang="zh-CN" sz="1300" kern="100" dirty="0">
                        <a:effectLst/>
                        <a:latin typeface="微软雅黑" panose="020B0503020204020204" pitchFamily="34" charset="-122"/>
                        <a:ea typeface="微软雅黑" panose="020B0503020204020204" pitchFamily="34" charset="-122"/>
                      </a:endParaRPr>
                    </a:p>
                  </a:txBody>
                  <a:tcPr marL="68580" marR="68580" marT="0" marB="0" anchor="ctr"/>
                </a:tc>
                <a:extLst>
                  <a:ext uri="{0D108BD9-81ED-4DB2-BD59-A6C34878D82A}">
                    <a16:rowId xmlns:a16="http://schemas.microsoft.com/office/drawing/2014/main" val="2400241867"/>
                  </a:ext>
                </a:extLst>
              </a:tr>
              <a:tr h="496611">
                <a:tc>
                  <a:txBody>
                    <a:bodyPr/>
                    <a:lstStyle/>
                    <a:p>
                      <a:pPr algn="ctr">
                        <a:lnSpc>
                          <a:spcPct val="125000"/>
                        </a:lnSpc>
                        <a:buNone/>
                      </a:pPr>
                      <a:r>
                        <a:rPr lang="en-US" altLang="zh-CN" sz="1300" b="0" kern="100" dirty="0">
                          <a:effectLst/>
                          <a:latin typeface="微软雅黑" panose="020B0503020204020204" pitchFamily="34" charset="-122"/>
                          <a:ea typeface="微软雅黑" panose="020B0503020204020204" pitchFamily="34" charset="-122"/>
                        </a:rPr>
                        <a:t>[5] Le et al. (2025)</a:t>
                      </a:r>
                      <a:endParaRPr lang="zh-CN" sz="1300" b="0" kern="100" dirty="0">
                        <a:effectLst/>
                        <a:latin typeface="微软雅黑" panose="020B0503020204020204" pitchFamily="34" charset="-122"/>
                        <a:ea typeface="微软雅黑" panose="020B0503020204020204" pitchFamily="34" charset="-122"/>
                      </a:endParaRPr>
                    </a:p>
                  </a:txBody>
                  <a:tcPr marL="68580" marR="68580" marT="0" marB="0" anchor="ctr"/>
                </a:tc>
                <a:tc>
                  <a:txBody>
                    <a:bodyPr/>
                    <a:lstStyle/>
                    <a:p>
                      <a:pPr algn="ctr">
                        <a:lnSpc>
                          <a:spcPct val="125000"/>
                        </a:lnSpc>
                        <a:buNone/>
                      </a:pPr>
                      <a:r>
                        <a:rPr lang="zh-CN" altLang="en-US" sz="1300" kern="100" dirty="0">
                          <a:effectLst/>
                          <a:latin typeface="微软雅黑" panose="020B0503020204020204" pitchFamily="34" charset="-122"/>
                          <a:ea typeface="微软雅黑" panose="020B0503020204020204" pitchFamily="34" charset="-122"/>
                        </a:rPr>
                        <a:t>平衡优化 </a:t>
                      </a:r>
                      <a:r>
                        <a:rPr lang="en-US" altLang="zh-CN" sz="1300" kern="100" dirty="0">
                          <a:effectLst/>
                          <a:latin typeface="微软雅黑" panose="020B0503020204020204" pitchFamily="34" charset="-122"/>
                          <a:ea typeface="微软雅黑" panose="020B0503020204020204" pitchFamily="34" charset="-122"/>
                        </a:rPr>
                        <a:t>+ </a:t>
                      </a:r>
                      <a:r>
                        <a:rPr lang="zh-CN" altLang="en-US" sz="1300" kern="100" dirty="0">
                          <a:effectLst/>
                          <a:latin typeface="微软雅黑" panose="020B0503020204020204" pitchFamily="34" charset="-122"/>
                          <a:ea typeface="微软雅黑" panose="020B0503020204020204" pitchFamily="34" charset="-122"/>
                        </a:rPr>
                        <a:t>资源配置</a:t>
                      </a:r>
                      <a:endParaRPr lang="en-US" altLang="zh-CN" sz="1300" kern="100" dirty="0">
                        <a:effectLst/>
                        <a:latin typeface="微软雅黑" panose="020B0503020204020204" pitchFamily="34" charset="-122"/>
                        <a:ea typeface="微软雅黑" panose="020B0503020204020204" pitchFamily="34" charset="-122"/>
                      </a:endParaRPr>
                    </a:p>
                    <a:p>
                      <a:pPr algn="ctr">
                        <a:lnSpc>
                          <a:spcPct val="125000"/>
                        </a:lnSpc>
                        <a:buNone/>
                      </a:pPr>
                      <a:r>
                        <a:rPr lang="zh-CN" altLang="en-US" sz="1300" kern="100" dirty="0">
                          <a:effectLst/>
                          <a:latin typeface="微软雅黑" panose="020B0503020204020204" pitchFamily="34" charset="-122"/>
                          <a:ea typeface="微软雅黑" panose="020B0503020204020204" pitchFamily="34" charset="-122"/>
                        </a:rPr>
                        <a:t> </a:t>
                      </a:r>
                      <a:r>
                        <a:rPr lang="en-US" altLang="zh-CN" sz="1300" kern="100" dirty="0">
                          <a:effectLst/>
                          <a:latin typeface="微软雅黑" panose="020B0503020204020204" pitchFamily="34" charset="-122"/>
                          <a:ea typeface="微软雅黑" panose="020B0503020204020204" pitchFamily="34" charset="-122"/>
                        </a:rPr>
                        <a:t>+ </a:t>
                      </a:r>
                      <a:r>
                        <a:rPr lang="zh-CN" altLang="en-US" sz="1300" kern="100" dirty="0">
                          <a:effectLst/>
                          <a:latin typeface="微软雅黑" panose="020B0503020204020204" pitchFamily="34" charset="-122"/>
                          <a:ea typeface="微软雅黑" panose="020B0503020204020204" pitchFamily="34" charset="-122"/>
                        </a:rPr>
                        <a:t>学习效应</a:t>
                      </a:r>
                      <a:endParaRPr lang="zh-CN" sz="1300" kern="100" dirty="0">
                        <a:effectLst/>
                        <a:latin typeface="微软雅黑" panose="020B0503020204020204" pitchFamily="34" charset="-122"/>
                        <a:ea typeface="微软雅黑" panose="020B0503020204020204" pitchFamily="34" charset="-122"/>
                      </a:endParaRPr>
                    </a:p>
                  </a:txBody>
                  <a:tcPr marL="68580" marR="68580" marT="0" marB="0" anchor="ctr"/>
                </a:tc>
                <a:tc>
                  <a:txBody>
                    <a:bodyPr/>
                    <a:lstStyle/>
                    <a:p>
                      <a:pPr algn="ctr">
                        <a:lnSpc>
                          <a:spcPct val="125000"/>
                        </a:lnSpc>
                        <a:buNone/>
                      </a:pPr>
                      <a:r>
                        <a:rPr lang="zh-CN" altLang="en-US" sz="1300" kern="100" dirty="0">
                          <a:effectLst/>
                          <a:latin typeface="微软雅黑" panose="020B0503020204020204" pitchFamily="34" charset="-122"/>
                          <a:ea typeface="微软雅黑" panose="020B0503020204020204" pitchFamily="34" charset="-122"/>
                        </a:rPr>
                        <a:t>工序分配、资源配置、学习效应建模</a:t>
                      </a:r>
                      <a:endParaRPr lang="zh-CN" sz="1300" kern="100" dirty="0">
                        <a:effectLst/>
                        <a:latin typeface="微软雅黑" panose="020B0503020204020204" pitchFamily="34" charset="-122"/>
                        <a:ea typeface="微软雅黑" panose="020B0503020204020204" pitchFamily="34" charset="-122"/>
                      </a:endParaRPr>
                    </a:p>
                  </a:txBody>
                  <a:tcPr marL="68580" marR="68580" marT="0" marB="0" anchor="ctr"/>
                </a:tc>
                <a:tc>
                  <a:txBody>
                    <a:bodyPr/>
                    <a:lstStyle/>
                    <a:p>
                      <a:pPr algn="ctr">
                        <a:lnSpc>
                          <a:spcPct val="125000"/>
                        </a:lnSpc>
                        <a:buNone/>
                      </a:pPr>
                      <a:r>
                        <a:rPr lang="zh-CN" altLang="en-US" sz="1300" kern="100" dirty="0">
                          <a:effectLst/>
                          <a:latin typeface="微软雅黑" panose="020B0503020204020204" pitchFamily="34" charset="-122"/>
                          <a:ea typeface="微软雅黑" panose="020B0503020204020204" pitchFamily="34" charset="-122"/>
                        </a:rPr>
                        <a:t>提升平衡效果并考虑学习效应影响</a:t>
                      </a:r>
                      <a:endParaRPr lang="zh-CN" sz="1300" kern="100" dirty="0">
                        <a:effectLst/>
                        <a:latin typeface="微软雅黑" panose="020B0503020204020204" pitchFamily="34" charset="-122"/>
                        <a:ea typeface="微软雅黑" panose="020B0503020204020204" pitchFamily="34" charset="-122"/>
                      </a:endParaRPr>
                    </a:p>
                  </a:txBody>
                  <a:tcPr marL="68580" marR="68580" marT="0" marB="0" anchor="ctr"/>
                </a:tc>
                <a:tc>
                  <a:txBody>
                    <a:bodyPr/>
                    <a:lstStyle/>
                    <a:p>
                      <a:pPr algn="ctr">
                        <a:lnSpc>
                          <a:spcPct val="125000"/>
                        </a:lnSpc>
                        <a:buNone/>
                      </a:pPr>
                      <a:r>
                        <a:rPr lang="zh-CN" altLang="en-US" sz="1300" kern="100" dirty="0">
                          <a:effectLst/>
                          <a:latin typeface="微软雅黑" panose="020B0503020204020204" pitchFamily="34" charset="-122"/>
                          <a:ea typeface="微软雅黑" panose="020B0503020204020204" pitchFamily="34" charset="-122"/>
                        </a:rPr>
                        <a:t>考虑资源约束与学习效应，主要面向静态配置</a:t>
                      </a:r>
                      <a:endParaRPr lang="zh-CN" sz="1300" kern="100" dirty="0">
                        <a:effectLst/>
                        <a:latin typeface="微软雅黑" panose="020B0503020204020204" pitchFamily="34" charset="-122"/>
                        <a:ea typeface="微软雅黑" panose="020B0503020204020204" pitchFamily="34" charset="-122"/>
                      </a:endParaRPr>
                    </a:p>
                  </a:txBody>
                  <a:tcPr marL="68580" marR="68580" marT="0" marB="0" anchor="ctr"/>
                </a:tc>
                <a:extLst>
                  <a:ext uri="{0D108BD9-81ED-4DB2-BD59-A6C34878D82A}">
                    <a16:rowId xmlns:a16="http://schemas.microsoft.com/office/drawing/2014/main" val="2349622468"/>
                  </a:ext>
                </a:extLst>
              </a:tr>
              <a:tr h="496611">
                <a:tc>
                  <a:txBody>
                    <a:bodyPr/>
                    <a:lstStyle/>
                    <a:p>
                      <a:pPr algn="ctr">
                        <a:lnSpc>
                          <a:spcPct val="125000"/>
                        </a:lnSpc>
                        <a:buNone/>
                      </a:pPr>
                      <a:r>
                        <a:rPr lang="en-US" altLang="zh-CN" sz="1300" b="0" kern="100" dirty="0">
                          <a:effectLst/>
                          <a:latin typeface="微软雅黑" panose="020B0503020204020204" pitchFamily="34" charset="-122"/>
                          <a:ea typeface="微软雅黑" panose="020B0503020204020204" pitchFamily="34" charset="-122"/>
                        </a:rPr>
                        <a:t>[6] Bao &amp; Chen (2025)</a:t>
                      </a:r>
                      <a:endParaRPr lang="zh-CN" sz="1300" b="0" kern="100" dirty="0">
                        <a:effectLst/>
                        <a:latin typeface="微软雅黑" panose="020B0503020204020204" pitchFamily="34" charset="-122"/>
                        <a:ea typeface="微软雅黑" panose="020B0503020204020204" pitchFamily="34" charset="-122"/>
                      </a:endParaRPr>
                    </a:p>
                  </a:txBody>
                  <a:tcPr marL="68580" marR="68580" marT="0" marB="0" anchor="ctr"/>
                </a:tc>
                <a:tc>
                  <a:txBody>
                    <a:bodyPr/>
                    <a:lstStyle/>
                    <a:p>
                      <a:pPr algn="ctr">
                        <a:lnSpc>
                          <a:spcPct val="125000"/>
                        </a:lnSpc>
                        <a:buNone/>
                      </a:pPr>
                      <a:r>
                        <a:rPr lang="zh-CN" altLang="en-US" sz="1300" kern="100" dirty="0">
                          <a:effectLst/>
                          <a:latin typeface="微软雅黑" panose="020B0503020204020204" pitchFamily="34" charset="-122"/>
                          <a:ea typeface="微软雅黑" panose="020B0503020204020204" pitchFamily="34" charset="-122"/>
                        </a:rPr>
                        <a:t>产能爬坡规划 </a:t>
                      </a:r>
                      <a:r>
                        <a:rPr lang="en-US" altLang="zh-CN" sz="1300" kern="100" dirty="0">
                          <a:effectLst/>
                          <a:latin typeface="微软雅黑" panose="020B0503020204020204" pitchFamily="34" charset="-122"/>
                          <a:ea typeface="微软雅黑" panose="020B0503020204020204" pitchFamily="34" charset="-122"/>
                        </a:rPr>
                        <a:t>+ </a:t>
                      </a:r>
                      <a:r>
                        <a:rPr lang="zh-CN" altLang="en-US" sz="1300" kern="100" dirty="0">
                          <a:effectLst/>
                          <a:latin typeface="微软雅黑" panose="020B0503020204020204" pitchFamily="34" charset="-122"/>
                          <a:ea typeface="微软雅黑" panose="020B0503020204020204" pitchFamily="34" charset="-122"/>
                        </a:rPr>
                        <a:t>资源规划</a:t>
                      </a:r>
                      <a:endParaRPr lang="zh-CN" sz="1300" kern="100" dirty="0">
                        <a:effectLst/>
                        <a:latin typeface="微软雅黑" panose="020B0503020204020204" pitchFamily="34" charset="-122"/>
                        <a:ea typeface="微软雅黑" panose="020B0503020204020204" pitchFamily="34" charset="-122"/>
                      </a:endParaRPr>
                    </a:p>
                  </a:txBody>
                  <a:tcPr marL="68580" marR="68580" marT="0" marB="0" anchor="ctr"/>
                </a:tc>
                <a:tc>
                  <a:txBody>
                    <a:bodyPr/>
                    <a:lstStyle/>
                    <a:p>
                      <a:pPr algn="ctr">
                        <a:lnSpc>
                          <a:spcPct val="125000"/>
                        </a:lnSpc>
                        <a:buNone/>
                      </a:pPr>
                      <a:r>
                        <a:rPr lang="zh-CN" altLang="en-US" sz="1300" kern="100" dirty="0">
                          <a:effectLst/>
                          <a:latin typeface="微软雅黑" panose="020B0503020204020204" pitchFamily="34" charset="-122"/>
                          <a:ea typeface="微软雅黑" panose="020B0503020204020204" pitchFamily="34" charset="-122"/>
                        </a:rPr>
                        <a:t>产能提升阶段的任务与资源规划</a:t>
                      </a:r>
                      <a:endParaRPr lang="zh-CN" sz="1300" kern="100" dirty="0">
                        <a:effectLst/>
                        <a:latin typeface="微软雅黑" panose="020B0503020204020204" pitchFamily="34" charset="-122"/>
                        <a:ea typeface="微软雅黑" panose="020B0503020204020204" pitchFamily="34" charset="-122"/>
                      </a:endParaRPr>
                    </a:p>
                  </a:txBody>
                  <a:tcPr marL="68580" marR="68580" marT="0" marB="0" anchor="ctr"/>
                </a:tc>
                <a:tc>
                  <a:txBody>
                    <a:bodyPr/>
                    <a:lstStyle/>
                    <a:p>
                      <a:pPr algn="ctr">
                        <a:lnSpc>
                          <a:spcPct val="125000"/>
                        </a:lnSpc>
                        <a:buNone/>
                      </a:pPr>
                      <a:r>
                        <a:rPr lang="zh-CN" altLang="en-US" sz="1300" kern="100" dirty="0">
                          <a:effectLst/>
                          <a:latin typeface="微软雅黑" panose="020B0503020204020204" pitchFamily="34" charset="-122"/>
                          <a:ea typeface="微软雅黑" panose="020B0503020204020204" pitchFamily="34" charset="-122"/>
                        </a:rPr>
                        <a:t>提高爬坡效率、优化生产准备与节拍提升过程</a:t>
                      </a:r>
                      <a:endParaRPr lang="zh-CN" sz="1300" kern="100" dirty="0">
                        <a:effectLst/>
                        <a:latin typeface="微软雅黑" panose="020B0503020204020204" pitchFamily="34" charset="-122"/>
                        <a:ea typeface="微软雅黑" panose="020B0503020204020204" pitchFamily="34" charset="-122"/>
                      </a:endParaRPr>
                    </a:p>
                  </a:txBody>
                  <a:tcPr marL="68580" marR="68580" marT="0" marB="0" anchor="ctr"/>
                </a:tc>
                <a:tc>
                  <a:txBody>
                    <a:bodyPr/>
                    <a:lstStyle/>
                    <a:p>
                      <a:pPr algn="ctr">
                        <a:lnSpc>
                          <a:spcPct val="125000"/>
                        </a:lnSpc>
                        <a:buNone/>
                      </a:pPr>
                      <a:r>
                        <a:rPr lang="zh-CN" altLang="en-US" sz="1300" kern="100" dirty="0">
                          <a:effectLst/>
                          <a:latin typeface="微软雅黑" panose="020B0503020204020204" pitchFamily="34" charset="-122"/>
                          <a:ea typeface="微软雅黑" panose="020B0503020204020204" pitchFamily="34" charset="-122"/>
                        </a:rPr>
                        <a:t>考虑学习效应和产能提升，在线扰动恢复不足</a:t>
                      </a:r>
                      <a:endParaRPr lang="zh-CN" sz="1300" kern="100" dirty="0">
                        <a:effectLst/>
                        <a:latin typeface="微软雅黑" panose="020B0503020204020204" pitchFamily="34" charset="-122"/>
                        <a:ea typeface="微软雅黑" panose="020B0503020204020204" pitchFamily="34" charset="-122"/>
                      </a:endParaRPr>
                    </a:p>
                  </a:txBody>
                  <a:tcPr marL="68580" marR="68580" marT="0" marB="0" anchor="ctr"/>
                </a:tc>
                <a:extLst>
                  <a:ext uri="{0D108BD9-81ED-4DB2-BD59-A6C34878D82A}">
                    <a16:rowId xmlns:a16="http://schemas.microsoft.com/office/drawing/2014/main" val="700612519"/>
                  </a:ext>
                </a:extLst>
              </a:tr>
              <a:tr h="496611">
                <a:tc>
                  <a:txBody>
                    <a:bodyPr/>
                    <a:lstStyle/>
                    <a:p>
                      <a:pPr algn="ctr">
                        <a:lnSpc>
                          <a:spcPct val="125000"/>
                        </a:lnSpc>
                        <a:buNone/>
                      </a:pPr>
                      <a:r>
                        <a:rPr lang="en-US" altLang="zh-CN" sz="1300" b="0" kern="100" dirty="0">
                          <a:effectLst/>
                          <a:latin typeface="微软雅黑" panose="020B0503020204020204" pitchFamily="34" charset="-122"/>
                          <a:ea typeface="微软雅黑" panose="020B0503020204020204" pitchFamily="34" charset="-122"/>
                        </a:rPr>
                        <a:t>[7] Wen et al. (2026)</a:t>
                      </a:r>
                      <a:endParaRPr lang="zh-CN" sz="1300" b="0" kern="100" dirty="0">
                        <a:effectLst/>
                        <a:latin typeface="微软雅黑" panose="020B0503020204020204" pitchFamily="34" charset="-122"/>
                        <a:ea typeface="微软雅黑" panose="020B0503020204020204" pitchFamily="34" charset="-122"/>
                      </a:endParaRPr>
                    </a:p>
                  </a:txBody>
                  <a:tcPr marL="68580" marR="68580" marT="0" marB="0" anchor="ctr"/>
                </a:tc>
                <a:tc>
                  <a:txBody>
                    <a:bodyPr/>
                    <a:lstStyle/>
                    <a:p>
                      <a:pPr algn="ctr">
                        <a:lnSpc>
                          <a:spcPct val="125000"/>
                        </a:lnSpc>
                        <a:buNone/>
                      </a:pPr>
                      <a:r>
                        <a:rPr lang="zh-CN" altLang="en-US" sz="1300" kern="100" dirty="0">
                          <a:effectLst/>
                          <a:latin typeface="微软雅黑" panose="020B0503020204020204" pitchFamily="34" charset="-122"/>
                          <a:ea typeface="微软雅黑" panose="020B0503020204020204" pitchFamily="34" charset="-122"/>
                        </a:rPr>
                        <a:t>生产调度 </a:t>
                      </a:r>
                      <a:r>
                        <a:rPr lang="en-US" altLang="zh-CN" sz="1300" kern="100" dirty="0">
                          <a:effectLst/>
                          <a:latin typeface="微软雅黑" panose="020B0503020204020204" pitchFamily="34" charset="-122"/>
                          <a:ea typeface="微软雅黑" panose="020B0503020204020204" pitchFamily="34" charset="-122"/>
                        </a:rPr>
                        <a:t>+ </a:t>
                      </a:r>
                      <a:r>
                        <a:rPr lang="zh-CN" altLang="en-US" sz="1300" kern="100" dirty="0">
                          <a:effectLst/>
                          <a:latin typeface="微软雅黑" panose="020B0503020204020204" pitchFamily="34" charset="-122"/>
                          <a:ea typeface="微软雅黑" panose="020B0503020204020204" pitchFamily="34" charset="-122"/>
                        </a:rPr>
                        <a:t>熟练工分配</a:t>
                      </a:r>
                      <a:endParaRPr lang="zh-CN" sz="1300" kern="100" dirty="0">
                        <a:effectLst/>
                        <a:latin typeface="微软雅黑" panose="020B0503020204020204" pitchFamily="34" charset="-122"/>
                        <a:ea typeface="微软雅黑" panose="020B0503020204020204" pitchFamily="34" charset="-122"/>
                      </a:endParaRPr>
                    </a:p>
                  </a:txBody>
                  <a:tcPr marL="68580" marR="68580" marT="0" marB="0" anchor="ctr"/>
                </a:tc>
                <a:tc>
                  <a:txBody>
                    <a:bodyPr/>
                    <a:lstStyle/>
                    <a:p>
                      <a:pPr algn="ctr">
                        <a:lnSpc>
                          <a:spcPct val="125000"/>
                        </a:lnSpc>
                        <a:buNone/>
                      </a:pPr>
                      <a:r>
                        <a:rPr lang="zh-CN" altLang="en-US" sz="1300" kern="100" dirty="0">
                          <a:effectLst/>
                          <a:latin typeface="微软雅黑" panose="020B0503020204020204" pitchFamily="34" charset="-122"/>
                          <a:ea typeface="微软雅黑" panose="020B0503020204020204" pitchFamily="34" charset="-122"/>
                        </a:rPr>
                        <a:t>工序调度、熟练工分配</a:t>
                      </a:r>
                      <a:endParaRPr lang="zh-CN" sz="1300" kern="100" dirty="0">
                        <a:effectLst/>
                        <a:latin typeface="微软雅黑" panose="020B0503020204020204" pitchFamily="34" charset="-122"/>
                        <a:ea typeface="微软雅黑" panose="020B0503020204020204" pitchFamily="34" charset="-122"/>
                      </a:endParaRPr>
                    </a:p>
                  </a:txBody>
                  <a:tcPr marL="68580" marR="68580" marT="0" marB="0" anchor="ctr"/>
                </a:tc>
                <a:tc>
                  <a:txBody>
                    <a:bodyPr/>
                    <a:lstStyle/>
                    <a:p>
                      <a:pPr algn="ctr">
                        <a:lnSpc>
                          <a:spcPct val="125000"/>
                        </a:lnSpc>
                        <a:buNone/>
                      </a:pPr>
                      <a:r>
                        <a:rPr lang="zh-CN" altLang="en-US" sz="1300" kern="100" dirty="0">
                          <a:effectLst/>
                          <a:latin typeface="微软雅黑" panose="020B0503020204020204" pitchFamily="34" charset="-122"/>
                          <a:ea typeface="微软雅黑" panose="020B0503020204020204" pitchFamily="34" charset="-122"/>
                        </a:rPr>
                        <a:t>优化调度性能与人员配置效果</a:t>
                      </a:r>
                      <a:endParaRPr lang="zh-CN" sz="1300" kern="100" dirty="0">
                        <a:effectLst/>
                        <a:latin typeface="微软雅黑" panose="020B0503020204020204" pitchFamily="34" charset="-122"/>
                        <a:ea typeface="微软雅黑" panose="020B0503020204020204" pitchFamily="34" charset="-122"/>
                      </a:endParaRPr>
                    </a:p>
                  </a:txBody>
                  <a:tcPr marL="68580" marR="68580" marT="0" marB="0" anchor="ctr"/>
                </a:tc>
                <a:tc>
                  <a:txBody>
                    <a:bodyPr/>
                    <a:lstStyle/>
                    <a:p>
                      <a:pPr algn="ctr">
                        <a:lnSpc>
                          <a:spcPct val="125000"/>
                        </a:lnSpc>
                        <a:buNone/>
                      </a:pPr>
                      <a:r>
                        <a:rPr lang="zh-CN" altLang="en-US" sz="1300" kern="100" dirty="0">
                          <a:effectLst/>
                          <a:latin typeface="微软雅黑" panose="020B0503020204020204" pitchFamily="34" charset="-122"/>
                          <a:ea typeface="微软雅黑" panose="020B0503020204020204" pitchFamily="34" charset="-122"/>
                        </a:rPr>
                        <a:t>考虑熟练工分配，复杂动态扰动建模仍有限</a:t>
                      </a:r>
                      <a:endParaRPr lang="zh-CN" sz="1300" kern="100" dirty="0">
                        <a:effectLst/>
                        <a:latin typeface="微软雅黑" panose="020B0503020204020204" pitchFamily="34" charset="-122"/>
                        <a:ea typeface="微软雅黑" panose="020B0503020204020204" pitchFamily="34" charset="-122"/>
                      </a:endParaRPr>
                    </a:p>
                  </a:txBody>
                  <a:tcPr marL="68580" marR="68580" marT="0" marB="0" anchor="ctr"/>
                </a:tc>
                <a:extLst>
                  <a:ext uri="{0D108BD9-81ED-4DB2-BD59-A6C34878D82A}">
                    <a16:rowId xmlns:a16="http://schemas.microsoft.com/office/drawing/2014/main" val="3529973201"/>
                  </a:ext>
                </a:extLst>
              </a:tr>
            </a:tbl>
          </a:graphicData>
        </a:graphic>
      </p:graphicFrame>
      <p:sp>
        <p:nvSpPr>
          <p:cNvPr id="5" name="矩形 4">
            <a:extLst>
              <a:ext uri="{FF2B5EF4-FFF2-40B4-BE49-F238E27FC236}">
                <a16:creationId xmlns:a16="http://schemas.microsoft.com/office/drawing/2014/main" id="{78936778-2321-6726-3660-33AFA3557D48}"/>
              </a:ext>
            </a:extLst>
          </p:cNvPr>
          <p:cNvSpPr/>
          <p:nvPr/>
        </p:nvSpPr>
        <p:spPr>
          <a:xfrm>
            <a:off x="337131" y="5566229"/>
            <a:ext cx="11512983" cy="1161142"/>
          </a:xfrm>
          <a:prstGeom prst="rect">
            <a:avLst/>
          </a:prstGeom>
          <a:gradFill>
            <a:gsLst>
              <a:gs pos="0">
                <a:schemeClr val="accent2">
                  <a:lumMod val="40000"/>
                  <a:lumOff val="60000"/>
                </a:schemeClr>
              </a:gs>
              <a:gs pos="64000">
                <a:schemeClr val="bg2">
                  <a:lumMod val="20000"/>
                  <a:lumOff val="80000"/>
                  <a:alpha val="0"/>
                </a:schemeClr>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30000"/>
              </a:lnSpc>
            </a:pPr>
            <a:r>
              <a:rPr lang="en-US" altLang="zh-CN" sz="1700" b="1" dirty="0">
                <a:solidFill>
                  <a:srgbClr val="003F88"/>
                </a:solidFill>
                <a:latin typeface="Microsoft YaHei" panose="020B0503020204020204" pitchFamily="34" charset="-122"/>
                <a:ea typeface="Microsoft YaHei" panose="020B0503020204020204" pitchFamily="34" charset="-122"/>
              </a:rPr>
              <a:t>• </a:t>
            </a:r>
            <a:r>
              <a:rPr lang="zh-CN" altLang="en-US" sz="1700" b="1" dirty="0">
                <a:solidFill>
                  <a:srgbClr val="003F88"/>
                </a:solidFill>
                <a:latin typeface="Microsoft YaHei" panose="020B0503020204020204" pitchFamily="34" charset="-122"/>
                <a:ea typeface="Microsoft YaHei" panose="020B0503020204020204" pitchFamily="34" charset="-122"/>
              </a:rPr>
              <a:t>已有研究涉及工序</a:t>
            </a:r>
            <a:r>
              <a:rPr lang="en-US" altLang="zh-CN" sz="1700" b="1" dirty="0">
                <a:solidFill>
                  <a:srgbClr val="003F88"/>
                </a:solidFill>
                <a:latin typeface="Microsoft YaHei" panose="020B0503020204020204" pitchFamily="34" charset="-122"/>
                <a:ea typeface="Microsoft YaHei" panose="020B0503020204020204" pitchFamily="34" charset="-122"/>
              </a:rPr>
              <a:t>—</a:t>
            </a:r>
            <a:r>
              <a:rPr lang="zh-CN" altLang="en-US" sz="1700" b="1" dirty="0">
                <a:solidFill>
                  <a:srgbClr val="003F88"/>
                </a:solidFill>
                <a:latin typeface="Microsoft YaHei" panose="020B0503020204020204" pitchFamily="34" charset="-122"/>
                <a:ea typeface="Microsoft YaHei" panose="020B0503020204020204" pitchFamily="34" charset="-122"/>
              </a:rPr>
              <a:t>站位分配、工人配置和生产调度，但多集中于静态条件或局部联合决策，资源配置与动态调度的</a:t>
            </a:r>
            <a:r>
              <a:rPr lang="zh-CN" altLang="en-US" sz="1700" b="1" dirty="0">
                <a:solidFill>
                  <a:srgbClr val="FF0000"/>
                </a:solidFill>
                <a:latin typeface="Microsoft YaHei" panose="020B0503020204020204" pitchFamily="34" charset="-122"/>
                <a:ea typeface="Microsoft YaHei" panose="020B0503020204020204" pitchFamily="34" charset="-122"/>
              </a:rPr>
              <a:t>协同优化</a:t>
            </a:r>
            <a:r>
              <a:rPr lang="zh-CN" altLang="en-US" sz="1700" b="1" dirty="0">
                <a:solidFill>
                  <a:srgbClr val="003F88"/>
                </a:solidFill>
                <a:latin typeface="Microsoft YaHei" panose="020B0503020204020204" pitchFamily="34" charset="-122"/>
                <a:ea typeface="Microsoft YaHei" panose="020B0503020204020204" pitchFamily="34" charset="-122"/>
              </a:rPr>
              <a:t>仍不充分。</a:t>
            </a:r>
          </a:p>
          <a:p>
            <a:pPr>
              <a:lnSpc>
                <a:spcPct val="130000"/>
              </a:lnSpc>
            </a:pPr>
            <a:r>
              <a:rPr lang="en-US" altLang="zh-CN" sz="1700" b="1" dirty="0">
                <a:solidFill>
                  <a:srgbClr val="003F88"/>
                </a:solidFill>
                <a:latin typeface="Microsoft YaHei" panose="020B0503020204020204" pitchFamily="34" charset="-122"/>
                <a:ea typeface="Microsoft YaHei" panose="020B0503020204020204" pitchFamily="34" charset="-122"/>
              </a:rPr>
              <a:t>• </a:t>
            </a:r>
            <a:r>
              <a:rPr lang="zh-CN" altLang="en-US" sz="1700" b="1" dirty="0">
                <a:solidFill>
                  <a:srgbClr val="003F88"/>
                </a:solidFill>
                <a:latin typeface="Microsoft YaHei" panose="020B0503020204020204" pitchFamily="34" charset="-122"/>
                <a:ea typeface="Microsoft YaHei" panose="020B0503020204020204" pitchFamily="34" charset="-122"/>
              </a:rPr>
              <a:t>数学规划与元启发式方法具有较好的离线优化能力，但在频繁扰动下的实时响应和状态自适应方面仍存在局限。</a:t>
            </a:r>
          </a:p>
        </p:txBody>
      </p:sp>
    </p:spTree>
    <p:extLst>
      <p:ext uri="{BB962C8B-B14F-4D97-AF65-F5344CB8AC3E}">
        <p14:creationId xmlns:p14="http://schemas.microsoft.com/office/powerpoint/2010/main" val="253233424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375462-47A7-CF8A-3AF8-A0334BFAC63B}"/>
            </a:ext>
          </a:extLst>
        </p:cNvPr>
        <p:cNvGrpSpPr/>
        <p:nvPr/>
      </p:nvGrpSpPr>
      <p:grpSpPr>
        <a:xfrm>
          <a:off x="0" y="0"/>
          <a:ext cx="0" cy="0"/>
          <a:chOff x="0" y="0"/>
          <a:chExt cx="0" cy="0"/>
        </a:xfrm>
      </p:grpSpPr>
      <p:cxnSp>
        <p:nvCxnSpPr>
          <p:cNvPr id="7" name="直接连接符 6">
            <a:extLst>
              <a:ext uri="{FF2B5EF4-FFF2-40B4-BE49-F238E27FC236}">
                <a16:creationId xmlns:a16="http://schemas.microsoft.com/office/drawing/2014/main" id="{DC078F9D-F0B2-4B30-EB28-3B3A084466D7}"/>
              </a:ext>
            </a:extLst>
          </p:cNvPr>
          <p:cNvCxnSpPr>
            <a:cxnSpLocks/>
          </p:cNvCxnSpPr>
          <p:nvPr/>
        </p:nvCxnSpPr>
        <p:spPr>
          <a:xfrm>
            <a:off x="337132" y="774574"/>
            <a:ext cx="11567001" cy="0"/>
          </a:xfrm>
          <a:prstGeom prst="line">
            <a:avLst/>
          </a:prstGeom>
          <a:ln w="19050">
            <a:solidFill>
              <a:srgbClr val="133C7A">
                <a:alpha val="80000"/>
              </a:srgbClr>
            </a:solidFill>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E1A41451-2E8B-194E-C3BF-B91243499D78}"/>
              </a:ext>
            </a:extLst>
          </p:cNvPr>
          <p:cNvSpPr txBox="1"/>
          <p:nvPr/>
        </p:nvSpPr>
        <p:spPr>
          <a:xfrm>
            <a:off x="683012" y="256087"/>
            <a:ext cx="9510123" cy="505676"/>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r>
              <a:rPr lang="en-US" altLang="zh-CN" sz="2800" dirty="0">
                <a:solidFill>
                  <a:schemeClr val="tx2">
                    <a:lumMod val="75000"/>
                  </a:schemeClr>
                </a:solidFill>
                <a:latin typeface="微软雅黑" panose="020B0503020204020204" pitchFamily="34" charset="-122"/>
                <a:ea typeface="微软雅黑" panose="020B0503020204020204" pitchFamily="34" charset="-122"/>
              </a:rPr>
              <a:t>1 </a:t>
            </a:r>
            <a:r>
              <a:rPr lang="zh-CN" altLang="en-US" sz="2800" dirty="0">
                <a:solidFill>
                  <a:schemeClr val="tx2">
                    <a:lumMod val="75000"/>
                  </a:schemeClr>
                </a:solidFill>
                <a:latin typeface="微软雅黑" panose="020B0503020204020204" pitchFamily="34" charset="-122"/>
                <a:ea typeface="微软雅黑" panose="020B0503020204020204" pitchFamily="34" charset="-122"/>
              </a:rPr>
              <a:t>研究背景与现状</a:t>
            </a:r>
          </a:p>
        </p:txBody>
      </p:sp>
      <p:sp>
        <p:nvSpPr>
          <p:cNvPr id="9" name="矩形 8">
            <a:extLst>
              <a:ext uri="{FF2B5EF4-FFF2-40B4-BE49-F238E27FC236}">
                <a16:creationId xmlns:a16="http://schemas.microsoft.com/office/drawing/2014/main" id="{323DA195-0996-5958-0E44-EB1B045DAF86}"/>
              </a:ext>
            </a:extLst>
          </p:cNvPr>
          <p:cNvSpPr/>
          <p:nvPr/>
        </p:nvSpPr>
        <p:spPr>
          <a:xfrm>
            <a:off x="337132" y="268900"/>
            <a:ext cx="195295" cy="50567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1A5D815C-EB6D-8A04-5057-5DF4355E1727}"/>
              </a:ext>
            </a:extLst>
          </p:cNvPr>
          <p:cNvSpPr/>
          <p:nvPr/>
        </p:nvSpPr>
        <p:spPr>
          <a:xfrm>
            <a:off x="337132" y="268900"/>
            <a:ext cx="276318" cy="505674"/>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4C49606D-2915-94AC-14DD-929AADBCEE5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66776" y="256087"/>
            <a:ext cx="1788092" cy="431989"/>
          </a:xfrm>
          <a:prstGeom prst="rect">
            <a:avLst/>
          </a:prstGeom>
        </p:spPr>
      </p:pic>
      <p:sp>
        <p:nvSpPr>
          <p:cNvPr id="2" name="文本框 1">
            <a:extLst>
              <a:ext uri="{FF2B5EF4-FFF2-40B4-BE49-F238E27FC236}">
                <a16:creationId xmlns:a16="http://schemas.microsoft.com/office/drawing/2014/main" id="{6B2B7D76-00F2-1C76-3786-57B01DB78231}"/>
              </a:ext>
            </a:extLst>
          </p:cNvPr>
          <p:cNvSpPr txBox="1"/>
          <p:nvPr/>
        </p:nvSpPr>
        <p:spPr>
          <a:xfrm>
            <a:off x="299410" y="862073"/>
            <a:ext cx="9510123" cy="444121"/>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r>
              <a:rPr lang="en-US" altLang="zh-CN" sz="2400" dirty="0">
                <a:solidFill>
                  <a:schemeClr val="tx2">
                    <a:lumMod val="75000"/>
                  </a:schemeClr>
                </a:solidFill>
                <a:latin typeface="微软雅黑" panose="020B0503020204020204" pitchFamily="34" charset="-122"/>
                <a:ea typeface="微软雅黑" panose="020B0503020204020204" pitchFamily="34" charset="-122"/>
              </a:rPr>
              <a:t>• 1.2 </a:t>
            </a:r>
            <a:r>
              <a:rPr lang="zh-CN" altLang="en-US" sz="2400" dirty="0">
                <a:solidFill>
                  <a:schemeClr val="tx2">
                    <a:lumMod val="75000"/>
                  </a:schemeClr>
                </a:solidFill>
                <a:latin typeface="微软雅黑" panose="020B0503020204020204" pitchFamily="34" charset="-122"/>
                <a:ea typeface="微软雅黑" panose="020B0503020204020204" pitchFamily="34" charset="-122"/>
              </a:rPr>
              <a:t>研究现状</a:t>
            </a:r>
            <a:r>
              <a:rPr lang="en-US" altLang="zh-CN" sz="2400" dirty="0">
                <a:solidFill>
                  <a:schemeClr val="tx2">
                    <a:lumMod val="75000"/>
                  </a:schemeClr>
                </a:solidFill>
                <a:latin typeface="微软雅黑" panose="020B0503020204020204" pitchFamily="34" charset="-122"/>
                <a:ea typeface="微软雅黑" panose="020B0503020204020204" pitchFamily="34" charset="-122"/>
              </a:rPr>
              <a:t>——</a:t>
            </a:r>
            <a:r>
              <a:rPr lang="zh-CN" altLang="en-US" sz="2400" dirty="0">
                <a:solidFill>
                  <a:schemeClr val="tx2">
                    <a:lumMod val="75000"/>
                  </a:schemeClr>
                </a:solidFill>
                <a:latin typeface="微软雅黑" panose="020B0503020204020204" pitchFamily="34" charset="-122"/>
                <a:ea typeface="微软雅黑" panose="020B0503020204020204" pitchFamily="34" charset="-122"/>
              </a:rPr>
              <a:t>强化学习与多智能体协同调度</a:t>
            </a:r>
          </a:p>
        </p:txBody>
      </p:sp>
      <p:graphicFrame>
        <p:nvGraphicFramePr>
          <p:cNvPr id="3" name="表格 2">
            <a:extLst>
              <a:ext uri="{FF2B5EF4-FFF2-40B4-BE49-F238E27FC236}">
                <a16:creationId xmlns:a16="http://schemas.microsoft.com/office/drawing/2014/main" id="{852C7022-6820-A458-1983-A6BCEFB9902A}"/>
              </a:ext>
            </a:extLst>
          </p:cNvPr>
          <p:cNvGraphicFramePr>
            <a:graphicFrameLocks noGrp="1"/>
          </p:cNvGraphicFramePr>
          <p:nvPr>
            <p:extLst>
              <p:ext uri="{D42A27DB-BD31-4B8C-83A1-F6EECF244321}">
                <p14:modId xmlns:p14="http://schemas.microsoft.com/office/powerpoint/2010/main" val="3090164914"/>
              </p:ext>
            </p:extLst>
          </p:nvPr>
        </p:nvGraphicFramePr>
        <p:xfrm>
          <a:off x="337132" y="1426423"/>
          <a:ext cx="11517735" cy="4321232"/>
        </p:xfrm>
        <a:graphic>
          <a:graphicData uri="http://schemas.openxmlformats.org/drawingml/2006/table">
            <a:tbl>
              <a:tblPr firstRow="1" firstCol="1" bandRow="1">
                <a:tableStyleId>{21E4AEA4-8DFA-4A89-87EB-49C32662AFE0}</a:tableStyleId>
              </a:tblPr>
              <a:tblGrid>
                <a:gridCol w="1469897">
                  <a:extLst>
                    <a:ext uri="{9D8B030D-6E8A-4147-A177-3AD203B41FA5}">
                      <a16:colId xmlns:a16="http://schemas.microsoft.com/office/drawing/2014/main" val="1161799747"/>
                    </a:ext>
                  </a:extLst>
                </a:gridCol>
                <a:gridCol w="1730828">
                  <a:extLst>
                    <a:ext uri="{9D8B030D-6E8A-4147-A177-3AD203B41FA5}">
                      <a16:colId xmlns:a16="http://schemas.microsoft.com/office/drawing/2014/main" val="3461273887"/>
                    </a:ext>
                  </a:extLst>
                </a:gridCol>
                <a:gridCol w="2013857">
                  <a:extLst>
                    <a:ext uri="{9D8B030D-6E8A-4147-A177-3AD203B41FA5}">
                      <a16:colId xmlns:a16="http://schemas.microsoft.com/office/drawing/2014/main" val="1557009488"/>
                    </a:ext>
                  </a:extLst>
                </a:gridCol>
                <a:gridCol w="2960915">
                  <a:extLst>
                    <a:ext uri="{9D8B030D-6E8A-4147-A177-3AD203B41FA5}">
                      <a16:colId xmlns:a16="http://schemas.microsoft.com/office/drawing/2014/main" val="333185590"/>
                    </a:ext>
                  </a:extLst>
                </a:gridCol>
                <a:gridCol w="3342238">
                  <a:extLst>
                    <a:ext uri="{9D8B030D-6E8A-4147-A177-3AD203B41FA5}">
                      <a16:colId xmlns:a16="http://schemas.microsoft.com/office/drawing/2014/main" val="1834757678"/>
                    </a:ext>
                  </a:extLst>
                </a:gridCol>
              </a:tblGrid>
              <a:tr h="540154">
                <a:tc>
                  <a:txBody>
                    <a:bodyPr/>
                    <a:lstStyle/>
                    <a:p>
                      <a:pPr algn="ctr">
                        <a:buNone/>
                      </a:pPr>
                      <a:r>
                        <a:rPr lang="zh-CN" altLang="en-US" sz="1600" kern="100" dirty="0">
                          <a:effectLst/>
                          <a:latin typeface="微软雅黑" panose="020B0503020204020204" pitchFamily="34" charset="-122"/>
                          <a:ea typeface="微软雅黑" panose="020B0503020204020204" pitchFamily="34" charset="-122"/>
                        </a:rPr>
                        <a:t>文献</a:t>
                      </a:r>
                      <a:endParaRPr lang="zh-CN" sz="1600" kern="100" dirty="0">
                        <a:effectLst/>
                        <a:latin typeface="微软雅黑" panose="020B0503020204020204" pitchFamily="34" charset="-122"/>
                        <a:ea typeface="微软雅黑" panose="020B0503020204020204" pitchFamily="34" charset="-122"/>
                      </a:endParaRPr>
                    </a:p>
                  </a:txBody>
                  <a:tcPr marL="68580" marR="68580" marT="0" marB="0" anchor="ctr"/>
                </a:tc>
                <a:tc>
                  <a:txBody>
                    <a:bodyPr/>
                    <a:lstStyle/>
                    <a:p>
                      <a:pPr algn="ctr">
                        <a:buNone/>
                      </a:pPr>
                      <a:r>
                        <a:rPr lang="zh-CN" altLang="en-US" sz="1600" kern="100" dirty="0">
                          <a:effectLst/>
                          <a:latin typeface="微软雅黑" panose="020B0503020204020204" pitchFamily="34" charset="-122"/>
                          <a:ea typeface="微软雅黑" panose="020B0503020204020204" pitchFamily="34" charset="-122"/>
                        </a:rPr>
                        <a:t>应用场景</a:t>
                      </a:r>
                      <a:endParaRPr lang="zh-CN" sz="1600" kern="100" dirty="0">
                        <a:effectLst/>
                        <a:latin typeface="微软雅黑" panose="020B0503020204020204" pitchFamily="34" charset="-122"/>
                        <a:ea typeface="微软雅黑" panose="020B0503020204020204" pitchFamily="34" charset="-122"/>
                      </a:endParaRPr>
                    </a:p>
                  </a:txBody>
                  <a:tcPr marL="68580" marR="68580" marT="0" marB="0" anchor="ctr"/>
                </a:tc>
                <a:tc>
                  <a:txBody>
                    <a:bodyPr/>
                    <a:lstStyle/>
                    <a:p>
                      <a:pPr algn="ctr">
                        <a:buNone/>
                      </a:pPr>
                      <a:r>
                        <a:rPr lang="zh-CN" altLang="en-US" sz="1600" kern="100" dirty="0">
                          <a:effectLst/>
                          <a:latin typeface="微软雅黑" panose="020B0503020204020204" pitchFamily="34" charset="-122"/>
                          <a:ea typeface="微软雅黑" panose="020B0503020204020204" pitchFamily="34" charset="-122"/>
                        </a:rPr>
                        <a:t>关键方法</a:t>
                      </a:r>
                      <a:endParaRPr lang="zh-CN" sz="1600" kern="100" dirty="0">
                        <a:effectLst/>
                        <a:latin typeface="微软雅黑" panose="020B0503020204020204" pitchFamily="34" charset="-122"/>
                        <a:ea typeface="微软雅黑" panose="020B0503020204020204" pitchFamily="34" charset="-122"/>
                      </a:endParaRPr>
                    </a:p>
                  </a:txBody>
                  <a:tcPr marL="68580" marR="68580" marT="0" marB="0" anchor="ctr"/>
                </a:tc>
                <a:tc>
                  <a:txBody>
                    <a:bodyPr/>
                    <a:lstStyle/>
                    <a:p>
                      <a:pPr algn="ctr">
                        <a:buNone/>
                      </a:pPr>
                      <a:r>
                        <a:rPr lang="zh-CN" altLang="en-US" sz="1600" kern="100" dirty="0">
                          <a:effectLst/>
                          <a:latin typeface="微软雅黑" panose="020B0503020204020204" pitchFamily="34" charset="-122"/>
                          <a:ea typeface="微软雅黑" panose="020B0503020204020204" pitchFamily="34" charset="-122"/>
                        </a:rPr>
                        <a:t>方法特点</a:t>
                      </a:r>
                      <a:endParaRPr lang="zh-CN" sz="1600" kern="100" dirty="0">
                        <a:effectLst/>
                        <a:latin typeface="微软雅黑" panose="020B0503020204020204" pitchFamily="34" charset="-122"/>
                        <a:ea typeface="微软雅黑" panose="020B0503020204020204" pitchFamily="34" charset="-122"/>
                      </a:endParaRPr>
                    </a:p>
                  </a:txBody>
                  <a:tcPr marL="68580" marR="68580" marT="0" marB="0" anchor="ctr"/>
                </a:tc>
                <a:tc>
                  <a:txBody>
                    <a:bodyPr/>
                    <a:lstStyle/>
                    <a:p>
                      <a:pPr algn="ctr">
                        <a:buNone/>
                      </a:pPr>
                      <a:r>
                        <a:rPr lang="zh-CN" altLang="en-US" sz="1600" kern="100" dirty="0">
                          <a:effectLst/>
                          <a:latin typeface="微软雅黑" panose="020B0503020204020204" pitchFamily="34" charset="-122"/>
                          <a:ea typeface="微软雅黑" panose="020B0503020204020204" pitchFamily="34" charset="-122"/>
                        </a:rPr>
                        <a:t>方法启示</a:t>
                      </a:r>
                      <a:endParaRPr lang="zh-CN" sz="1600" kern="100" dirty="0">
                        <a:effectLst/>
                        <a:latin typeface="微软雅黑" panose="020B0503020204020204" pitchFamily="34" charset="-122"/>
                        <a:ea typeface="微软雅黑" panose="020B0503020204020204" pitchFamily="34" charset="-122"/>
                      </a:endParaRPr>
                    </a:p>
                  </a:txBody>
                  <a:tcPr marL="68580" marR="68580" marT="0" marB="0" anchor="ctr"/>
                </a:tc>
                <a:extLst>
                  <a:ext uri="{0D108BD9-81ED-4DB2-BD59-A6C34878D82A}">
                    <a16:rowId xmlns:a16="http://schemas.microsoft.com/office/drawing/2014/main" val="1102391487"/>
                  </a:ext>
                </a:extLst>
              </a:tr>
              <a:tr h="540154">
                <a:tc>
                  <a:txBody>
                    <a:bodyPr/>
                    <a:lstStyle/>
                    <a:p>
                      <a:pPr marL="0" algn="ctr" defTabSz="914400" rtl="0" eaLnBrk="1" fontAlgn="ctr" latinLnBrk="0" hangingPunct="1">
                        <a:buNone/>
                      </a:pPr>
                      <a:r>
                        <a:rPr lang="en-US" altLang="zh-CN" sz="1300" b="0" kern="100" dirty="0">
                          <a:solidFill>
                            <a:schemeClr val="lt1"/>
                          </a:solidFill>
                          <a:effectLst/>
                          <a:latin typeface="微软雅黑" panose="020B0503020204020204" pitchFamily="34" charset="-122"/>
                          <a:ea typeface="微软雅黑" panose="020B0503020204020204" pitchFamily="34" charset="-122"/>
                          <a:cs typeface="+mn-cs"/>
                        </a:rPr>
                        <a:t>[8] </a:t>
                      </a:r>
                      <a:r>
                        <a:rPr lang="en-US" altLang="zh-CN" sz="1300" b="0" kern="100" dirty="0" err="1">
                          <a:solidFill>
                            <a:schemeClr val="lt1"/>
                          </a:solidFill>
                          <a:effectLst/>
                          <a:latin typeface="微软雅黑" panose="020B0503020204020204" pitchFamily="34" charset="-122"/>
                          <a:ea typeface="微软雅黑" panose="020B0503020204020204" pitchFamily="34" charset="-122"/>
                          <a:cs typeface="+mn-cs"/>
                        </a:rPr>
                        <a:t>Waschneck</a:t>
                      </a:r>
                      <a:r>
                        <a:rPr lang="en-US" altLang="zh-CN" sz="1300" b="0" kern="100" dirty="0">
                          <a:solidFill>
                            <a:schemeClr val="lt1"/>
                          </a:solidFill>
                          <a:effectLst/>
                          <a:latin typeface="微软雅黑" panose="020B0503020204020204" pitchFamily="34" charset="-122"/>
                          <a:ea typeface="微软雅黑" panose="020B0503020204020204" pitchFamily="34" charset="-122"/>
                          <a:cs typeface="+mn-cs"/>
                        </a:rPr>
                        <a:t> et al.</a:t>
                      </a:r>
                      <a:r>
                        <a:rPr lang="zh-CN" altLang="en-US" sz="1300" b="0" kern="100" dirty="0">
                          <a:solidFill>
                            <a:schemeClr val="lt1"/>
                          </a:solidFill>
                          <a:effectLst/>
                          <a:latin typeface="微软雅黑" panose="020B0503020204020204" pitchFamily="34" charset="-122"/>
                          <a:ea typeface="微软雅黑" panose="020B0503020204020204" pitchFamily="34" charset="-122"/>
                          <a:cs typeface="+mn-cs"/>
                        </a:rPr>
                        <a:t>（</a:t>
                      </a:r>
                      <a:r>
                        <a:rPr lang="en-US" altLang="zh-CN" sz="1300" b="0" kern="100" dirty="0">
                          <a:solidFill>
                            <a:schemeClr val="lt1"/>
                          </a:solidFill>
                          <a:effectLst/>
                          <a:latin typeface="微软雅黑" panose="020B0503020204020204" pitchFamily="34" charset="-122"/>
                          <a:ea typeface="微软雅黑" panose="020B0503020204020204" pitchFamily="34" charset="-122"/>
                          <a:cs typeface="+mn-cs"/>
                        </a:rPr>
                        <a:t>2018</a:t>
                      </a:r>
                      <a:r>
                        <a:rPr lang="zh-CN" altLang="en-US" sz="1300" b="0" kern="100" dirty="0">
                          <a:solidFill>
                            <a:schemeClr val="lt1"/>
                          </a:solidFill>
                          <a:effectLst/>
                          <a:latin typeface="微软雅黑" panose="020B0503020204020204" pitchFamily="34" charset="-122"/>
                          <a:ea typeface="微软雅黑" panose="020B0503020204020204" pitchFamily="34" charset="-122"/>
                          <a:cs typeface="+mn-cs"/>
                        </a:rPr>
                        <a:t>）</a:t>
                      </a:r>
                    </a:p>
                  </a:txBody>
                  <a:tcPr marL="9525" marR="9525" marT="9525" anchor="ctr"/>
                </a:tc>
                <a:tc>
                  <a:txBody>
                    <a:bodyPr/>
                    <a:lstStyle/>
                    <a:p>
                      <a:pPr algn="ctr" fontAlgn="ctr">
                        <a:buNone/>
                      </a:pPr>
                      <a:r>
                        <a:rPr lang="zh-CN" sz="1300" b="0" i="0" u="none" strike="noStrike">
                          <a:solidFill>
                            <a:srgbClr val="1F1F1F"/>
                          </a:solidFill>
                          <a:effectLst/>
                          <a:latin typeface="微软雅黑" panose="020B0503020204020204" pitchFamily="34" charset="-122"/>
                          <a:ea typeface="微软雅黑" panose="020B0503020204020204" pitchFamily="34" charset="-122"/>
                        </a:rPr>
                        <a:t>半导体复杂作业车间全局生产调度</a:t>
                      </a:r>
                    </a:p>
                  </a:txBody>
                  <a:tcPr marL="9525" marR="9525" marT="9525" anchor="ctr"/>
                </a:tc>
                <a:tc>
                  <a:txBody>
                    <a:bodyPr/>
                    <a:lstStyle/>
                    <a:p>
                      <a:pPr algn="ctr" fontAlgn="ctr">
                        <a:buNone/>
                      </a:pPr>
                      <a:r>
                        <a:rPr lang="zh-CN" sz="1300" b="0" i="0" u="none" strike="noStrike">
                          <a:solidFill>
                            <a:srgbClr val="1F1F1F"/>
                          </a:solidFill>
                          <a:effectLst/>
                          <a:latin typeface="微软雅黑" panose="020B0503020204020204" pitchFamily="34" charset="-122"/>
                          <a:ea typeface="微软雅黑" panose="020B0503020204020204" pitchFamily="34" charset="-122"/>
                        </a:rPr>
                        <a:t>深度强化学习、离散事件仿真</a:t>
                      </a:r>
                    </a:p>
                  </a:txBody>
                  <a:tcPr marL="9525" marR="9525" marT="9525" anchor="ctr"/>
                </a:tc>
                <a:tc>
                  <a:txBody>
                    <a:bodyPr/>
                    <a:lstStyle/>
                    <a:p>
                      <a:pPr algn="ctr" fontAlgn="ctr">
                        <a:buNone/>
                      </a:pPr>
                      <a:r>
                        <a:rPr lang="zh-CN" sz="1300" b="0" i="0" u="none" strike="noStrike">
                          <a:solidFill>
                            <a:srgbClr val="1F1F1F"/>
                          </a:solidFill>
                          <a:effectLst/>
                          <a:latin typeface="微软雅黑" panose="020B0503020204020204" pitchFamily="34" charset="-122"/>
                          <a:ea typeface="微软雅黑" panose="020B0503020204020204" pitchFamily="34" charset="-122"/>
                        </a:rPr>
                        <a:t>根据全局生产状态学习派工策略，减少对固定人工规则的依赖</a:t>
                      </a:r>
                    </a:p>
                  </a:txBody>
                  <a:tcPr marL="9525" marR="9525" marT="9525" anchor="ctr"/>
                </a:tc>
                <a:tc>
                  <a:txBody>
                    <a:bodyPr/>
                    <a:lstStyle/>
                    <a:p>
                      <a:pPr algn="ctr" fontAlgn="ctr">
                        <a:buNone/>
                      </a:pPr>
                      <a:r>
                        <a:rPr lang="zh-CN" sz="1300" b="0" i="0" u="none" strike="noStrike">
                          <a:solidFill>
                            <a:srgbClr val="1F1F1F"/>
                          </a:solidFill>
                          <a:effectLst/>
                          <a:latin typeface="微软雅黑" panose="020B0503020204020204" pitchFamily="34" charset="-122"/>
                          <a:ea typeface="微软雅黑" panose="020B0503020204020204" pitchFamily="34" charset="-122"/>
                        </a:rPr>
                        <a:t>验证了DRL在复杂车间中的可行性，但采用统一策略，缺少多主体和层次化决策</a:t>
                      </a:r>
                    </a:p>
                  </a:txBody>
                  <a:tcPr marL="9525" marR="9525" marT="9525" anchor="ctr"/>
                </a:tc>
                <a:extLst>
                  <a:ext uri="{0D108BD9-81ED-4DB2-BD59-A6C34878D82A}">
                    <a16:rowId xmlns:a16="http://schemas.microsoft.com/office/drawing/2014/main" val="951008397"/>
                  </a:ext>
                </a:extLst>
              </a:tr>
              <a:tr h="540154">
                <a:tc>
                  <a:txBody>
                    <a:bodyPr/>
                    <a:lstStyle/>
                    <a:p>
                      <a:pPr marL="0" algn="ctr" defTabSz="914400" rtl="0" eaLnBrk="1" fontAlgn="ctr" latinLnBrk="0" hangingPunct="1">
                        <a:buNone/>
                      </a:pPr>
                      <a:r>
                        <a:rPr lang="en-US" altLang="zh-CN" sz="1300" b="0" kern="100" dirty="0">
                          <a:solidFill>
                            <a:schemeClr val="lt1"/>
                          </a:solidFill>
                          <a:effectLst/>
                          <a:latin typeface="微软雅黑" panose="020B0503020204020204" pitchFamily="34" charset="-122"/>
                          <a:ea typeface="微软雅黑" panose="020B0503020204020204" pitchFamily="34" charset="-122"/>
                          <a:cs typeface="+mn-cs"/>
                        </a:rPr>
                        <a:t>[9] Shiue et al.</a:t>
                      </a:r>
                      <a:r>
                        <a:rPr lang="zh-CN" altLang="en-US" sz="1300" b="0" kern="100" dirty="0">
                          <a:solidFill>
                            <a:schemeClr val="lt1"/>
                          </a:solidFill>
                          <a:effectLst/>
                          <a:latin typeface="微软雅黑" panose="020B0503020204020204" pitchFamily="34" charset="-122"/>
                          <a:ea typeface="微软雅黑" panose="020B0503020204020204" pitchFamily="34" charset="-122"/>
                          <a:cs typeface="+mn-cs"/>
                        </a:rPr>
                        <a:t>（</a:t>
                      </a:r>
                      <a:r>
                        <a:rPr lang="en-US" altLang="zh-CN" sz="1300" b="0" kern="100" dirty="0">
                          <a:solidFill>
                            <a:schemeClr val="lt1"/>
                          </a:solidFill>
                          <a:effectLst/>
                          <a:latin typeface="微软雅黑" panose="020B0503020204020204" pitchFamily="34" charset="-122"/>
                          <a:ea typeface="微软雅黑" panose="020B0503020204020204" pitchFamily="34" charset="-122"/>
                          <a:cs typeface="+mn-cs"/>
                        </a:rPr>
                        <a:t>2018</a:t>
                      </a:r>
                      <a:r>
                        <a:rPr lang="zh-CN" altLang="en-US" sz="1300" b="0" kern="100" dirty="0">
                          <a:solidFill>
                            <a:schemeClr val="lt1"/>
                          </a:solidFill>
                          <a:effectLst/>
                          <a:latin typeface="微软雅黑" panose="020B0503020204020204" pitchFamily="34" charset="-122"/>
                          <a:ea typeface="微软雅黑" panose="020B0503020204020204" pitchFamily="34" charset="-122"/>
                          <a:cs typeface="+mn-cs"/>
                        </a:rPr>
                        <a:t>）</a:t>
                      </a:r>
                    </a:p>
                  </a:txBody>
                  <a:tcPr marL="9525" marR="9525" marT="9525" anchor="ctr"/>
                </a:tc>
                <a:tc>
                  <a:txBody>
                    <a:bodyPr/>
                    <a:lstStyle/>
                    <a:p>
                      <a:pPr algn="ctr" fontAlgn="ctr">
                        <a:buNone/>
                      </a:pPr>
                      <a:r>
                        <a:rPr lang="zh-CN" sz="1300" b="0" i="0" u="none" strike="noStrike">
                          <a:solidFill>
                            <a:srgbClr val="1F1F1F"/>
                          </a:solidFill>
                          <a:effectLst/>
                          <a:latin typeface="微软雅黑" panose="020B0503020204020204" pitchFamily="34" charset="-122"/>
                          <a:ea typeface="微软雅黑" panose="020B0503020204020204" pitchFamily="34" charset="-122"/>
                        </a:rPr>
                        <a:t>智能工厂实时调度</a:t>
                      </a:r>
                    </a:p>
                  </a:txBody>
                  <a:tcPr marL="9525" marR="9525" marT="9525" anchor="ctr"/>
                </a:tc>
                <a:tc>
                  <a:txBody>
                    <a:bodyPr/>
                    <a:lstStyle/>
                    <a:p>
                      <a:pPr algn="ctr" fontAlgn="ctr">
                        <a:buNone/>
                      </a:pPr>
                      <a:r>
                        <a:rPr lang="zh-CN" sz="1300" b="0" i="0" u="none" strike="noStrike">
                          <a:solidFill>
                            <a:srgbClr val="1F1F1F"/>
                          </a:solidFill>
                          <a:effectLst/>
                          <a:latin typeface="微软雅黑" panose="020B0503020204020204" pitchFamily="34" charset="-122"/>
                          <a:ea typeface="微软雅黑" panose="020B0503020204020204" pitchFamily="34" charset="-122"/>
                        </a:rPr>
                        <a:t>强化学习、调度规则选择</a:t>
                      </a:r>
                    </a:p>
                  </a:txBody>
                  <a:tcPr marL="9525" marR="9525" marT="9525" anchor="ctr"/>
                </a:tc>
                <a:tc>
                  <a:txBody>
                    <a:bodyPr/>
                    <a:lstStyle/>
                    <a:p>
                      <a:pPr algn="ctr" fontAlgn="ctr">
                        <a:buNone/>
                      </a:pPr>
                      <a:r>
                        <a:rPr lang="zh-CN" sz="1300" b="0" i="0" u="none" strike="noStrike">
                          <a:solidFill>
                            <a:srgbClr val="1F1F1F"/>
                          </a:solidFill>
                          <a:effectLst/>
                          <a:latin typeface="微软雅黑" panose="020B0503020204020204" pitchFamily="34" charset="-122"/>
                          <a:ea typeface="微软雅黑" panose="020B0503020204020204" pitchFamily="34" charset="-122"/>
                        </a:rPr>
                        <a:t>根据实时车间状态动态选择派工规则，实现在线调度调整</a:t>
                      </a:r>
                    </a:p>
                  </a:txBody>
                  <a:tcPr marL="9525" marR="9525" marT="9525" anchor="ctr"/>
                </a:tc>
                <a:tc>
                  <a:txBody>
                    <a:bodyPr/>
                    <a:lstStyle/>
                    <a:p>
                      <a:pPr algn="ctr" fontAlgn="ctr">
                        <a:buNone/>
                      </a:pPr>
                      <a:r>
                        <a:rPr lang="zh-CN" sz="1300" b="0" i="0" u="none" strike="noStrike">
                          <a:solidFill>
                            <a:srgbClr val="1F1F1F"/>
                          </a:solidFill>
                          <a:effectLst/>
                          <a:latin typeface="微软雅黑" panose="020B0503020204020204" pitchFamily="34" charset="-122"/>
                          <a:ea typeface="微软雅黑" panose="020B0503020204020204" pitchFamily="34" charset="-122"/>
                        </a:rPr>
                        <a:t>规则选择能够降低动作复杂度，但受候选规则集合限制，难以表达复杂联合决策</a:t>
                      </a:r>
                    </a:p>
                  </a:txBody>
                  <a:tcPr marL="9525" marR="9525" marT="9525" anchor="ctr"/>
                </a:tc>
                <a:extLst>
                  <a:ext uri="{0D108BD9-81ED-4DB2-BD59-A6C34878D82A}">
                    <a16:rowId xmlns:a16="http://schemas.microsoft.com/office/drawing/2014/main" val="2537725093"/>
                  </a:ext>
                </a:extLst>
              </a:tr>
              <a:tr h="540154">
                <a:tc>
                  <a:txBody>
                    <a:bodyPr/>
                    <a:lstStyle/>
                    <a:p>
                      <a:pPr marL="0" algn="ctr" defTabSz="914400" rtl="0" eaLnBrk="1" fontAlgn="ctr" latinLnBrk="0" hangingPunct="1">
                        <a:buNone/>
                      </a:pPr>
                      <a:r>
                        <a:rPr lang="en-US" altLang="zh-CN" sz="1300" b="0" kern="100" dirty="0">
                          <a:solidFill>
                            <a:schemeClr val="lt1"/>
                          </a:solidFill>
                          <a:effectLst/>
                          <a:latin typeface="微软雅黑" panose="020B0503020204020204" pitchFamily="34" charset="-122"/>
                          <a:ea typeface="微软雅黑" panose="020B0503020204020204" pitchFamily="34" charset="-122"/>
                          <a:cs typeface="+mn-cs"/>
                        </a:rPr>
                        <a:t>[10] Liu et al.</a:t>
                      </a:r>
                      <a:r>
                        <a:rPr lang="zh-CN" altLang="en-US" sz="1300" b="0" kern="100" dirty="0">
                          <a:solidFill>
                            <a:schemeClr val="lt1"/>
                          </a:solidFill>
                          <a:effectLst/>
                          <a:latin typeface="微软雅黑" panose="020B0503020204020204" pitchFamily="34" charset="-122"/>
                          <a:ea typeface="微软雅黑" panose="020B0503020204020204" pitchFamily="34" charset="-122"/>
                          <a:cs typeface="+mn-cs"/>
                        </a:rPr>
                        <a:t>（</a:t>
                      </a:r>
                      <a:r>
                        <a:rPr lang="en-US" altLang="zh-CN" sz="1300" b="0" kern="100" dirty="0">
                          <a:solidFill>
                            <a:schemeClr val="lt1"/>
                          </a:solidFill>
                          <a:effectLst/>
                          <a:latin typeface="微软雅黑" panose="020B0503020204020204" pitchFamily="34" charset="-122"/>
                          <a:ea typeface="微软雅黑" panose="020B0503020204020204" pitchFamily="34" charset="-122"/>
                          <a:cs typeface="+mn-cs"/>
                        </a:rPr>
                        <a:t>2020</a:t>
                      </a:r>
                      <a:r>
                        <a:rPr lang="zh-CN" altLang="en-US" sz="1300" b="0" kern="100" dirty="0">
                          <a:solidFill>
                            <a:schemeClr val="lt1"/>
                          </a:solidFill>
                          <a:effectLst/>
                          <a:latin typeface="微软雅黑" panose="020B0503020204020204" pitchFamily="34" charset="-122"/>
                          <a:ea typeface="微软雅黑" panose="020B0503020204020204" pitchFamily="34" charset="-122"/>
                          <a:cs typeface="+mn-cs"/>
                        </a:rPr>
                        <a:t>）</a:t>
                      </a:r>
                    </a:p>
                  </a:txBody>
                  <a:tcPr marL="9525" marR="9525" marT="9525" anchor="ctr"/>
                </a:tc>
                <a:tc>
                  <a:txBody>
                    <a:bodyPr/>
                    <a:lstStyle/>
                    <a:p>
                      <a:pPr algn="ctr" fontAlgn="ctr">
                        <a:buNone/>
                      </a:pPr>
                      <a:r>
                        <a:rPr lang="zh-CN" sz="1300" b="0" i="0" u="none" strike="noStrike">
                          <a:solidFill>
                            <a:srgbClr val="1F1F1F"/>
                          </a:solidFill>
                          <a:effectLst/>
                          <a:latin typeface="微软雅黑" panose="020B0503020204020204" pitchFamily="34" charset="-122"/>
                          <a:ea typeface="微软雅黑" panose="020B0503020204020204" pitchFamily="34" charset="-122"/>
                        </a:rPr>
                        <a:t>静态与动态作业车间调度</a:t>
                      </a:r>
                    </a:p>
                  </a:txBody>
                  <a:tcPr marL="9525" marR="9525" marT="9525" anchor="ctr"/>
                </a:tc>
                <a:tc>
                  <a:txBody>
                    <a:bodyPr/>
                    <a:lstStyle/>
                    <a:p>
                      <a:pPr algn="ctr" fontAlgn="ctr">
                        <a:buNone/>
                      </a:pPr>
                      <a:r>
                        <a:rPr lang="zh-CN" sz="1300" b="0" i="0" u="none" strike="noStrike">
                          <a:solidFill>
                            <a:srgbClr val="1F1F1F"/>
                          </a:solidFill>
                          <a:effectLst/>
                          <a:latin typeface="微软雅黑" panose="020B0503020204020204" pitchFamily="34" charset="-122"/>
                          <a:ea typeface="微软雅黑" panose="020B0503020204020204" pitchFamily="34" charset="-122"/>
                        </a:rPr>
                        <a:t>Actor–Critic、并行训练、规则动作</a:t>
                      </a:r>
                    </a:p>
                  </a:txBody>
                  <a:tcPr marL="9525" marR="9525" marT="9525" anchor="ctr"/>
                </a:tc>
                <a:tc>
                  <a:txBody>
                    <a:bodyPr/>
                    <a:lstStyle/>
                    <a:p>
                      <a:pPr algn="ctr" fontAlgn="ctr">
                        <a:buNone/>
                      </a:pPr>
                      <a:r>
                        <a:rPr lang="zh-CN" sz="1300" b="0" i="0" u="none" strike="noStrike">
                          <a:solidFill>
                            <a:srgbClr val="1F1F1F"/>
                          </a:solidFill>
                          <a:effectLst/>
                          <a:latin typeface="微软雅黑" panose="020B0503020204020204" pitchFamily="34" charset="-122"/>
                          <a:ea typeface="微软雅黑" panose="020B0503020204020204" pitchFamily="34" charset="-122"/>
                        </a:rPr>
                        <a:t>将多种简单派工规则作为动作，在并行环境中训练调度策略</a:t>
                      </a:r>
                    </a:p>
                  </a:txBody>
                  <a:tcPr marL="9525" marR="9525" marT="9525" anchor="ctr"/>
                </a:tc>
                <a:tc>
                  <a:txBody>
                    <a:bodyPr/>
                    <a:lstStyle/>
                    <a:p>
                      <a:pPr algn="ctr" fontAlgn="ctr">
                        <a:buNone/>
                      </a:pPr>
                      <a:r>
                        <a:rPr lang="zh-CN" sz="1300" b="0" i="0" u="none" strike="noStrike">
                          <a:solidFill>
                            <a:srgbClr val="1F1F1F"/>
                          </a:solidFill>
                          <a:effectLst/>
                          <a:latin typeface="微软雅黑" panose="020B0503020204020204" pitchFamily="34" charset="-122"/>
                          <a:ea typeface="微软雅黑" panose="020B0503020204020204" pitchFamily="34" charset="-122"/>
                        </a:rPr>
                        <a:t>提升了动态适应性，但本质上仍属于扁平策略和规则级动作选择</a:t>
                      </a:r>
                    </a:p>
                  </a:txBody>
                  <a:tcPr marL="9525" marR="9525" marT="9525" anchor="ctr"/>
                </a:tc>
                <a:extLst>
                  <a:ext uri="{0D108BD9-81ED-4DB2-BD59-A6C34878D82A}">
                    <a16:rowId xmlns:a16="http://schemas.microsoft.com/office/drawing/2014/main" val="1183920407"/>
                  </a:ext>
                </a:extLst>
              </a:tr>
              <a:tr h="540154">
                <a:tc>
                  <a:txBody>
                    <a:bodyPr/>
                    <a:lstStyle/>
                    <a:p>
                      <a:pPr marL="0" algn="ctr" defTabSz="914400" rtl="0" eaLnBrk="1" fontAlgn="ctr" latinLnBrk="0" hangingPunct="1">
                        <a:buNone/>
                      </a:pPr>
                      <a:r>
                        <a:rPr lang="en-US" altLang="zh-CN" sz="1300" b="0" kern="100" dirty="0">
                          <a:solidFill>
                            <a:schemeClr val="lt1"/>
                          </a:solidFill>
                          <a:effectLst/>
                          <a:latin typeface="微软雅黑" panose="020B0503020204020204" pitchFamily="34" charset="-122"/>
                          <a:ea typeface="微软雅黑" panose="020B0503020204020204" pitchFamily="34" charset="-122"/>
                          <a:cs typeface="+mn-cs"/>
                        </a:rPr>
                        <a:t>[11] Park et al.</a:t>
                      </a:r>
                      <a:r>
                        <a:rPr lang="zh-CN" altLang="en-US" sz="1300" b="0" kern="100" dirty="0">
                          <a:solidFill>
                            <a:schemeClr val="lt1"/>
                          </a:solidFill>
                          <a:effectLst/>
                          <a:latin typeface="微软雅黑" panose="020B0503020204020204" pitchFamily="34" charset="-122"/>
                          <a:ea typeface="微软雅黑" panose="020B0503020204020204" pitchFamily="34" charset="-122"/>
                          <a:cs typeface="+mn-cs"/>
                        </a:rPr>
                        <a:t>（</a:t>
                      </a:r>
                      <a:r>
                        <a:rPr lang="en-US" altLang="zh-CN" sz="1300" b="0" kern="100" dirty="0">
                          <a:solidFill>
                            <a:schemeClr val="lt1"/>
                          </a:solidFill>
                          <a:effectLst/>
                          <a:latin typeface="微软雅黑" panose="020B0503020204020204" pitchFamily="34" charset="-122"/>
                          <a:ea typeface="微软雅黑" panose="020B0503020204020204" pitchFamily="34" charset="-122"/>
                          <a:cs typeface="+mn-cs"/>
                        </a:rPr>
                        <a:t>2020</a:t>
                      </a:r>
                      <a:r>
                        <a:rPr lang="zh-CN" altLang="en-US" sz="1300" b="0" kern="100" dirty="0">
                          <a:solidFill>
                            <a:schemeClr val="lt1"/>
                          </a:solidFill>
                          <a:effectLst/>
                          <a:latin typeface="微软雅黑" panose="020B0503020204020204" pitchFamily="34" charset="-122"/>
                          <a:ea typeface="微软雅黑" panose="020B0503020204020204" pitchFamily="34" charset="-122"/>
                          <a:cs typeface="+mn-cs"/>
                        </a:rPr>
                        <a:t>）</a:t>
                      </a:r>
                    </a:p>
                  </a:txBody>
                  <a:tcPr marL="9525" marR="9525" marT="9525" anchor="ctr"/>
                </a:tc>
                <a:tc>
                  <a:txBody>
                    <a:bodyPr/>
                    <a:lstStyle/>
                    <a:p>
                      <a:pPr algn="ctr" fontAlgn="ctr">
                        <a:buNone/>
                      </a:pPr>
                      <a:r>
                        <a:rPr lang="zh-CN" sz="1300" b="0" i="0" u="none" strike="noStrike">
                          <a:solidFill>
                            <a:srgbClr val="1F1F1F"/>
                          </a:solidFill>
                          <a:effectLst/>
                          <a:latin typeface="微软雅黑" panose="020B0503020204020204" pitchFamily="34" charset="-122"/>
                          <a:ea typeface="微软雅黑" panose="020B0503020204020204" pitchFamily="34" charset="-122"/>
                        </a:rPr>
                        <a:t>半导体制造鲁棒调度</a:t>
                      </a:r>
                    </a:p>
                  </a:txBody>
                  <a:tcPr marL="9525" marR="9525" marT="9525" anchor="ctr"/>
                </a:tc>
                <a:tc>
                  <a:txBody>
                    <a:bodyPr/>
                    <a:lstStyle/>
                    <a:p>
                      <a:pPr algn="ctr" fontAlgn="ctr">
                        <a:buNone/>
                      </a:pPr>
                      <a:r>
                        <a:rPr lang="zh-CN" sz="1300" b="0" i="0" u="none" strike="noStrike">
                          <a:solidFill>
                            <a:srgbClr val="1F1F1F"/>
                          </a:solidFill>
                          <a:effectLst/>
                          <a:latin typeface="微软雅黑" panose="020B0503020204020204" pitchFamily="34" charset="-122"/>
                          <a:ea typeface="微软雅黑" panose="020B0503020204020204" pitchFamily="34" charset="-122"/>
                        </a:rPr>
                        <a:t>共享神经网络的强化学习</a:t>
                      </a:r>
                    </a:p>
                  </a:txBody>
                  <a:tcPr marL="9525" marR="9525" marT="9525" anchor="ctr"/>
                </a:tc>
                <a:tc>
                  <a:txBody>
                    <a:bodyPr/>
                    <a:lstStyle/>
                    <a:p>
                      <a:pPr algn="ctr" fontAlgn="ctr">
                        <a:buNone/>
                      </a:pPr>
                      <a:r>
                        <a:rPr lang="zh-CN" sz="1300" b="0" i="0" u="none" strike="noStrike">
                          <a:solidFill>
                            <a:srgbClr val="1F1F1F"/>
                          </a:solidFill>
                          <a:effectLst/>
                          <a:latin typeface="微软雅黑" panose="020B0503020204020204" pitchFamily="34" charset="-122"/>
                          <a:ea typeface="微软雅黑" panose="020B0503020204020204" pitchFamily="34" charset="-122"/>
                        </a:rPr>
                        <a:t>设备智能体分散执行设置决策，并通过共享策略适应设备数量和初始状态变化</a:t>
                      </a:r>
                    </a:p>
                  </a:txBody>
                  <a:tcPr marL="9525" marR="9525" marT="9525" anchor="ctr"/>
                </a:tc>
                <a:tc>
                  <a:txBody>
                    <a:bodyPr/>
                    <a:lstStyle/>
                    <a:p>
                      <a:pPr algn="ctr" fontAlgn="ctr">
                        <a:buNone/>
                      </a:pPr>
                      <a:r>
                        <a:rPr lang="zh-CN" sz="1300" b="0" i="0" u="none" strike="noStrike">
                          <a:solidFill>
                            <a:srgbClr val="1F1F1F"/>
                          </a:solidFill>
                          <a:effectLst/>
                          <a:latin typeface="微软雅黑" panose="020B0503020204020204" pitchFamily="34" charset="-122"/>
                          <a:ea typeface="微软雅黑" panose="020B0503020204020204" pitchFamily="34" charset="-122"/>
                        </a:rPr>
                        <a:t>具备一定分布式决策能力，但多主体仍围绕单一设备设置任务展开</a:t>
                      </a:r>
                    </a:p>
                  </a:txBody>
                  <a:tcPr marL="9525" marR="9525" marT="9525" anchor="ctr"/>
                </a:tc>
                <a:extLst>
                  <a:ext uri="{0D108BD9-81ED-4DB2-BD59-A6C34878D82A}">
                    <a16:rowId xmlns:a16="http://schemas.microsoft.com/office/drawing/2014/main" val="2400241867"/>
                  </a:ext>
                </a:extLst>
              </a:tr>
              <a:tr h="540154">
                <a:tc>
                  <a:txBody>
                    <a:bodyPr/>
                    <a:lstStyle/>
                    <a:p>
                      <a:pPr marL="0" algn="ctr" defTabSz="914400" rtl="0" eaLnBrk="1" fontAlgn="ctr" latinLnBrk="0" hangingPunct="1">
                        <a:buNone/>
                      </a:pPr>
                      <a:r>
                        <a:rPr lang="en-US" altLang="zh-CN" sz="1300" b="0" kern="100" dirty="0">
                          <a:solidFill>
                            <a:schemeClr val="lt1"/>
                          </a:solidFill>
                          <a:effectLst/>
                          <a:latin typeface="微软雅黑" panose="020B0503020204020204" pitchFamily="34" charset="-122"/>
                          <a:ea typeface="微软雅黑" panose="020B0503020204020204" pitchFamily="34" charset="-122"/>
                          <a:cs typeface="+mn-cs"/>
                        </a:rPr>
                        <a:t>[12] Liu et al.</a:t>
                      </a:r>
                      <a:r>
                        <a:rPr lang="zh-CN" altLang="en-US" sz="1300" b="0" kern="100" dirty="0">
                          <a:solidFill>
                            <a:schemeClr val="lt1"/>
                          </a:solidFill>
                          <a:effectLst/>
                          <a:latin typeface="微软雅黑" panose="020B0503020204020204" pitchFamily="34" charset="-122"/>
                          <a:ea typeface="微软雅黑" panose="020B0503020204020204" pitchFamily="34" charset="-122"/>
                          <a:cs typeface="+mn-cs"/>
                        </a:rPr>
                        <a:t>（</a:t>
                      </a:r>
                      <a:r>
                        <a:rPr lang="en-US" altLang="zh-CN" sz="1300" b="0" kern="100" dirty="0">
                          <a:solidFill>
                            <a:schemeClr val="lt1"/>
                          </a:solidFill>
                          <a:effectLst/>
                          <a:latin typeface="微软雅黑" panose="020B0503020204020204" pitchFamily="34" charset="-122"/>
                          <a:ea typeface="微软雅黑" panose="020B0503020204020204" pitchFamily="34" charset="-122"/>
                          <a:cs typeface="+mn-cs"/>
                        </a:rPr>
                        <a:t>2023</a:t>
                      </a:r>
                      <a:r>
                        <a:rPr lang="zh-CN" altLang="en-US" sz="1300" b="0" kern="100" dirty="0">
                          <a:solidFill>
                            <a:schemeClr val="lt1"/>
                          </a:solidFill>
                          <a:effectLst/>
                          <a:latin typeface="微软雅黑" panose="020B0503020204020204" pitchFamily="34" charset="-122"/>
                          <a:ea typeface="微软雅黑" panose="020B0503020204020204" pitchFamily="34" charset="-122"/>
                          <a:cs typeface="+mn-cs"/>
                        </a:rPr>
                        <a:t>）</a:t>
                      </a:r>
                    </a:p>
                  </a:txBody>
                  <a:tcPr marL="9525" marR="9525" marT="9525" anchor="ctr"/>
                </a:tc>
                <a:tc>
                  <a:txBody>
                    <a:bodyPr/>
                    <a:lstStyle/>
                    <a:p>
                      <a:pPr algn="ctr" fontAlgn="ctr">
                        <a:buNone/>
                      </a:pPr>
                      <a:r>
                        <a:rPr lang="zh-CN" sz="1300" b="0" i="0" u="none" strike="noStrike">
                          <a:solidFill>
                            <a:srgbClr val="1F1F1F"/>
                          </a:solidFill>
                          <a:effectLst/>
                          <a:latin typeface="微软雅黑" panose="020B0503020204020204" pitchFamily="34" charset="-122"/>
                          <a:ea typeface="微软雅黑" panose="020B0503020204020204" pitchFamily="34" charset="-122"/>
                        </a:rPr>
                        <a:t>随机工件到达的动态作业车间</a:t>
                      </a:r>
                    </a:p>
                  </a:txBody>
                  <a:tcPr marL="9525" marR="9525" marT="9525" anchor="ctr"/>
                </a:tc>
                <a:tc>
                  <a:txBody>
                    <a:bodyPr/>
                    <a:lstStyle/>
                    <a:p>
                      <a:pPr algn="ctr" fontAlgn="ctr">
                        <a:buNone/>
                      </a:pPr>
                      <a:r>
                        <a:rPr lang="zh-CN" sz="1300" b="0" i="0" u="none" strike="noStrike">
                          <a:solidFill>
                            <a:srgbClr val="1F1F1F"/>
                          </a:solidFill>
                          <a:effectLst/>
                          <a:latin typeface="微软雅黑" panose="020B0503020204020204" pitchFamily="34" charset="-122"/>
                          <a:ea typeface="微软雅黑" panose="020B0503020204020204" pitchFamily="34" charset="-122"/>
                        </a:rPr>
                        <a:t>深度MARL、集中训练—分散执行、参数共享</a:t>
                      </a:r>
                    </a:p>
                  </a:txBody>
                  <a:tcPr marL="9525" marR="9525" marT="9525" anchor="ctr"/>
                </a:tc>
                <a:tc>
                  <a:txBody>
                    <a:bodyPr/>
                    <a:lstStyle/>
                    <a:p>
                      <a:pPr algn="ctr" fontAlgn="ctr">
                        <a:buNone/>
                      </a:pPr>
                      <a:r>
                        <a:rPr lang="zh-CN" sz="1300" b="0" i="0" u="none" strike="noStrike">
                          <a:solidFill>
                            <a:srgbClr val="1F1F1F"/>
                          </a:solidFill>
                          <a:effectLst/>
                          <a:latin typeface="微软雅黑" panose="020B0503020204020204" pitchFamily="34" charset="-122"/>
                          <a:ea typeface="微软雅黑" panose="020B0503020204020204" pitchFamily="34" charset="-122"/>
                        </a:rPr>
                        <a:t>以机器为智能体进行近实时协同调度，并通过奖励塑形促进合作</a:t>
                      </a:r>
                    </a:p>
                  </a:txBody>
                  <a:tcPr marL="9525" marR="9525" marT="9525" anchor="ctr"/>
                </a:tc>
                <a:tc>
                  <a:txBody>
                    <a:bodyPr/>
                    <a:lstStyle/>
                    <a:p>
                      <a:pPr algn="ctr" fontAlgn="ctr">
                        <a:buNone/>
                      </a:pPr>
                      <a:r>
                        <a:rPr lang="zh-CN" sz="1300" b="0" i="0" u="none" strike="noStrike">
                          <a:solidFill>
                            <a:srgbClr val="1F1F1F"/>
                          </a:solidFill>
                          <a:effectLst/>
                          <a:latin typeface="微软雅黑" panose="020B0503020204020204" pitchFamily="34" charset="-122"/>
                          <a:ea typeface="微软雅黑" panose="020B0503020204020204" pitchFamily="34" charset="-122"/>
                        </a:rPr>
                        <a:t>增强了横向多主体协同，但缺少资源启用、访问控制与执行决策之间的纵向分层</a:t>
                      </a:r>
                    </a:p>
                  </a:txBody>
                  <a:tcPr marL="9525" marR="9525" marT="9525" anchor="ctr"/>
                </a:tc>
                <a:extLst>
                  <a:ext uri="{0D108BD9-81ED-4DB2-BD59-A6C34878D82A}">
                    <a16:rowId xmlns:a16="http://schemas.microsoft.com/office/drawing/2014/main" val="2349622468"/>
                  </a:ext>
                </a:extLst>
              </a:tr>
              <a:tr h="540154">
                <a:tc>
                  <a:txBody>
                    <a:bodyPr/>
                    <a:lstStyle/>
                    <a:p>
                      <a:pPr marL="0" algn="ctr" defTabSz="914400" rtl="0" eaLnBrk="1" fontAlgn="ctr" latinLnBrk="0" hangingPunct="1">
                        <a:buNone/>
                      </a:pPr>
                      <a:r>
                        <a:rPr lang="en-US" altLang="zh-CN" sz="1300" b="0" kern="100" dirty="0">
                          <a:solidFill>
                            <a:schemeClr val="lt1"/>
                          </a:solidFill>
                          <a:effectLst/>
                          <a:latin typeface="微软雅黑" panose="020B0503020204020204" pitchFamily="34" charset="-122"/>
                          <a:ea typeface="微软雅黑" panose="020B0503020204020204" pitchFamily="34" charset="-122"/>
                          <a:cs typeface="+mn-cs"/>
                        </a:rPr>
                        <a:t>[13] Lei et al.</a:t>
                      </a:r>
                      <a:r>
                        <a:rPr lang="zh-CN" altLang="en-US" sz="1300" b="0" kern="100" dirty="0">
                          <a:solidFill>
                            <a:schemeClr val="lt1"/>
                          </a:solidFill>
                          <a:effectLst/>
                          <a:latin typeface="微软雅黑" panose="020B0503020204020204" pitchFamily="34" charset="-122"/>
                          <a:ea typeface="微软雅黑" panose="020B0503020204020204" pitchFamily="34" charset="-122"/>
                          <a:cs typeface="+mn-cs"/>
                        </a:rPr>
                        <a:t>（</a:t>
                      </a:r>
                      <a:r>
                        <a:rPr lang="en-US" altLang="zh-CN" sz="1300" b="0" kern="100" dirty="0">
                          <a:solidFill>
                            <a:schemeClr val="lt1"/>
                          </a:solidFill>
                          <a:effectLst/>
                          <a:latin typeface="微软雅黑" panose="020B0503020204020204" pitchFamily="34" charset="-122"/>
                          <a:ea typeface="微软雅黑" panose="020B0503020204020204" pitchFamily="34" charset="-122"/>
                          <a:cs typeface="+mn-cs"/>
                        </a:rPr>
                        <a:t>2024</a:t>
                      </a:r>
                      <a:r>
                        <a:rPr lang="zh-CN" altLang="en-US" sz="1300" b="0" kern="100" dirty="0">
                          <a:solidFill>
                            <a:schemeClr val="lt1"/>
                          </a:solidFill>
                          <a:effectLst/>
                          <a:latin typeface="微软雅黑" panose="020B0503020204020204" pitchFamily="34" charset="-122"/>
                          <a:ea typeface="微软雅黑" panose="020B0503020204020204" pitchFamily="34" charset="-122"/>
                          <a:cs typeface="+mn-cs"/>
                        </a:rPr>
                        <a:t>）</a:t>
                      </a:r>
                    </a:p>
                  </a:txBody>
                  <a:tcPr marL="9525" marR="9525" marT="9525" anchor="ctr"/>
                </a:tc>
                <a:tc>
                  <a:txBody>
                    <a:bodyPr/>
                    <a:lstStyle/>
                    <a:p>
                      <a:pPr algn="ctr" fontAlgn="ctr">
                        <a:buNone/>
                      </a:pPr>
                      <a:r>
                        <a:rPr lang="zh-CN" sz="1300" b="0" i="0" u="none" strike="noStrike">
                          <a:solidFill>
                            <a:srgbClr val="1F1F1F"/>
                          </a:solidFill>
                          <a:effectLst/>
                          <a:latin typeface="微软雅黑" panose="020B0503020204020204" pitchFamily="34" charset="-122"/>
                          <a:ea typeface="微软雅黑" panose="020B0503020204020204" pitchFamily="34" charset="-122"/>
                        </a:rPr>
                        <a:t>考虑随机到达和跨工厂转运的分布式车间</a:t>
                      </a:r>
                    </a:p>
                  </a:txBody>
                  <a:tcPr marL="9525" marR="9525" marT="9525" anchor="ctr"/>
                </a:tc>
                <a:tc>
                  <a:txBody>
                    <a:bodyPr/>
                    <a:lstStyle/>
                    <a:p>
                      <a:pPr algn="ctr" fontAlgn="ctr">
                        <a:buNone/>
                      </a:pPr>
                      <a:r>
                        <a:rPr lang="zh-CN" sz="1300" b="0" i="0" u="none" strike="noStrike">
                          <a:solidFill>
                            <a:srgbClr val="1F1F1F"/>
                          </a:solidFill>
                          <a:effectLst/>
                          <a:latin typeface="微软雅黑" panose="020B0503020204020204" pitchFamily="34" charset="-122"/>
                          <a:ea typeface="微软雅黑" panose="020B0503020204020204" pitchFamily="34" charset="-122"/>
                        </a:rPr>
                        <a:t>DRL实时调度方法</a:t>
                      </a:r>
                    </a:p>
                  </a:txBody>
                  <a:tcPr marL="9525" marR="9525" marT="9525" anchor="ctr"/>
                </a:tc>
                <a:tc>
                  <a:txBody>
                    <a:bodyPr/>
                    <a:lstStyle/>
                    <a:p>
                      <a:pPr algn="ctr" fontAlgn="ctr">
                        <a:buNone/>
                      </a:pPr>
                      <a:r>
                        <a:rPr lang="zh-CN" sz="1300" b="0" i="0" u="none" strike="noStrike">
                          <a:solidFill>
                            <a:srgbClr val="1F1F1F"/>
                          </a:solidFill>
                          <a:effectLst/>
                          <a:latin typeface="微软雅黑" panose="020B0503020204020204" pitchFamily="34" charset="-122"/>
                          <a:ea typeface="微软雅黑" panose="020B0503020204020204" pitchFamily="34" charset="-122"/>
                        </a:rPr>
                        <a:t>联合考虑动态订单、工厂分配和转运约束，以平均拖期为目标</a:t>
                      </a:r>
                    </a:p>
                  </a:txBody>
                  <a:tcPr marL="9525" marR="9525" marT="9525" anchor="ctr"/>
                </a:tc>
                <a:tc>
                  <a:txBody>
                    <a:bodyPr/>
                    <a:lstStyle/>
                    <a:p>
                      <a:pPr algn="ctr" fontAlgn="ctr">
                        <a:buNone/>
                      </a:pPr>
                      <a:r>
                        <a:rPr lang="zh-CN" sz="1300" b="0" i="0" u="none" strike="noStrike">
                          <a:solidFill>
                            <a:srgbClr val="1F1F1F"/>
                          </a:solidFill>
                          <a:effectLst/>
                          <a:latin typeface="微软雅黑" panose="020B0503020204020204" pitchFamily="34" charset="-122"/>
                          <a:ea typeface="微软雅黑" panose="020B0503020204020204" pitchFamily="34" charset="-122"/>
                        </a:rPr>
                        <a:t>年份较新但仍属于统一DRL策略，可用于说明复杂场景下多类决策的协同仍有限</a:t>
                      </a:r>
                    </a:p>
                  </a:txBody>
                  <a:tcPr marL="9525" marR="9525" marT="9525" anchor="ctr"/>
                </a:tc>
                <a:extLst>
                  <a:ext uri="{0D108BD9-81ED-4DB2-BD59-A6C34878D82A}">
                    <a16:rowId xmlns:a16="http://schemas.microsoft.com/office/drawing/2014/main" val="700612519"/>
                  </a:ext>
                </a:extLst>
              </a:tr>
              <a:tr h="540154">
                <a:tc>
                  <a:txBody>
                    <a:bodyPr/>
                    <a:lstStyle/>
                    <a:p>
                      <a:pPr marL="0" algn="ctr" defTabSz="914400" rtl="0" eaLnBrk="1" fontAlgn="ctr" latinLnBrk="0" hangingPunct="1">
                        <a:buNone/>
                      </a:pPr>
                      <a:r>
                        <a:rPr lang="en-US" altLang="zh-CN" sz="1300" b="0" kern="100" dirty="0">
                          <a:solidFill>
                            <a:schemeClr val="lt1"/>
                          </a:solidFill>
                          <a:effectLst/>
                          <a:latin typeface="微软雅黑" panose="020B0503020204020204" pitchFamily="34" charset="-122"/>
                          <a:ea typeface="微软雅黑" panose="020B0503020204020204" pitchFamily="34" charset="-122"/>
                          <a:cs typeface="+mn-cs"/>
                        </a:rPr>
                        <a:t>[14] Lv et al.</a:t>
                      </a:r>
                      <a:r>
                        <a:rPr lang="zh-CN" altLang="en-US" sz="1300" b="0" kern="100" dirty="0">
                          <a:solidFill>
                            <a:schemeClr val="lt1"/>
                          </a:solidFill>
                          <a:effectLst/>
                          <a:latin typeface="微软雅黑" panose="020B0503020204020204" pitchFamily="34" charset="-122"/>
                          <a:ea typeface="微软雅黑" panose="020B0503020204020204" pitchFamily="34" charset="-122"/>
                          <a:cs typeface="+mn-cs"/>
                        </a:rPr>
                        <a:t>（</a:t>
                      </a:r>
                      <a:r>
                        <a:rPr lang="en-US" altLang="zh-CN" sz="1300" b="0" kern="100" dirty="0">
                          <a:solidFill>
                            <a:schemeClr val="lt1"/>
                          </a:solidFill>
                          <a:effectLst/>
                          <a:latin typeface="微软雅黑" panose="020B0503020204020204" pitchFamily="34" charset="-122"/>
                          <a:ea typeface="微软雅黑" panose="020B0503020204020204" pitchFamily="34" charset="-122"/>
                          <a:cs typeface="+mn-cs"/>
                        </a:rPr>
                        <a:t>2025</a:t>
                      </a:r>
                      <a:r>
                        <a:rPr lang="zh-CN" altLang="en-US" sz="1300" b="0" kern="100" dirty="0">
                          <a:solidFill>
                            <a:schemeClr val="lt1"/>
                          </a:solidFill>
                          <a:effectLst/>
                          <a:latin typeface="微软雅黑" panose="020B0503020204020204" pitchFamily="34" charset="-122"/>
                          <a:ea typeface="微软雅黑" panose="020B0503020204020204" pitchFamily="34" charset="-122"/>
                          <a:cs typeface="+mn-cs"/>
                        </a:rPr>
                        <a:t>）</a:t>
                      </a:r>
                    </a:p>
                  </a:txBody>
                  <a:tcPr marL="9525" marR="9525" marT="9525" anchor="ctr"/>
                </a:tc>
                <a:tc>
                  <a:txBody>
                    <a:bodyPr/>
                    <a:lstStyle/>
                    <a:p>
                      <a:pPr algn="ctr" fontAlgn="ctr">
                        <a:buNone/>
                      </a:pPr>
                      <a:r>
                        <a:rPr lang="zh-CN" sz="1300" b="0" i="0" u="none" strike="noStrike">
                          <a:solidFill>
                            <a:srgbClr val="1F1F1F"/>
                          </a:solidFill>
                          <a:effectLst/>
                          <a:latin typeface="微软雅黑" panose="020B0503020204020204" pitchFamily="34" charset="-122"/>
                          <a:ea typeface="微软雅黑" panose="020B0503020204020204" pitchFamily="34" charset="-122"/>
                        </a:rPr>
                        <a:t>设备故障下的动态柔性车间调度修复</a:t>
                      </a:r>
                    </a:p>
                  </a:txBody>
                  <a:tcPr marL="9525" marR="9525" marT="9525" anchor="ctr"/>
                </a:tc>
                <a:tc>
                  <a:txBody>
                    <a:bodyPr/>
                    <a:lstStyle/>
                    <a:p>
                      <a:pPr algn="ctr" fontAlgn="ctr">
                        <a:buNone/>
                      </a:pPr>
                      <a:r>
                        <a:rPr lang="zh-CN" sz="1300" b="0" i="0" u="none" strike="noStrike">
                          <a:solidFill>
                            <a:srgbClr val="1F1F1F"/>
                          </a:solidFill>
                          <a:effectLst/>
                          <a:latin typeface="微软雅黑" panose="020B0503020204020204" pitchFamily="34" charset="-122"/>
                          <a:ea typeface="微软雅黑" panose="020B0503020204020204" pitchFamily="34" charset="-122"/>
                        </a:rPr>
                        <a:t>类型感知多智能体深度强化学习</a:t>
                      </a:r>
                    </a:p>
                  </a:txBody>
                  <a:tcPr marL="9525" marR="9525" marT="9525" anchor="ctr"/>
                </a:tc>
                <a:tc>
                  <a:txBody>
                    <a:bodyPr/>
                    <a:lstStyle/>
                    <a:p>
                      <a:pPr algn="ctr" fontAlgn="ctr">
                        <a:buNone/>
                      </a:pPr>
                      <a:r>
                        <a:rPr lang="zh-CN" sz="1300" b="0" i="0" u="none" strike="noStrike">
                          <a:solidFill>
                            <a:srgbClr val="1F1F1F"/>
                          </a:solidFill>
                          <a:effectLst/>
                          <a:latin typeface="微软雅黑" panose="020B0503020204020204" pitchFamily="34" charset="-122"/>
                          <a:ea typeface="微软雅黑" panose="020B0503020204020204" pitchFamily="34" charset="-122"/>
                        </a:rPr>
                        <a:t>根据智能体类型进行协同，实现设备故障后的实时计划修复</a:t>
                      </a:r>
                    </a:p>
                  </a:txBody>
                  <a:tcPr marL="9525" marR="9525" marT="9525" anchor="ctr"/>
                </a:tc>
                <a:tc>
                  <a:txBody>
                    <a:bodyPr/>
                    <a:lstStyle/>
                    <a:p>
                      <a:pPr algn="ctr" fontAlgn="ctr">
                        <a:buNone/>
                      </a:pPr>
                      <a:r>
                        <a:rPr lang="zh-CN" sz="1300" b="0" i="0" u="none" strike="noStrike" dirty="0">
                          <a:solidFill>
                            <a:srgbClr val="1F1F1F"/>
                          </a:solidFill>
                          <a:effectLst/>
                          <a:latin typeface="微软雅黑" panose="020B0503020204020204" pitchFamily="34" charset="-122"/>
                          <a:ea typeface="微软雅黑" panose="020B0503020204020204" pitchFamily="34" charset="-122"/>
                        </a:rPr>
                        <a:t>代表近期MARL进展，但主要强化横向角色协同，尚未形成清晰的纵向分层决策</a:t>
                      </a:r>
                    </a:p>
                  </a:txBody>
                  <a:tcPr marL="9525" marR="9525" marT="9525" anchor="ctr"/>
                </a:tc>
                <a:extLst>
                  <a:ext uri="{0D108BD9-81ED-4DB2-BD59-A6C34878D82A}">
                    <a16:rowId xmlns:a16="http://schemas.microsoft.com/office/drawing/2014/main" val="3529973201"/>
                  </a:ext>
                </a:extLst>
              </a:tr>
            </a:tbl>
          </a:graphicData>
        </a:graphic>
      </p:graphicFrame>
      <p:sp>
        <p:nvSpPr>
          <p:cNvPr id="5" name="矩形 4">
            <a:extLst>
              <a:ext uri="{FF2B5EF4-FFF2-40B4-BE49-F238E27FC236}">
                <a16:creationId xmlns:a16="http://schemas.microsoft.com/office/drawing/2014/main" id="{DA5D446B-1074-EFD5-FD5F-B4EC29C59D00}"/>
              </a:ext>
            </a:extLst>
          </p:cNvPr>
          <p:cNvSpPr/>
          <p:nvPr/>
        </p:nvSpPr>
        <p:spPr>
          <a:xfrm>
            <a:off x="337131" y="5876995"/>
            <a:ext cx="11512983" cy="839490"/>
          </a:xfrm>
          <a:prstGeom prst="rect">
            <a:avLst/>
          </a:prstGeom>
          <a:gradFill>
            <a:gsLst>
              <a:gs pos="0">
                <a:schemeClr val="accent2">
                  <a:lumMod val="40000"/>
                  <a:lumOff val="60000"/>
                </a:schemeClr>
              </a:gs>
              <a:gs pos="64000">
                <a:schemeClr val="bg2">
                  <a:lumMod val="20000"/>
                  <a:lumOff val="80000"/>
                  <a:alpha val="0"/>
                </a:schemeClr>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30000"/>
              </a:lnSpc>
            </a:pPr>
            <a:r>
              <a:rPr lang="en-US" altLang="zh-CN" sz="1700" b="1" dirty="0">
                <a:solidFill>
                  <a:srgbClr val="003F88"/>
                </a:solidFill>
                <a:latin typeface="Microsoft YaHei" panose="020B0503020204020204" pitchFamily="34" charset="-122"/>
                <a:ea typeface="Microsoft YaHei" panose="020B0503020204020204" pitchFamily="34" charset="-122"/>
              </a:rPr>
              <a:t>• </a:t>
            </a:r>
            <a:r>
              <a:rPr lang="zh-CN" altLang="en-US" sz="1700" b="1" dirty="0">
                <a:solidFill>
                  <a:srgbClr val="003F88"/>
                </a:solidFill>
                <a:latin typeface="Microsoft YaHei" panose="020B0503020204020204" pitchFamily="34" charset="-122"/>
                <a:ea typeface="Microsoft YaHei" panose="020B0503020204020204" pitchFamily="34" charset="-122"/>
              </a:rPr>
              <a:t>强化学习和多智能体方法提高了动态调度的</a:t>
            </a:r>
            <a:r>
              <a:rPr lang="zh-CN" altLang="en-US" sz="1700" b="1" dirty="0">
                <a:solidFill>
                  <a:srgbClr val="FF0000"/>
                </a:solidFill>
                <a:latin typeface="Microsoft YaHei" panose="020B0503020204020204" pitchFamily="34" charset="-122"/>
                <a:ea typeface="Microsoft YaHei" panose="020B0503020204020204" pitchFamily="34" charset="-122"/>
              </a:rPr>
              <a:t>实时决策</a:t>
            </a:r>
            <a:r>
              <a:rPr lang="zh-CN" altLang="en-US" sz="1700" b="1" dirty="0">
                <a:solidFill>
                  <a:srgbClr val="003F88"/>
                </a:solidFill>
                <a:latin typeface="Microsoft YaHei" panose="020B0503020204020204" pitchFamily="34" charset="-122"/>
                <a:ea typeface="Microsoft YaHei" panose="020B0503020204020204" pitchFamily="34" charset="-122"/>
              </a:rPr>
              <a:t>与主体协同能力。</a:t>
            </a:r>
            <a:endParaRPr lang="en-US" altLang="zh-CN" sz="1700" b="1" dirty="0">
              <a:solidFill>
                <a:srgbClr val="003F88"/>
              </a:solidFill>
              <a:latin typeface="Microsoft YaHei" panose="020B0503020204020204" pitchFamily="34" charset="-122"/>
              <a:ea typeface="Microsoft YaHei" panose="020B0503020204020204" pitchFamily="34" charset="-122"/>
            </a:endParaRPr>
          </a:p>
          <a:p>
            <a:pPr>
              <a:lnSpc>
                <a:spcPct val="130000"/>
              </a:lnSpc>
            </a:pPr>
            <a:r>
              <a:rPr lang="en-US" altLang="zh-CN" sz="1700" b="1" dirty="0">
                <a:solidFill>
                  <a:srgbClr val="003F88"/>
                </a:solidFill>
                <a:latin typeface="Microsoft YaHei" panose="020B0503020204020204" pitchFamily="34" charset="-122"/>
                <a:ea typeface="Microsoft YaHei" panose="020B0503020204020204" pitchFamily="34" charset="-122"/>
              </a:rPr>
              <a:t>• </a:t>
            </a:r>
            <a:r>
              <a:rPr lang="zh-CN" altLang="en-US" sz="1700" b="1" dirty="0">
                <a:solidFill>
                  <a:srgbClr val="003F88"/>
                </a:solidFill>
                <a:latin typeface="Microsoft YaHei" panose="020B0503020204020204" pitchFamily="34" charset="-122"/>
                <a:ea typeface="Microsoft YaHei" panose="020B0503020204020204" pitchFamily="34" charset="-122"/>
              </a:rPr>
              <a:t>现有方法多采用单层或扁平化策略，对资源启用、访问控制和站位执行等</a:t>
            </a:r>
            <a:r>
              <a:rPr lang="zh-CN" altLang="en-US" sz="1700" b="1" dirty="0">
                <a:solidFill>
                  <a:srgbClr val="FF0000"/>
                </a:solidFill>
                <a:latin typeface="Microsoft YaHei" panose="020B0503020204020204" pitchFamily="34" charset="-122"/>
                <a:ea typeface="Microsoft YaHei" panose="020B0503020204020204" pitchFamily="34" charset="-122"/>
              </a:rPr>
              <a:t>多层级决策的协同建模</a:t>
            </a:r>
            <a:r>
              <a:rPr lang="zh-CN" altLang="en-US" sz="1700" b="1" dirty="0">
                <a:solidFill>
                  <a:srgbClr val="003F88"/>
                </a:solidFill>
                <a:latin typeface="Microsoft YaHei" panose="020B0503020204020204" pitchFamily="34" charset="-122"/>
                <a:ea typeface="Microsoft YaHei" panose="020B0503020204020204" pitchFamily="34" charset="-122"/>
              </a:rPr>
              <a:t>仍不充分。</a:t>
            </a:r>
          </a:p>
        </p:txBody>
      </p:sp>
    </p:spTree>
    <p:extLst>
      <p:ext uri="{BB962C8B-B14F-4D97-AF65-F5344CB8AC3E}">
        <p14:creationId xmlns:p14="http://schemas.microsoft.com/office/powerpoint/2010/main" val="3118639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23FEDB-AEC1-DF62-3143-E044D8E25F12}"/>
            </a:ext>
          </a:extLst>
        </p:cNvPr>
        <p:cNvGrpSpPr/>
        <p:nvPr/>
      </p:nvGrpSpPr>
      <p:grpSpPr>
        <a:xfrm>
          <a:off x="0" y="0"/>
          <a:ext cx="0" cy="0"/>
          <a:chOff x="0" y="0"/>
          <a:chExt cx="0" cy="0"/>
        </a:xfrm>
      </p:grpSpPr>
      <p:cxnSp>
        <p:nvCxnSpPr>
          <p:cNvPr id="7" name="直接连接符 6">
            <a:extLst>
              <a:ext uri="{FF2B5EF4-FFF2-40B4-BE49-F238E27FC236}">
                <a16:creationId xmlns:a16="http://schemas.microsoft.com/office/drawing/2014/main" id="{44FB9741-AE1B-9137-8B90-F4FF9AC33480}"/>
              </a:ext>
            </a:extLst>
          </p:cNvPr>
          <p:cNvCxnSpPr>
            <a:cxnSpLocks/>
          </p:cNvCxnSpPr>
          <p:nvPr/>
        </p:nvCxnSpPr>
        <p:spPr>
          <a:xfrm>
            <a:off x="337132" y="774574"/>
            <a:ext cx="11567001" cy="0"/>
          </a:xfrm>
          <a:prstGeom prst="line">
            <a:avLst/>
          </a:prstGeom>
          <a:ln w="19050">
            <a:solidFill>
              <a:srgbClr val="133C7A">
                <a:alpha val="80000"/>
              </a:srgbClr>
            </a:solidFill>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7CABA5B3-3A4B-979D-FCC0-54253C07D6C1}"/>
              </a:ext>
            </a:extLst>
          </p:cNvPr>
          <p:cNvSpPr txBox="1"/>
          <p:nvPr/>
        </p:nvSpPr>
        <p:spPr>
          <a:xfrm>
            <a:off x="683012" y="256087"/>
            <a:ext cx="9510123" cy="505676"/>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r>
              <a:rPr lang="en-US" altLang="zh-CN" sz="2800" dirty="0">
                <a:solidFill>
                  <a:schemeClr val="tx2">
                    <a:lumMod val="75000"/>
                  </a:schemeClr>
                </a:solidFill>
                <a:latin typeface="微软雅黑" panose="020B0503020204020204" pitchFamily="34" charset="-122"/>
                <a:ea typeface="微软雅黑" panose="020B0503020204020204" pitchFamily="34" charset="-122"/>
              </a:rPr>
              <a:t>1 </a:t>
            </a:r>
            <a:r>
              <a:rPr lang="zh-CN" altLang="en-US" sz="2800" dirty="0">
                <a:solidFill>
                  <a:schemeClr val="tx2">
                    <a:lumMod val="75000"/>
                  </a:schemeClr>
                </a:solidFill>
                <a:latin typeface="微软雅黑" panose="020B0503020204020204" pitchFamily="34" charset="-122"/>
                <a:ea typeface="微软雅黑" panose="020B0503020204020204" pitchFamily="34" charset="-122"/>
              </a:rPr>
              <a:t>研究背景与现状</a:t>
            </a:r>
          </a:p>
        </p:txBody>
      </p:sp>
      <p:sp>
        <p:nvSpPr>
          <p:cNvPr id="9" name="矩形 8">
            <a:extLst>
              <a:ext uri="{FF2B5EF4-FFF2-40B4-BE49-F238E27FC236}">
                <a16:creationId xmlns:a16="http://schemas.microsoft.com/office/drawing/2014/main" id="{E5E079C0-2E00-6CBF-A8D5-DCAA11F3BEC0}"/>
              </a:ext>
            </a:extLst>
          </p:cNvPr>
          <p:cNvSpPr/>
          <p:nvPr/>
        </p:nvSpPr>
        <p:spPr>
          <a:xfrm>
            <a:off x="337132" y="268900"/>
            <a:ext cx="195295" cy="50567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8643A309-0221-329E-BCB0-8BAA28731AFC}"/>
              </a:ext>
            </a:extLst>
          </p:cNvPr>
          <p:cNvSpPr/>
          <p:nvPr/>
        </p:nvSpPr>
        <p:spPr>
          <a:xfrm>
            <a:off x="337132" y="268900"/>
            <a:ext cx="276318" cy="505674"/>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7ECF2234-C9D0-DFAF-D828-CDB6843AA2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66776" y="256087"/>
            <a:ext cx="1788092" cy="431989"/>
          </a:xfrm>
          <a:prstGeom prst="rect">
            <a:avLst/>
          </a:prstGeom>
        </p:spPr>
      </p:pic>
      <p:sp>
        <p:nvSpPr>
          <p:cNvPr id="2" name="文本框 1">
            <a:extLst>
              <a:ext uri="{FF2B5EF4-FFF2-40B4-BE49-F238E27FC236}">
                <a16:creationId xmlns:a16="http://schemas.microsoft.com/office/drawing/2014/main" id="{135C6F8E-1C99-D13E-9D42-C4D8F3AB3619}"/>
              </a:ext>
            </a:extLst>
          </p:cNvPr>
          <p:cNvSpPr txBox="1"/>
          <p:nvPr/>
        </p:nvSpPr>
        <p:spPr>
          <a:xfrm>
            <a:off x="299410" y="862073"/>
            <a:ext cx="9510123" cy="444121"/>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r>
              <a:rPr lang="en-US" altLang="zh-CN" sz="2400" dirty="0">
                <a:solidFill>
                  <a:schemeClr val="tx2">
                    <a:lumMod val="75000"/>
                  </a:schemeClr>
                </a:solidFill>
                <a:latin typeface="微软雅黑" panose="020B0503020204020204" pitchFamily="34" charset="-122"/>
                <a:ea typeface="微软雅黑" panose="020B0503020204020204" pitchFamily="34" charset="-122"/>
              </a:rPr>
              <a:t>• 1.2 </a:t>
            </a:r>
            <a:r>
              <a:rPr lang="zh-CN" altLang="en-US" sz="2400" dirty="0">
                <a:solidFill>
                  <a:schemeClr val="tx2">
                    <a:lumMod val="75000"/>
                  </a:schemeClr>
                </a:solidFill>
                <a:latin typeface="微软雅黑" panose="020B0503020204020204" pitchFamily="34" charset="-122"/>
                <a:ea typeface="微软雅黑" panose="020B0503020204020204" pitchFamily="34" charset="-122"/>
              </a:rPr>
              <a:t>研究现状</a:t>
            </a:r>
            <a:r>
              <a:rPr lang="en-US" altLang="zh-CN" sz="2400" dirty="0">
                <a:solidFill>
                  <a:schemeClr val="tx2">
                    <a:lumMod val="75000"/>
                  </a:schemeClr>
                </a:solidFill>
                <a:latin typeface="微软雅黑" panose="020B0503020204020204" pitchFamily="34" charset="-122"/>
                <a:ea typeface="微软雅黑" panose="020B0503020204020204" pitchFamily="34" charset="-122"/>
              </a:rPr>
              <a:t>——</a:t>
            </a:r>
            <a:r>
              <a:rPr lang="zh-CN" altLang="en-US" sz="2400" dirty="0">
                <a:solidFill>
                  <a:schemeClr val="tx2">
                    <a:lumMod val="75000"/>
                  </a:schemeClr>
                </a:solidFill>
                <a:latin typeface="微软雅黑" panose="020B0503020204020204" pitchFamily="34" charset="-122"/>
                <a:ea typeface="微软雅黑" panose="020B0503020204020204" pitchFamily="34" charset="-122"/>
              </a:rPr>
              <a:t>图神经网络增强的调度状态建模</a:t>
            </a:r>
          </a:p>
        </p:txBody>
      </p:sp>
      <p:sp>
        <p:nvSpPr>
          <p:cNvPr id="4" name="矩形 3">
            <a:extLst>
              <a:ext uri="{FF2B5EF4-FFF2-40B4-BE49-F238E27FC236}">
                <a16:creationId xmlns:a16="http://schemas.microsoft.com/office/drawing/2014/main" id="{2BDE8831-0C17-8C6A-9BD2-FC9ED734CF3C}"/>
              </a:ext>
            </a:extLst>
          </p:cNvPr>
          <p:cNvSpPr/>
          <p:nvPr/>
        </p:nvSpPr>
        <p:spPr>
          <a:xfrm>
            <a:off x="337131" y="5914571"/>
            <a:ext cx="11512983" cy="812800"/>
          </a:xfrm>
          <a:prstGeom prst="rect">
            <a:avLst/>
          </a:prstGeom>
          <a:gradFill>
            <a:gsLst>
              <a:gs pos="0">
                <a:schemeClr val="accent2">
                  <a:lumMod val="40000"/>
                  <a:lumOff val="60000"/>
                </a:schemeClr>
              </a:gs>
              <a:gs pos="64000">
                <a:schemeClr val="bg2">
                  <a:lumMod val="20000"/>
                  <a:lumOff val="80000"/>
                  <a:alpha val="0"/>
                </a:schemeClr>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30000"/>
              </a:lnSpc>
            </a:pPr>
            <a:r>
              <a:rPr lang="en-US" altLang="zh-CN" sz="1700" b="1" dirty="0">
                <a:solidFill>
                  <a:srgbClr val="003F88"/>
                </a:solidFill>
                <a:latin typeface="Microsoft YaHei" panose="020B0503020204020204" pitchFamily="34" charset="-122"/>
                <a:ea typeface="Microsoft YaHei" panose="020B0503020204020204" pitchFamily="34" charset="-122"/>
              </a:rPr>
              <a:t>• </a:t>
            </a:r>
            <a:r>
              <a:rPr lang="zh-CN" altLang="en-US" sz="1700" b="1" dirty="0">
                <a:solidFill>
                  <a:srgbClr val="003F88"/>
                </a:solidFill>
                <a:latin typeface="Microsoft YaHei" panose="020B0503020204020204" pitchFamily="34" charset="-122"/>
                <a:ea typeface="Microsoft YaHei" panose="020B0503020204020204" pitchFamily="34" charset="-122"/>
              </a:rPr>
              <a:t>图神经网络能够表达工序、机器、资源和调度主体之间的拓扑依赖，增强强化学习的</a:t>
            </a:r>
            <a:r>
              <a:rPr lang="zh-CN" altLang="en-US" sz="1700" b="1" dirty="0">
                <a:solidFill>
                  <a:srgbClr val="FF0000"/>
                </a:solidFill>
                <a:latin typeface="Microsoft YaHei" panose="020B0503020204020204" pitchFamily="34" charset="-122"/>
                <a:ea typeface="Microsoft YaHei" panose="020B0503020204020204" pitchFamily="34" charset="-122"/>
              </a:rPr>
              <a:t>状态提取与跨规模泛化</a:t>
            </a:r>
            <a:r>
              <a:rPr lang="zh-CN" altLang="en-US" sz="1700" b="1" dirty="0">
                <a:solidFill>
                  <a:srgbClr val="003F88"/>
                </a:solidFill>
                <a:latin typeface="Microsoft YaHei" panose="020B0503020204020204" pitchFamily="34" charset="-122"/>
                <a:ea typeface="Microsoft YaHei" panose="020B0503020204020204" pitchFamily="34" charset="-122"/>
              </a:rPr>
              <a:t>能力。</a:t>
            </a:r>
            <a:endParaRPr lang="en-US" altLang="zh-CN" sz="1700" b="1" dirty="0">
              <a:solidFill>
                <a:srgbClr val="003F88"/>
              </a:solidFill>
              <a:latin typeface="Microsoft YaHei" panose="020B0503020204020204" pitchFamily="34" charset="-122"/>
              <a:ea typeface="Microsoft YaHei" panose="020B0503020204020204" pitchFamily="34" charset="-122"/>
            </a:endParaRPr>
          </a:p>
          <a:p>
            <a:pPr>
              <a:lnSpc>
                <a:spcPct val="130000"/>
              </a:lnSpc>
            </a:pPr>
            <a:r>
              <a:rPr lang="en-US" altLang="zh-CN" sz="1700" b="1" dirty="0">
                <a:solidFill>
                  <a:srgbClr val="003F88"/>
                </a:solidFill>
                <a:latin typeface="Microsoft YaHei" panose="020B0503020204020204" pitchFamily="34" charset="-122"/>
                <a:ea typeface="Microsoft YaHei" panose="020B0503020204020204" pitchFamily="34" charset="-122"/>
              </a:rPr>
              <a:t>• </a:t>
            </a:r>
            <a:r>
              <a:rPr lang="zh-CN" altLang="en-US" sz="1700" b="1" dirty="0">
                <a:solidFill>
                  <a:srgbClr val="003F88"/>
                </a:solidFill>
                <a:latin typeface="Microsoft YaHei" panose="020B0503020204020204" pitchFamily="34" charset="-122"/>
                <a:ea typeface="Microsoft YaHei" panose="020B0503020204020204" pitchFamily="34" charset="-122"/>
              </a:rPr>
              <a:t>现有图结构主要围绕工艺优先和资源竞争构建，对飞机脉动装配线中的</a:t>
            </a:r>
            <a:r>
              <a:rPr lang="zh-CN" altLang="en-US" sz="1700" b="1" dirty="0">
                <a:solidFill>
                  <a:srgbClr val="FF0000"/>
                </a:solidFill>
                <a:latin typeface="Microsoft YaHei" panose="020B0503020204020204" pitchFamily="34" charset="-122"/>
                <a:ea typeface="Microsoft YaHei" panose="020B0503020204020204" pitchFamily="34" charset="-122"/>
              </a:rPr>
              <a:t>多类型动态业务关系及扰动传播刻画不足</a:t>
            </a:r>
            <a:r>
              <a:rPr lang="zh-CN" altLang="en-US" sz="1700" b="1" dirty="0">
                <a:solidFill>
                  <a:srgbClr val="003F88"/>
                </a:solidFill>
                <a:latin typeface="Microsoft YaHei" panose="020B0503020204020204" pitchFamily="34" charset="-122"/>
                <a:ea typeface="Microsoft YaHei" panose="020B0503020204020204" pitchFamily="34" charset="-122"/>
              </a:rPr>
              <a:t>。</a:t>
            </a:r>
          </a:p>
        </p:txBody>
      </p:sp>
      <p:graphicFrame>
        <p:nvGraphicFramePr>
          <p:cNvPr id="5" name="表格 4">
            <a:extLst>
              <a:ext uri="{FF2B5EF4-FFF2-40B4-BE49-F238E27FC236}">
                <a16:creationId xmlns:a16="http://schemas.microsoft.com/office/drawing/2014/main" id="{5271B660-51D7-98E5-B266-7C601F4B3DF7}"/>
              </a:ext>
            </a:extLst>
          </p:cNvPr>
          <p:cNvGraphicFramePr>
            <a:graphicFrameLocks noGrp="1"/>
          </p:cNvGraphicFramePr>
          <p:nvPr>
            <p:extLst>
              <p:ext uri="{D42A27DB-BD31-4B8C-83A1-F6EECF244321}">
                <p14:modId xmlns:p14="http://schemas.microsoft.com/office/powerpoint/2010/main" val="1447658388"/>
              </p:ext>
            </p:extLst>
          </p:nvPr>
        </p:nvGraphicFramePr>
        <p:xfrm>
          <a:off x="337132" y="1426423"/>
          <a:ext cx="11517735" cy="4307304"/>
        </p:xfrm>
        <a:graphic>
          <a:graphicData uri="http://schemas.openxmlformats.org/drawingml/2006/table">
            <a:tbl>
              <a:tblPr firstRow="1" firstCol="1" bandRow="1">
                <a:tableStyleId>{21E4AEA4-8DFA-4A89-87EB-49C32662AFE0}</a:tableStyleId>
              </a:tblPr>
              <a:tblGrid>
                <a:gridCol w="1469897">
                  <a:extLst>
                    <a:ext uri="{9D8B030D-6E8A-4147-A177-3AD203B41FA5}">
                      <a16:colId xmlns:a16="http://schemas.microsoft.com/office/drawing/2014/main" val="1161799747"/>
                    </a:ext>
                  </a:extLst>
                </a:gridCol>
                <a:gridCol w="1952171">
                  <a:extLst>
                    <a:ext uri="{9D8B030D-6E8A-4147-A177-3AD203B41FA5}">
                      <a16:colId xmlns:a16="http://schemas.microsoft.com/office/drawing/2014/main" val="3461273887"/>
                    </a:ext>
                  </a:extLst>
                </a:gridCol>
                <a:gridCol w="1792514">
                  <a:extLst>
                    <a:ext uri="{9D8B030D-6E8A-4147-A177-3AD203B41FA5}">
                      <a16:colId xmlns:a16="http://schemas.microsoft.com/office/drawing/2014/main" val="1557009488"/>
                    </a:ext>
                  </a:extLst>
                </a:gridCol>
                <a:gridCol w="2721429">
                  <a:extLst>
                    <a:ext uri="{9D8B030D-6E8A-4147-A177-3AD203B41FA5}">
                      <a16:colId xmlns:a16="http://schemas.microsoft.com/office/drawing/2014/main" val="333185590"/>
                    </a:ext>
                  </a:extLst>
                </a:gridCol>
                <a:gridCol w="3581724">
                  <a:extLst>
                    <a:ext uri="{9D8B030D-6E8A-4147-A177-3AD203B41FA5}">
                      <a16:colId xmlns:a16="http://schemas.microsoft.com/office/drawing/2014/main" val="1834757678"/>
                    </a:ext>
                  </a:extLst>
                </a:gridCol>
              </a:tblGrid>
              <a:tr h="538413">
                <a:tc>
                  <a:txBody>
                    <a:bodyPr/>
                    <a:lstStyle/>
                    <a:p>
                      <a:pPr algn="ctr">
                        <a:buNone/>
                      </a:pPr>
                      <a:r>
                        <a:rPr lang="zh-CN" altLang="en-US" sz="1600" kern="100" dirty="0">
                          <a:effectLst/>
                          <a:latin typeface="微软雅黑" panose="020B0503020204020204" pitchFamily="34" charset="-122"/>
                          <a:ea typeface="微软雅黑" panose="020B0503020204020204" pitchFamily="34" charset="-122"/>
                        </a:rPr>
                        <a:t>文献</a:t>
                      </a:r>
                      <a:endParaRPr lang="zh-CN" sz="1600" kern="100" dirty="0">
                        <a:effectLst/>
                        <a:latin typeface="微软雅黑" panose="020B0503020204020204" pitchFamily="34" charset="-122"/>
                        <a:ea typeface="微软雅黑" panose="020B0503020204020204" pitchFamily="34" charset="-122"/>
                      </a:endParaRPr>
                    </a:p>
                  </a:txBody>
                  <a:tcPr marL="68580" marR="68580" marT="0" marB="0" anchor="ctr"/>
                </a:tc>
                <a:tc>
                  <a:txBody>
                    <a:bodyPr/>
                    <a:lstStyle/>
                    <a:p>
                      <a:pPr algn="ctr">
                        <a:buNone/>
                      </a:pPr>
                      <a:r>
                        <a:rPr lang="zh-CN" altLang="en-US" sz="1600" kern="100" dirty="0">
                          <a:effectLst/>
                          <a:latin typeface="微软雅黑" panose="020B0503020204020204" pitchFamily="34" charset="-122"/>
                          <a:ea typeface="微软雅黑" panose="020B0503020204020204" pitchFamily="34" charset="-122"/>
                        </a:rPr>
                        <a:t>应用场景</a:t>
                      </a:r>
                      <a:endParaRPr lang="zh-CN" sz="1600" kern="100" dirty="0">
                        <a:effectLst/>
                        <a:latin typeface="微软雅黑" panose="020B0503020204020204" pitchFamily="34" charset="-122"/>
                        <a:ea typeface="微软雅黑" panose="020B0503020204020204" pitchFamily="34" charset="-122"/>
                      </a:endParaRPr>
                    </a:p>
                  </a:txBody>
                  <a:tcPr marL="68580" marR="68580" marT="0" marB="0" anchor="ctr"/>
                </a:tc>
                <a:tc>
                  <a:txBody>
                    <a:bodyPr/>
                    <a:lstStyle/>
                    <a:p>
                      <a:pPr algn="ctr">
                        <a:buNone/>
                      </a:pPr>
                      <a:r>
                        <a:rPr lang="zh-CN" altLang="en-US" sz="1600" kern="100" dirty="0">
                          <a:effectLst/>
                          <a:latin typeface="微软雅黑" panose="020B0503020204020204" pitchFamily="34" charset="-122"/>
                          <a:ea typeface="微软雅黑" panose="020B0503020204020204" pitchFamily="34" charset="-122"/>
                        </a:rPr>
                        <a:t>关键方法</a:t>
                      </a:r>
                      <a:endParaRPr lang="zh-CN" sz="1600" kern="100" dirty="0">
                        <a:effectLst/>
                        <a:latin typeface="微软雅黑" panose="020B0503020204020204" pitchFamily="34" charset="-122"/>
                        <a:ea typeface="微软雅黑" panose="020B0503020204020204" pitchFamily="34" charset="-122"/>
                      </a:endParaRPr>
                    </a:p>
                  </a:txBody>
                  <a:tcPr marL="68580" marR="68580" marT="0" marB="0" anchor="ctr"/>
                </a:tc>
                <a:tc>
                  <a:txBody>
                    <a:bodyPr/>
                    <a:lstStyle/>
                    <a:p>
                      <a:pPr algn="ctr">
                        <a:buNone/>
                      </a:pPr>
                      <a:r>
                        <a:rPr lang="zh-CN" altLang="en-US" sz="1600" kern="100" dirty="0">
                          <a:effectLst/>
                          <a:latin typeface="微软雅黑" panose="020B0503020204020204" pitchFamily="34" charset="-122"/>
                          <a:ea typeface="微软雅黑" panose="020B0503020204020204" pitchFamily="34" charset="-122"/>
                        </a:rPr>
                        <a:t>方法特点</a:t>
                      </a:r>
                      <a:endParaRPr lang="zh-CN" sz="1600" kern="100" dirty="0">
                        <a:effectLst/>
                        <a:latin typeface="微软雅黑" panose="020B0503020204020204" pitchFamily="34" charset="-122"/>
                        <a:ea typeface="微软雅黑" panose="020B0503020204020204" pitchFamily="34" charset="-122"/>
                      </a:endParaRPr>
                    </a:p>
                  </a:txBody>
                  <a:tcPr marL="68580" marR="68580" marT="0" marB="0" anchor="ctr"/>
                </a:tc>
                <a:tc>
                  <a:txBody>
                    <a:bodyPr/>
                    <a:lstStyle/>
                    <a:p>
                      <a:pPr algn="ctr">
                        <a:buNone/>
                      </a:pPr>
                      <a:r>
                        <a:rPr lang="zh-CN" altLang="en-US" sz="1600" kern="100" dirty="0">
                          <a:effectLst/>
                          <a:latin typeface="微软雅黑" panose="020B0503020204020204" pitchFamily="34" charset="-122"/>
                          <a:ea typeface="微软雅黑" panose="020B0503020204020204" pitchFamily="34" charset="-122"/>
                        </a:rPr>
                        <a:t>方法启示</a:t>
                      </a:r>
                      <a:endParaRPr lang="zh-CN" sz="1600" kern="100" dirty="0">
                        <a:effectLst/>
                        <a:latin typeface="微软雅黑" panose="020B0503020204020204" pitchFamily="34" charset="-122"/>
                        <a:ea typeface="微软雅黑" panose="020B0503020204020204" pitchFamily="34" charset="-122"/>
                      </a:endParaRPr>
                    </a:p>
                  </a:txBody>
                  <a:tcPr marL="68580" marR="68580" marT="0" marB="0" anchor="ctr"/>
                </a:tc>
                <a:extLst>
                  <a:ext uri="{0D108BD9-81ED-4DB2-BD59-A6C34878D82A}">
                    <a16:rowId xmlns:a16="http://schemas.microsoft.com/office/drawing/2014/main" val="1102391487"/>
                  </a:ext>
                </a:extLst>
              </a:tr>
              <a:tr h="538413">
                <a:tc>
                  <a:txBody>
                    <a:bodyPr/>
                    <a:lstStyle/>
                    <a:p>
                      <a:pPr algn="ctr" fontAlgn="ctr">
                        <a:buNone/>
                      </a:pPr>
                      <a:r>
                        <a:rPr lang="zh-CN" sz="1300" b="0" i="0" u="none" strike="noStrike">
                          <a:solidFill>
                            <a:schemeClr val="bg1"/>
                          </a:solidFill>
                          <a:effectLst/>
                          <a:latin typeface="微软雅黑" panose="020B0503020204020204" pitchFamily="34" charset="-122"/>
                          <a:ea typeface="微软雅黑" panose="020B0503020204020204" pitchFamily="34" charset="-122"/>
                        </a:rPr>
                        <a:t>[15] Hu et al.（2020）</a:t>
                      </a:r>
                    </a:p>
                  </a:txBody>
                  <a:tcPr marL="9525" marR="9525" marT="9525" anchor="ctr"/>
                </a:tc>
                <a:tc>
                  <a:txBody>
                    <a:bodyPr/>
                    <a:lstStyle/>
                    <a:p>
                      <a:pPr algn="ctr" fontAlgn="ctr">
                        <a:buNone/>
                      </a:pPr>
                      <a:r>
                        <a:rPr lang="zh-CN" sz="1300" b="0" i="0" u="none" strike="noStrike">
                          <a:solidFill>
                            <a:srgbClr val="1F1F1F"/>
                          </a:solidFill>
                          <a:effectLst/>
                          <a:latin typeface="微软雅黑" panose="020B0503020204020204" pitchFamily="34" charset="-122"/>
                          <a:ea typeface="微软雅黑" panose="020B0503020204020204" pitchFamily="34" charset="-122"/>
                        </a:rPr>
                        <a:t>共享资源与随机到达下的柔性制造系统</a:t>
                      </a:r>
                    </a:p>
                  </a:txBody>
                  <a:tcPr marL="9525" marR="9525" marT="9525" anchor="ctr"/>
                </a:tc>
                <a:tc>
                  <a:txBody>
                    <a:bodyPr/>
                    <a:lstStyle/>
                    <a:p>
                      <a:pPr algn="ctr" fontAlgn="ctr">
                        <a:buNone/>
                      </a:pPr>
                      <a:r>
                        <a:rPr lang="zh-CN" sz="1300" b="0" i="0" u="none" strike="noStrike">
                          <a:solidFill>
                            <a:srgbClr val="1F1F1F"/>
                          </a:solidFill>
                          <a:effectLst/>
                          <a:latin typeface="微软雅黑" panose="020B0503020204020204" pitchFamily="34" charset="-122"/>
                          <a:ea typeface="微软雅黑" panose="020B0503020204020204" pitchFamily="34" charset="-122"/>
                        </a:rPr>
                        <a:t>Petri网、图卷积网络、DQN</a:t>
                      </a:r>
                    </a:p>
                  </a:txBody>
                  <a:tcPr marL="9525" marR="9525" marT="9525" anchor="ctr"/>
                </a:tc>
                <a:tc>
                  <a:txBody>
                    <a:bodyPr/>
                    <a:lstStyle/>
                    <a:p>
                      <a:pPr algn="ctr" fontAlgn="ctr">
                        <a:buNone/>
                      </a:pPr>
                      <a:r>
                        <a:rPr lang="zh-CN" sz="1300" b="0" i="0" u="none" strike="noStrike">
                          <a:solidFill>
                            <a:srgbClr val="1F1F1F"/>
                          </a:solidFill>
                          <a:effectLst/>
                          <a:latin typeface="微软雅黑" panose="020B0503020204020204" pitchFamily="34" charset="-122"/>
                          <a:ea typeface="微软雅黑" panose="020B0503020204020204" pitchFamily="34" charset="-122"/>
                        </a:rPr>
                        <a:t>将Petri网状态编码为图，并通过图卷积提取流程与资源特征</a:t>
                      </a:r>
                    </a:p>
                  </a:txBody>
                  <a:tcPr marL="9525" marR="9525" marT="9525" anchor="ctr"/>
                </a:tc>
                <a:tc>
                  <a:txBody>
                    <a:bodyPr/>
                    <a:lstStyle/>
                    <a:p>
                      <a:pPr algn="ctr" fontAlgn="ctr">
                        <a:buNone/>
                      </a:pPr>
                      <a:r>
                        <a:rPr lang="zh-CN" sz="1300" b="0" i="0" u="none" strike="noStrike">
                          <a:solidFill>
                            <a:srgbClr val="1F1F1F"/>
                          </a:solidFill>
                          <a:effectLst/>
                          <a:latin typeface="微软雅黑" panose="020B0503020204020204" pitchFamily="34" charset="-122"/>
                          <a:ea typeface="微软雅黑" panose="020B0503020204020204" pitchFamily="34" charset="-122"/>
                        </a:rPr>
                        <a:t>图结构能够表达流程和资源约束，但依赖特定Petri网结构，关系语义较为固定</a:t>
                      </a:r>
                    </a:p>
                  </a:txBody>
                  <a:tcPr marL="9525" marR="9525" marT="9525" anchor="ctr"/>
                </a:tc>
                <a:extLst>
                  <a:ext uri="{0D108BD9-81ED-4DB2-BD59-A6C34878D82A}">
                    <a16:rowId xmlns:a16="http://schemas.microsoft.com/office/drawing/2014/main" val="951008397"/>
                  </a:ext>
                </a:extLst>
              </a:tr>
              <a:tr h="538413">
                <a:tc>
                  <a:txBody>
                    <a:bodyPr/>
                    <a:lstStyle/>
                    <a:p>
                      <a:pPr algn="ctr" fontAlgn="ctr">
                        <a:buNone/>
                      </a:pPr>
                      <a:r>
                        <a:rPr lang="zh-CN" sz="1300" b="0" i="0" u="none" strike="noStrike">
                          <a:solidFill>
                            <a:schemeClr val="bg1"/>
                          </a:solidFill>
                          <a:effectLst/>
                          <a:latin typeface="微软雅黑" panose="020B0503020204020204" pitchFamily="34" charset="-122"/>
                          <a:ea typeface="微软雅黑" panose="020B0503020204020204" pitchFamily="34" charset="-122"/>
                        </a:rPr>
                        <a:t>[16] Zhang et al.（2020）</a:t>
                      </a:r>
                    </a:p>
                  </a:txBody>
                  <a:tcPr marL="9525" marR="9525" marT="9525" anchor="ctr"/>
                </a:tc>
                <a:tc>
                  <a:txBody>
                    <a:bodyPr/>
                    <a:lstStyle/>
                    <a:p>
                      <a:pPr algn="ctr" fontAlgn="ctr">
                        <a:buNone/>
                      </a:pPr>
                      <a:r>
                        <a:rPr lang="zh-CN" sz="1300" b="0" i="0" u="none" strike="noStrike">
                          <a:solidFill>
                            <a:srgbClr val="1F1F1F"/>
                          </a:solidFill>
                          <a:effectLst/>
                          <a:latin typeface="微软雅黑" panose="020B0503020204020204" pitchFamily="34" charset="-122"/>
                          <a:ea typeface="微软雅黑" panose="020B0503020204020204" pitchFamily="34" charset="-122"/>
                        </a:rPr>
                        <a:t>经典作业车间调度</a:t>
                      </a:r>
                    </a:p>
                  </a:txBody>
                  <a:tcPr marL="9525" marR="9525" marT="9525" anchor="ctr"/>
                </a:tc>
                <a:tc>
                  <a:txBody>
                    <a:bodyPr/>
                    <a:lstStyle/>
                    <a:p>
                      <a:pPr algn="ctr" fontAlgn="ctr">
                        <a:buNone/>
                      </a:pPr>
                      <a:r>
                        <a:rPr lang="zh-CN" sz="1300" b="0" i="0" u="none" strike="noStrike">
                          <a:solidFill>
                            <a:srgbClr val="1F1F1F"/>
                          </a:solidFill>
                          <a:effectLst/>
                          <a:latin typeface="微软雅黑" panose="020B0503020204020204" pitchFamily="34" charset="-122"/>
                          <a:ea typeface="微软雅黑" panose="020B0503020204020204" pitchFamily="34" charset="-122"/>
                        </a:rPr>
                        <a:t>析取图、图同构网络、PPO</a:t>
                      </a:r>
                    </a:p>
                  </a:txBody>
                  <a:tcPr marL="9525" marR="9525" marT="9525" anchor="ctr"/>
                </a:tc>
                <a:tc>
                  <a:txBody>
                    <a:bodyPr/>
                    <a:lstStyle/>
                    <a:p>
                      <a:pPr algn="ctr" fontAlgn="ctr">
                        <a:buNone/>
                      </a:pPr>
                      <a:r>
                        <a:rPr lang="zh-CN" sz="1300" b="0" i="0" u="none" strike="noStrike">
                          <a:solidFill>
                            <a:srgbClr val="1F1F1F"/>
                          </a:solidFill>
                          <a:effectLst/>
                          <a:latin typeface="微软雅黑" panose="020B0503020204020204" pitchFamily="34" charset="-122"/>
                          <a:ea typeface="微软雅黑" panose="020B0503020204020204" pitchFamily="34" charset="-122"/>
                        </a:rPr>
                        <a:t>以工序为节点编码工艺优先和机器冲突关系，端到端学习派工策略</a:t>
                      </a:r>
                    </a:p>
                  </a:txBody>
                  <a:tcPr marL="9525" marR="9525" marT="9525" anchor="ctr"/>
                </a:tc>
                <a:tc>
                  <a:txBody>
                    <a:bodyPr/>
                    <a:lstStyle/>
                    <a:p>
                      <a:pPr algn="ctr" fontAlgn="ctr">
                        <a:buNone/>
                      </a:pPr>
                      <a:r>
                        <a:rPr lang="zh-CN" sz="1300" b="0" i="0" u="none" strike="noStrike">
                          <a:solidFill>
                            <a:srgbClr val="1F1F1F"/>
                          </a:solidFill>
                          <a:effectLst/>
                          <a:latin typeface="微软雅黑" panose="020B0503020204020204" pitchFamily="34" charset="-122"/>
                          <a:ea typeface="微软雅黑" panose="020B0503020204020204" pitchFamily="34" charset="-122"/>
                        </a:rPr>
                        <a:t>奠定了GNN调度的基础，但主要围绕单一工序图和经典优先/冲突关系</a:t>
                      </a:r>
                    </a:p>
                  </a:txBody>
                  <a:tcPr marL="9525" marR="9525" marT="9525" anchor="ctr"/>
                </a:tc>
                <a:extLst>
                  <a:ext uri="{0D108BD9-81ED-4DB2-BD59-A6C34878D82A}">
                    <a16:rowId xmlns:a16="http://schemas.microsoft.com/office/drawing/2014/main" val="2537725093"/>
                  </a:ext>
                </a:extLst>
              </a:tr>
              <a:tr h="538413">
                <a:tc>
                  <a:txBody>
                    <a:bodyPr/>
                    <a:lstStyle/>
                    <a:p>
                      <a:pPr algn="ctr" fontAlgn="ctr">
                        <a:buNone/>
                      </a:pPr>
                      <a:r>
                        <a:rPr lang="zh-CN" sz="1300" b="0" i="0" u="none" strike="noStrike">
                          <a:solidFill>
                            <a:schemeClr val="bg1"/>
                          </a:solidFill>
                          <a:effectLst/>
                          <a:latin typeface="微软雅黑" panose="020B0503020204020204" pitchFamily="34" charset="-122"/>
                          <a:ea typeface="微软雅黑" panose="020B0503020204020204" pitchFamily="34" charset="-122"/>
                        </a:rPr>
                        <a:t>[17] Park et al.（2021）</a:t>
                      </a:r>
                    </a:p>
                  </a:txBody>
                  <a:tcPr marL="9525" marR="9525" marT="9525" anchor="ctr"/>
                </a:tc>
                <a:tc>
                  <a:txBody>
                    <a:bodyPr/>
                    <a:lstStyle/>
                    <a:p>
                      <a:pPr algn="ctr" fontAlgn="ctr">
                        <a:buNone/>
                      </a:pPr>
                      <a:r>
                        <a:rPr lang="zh-CN" sz="1300" b="0" i="0" u="none" strike="noStrike">
                          <a:solidFill>
                            <a:srgbClr val="1F1F1F"/>
                          </a:solidFill>
                          <a:effectLst/>
                          <a:latin typeface="微软雅黑" panose="020B0503020204020204" pitchFamily="34" charset="-122"/>
                          <a:ea typeface="微软雅黑" panose="020B0503020204020204" pitchFamily="34" charset="-122"/>
                        </a:rPr>
                        <a:t>经典作业车间调度</a:t>
                      </a:r>
                    </a:p>
                  </a:txBody>
                  <a:tcPr marL="9525" marR="9525" marT="9525" anchor="ctr"/>
                </a:tc>
                <a:tc>
                  <a:txBody>
                    <a:bodyPr/>
                    <a:lstStyle/>
                    <a:p>
                      <a:pPr algn="ctr" fontAlgn="ctr">
                        <a:buNone/>
                      </a:pPr>
                      <a:r>
                        <a:rPr lang="zh-CN" sz="1300" b="0" i="0" u="none" strike="noStrike">
                          <a:solidFill>
                            <a:srgbClr val="1F1F1F"/>
                          </a:solidFill>
                          <a:effectLst/>
                          <a:latin typeface="微软雅黑" panose="020B0503020204020204" pitchFamily="34" charset="-122"/>
                          <a:ea typeface="微软雅黑" panose="020B0503020204020204" pitchFamily="34" charset="-122"/>
                        </a:rPr>
                        <a:t>图表示学习、GNN、PPO</a:t>
                      </a:r>
                    </a:p>
                  </a:txBody>
                  <a:tcPr marL="9525" marR="9525" marT="9525" anchor="ctr"/>
                </a:tc>
                <a:tc>
                  <a:txBody>
                    <a:bodyPr/>
                    <a:lstStyle/>
                    <a:p>
                      <a:pPr algn="ctr" fontAlgn="ctr">
                        <a:buNone/>
                      </a:pPr>
                      <a:r>
                        <a:rPr lang="zh-CN" sz="1300" b="0" i="0" u="none" strike="noStrike">
                          <a:solidFill>
                            <a:srgbClr val="1F1F1F"/>
                          </a:solidFill>
                          <a:effectLst/>
                          <a:latin typeface="微软雅黑" panose="020B0503020204020204" pitchFamily="34" charset="-122"/>
                          <a:ea typeface="微软雅黑" panose="020B0503020204020204" pitchFamily="34" charset="-122"/>
                        </a:rPr>
                        <a:t>联合学习节点表示和调度策略，提高策略在不同规模实例上的迁移能力</a:t>
                      </a:r>
                    </a:p>
                  </a:txBody>
                  <a:tcPr marL="9525" marR="9525" marT="9525" anchor="ctr"/>
                </a:tc>
                <a:tc>
                  <a:txBody>
                    <a:bodyPr/>
                    <a:lstStyle/>
                    <a:p>
                      <a:pPr algn="ctr" fontAlgn="ctr">
                        <a:buNone/>
                      </a:pPr>
                      <a:r>
                        <a:rPr lang="zh-CN" sz="1300" b="0" i="0" u="none" strike="noStrike">
                          <a:solidFill>
                            <a:srgbClr val="1F1F1F"/>
                          </a:solidFill>
                          <a:effectLst/>
                          <a:latin typeface="微软雅黑" panose="020B0503020204020204" pitchFamily="34" charset="-122"/>
                          <a:ea typeface="微软雅黑" panose="020B0503020204020204" pitchFamily="34" charset="-122"/>
                        </a:rPr>
                        <a:t>强化了结构化状态提取，但节点和边仍主要对应工序及机器约束</a:t>
                      </a:r>
                    </a:p>
                  </a:txBody>
                  <a:tcPr marL="9525" marR="9525" marT="9525" anchor="ctr"/>
                </a:tc>
                <a:extLst>
                  <a:ext uri="{0D108BD9-81ED-4DB2-BD59-A6C34878D82A}">
                    <a16:rowId xmlns:a16="http://schemas.microsoft.com/office/drawing/2014/main" val="1183920407"/>
                  </a:ext>
                </a:extLst>
              </a:tr>
              <a:tr h="538413">
                <a:tc>
                  <a:txBody>
                    <a:bodyPr/>
                    <a:lstStyle/>
                    <a:p>
                      <a:pPr algn="ctr" fontAlgn="ctr">
                        <a:buNone/>
                      </a:pPr>
                      <a:r>
                        <a:rPr lang="zh-CN" sz="1300" b="0" i="0" u="none" strike="noStrike">
                          <a:solidFill>
                            <a:schemeClr val="bg1"/>
                          </a:solidFill>
                          <a:effectLst/>
                          <a:latin typeface="微软雅黑" panose="020B0503020204020204" pitchFamily="34" charset="-122"/>
                          <a:ea typeface="微软雅黑" panose="020B0503020204020204" pitchFamily="34" charset="-122"/>
                        </a:rPr>
                        <a:t>[18] Song et al.（2023）</a:t>
                      </a:r>
                    </a:p>
                  </a:txBody>
                  <a:tcPr marL="9525" marR="9525" marT="9525" anchor="ctr"/>
                </a:tc>
                <a:tc>
                  <a:txBody>
                    <a:bodyPr/>
                    <a:lstStyle/>
                    <a:p>
                      <a:pPr algn="ctr" fontAlgn="ctr">
                        <a:buNone/>
                      </a:pPr>
                      <a:r>
                        <a:rPr lang="zh-CN" sz="1300" b="0" i="0" u="none" strike="noStrike">
                          <a:solidFill>
                            <a:srgbClr val="1F1F1F"/>
                          </a:solidFill>
                          <a:effectLst/>
                          <a:latin typeface="微软雅黑" panose="020B0503020204020204" pitchFamily="34" charset="-122"/>
                          <a:ea typeface="微软雅黑" panose="020B0503020204020204" pitchFamily="34" charset="-122"/>
                        </a:rPr>
                        <a:t>柔性作业车间调度</a:t>
                      </a:r>
                    </a:p>
                  </a:txBody>
                  <a:tcPr marL="9525" marR="9525" marT="9525" anchor="ctr"/>
                </a:tc>
                <a:tc>
                  <a:txBody>
                    <a:bodyPr/>
                    <a:lstStyle/>
                    <a:p>
                      <a:pPr algn="ctr" fontAlgn="ctr">
                        <a:buNone/>
                      </a:pPr>
                      <a:r>
                        <a:rPr lang="zh-CN" sz="1300" b="0" i="0" u="none" strike="noStrike">
                          <a:solidFill>
                            <a:srgbClr val="1F1F1F"/>
                          </a:solidFill>
                          <a:effectLst/>
                          <a:latin typeface="微软雅黑" panose="020B0503020204020204" pitchFamily="34" charset="-122"/>
                          <a:ea typeface="微软雅黑" panose="020B0503020204020204" pitchFamily="34" charset="-122"/>
                        </a:rPr>
                        <a:t>工序—机器异构图、GNN、DRL</a:t>
                      </a:r>
                    </a:p>
                  </a:txBody>
                  <a:tcPr marL="9525" marR="9525" marT="9525" anchor="ctr"/>
                </a:tc>
                <a:tc>
                  <a:txBody>
                    <a:bodyPr/>
                    <a:lstStyle/>
                    <a:p>
                      <a:pPr algn="ctr" fontAlgn="ctr">
                        <a:buNone/>
                      </a:pPr>
                      <a:r>
                        <a:rPr lang="zh-CN" sz="1300" b="0" i="0" u="none" strike="noStrike">
                          <a:solidFill>
                            <a:srgbClr val="1F1F1F"/>
                          </a:solidFill>
                          <a:effectLst/>
                          <a:latin typeface="微软雅黑" panose="020B0503020204020204" pitchFamily="34" charset="-122"/>
                          <a:ea typeface="微软雅黑" panose="020B0503020204020204" pitchFamily="34" charset="-122"/>
                        </a:rPr>
                        <a:t>联合完成工序选择与机器分配，表达工序和可选机器之间的一对多关系</a:t>
                      </a:r>
                    </a:p>
                  </a:txBody>
                  <a:tcPr marL="9525" marR="9525" marT="9525" anchor="ctr"/>
                </a:tc>
                <a:tc>
                  <a:txBody>
                    <a:bodyPr/>
                    <a:lstStyle/>
                    <a:p>
                      <a:pPr algn="ctr" fontAlgn="ctr">
                        <a:buNone/>
                      </a:pPr>
                      <a:r>
                        <a:rPr lang="zh-CN" sz="1300" b="0" i="0" u="none" strike="noStrike">
                          <a:solidFill>
                            <a:srgbClr val="1F1F1F"/>
                          </a:solidFill>
                          <a:effectLst/>
                          <a:latin typeface="微软雅黑" panose="020B0503020204020204" pitchFamily="34" charset="-122"/>
                          <a:ea typeface="微软雅黑" panose="020B0503020204020204" pitchFamily="34" charset="-122"/>
                        </a:rPr>
                        <a:t>异构图提升了多实体表达能力，但关系主要限于工艺连接和机器适配</a:t>
                      </a:r>
                    </a:p>
                  </a:txBody>
                  <a:tcPr marL="9525" marR="9525" marT="9525" anchor="ctr"/>
                </a:tc>
                <a:extLst>
                  <a:ext uri="{0D108BD9-81ED-4DB2-BD59-A6C34878D82A}">
                    <a16:rowId xmlns:a16="http://schemas.microsoft.com/office/drawing/2014/main" val="2400241867"/>
                  </a:ext>
                </a:extLst>
              </a:tr>
              <a:tr h="538413">
                <a:tc>
                  <a:txBody>
                    <a:bodyPr/>
                    <a:lstStyle/>
                    <a:p>
                      <a:pPr algn="ctr" fontAlgn="ctr">
                        <a:buNone/>
                      </a:pPr>
                      <a:r>
                        <a:rPr lang="zh-CN" sz="1300" b="0" i="0" u="none" strike="noStrike">
                          <a:solidFill>
                            <a:schemeClr val="bg1"/>
                          </a:solidFill>
                          <a:effectLst/>
                          <a:latin typeface="微软雅黑" panose="020B0503020204020204" pitchFamily="34" charset="-122"/>
                          <a:ea typeface="微软雅黑" panose="020B0503020204020204" pitchFamily="34" charset="-122"/>
                        </a:rPr>
                        <a:t>[19] Yang et al.（2023）</a:t>
                      </a:r>
                    </a:p>
                  </a:txBody>
                  <a:tcPr marL="9525" marR="9525" marT="9525" anchor="ctr"/>
                </a:tc>
                <a:tc>
                  <a:txBody>
                    <a:bodyPr/>
                    <a:lstStyle/>
                    <a:p>
                      <a:pPr algn="ctr" fontAlgn="ctr">
                        <a:buNone/>
                      </a:pPr>
                      <a:r>
                        <a:rPr lang="zh-CN" sz="1300" b="0" i="0" u="none" strike="noStrike">
                          <a:solidFill>
                            <a:srgbClr val="1F1F1F"/>
                          </a:solidFill>
                          <a:effectLst/>
                          <a:latin typeface="微软雅黑" panose="020B0503020204020204" pitchFamily="34" charset="-122"/>
                          <a:ea typeface="微软雅黑" panose="020B0503020204020204" pitchFamily="34" charset="-122"/>
                        </a:rPr>
                        <a:t>随机工件到达的动态作业车间</a:t>
                      </a:r>
                    </a:p>
                  </a:txBody>
                  <a:tcPr marL="9525" marR="9525" marT="9525" anchor="ctr"/>
                </a:tc>
                <a:tc>
                  <a:txBody>
                    <a:bodyPr/>
                    <a:lstStyle/>
                    <a:p>
                      <a:pPr algn="ctr" fontAlgn="ctr">
                        <a:buNone/>
                      </a:pPr>
                      <a:r>
                        <a:rPr lang="zh-CN" sz="1300" b="0" i="0" u="none" strike="noStrike">
                          <a:solidFill>
                            <a:srgbClr val="1F1F1F"/>
                          </a:solidFill>
                          <a:effectLst/>
                          <a:latin typeface="微软雅黑" panose="020B0503020204020204" pitchFamily="34" charset="-122"/>
                          <a:ea typeface="微软雅黑" panose="020B0503020204020204" pitchFamily="34" charset="-122"/>
                        </a:rPr>
                        <a:t>析取图、GCN、Double DQN</a:t>
                      </a:r>
                    </a:p>
                  </a:txBody>
                  <a:tcPr marL="9525" marR="9525" marT="9525" anchor="ctr"/>
                </a:tc>
                <a:tc>
                  <a:txBody>
                    <a:bodyPr/>
                    <a:lstStyle/>
                    <a:p>
                      <a:pPr algn="ctr" fontAlgn="ctr">
                        <a:buNone/>
                      </a:pPr>
                      <a:r>
                        <a:rPr lang="zh-CN" sz="1300" b="0" i="0" u="none" strike="noStrike">
                          <a:solidFill>
                            <a:srgbClr val="1F1F1F"/>
                          </a:solidFill>
                          <a:effectLst/>
                          <a:latin typeface="微软雅黑" panose="020B0503020204020204" pitchFamily="34" charset="-122"/>
                          <a:ea typeface="微软雅黑" panose="020B0503020204020204" pitchFamily="34" charset="-122"/>
                        </a:rPr>
                        <a:t>根据实时析取图提取状态特征，并从候选调度规则中选择在线动作</a:t>
                      </a:r>
                    </a:p>
                  </a:txBody>
                  <a:tcPr marL="9525" marR="9525" marT="9525" anchor="ctr"/>
                </a:tc>
                <a:tc>
                  <a:txBody>
                    <a:bodyPr/>
                    <a:lstStyle/>
                    <a:p>
                      <a:pPr algn="ctr" fontAlgn="ctr">
                        <a:buNone/>
                      </a:pPr>
                      <a:r>
                        <a:rPr lang="zh-CN" sz="1300" b="0" i="0" u="none" strike="noStrike">
                          <a:solidFill>
                            <a:srgbClr val="1F1F1F"/>
                          </a:solidFill>
                          <a:effectLst/>
                          <a:latin typeface="微软雅黑" panose="020B0503020204020204" pitchFamily="34" charset="-122"/>
                          <a:ea typeface="微软雅黑" panose="020B0503020204020204" pitchFamily="34" charset="-122"/>
                        </a:rPr>
                        <a:t>能够随动态状态更新图特征，但关系仍集中于工艺优先和机器冲突</a:t>
                      </a:r>
                    </a:p>
                  </a:txBody>
                  <a:tcPr marL="9525" marR="9525" marT="9525" anchor="ctr"/>
                </a:tc>
                <a:extLst>
                  <a:ext uri="{0D108BD9-81ED-4DB2-BD59-A6C34878D82A}">
                    <a16:rowId xmlns:a16="http://schemas.microsoft.com/office/drawing/2014/main" val="2349622468"/>
                  </a:ext>
                </a:extLst>
              </a:tr>
              <a:tr h="538413">
                <a:tc>
                  <a:txBody>
                    <a:bodyPr/>
                    <a:lstStyle/>
                    <a:p>
                      <a:pPr algn="ctr" fontAlgn="ctr">
                        <a:buNone/>
                      </a:pPr>
                      <a:r>
                        <a:rPr lang="zh-CN" sz="1300" b="0" i="0" u="none" strike="noStrike">
                          <a:solidFill>
                            <a:schemeClr val="bg1"/>
                          </a:solidFill>
                          <a:effectLst/>
                          <a:latin typeface="微软雅黑" panose="020B0503020204020204" pitchFamily="34" charset="-122"/>
                          <a:ea typeface="微软雅黑" panose="020B0503020204020204" pitchFamily="34" charset="-122"/>
                        </a:rPr>
                        <a:t>[20] Wan et al.（2024）</a:t>
                      </a:r>
                    </a:p>
                  </a:txBody>
                  <a:tcPr marL="9525" marR="9525" marT="9525" anchor="ctr"/>
                </a:tc>
                <a:tc>
                  <a:txBody>
                    <a:bodyPr/>
                    <a:lstStyle/>
                    <a:p>
                      <a:pPr algn="ctr" fontAlgn="ctr">
                        <a:buNone/>
                      </a:pPr>
                      <a:r>
                        <a:rPr lang="zh-CN" sz="1300" b="0" i="0" u="none" strike="noStrike">
                          <a:solidFill>
                            <a:srgbClr val="1F1F1F"/>
                          </a:solidFill>
                          <a:effectLst/>
                          <a:latin typeface="微软雅黑" panose="020B0503020204020204" pitchFamily="34" charset="-122"/>
                          <a:ea typeface="微软雅黑" panose="020B0503020204020204" pitchFamily="34" charset="-122"/>
                        </a:rPr>
                        <a:t>柔性作业车间调度</a:t>
                      </a:r>
                    </a:p>
                  </a:txBody>
                  <a:tcPr marL="9525" marR="9525" marT="9525" anchor="ctr"/>
                </a:tc>
                <a:tc>
                  <a:txBody>
                    <a:bodyPr/>
                    <a:lstStyle/>
                    <a:p>
                      <a:pPr algn="ctr" fontAlgn="ctr">
                        <a:buNone/>
                      </a:pPr>
                      <a:r>
                        <a:rPr lang="zh-CN" sz="1300" b="0" i="0" u="none" strike="noStrike">
                          <a:solidFill>
                            <a:srgbClr val="1F1F1F"/>
                          </a:solidFill>
                          <a:effectLst/>
                          <a:latin typeface="微软雅黑" panose="020B0503020204020204" pitchFamily="34" charset="-122"/>
                          <a:ea typeface="微软雅黑" panose="020B0503020204020204" pitchFamily="34" charset="-122"/>
                        </a:rPr>
                        <a:t>元路径异构图神经网络与DRL</a:t>
                      </a:r>
                    </a:p>
                  </a:txBody>
                  <a:tcPr marL="9525" marR="9525" marT="9525" anchor="ctr"/>
                </a:tc>
                <a:tc>
                  <a:txBody>
                    <a:bodyPr/>
                    <a:lstStyle/>
                    <a:p>
                      <a:pPr algn="ctr" fontAlgn="ctr">
                        <a:buNone/>
                      </a:pPr>
                      <a:r>
                        <a:rPr lang="zh-CN" sz="1300" b="0" i="0" u="none" strike="noStrike">
                          <a:solidFill>
                            <a:srgbClr val="1F1F1F"/>
                          </a:solidFill>
                          <a:effectLst/>
                          <a:latin typeface="微软雅黑" panose="020B0503020204020204" pitchFamily="34" charset="-122"/>
                          <a:ea typeface="微软雅黑" panose="020B0503020204020204" pitchFamily="34" charset="-122"/>
                        </a:rPr>
                        <a:t>通过预定义元路径聚合工序、机器之间不同语义的信息</a:t>
                      </a:r>
                    </a:p>
                  </a:txBody>
                  <a:tcPr marL="9525" marR="9525" marT="9525" anchor="ctr"/>
                </a:tc>
                <a:tc>
                  <a:txBody>
                    <a:bodyPr/>
                    <a:lstStyle/>
                    <a:p>
                      <a:pPr algn="ctr" fontAlgn="ctr">
                        <a:buNone/>
                      </a:pPr>
                      <a:r>
                        <a:rPr lang="zh-CN" sz="1300" b="0" i="0" u="none" strike="noStrike">
                          <a:solidFill>
                            <a:srgbClr val="1F1F1F"/>
                          </a:solidFill>
                          <a:effectLst/>
                          <a:latin typeface="微软雅黑" panose="020B0503020204020204" pitchFamily="34" charset="-122"/>
                          <a:ea typeface="微软雅黑" panose="020B0503020204020204" pitchFamily="34" charset="-122"/>
                        </a:rPr>
                        <a:t>代表近期异构图进展，但依赖人工设定元路径，且主要服务于经典工序—机器关系</a:t>
                      </a:r>
                    </a:p>
                  </a:txBody>
                  <a:tcPr marL="9525" marR="9525" marT="9525" anchor="ctr"/>
                </a:tc>
                <a:extLst>
                  <a:ext uri="{0D108BD9-81ED-4DB2-BD59-A6C34878D82A}">
                    <a16:rowId xmlns:a16="http://schemas.microsoft.com/office/drawing/2014/main" val="700612519"/>
                  </a:ext>
                </a:extLst>
              </a:tr>
              <a:tr h="538413">
                <a:tc>
                  <a:txBody>
                    <a:bodyPr/>
                    <a:lstStyle/>
                    <a:p>
                      <a:pPr algn="ctr" fontAlgn="ctr">
                        <a:buNone/>
                      </a:pPr>
                      <a:r>
                        <a:rPr lang="zh-CN" sz="1300" b="0" i="0" u="none" strike="noStrike" dirty="0">
                          <a:solidFill>
                            <a:schemeClr val="bg1"/>
                          </a:solidFill>
                          <a:effectLst/>
                          <a:latin typeface="微软雅黑" panose="020B0503020204020204" pitchFamily="34" charset="-122"/>
                          <a:ea typeface="微软雅黑" panose="020B0503020204020204" pitchFamily="34" charset="-122"/>
                        </a:rPr>
                        <a:t>[21] Zhao et al.（2025）</a:t>
                      </a:r>
                    </a:p>
                  </a:txBody>
                  <a:tcPr marL="9525" marR="9525" marT="9525" anchor="ctr"/>
                </a:tc>
                <a:tc>
                  <a:txBody>
                    <a:bodyPr/>
                    <a:lstStyle/>
                    <a:p>
                      <a:pPr algn="ctr" fontAlgn="ctr">
                        <a:buNone/>
                      </a:pPr>
                      <a:r>
                        <a:rPr lang="zh-CN" sz="1300" b="0" i="0" u="none" strike="noStrike">
                          <a:solidFill>
                            <a:srgbClr val="1F1F1F"/>
                          </a:solidFill>
                          <a:effectLst/>
                          <a:latin typeface="微软雅黑" panose="020B0503020204020204" pitchFamily="34" charset="-122"/>
                          <a:ea typeface="微软雅黑" panose="020B0503020204020204" pitchFamily="34" charset="-122"/>
                        </a:rPr>
                        <a:t>机器—AGV联合柔性作业车间调度</a:t>
                      </a:r>
                    </a:p>
                  </a:txBody>
                  <a:tcPr marL="9525" marR="9525" marT="9525" anchor="ctr"/>
                </a:tc>
                <a:tc>
                  <a:txBody>
                    <a:bodyPr/>
                    <a:lstStyle/>
                    <a:p>
                      <a:pPr algn="ctr" fontAlgn="ctr">
                        <a:buNone/>
                      </a:pPr>
                      <a:r>
                        <a:rPr lang="zh-CN" sz="1300" b="0" i="0" u="none" strike="noStrike">
                          <a:solidFill>
                            <a:srgbClr val="1F1F1F"/>
                          </a:solidFill>
                          <a:effectLst/>
                          <a:latin typeface="微软雅黑" panose="020B0503020204020204" pitchFamily="34" charset="-122"/>
                          <a:ea typeface="微软雅黑" panose="020B0503020204020204" pitchFamily="34" charset="-122"/>
                        </a:rPr>
                        <a:t>异构析取图、Actor–Critic、PPO</a:t>
                      </a:r>
                    </a:p>
                  </a:txBody>
                  <a:tcPr marL="9525" marR="9525" marT="9525" anchor="ctr"/>
                </a:tc>
                <a:tc>
                  <a:txBody>
                    <a:bodyPr/>
                    <a:lstStyle/>
                    <a:p>
                      <a:pPr algn="ctr" fontAlgn="ctr">
                        <a:buNone/>
                      </a:pPr>
                      <a:r>
                        <a:rPr lang="zh-CN" sz="1300" b="0" i="0" u="none" strike="noStrike">
                          <a:solidFill>
                            <a:srgbClr val="1F1F1F"/>
                          </a:solidFill>
                          <a:effectLst/>
                          <a:latin typeface="微软雅黑" panose="020B0503020204020204" pitchFamily="34" charset="-122"/>
                          <a:ea typeface="微软雅黑" panose="020B0503020204020204" pitchFamily="34" charset="-122"/>
                        </a:rPr>
                        <a:t>统一表示工艺优先、机器加工和AGV运输关系，实现联合调度</a:t>
                      </a:r>
                    </a:p>
                  </a:txBody>
                  <a:tcPr marL="9525" marR="9525" marT="9525" anchor="ctr"/>
                </a:tc>
                <a:tc>
                  <a:txBody>
                    <a:bodyPr/>
                    <a:lstStyle/>
                    <a:p>
                      <a:pPr algn="ctr" fontAlgn="ctr">
                        <a:buNone/>
                      </a:pPr>
                      <a:r>
                        <a:rPr lang="zh-CN" sz="1300" b="0" i="0" u="none" strike="noStrike" dirty="0">
                          <a:solidFill>
                            <a:srgbClr val="1F1F1F"/>
                          </a:solidFill>
                          <a:effectLst/>
                          <a:latin typeface="微软雅黑" panose="020B0503020204020204" pitchFamily="34" charset="-122"/>
                          <a:ea typeface="微软雅黑" panose="020B0503020204020204" pitchFamily="34" charset="-122"/>
                        </a:rPr>
                        <a:t>年份较新但仍基于预定义实体和关系，未覆盖装配线场景中的资源借用、保护与阻塞传播</a:t>
                      </a:r>
                    </a:p>
                  </a:txBody>
                  <a:tcPr marL="9525" marR="9525" marT="9525" anchor="ctr"/>
                </a:tc>
                <a:extLst>
                  <a:ext uri="{0D108BD9-81ED-4DB2-BD59-A6C34878D82A}">
                    <a16:rowId xmlns:a16="http://schemas.microsoft.com/office/drawing/2014/main" val="3529973201"/>
                  </a:ext>
                </a:extLst>
              </a:tr>
            </a:tbl>
          </a:graphicData>
        </a:graphic>
      </p:graphicFrame>
    </p:spTree>
    <p:extLst>
      <p:ext uri="{BB962C8B-B14F-4D97-AF65-F5344CB8AC3E}">
        <p14:creationId xmlns:p14="http://schemas.microsoft.com/office/powerpoint/2010/main" val="323182162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96246-0C58-E4C6-581C-8BB0FA5B2320}"/>
            </a:ext>
          </a:extLst>
        </p:cNvPr>
        <p:cNvGrpSpPr/>
        <p:nvPr/>
      </p:nvGrpSpPr>
      <p:grpSpPr>
        <a:xfrm>
          <a:off x="0" y="0"/>
          <a:ext cx="0" cy="0"/>
          <a:chOff x="0" y="0"/>
          <a:chExt cx="0" cy="0"/>
        </a:xfrm>
      </p:grpSpPr>
      <p:cxnSp>
        <p:nvCxnSpPr>
          <p:cNvPr id="7" name="直接连接符 6">
            <a:extLst>
              <a:ext uri="{FF2B5EF4-FFF2-40B4-BE49-F238E27FC236}">
                <a16:creationId xmlns:a16="http://schemas.microsoft.com/office/drawing/2014/main" id="{61DDB3E5-1A09-48EE-42C7-0E8249079260}"/>
              </a:ext>
            </a:extLst>
          </p:cNvPr>
          <p:cNvCxnSpPr>
            <a:cxnSpLocks/>
          </p:cNvCxnSpPr>
          <p:nvPr/>
        </p:nvCxnSpPr>
        <p:spPr>
          <a:xfrm>
            <a:off x="337132" y="774574"/>
            <a:ext cx="11567001" cy="0"/>
          </a:xfrm>
          <a:prstGeom prst="line">
            <a:avLst/>
          </a:prstGeom>
          <a:ln w="19050">
            <a:solidFill>
              <a:srgbClr val="133C7A">
                <a:alpha val="80000"/>
              </a:srgbClr>
            </a:solidFill>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070A2500-EA6D-854D-F977-6C5638DD0079}"/>
              </a:ext>
            </a:extLst>
          </p:cNvPr>
          <p:cNvSpPr txBox="1"/>
          <p:nvPr/>
        </p:nvSpPr>
        <p:spPr>
          <a:xfrm>
            <a:off x="683012" y="256087"/>
            <a:ext cx="9510123" cy="505676"/>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r>
              <a:rPr lang="en-US" altLang="zh-CN" sz="2800" dirty="0">
                <a:solidFill>
                  <a:schemeClr val="tx2">
                    <a:lumMod val="75000"/>
                  </a:schemeClr>
                </a:solidFill>
                <a:latin typeface="微软雅黑" panose="020B0503020204020204" pitchFamily="34" charset="-122"/>
                <a:ea typeface="微软雅黑" panose="020B0503020204020204" pitchFamily="34" charset="-122"/>
              </a:rPr>
              <a:t>1 </a:t>
            </a:r>
            <a:r>
              <a:rPr lang="zh-CN" altLang="en-US" sz="2800" dirty="0">
                <a:solidFill>
                  <a:schemeClr val="tx2">
                    <a:lumMod val="75000"/>
                  </a:schemeClr>
                </a:solidFill>
                <a:latin typeface="微软雅黑" panose="020B0503020204020204" pitchFamily="34" charset="-122"/>
                <a:ea typeface="微软雅黑" panose="020B0503020204020204" pitchFamily="34" charset="-122"/>
              </a:rPr>
              <a:t>研究背景与现状</a:t>
            </a:r>
          </a:p>
        </p:txBody>
      </p:sp>
      <p:sp>
        <p:nvSpPr>
          <p:cNvPr id="9" name="矩形 8">
            <a:extLst>
              <a:ext uri="{FF2B5EF4-FFF2-40B4-BE49-F238E27FC236}">
                <a16:creationId xmlns:a16="http://schemas.microsoft.com/office/drawing/2014/main" id="{AFA15323-E8AF-968E-A6DF-4DBCFE99E07D}"/>
              </a:ext>
            </a:extLst>
          </p:cNvPr>
          <p:cNvSpPr/>
          <p:nvPr/>
        </p:nvSpPr>
        <p:spPr>
          <a:xfrm>
            <a:off x="337132" y="268900"/>
            <a:ext cx="195295" cy="50567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1096A181-D94E-5BD1-104E-B1833E71A214}"/>
              </a:ext>
            </a:extLst>
          </p:cNvPr>
          <p:cNvSpPr/>
          <p:nvPr/>
        </p:nvSpPr>
        <p:spPr>
          <a:xfrm>
            <a:off x="337132" y="268900"/>
            <a:ext cx="276318" cy="505674"/>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9042ED86-7FE1-7B7D-3D83-65CDA02F34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66776" y="256087"/>
            <a:ext cx="1788092" cy="431989"/>
          </a:xfrm>
          <a:prstGeom prst="rect">
            <a:avLst/>
          </a:prstGeom>
        </p:spPr>
      </p:pic>
      <p:sp>
        <p:nvSpPr>
          <p:cNvPr id="2" name="文本框 1">
            <a:extLst>
              <a:ext uri="{FF2B5EF4-FFF2-40B4-BE49-F238E27FC236}">
                <a16:creationId xmlns:a16="http://schemas.microsoft.com/office/drawing/2014/main" id="{EF389FB2-B383-BB6A-407E-57D5D5E486F5}"/>
              </a:ext>
            </a:extLst>
          </p:cNvPr>
          <p:cNvSpPr txBox="1"/>
          <p:nvPr/>
        </p:nvSpPr>
        <p:spPr>
          <a:xfrm>
            <a:off x="299410" y="862073"/>
            <a:ext cx="9510123" cy="444121"/>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r>
              <a:rPr lang="en-US" altLang="zh-CN" sz="2400" dirty="0">
                <a:solidFill>
                  <a:schemeClr val="tx2">
                    <a:lumMod val="75000"/>
                  </a:schemeClr>
                </a:solidFill>
                <a:latin typeface="微软雅黑" panose="020B0503020204020204" pitchFamily="34" charset="-122"/>
                <a:ea typeface="微软雅黑" panose="020B0503020204020204" pitchFamily="34" charset="-122"/>
              </a:rPr>
              <a:t>• 1.3 </a:t>
            </a:r>
            <a:r>
              <a:rPr lang="zh-CN" altLang="en-US" sz="2400" dirty="0">
                <a:solidFill>
                  <a:schemeClr val="tx2">
                    <a:lumMod val="75000"/>
                  </a:schemeClr>
                </a:solidFill>
                <a:latin typeface="微软雅黑" panose="020B0503020204020204" pitchFamily="34" charset="-122"/>
                <a:ea typeface="微软雅黑" panose="020B0503020204020204" pitchFamily="34" charset="-122"/>
              </a:rPr>
              <a:t>研究现状评述</a:t>
            </a:r>
          </a:p>
        </p:txBody>
      </p:sp>
      <p:sp>
        <p:nvSpPr>
          <p:cNvPr id="3" name="矩形: 圆角 209">
            <a:extLst>
              <a:ext uri="{FF2B5EF4-FFF2-40B4-BE49-F238E27FC236}">
                <a16:creationId xmlns:a16="http://schemas.microsoft.com/office/drawing/2014/main" id="{15787947-23CC-D098-36FB-8C04FE35E328}"/>
              </a:ext>
            </a:extLst>
          </p:cNvPr>
          <p:cNvSpPr/>
          <p:nvPr/>
        </p:nvSpPr>
        <p:spPr>
          <a:xfrm>
            <a:off x="3113314" y="1280938"/>
            <a:ext cx="5972629" cy="504000"/>
          </a:xfrm>
          <a:prstGeom prst="round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Microsoft YaHei" panose="020B0503020204020204" pitchFamily="34" charset="-122"/>
                <a:ea typeface="Microsoft YaHei" panose="020B0503020204020204" pitchFamily="34" charset="-122"/>
              </a:rPr>
              <a:t>飞机脉动装配线资源配置与生产调度研究现状评述</a:t>
            </a:r>
          </a:p>
        </p:txBody>
      </p:sp>
      <p:sp>
        <p:nvSpPr>
          <p:cNvPr id="4" name="梯形 3">
            <a:extLst>
              <a:ext uri="{FF2B5EF4-FFF2-40B4-BE49-F238E27FC236}">
                <a16:creationId xmlns:a16="http://schemas.microsoft.com/office/drawing/2014/main" id="{9CF33A06-51CB-CFF5-FE55-166C8A632818}"/>
              </a:ext>
            </a:extLst>
          </p:cNvPr>
          <p:cNvSpPr/>
          <p:nvPr/>
        </p:nvSpPr>
        <p:spPr>
          <a:xfrm>
            <a:off x="1425084" y="1778167"/>
            <a:ext cx="9341832" cy="579188"/>
          </a:xfrm>
          <a:prstGeom prst="trapezoid">
            <a:avLst>
              <a:gd name="adj" fmla="val 469611"/>
            </a:avLst>
          </a:prstGeom>
          <a:gradFill flip="none" rotWithShape="1">
            <a:gsLst>
              <a:gs pos="68000">
                <a:schemeClr val="bg1">
                  <a:lumMod val="75000"/>
                </a:schemeClr>
              </a:gs>
              <a:gs pos="0">
                <a:schemeClr val="bg1"/>
              </a:gs>
            </a:gsLst>
            <a:lin ang="16200000" scaled="1"/>
            <a:tileRect/>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solidFill>
                <a:schemeClr val="tx1"/>
              </a:solidFill>
            </a:endParaRPr>
          </a:p>
        </p:txBody>
      </p:sp>
      <p:sp>
        <p:nvSpPr>
          <p:cNvPr id="5" name="矩形 4">
            <a:extLst>
              <a:ext uri="{FF2B5EF4-FFF2-40B4-BE49-F238E27FC236}">
                <a16:creationId xmlns:a16="http://schemas.microsoft.com/office/drawing/2014/main" id="{4EA1EAAA-2754-FB4E-805B-3CA18A412F1B}"/>
              </a:ext>
            </a:extLst>
          </p:cNvPr>
          <p:cNvSpPr/>
          <p:nvPr/>
        </p:nvSpPr>
        <p:spPr>
          <a:xfrm>
            <a:off x="815169" y="2474540"/>
            <a:ext cx="3370745" cy="3788376"/>
          </a:xfrm>
          <a:prstGeom prst="rect">
            <a:avLst/>
          </a:prstGeom>
          <a:noFill/>
          <a:ln w="19050">
            <a:solidFill>
              <a:srgbClr val="000F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0F82"/>
              </a:solidFill>
            </a:endParaRPr>
          </a:p>
        </p:txBody>
      </p:sp>
      <p:sp>
        <p:nvSpPr>
          <p:cNvPr id="6" name="矩形: 圆角 209">
            <a:extLst>
              <a:ext uri="{FF2B5EF4-FFF2-40B4-BE49-F238E27FC236}">
                <a16:creationId xmlns:a16="http://schemas.microsoft.com/office/drawing/2014/main" id="{D531DB96-9137-C786-F74A-35C5B1D426D5}"/>
              </a:ext>
            </a:extLst>
          </p:cNvPr>
          <p:cNvSpPr/>
          <p:nvPr/>
        </p:nvSpPr>
        <p:spPr>
          <a:xfrm>
            <a:off x="1796571" y="2259254"/>
            <a:ext cx="1407940" cy="460860"/>
          </a:xfrm>
          <a:prstGeom prst="round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Microsoft YaHei" panose="020B0503020204020204" pitchFamily="34" charset="-122"/>
                <a:ea typeface="Microsoft YaHei" panose="020B0503020204020204" pitchFamily="34" charset="-122"/>
              </a:rPr>
              <a:t>研究内容上</a:t>
            </a:r>
          </a:p>
        </p:txBody>
      </p:sp>
      <p:sp>
        <p:nvSpPr>
          <p:cNvPr id="19" name="矩形 18">
            <a:extLst>
              <a:ext uri="{FF2B5EF4-FFF2-40B4-BE49-F238E27FC236}">
                <a16:creationId xmlns:a16="http://schemas.microsoft.com/office/drawing/2014/main" id="{98BF5BC6-EA1E-531B-A612-E2E57B7BCA90}"/>
              </a:ext>
            </a:extLst>
          </p:cNvPr>
          <p:cNvSpPr/>
          <p:nvPr/>
        </p:nvSpPr>
        <p:spPr>
          <a:xfrm>
            <a:off x="4410627" y="2474539"/>
            <a:ext cx="3370745" cy="3788375"/>
          </a:xfrm>
          <a:prstGeom prst="rect">
            <a:avLst/>
          </a:prstGeom>
          <a:noFill/>
          <a:ln w="19050">
            <a:solidFill>
              <a:srgbClr val="000F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0F82"/>
              </a:solidFill>
            </a:endParaRPr>
          </a:p>
        </p:txBody>
      </p:sp>
      <p:sp>
        <p:nvSpPr>
          <p:cNvPr id="20" name="矩形: 圆角 209">
            <a:extLst>
              <a:ext uri="{FF2B5EF4-FFF2-40B4-BE49-F238E27FC236}">
                <a16:creationId xmlns:a16="http://schemas.microsoft.com/office/drawing/2014/main" id="{BD28F1E3-235E-3085-5F5E-DC807052C027}"/>
              </a:ext>
            </a:extLst>
          </p:cNvPr>
          <p:cNvSpPr/>
          <p:nvPr/>
        </p:nvSpPr>
        <p:spPr>
          <a:xfrm>
            <a:off x="5392029" y="2259254"/>
            <a:ext cx="1407940" cy="460860"/>
          </a:xfrm>
          <a:prstGeom prst="round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Microsoft YaHei" panose="020B0503020204020204" pitchFamily="34" charset="-122"/>
                <a:ea typeface="Microsoft YaHei" panose="020B0503020204020204" pitchFamily="34" charset="-122"/>
              </a:rPr>
              <a:t>决策方法上</a:t>
            </a:r>
          </a:p>
        </p:txBody>
      </p:sp>
      <p:sp>
        <p:nvSpPr>
          <p:cNvPr id="21" name="矩形 20">
            <a:extLst>
              <a:ext uri="{FF2B5EF4-FFF2-40B4-BE49-F238E27FC236}">
                <a16:creationId xmlns:a16="http://schemas.microsoft.com/office/drawing/2014/main" id="{D4756E12-0687-1E23-560F-955063B95090}"/>
              </a:ext>
            </a:extLst>
          </p:cNvPr>
          <p:cNvSpPr/>
          <p:nvPr/>
        </p:nvSpPr>
        <p:spPr>
          <a:xfrm>
            <a:off x="8006086" y="2474539"/>
            <a:ext cx="3370745" cy="3788373"/>
          </a:xfrm>
          <a:prstGeom prst="rect">
            <a:avLst/>
          </a:prstGeom>
          <a:noFill/>
          <a:ln w="19050">
            <a:solidFill>
              <a:srgbClr val="000F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0F82"/>
              </a:solidFill>
            </a:endParaRPr>
          </a:p>
        </p:txBody>
      </p:sp>
      <p:sp>
        <p:nvSpPr>
          <p:cNvPr id="22" name="矩形: 圆角 209">
            <a:extLst>
              <a:ext uri="{FF2B5EF4-FFF2-40B4-BE49-F238E27FC236}">
                <a16:creationId xmlns:a16="http://schemas.microsoft.com/office/drawing/2014/main" id="{37B61946-2A12-A35A-0649-1C7881480B63}"/>
              </a:ext>
            </a:extLst>
          </p:cNvPr>
          <p:cNvSpPr/>
          <p:nvPr/>
        </p:nvSpPr>
        <p:spPr>
          <a:xfrm>
            <a:off x="8987488" y="2259254"/>
            <a:ext cx="1407940" cy="460860"/>
          </a:xfrm>
          <a:prstGeom prst="round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Microsoft YaHei" panose="020B0503020204020204" pitchFamily="34" charset="-122"/>
                <a:ea typeface="Microsoft YaHei" panose="020B0503020204020204" pitchFamily="34" charset="-122"/>
              </a:rPr>
              <a:t>状态建模上</a:t>
            </a:r>
          </a:p>
        </p:txBody>
      </p:sp>
      <p:sp>
        <p:nvSpPr>
          <p:cNvPr id="23" name="文本框 22">
            <a:extLst>
              <a:ext uri="{FF2B5EF4-FFF2-40B4-BE49-F238E27FC236}">
                <a16:creationId xmlns:a16="http://schemas.microsoft.com/office/drawing/2014/main" id="{5A2584B2-2871-145C-BD86-9BFF5072BD8F}"/>
              </a:ext>
            </a:extLst>
          </p:cNvPr>
          <p:cNvSpPr txBox="1"/>
          <p:nvPr/>
        </p:nvSpPr>
        <p:spPr>
          <a:xfrm>
            <a:off x="815169" y="2773072"/>
            <a:ext cx="3370744" cy="3424014"/>
          </a:xfrm>
          <a:prstGeom prst="rect">
            <a:avLst/>
          </a:prstGeom>
          <a:noFill/>
        </p:spPr>
        <p:txBody>
          <a:bodyPr wrap="square">
            <a:spAutoFit/>
          </a:bodyPr>
          <a:lstStyle/>
          <a:p>
            <a:pPr marL="213750" indent="-213750" algn="just">
              <a:lnSpc>
                <a:spcPct val="130000"/>
              </a:lnSpc>
              <a:buFont typeface="Arial" panose="020B0604020202020204" pitchFamily="34" charset="0"/>
              <a:buChar char="•"/>
            </a:pPr>
            <a:r>
              <a:rPr lang="zh-CN" altLang="en-US" sz="1600" b="1" dirty="0">
                <a:solidFill>
                  <a:srgbClr val="003F88"/>
                </a:solidFill>
                <a:latin typeface="Microsoft YaHei" panose="020B0503020204020204" pitchFamily="34" charset="-122"/>
                <a:ea typeface="Microsoft YaHei" panose="020B0503020204020204" pitchFamily="34" charset="-122"/>
              </a:rPr>
              <a:t>现有研究：</a:t>
            </a:r>
            <a:r>
              <a:rPr lang="zh-CN" altLang="en-US" sz="1500" dirty="0">
                <a:solidFill>
                  <a:srgbClr val="003F88"/>
                </a:solidFill>
                <a:latin typeface="Microsoft YaHei" panose="020B0503020204020204" pitchFamily="34" charset="-122"/>
                <a:ea typeface="Microsoft YaHei" panose="020B0503020204020204" pitchFamily="34" charset="-122"/>
              </a:rPr>
              <a:t>已围绕工序</a:t>
            </a:r>
            <a:r>
              <a:rPr lang="en-US" altLang="zh-CN" sz="1500" dirty="0">
                <a:solidFill>
                  <a:srgbClr val="003F88"/>
                </a:solidFill>
                <a:latin typeface="Microsoft YaHei" panose="020B0503020204020204" pitchFamily="34" charset="-122"/>
                <a:ea typeface="Microsoft YaHei" panose="020B0503020204020204" pitchFamily="34" charset="-122"/>
              </a:rPr>
              <a:t>—</a:t>
            </a:r>
            <a:r>
              <a:rPr lang="zh-CN" altLang="en-US" sz="1500" dirty="0">
                <a:solidFill>
                  <a:srgbClr val="003F88"/>
                </a:solidFill>
                <a:latin typeface="Microsoft YaHei" panose="020B0503020204020204" pitchFamily="34" charset="-122"/>
                <a:ea typeface="Microsoft YaHei" panose="020B0503020204020204" pitchFamily="34" charset="-122"/>
              </a:rPr>
              <a:t>站位分配、工人配置、资源约束平衡和生产调度等问题形成研究基础。</a:t>
            </a:r>
            <a:endParaRPr lang="en-US" altLang="zh-CN" sz="1500" dirty="0">
              <a:solidFill>
                <a:srgbClr val="FF0000"/>
              </a:solidFill>
              <a:latin typeface="Microsoft YaHei" panose="020B0503020204020204" pitchFamily="34" charset="-122"/>
              <a:ea typeface="Microsoft YaHei" panose="020B0503020204020204" pitchFamily="34" charset="-122"/>
            </a:endParaRPr>
          </a:p>
          <a:p>
            <a:pPr marL="213750" indent="-213750" algn="just">
              <a:lnSpc>
                <a:spcPct val="130000"/>
              </a:lnSpc>
              <a:buFont typeface="Arial" panose="020B0604020202020204" pitchFamily="34" charset="0"/>
              <a:buChar char="•"/>
            </a:pPr>
            <a:r>
              <a:rPr lang="zh-CN" altLang="en-US" sz="1600" b="1" dirty="0">
                <a:solidFill>
                  <a:srgbClr val="003F88"/>
                </a:solidFill>
                <a:latin typeface="Microsoft YaHei" panose="020B0503020204020204" pitchFamily="34" charset="-122"/>
                <a:ea typeface="Microsoft YaHei" panose="020B0503020204020204" pitchFamily="34" charset="-122"/>
              </a:rPr>
              <a:t>主要不足：</a:t>
            </a:r>
            <a:r>
              <a:rPr lang="zh-CN" altLang="en-US" sz="1500" dirty="0">
                <a:solidFill>
                  <a:srgbClr val="003F88"/>
                </a:solidFill>
                <a:latin typeface="Microsoft YaHei" panose="020B0503020204020204" pitchFamily="34" charset="-122"/>
                <a:ea typeface="Microsoft YaHei" panose="020B0503020204020204" pitchFamily="34" charset="-122"/>
              </a:rPr>
              <a:t>多数工作仍聚焦静态条件或局部决策，对离线任务</a:t>
            </a:r>
            <a:r>
              <a:rPr lang="en-US" altLang="zh-CN" sz="1500" dirty="0">
                <a:solidFill>
                  <a:srgbClr val="003F88"/>
                </a:solidFill>
                <a:latin typeface="Microsoft YaHei" panose="020B0503020204020204" pitchFamily="34" charset="-122"/>
                <a:ea typeface="Microsoft YaHei" panose="020B0503020204020204" pitchFamily="34" charset="-122"/>
              </a:rPr>
              <a:t>—</a:t>
            </a:r>
            <a:r>
              <a:rPr lang="zh-CN" altLang="en-US" sz="1500" dirty="0">
                <a:solidFill>
                  <a:srgbClr val="003F88"/>
                </a:solidFill>
                <a:latin typeface="Microsoft YaHei" panose="020B0503020204020204" pitchFamily="34" charset="-122"/>
                <a:ea typeface="Microsoft YaHei" panose="020B0503020204020204" pitchFamily="34" charset="-122"/>
              </a:rPr>
              <a:t>资源配置与在线动态调度之间的</a:t>
            </a:r>
            <a:r>
              <a:rPr lang="zh-CN" altLang="en-US" sz="1500" dirty="0">
                <a:solidFill>
                  <a:srgbClr val="FF0000"/>
                </a:solidFill>
                <a:latin typeface="Microsoft YaHei" panose="020B0503020204020204" pitchFamily="34" charset="-122"/>
                <a:ea typeface="Microsoft YaHei" panose="020B0503020204020204" pitchFamily="34" charset="-122"/>
              </a:rPr>
              <a:t>协同考虑不足</a:t>
            </a:r>
            <a:r>
              <a:rPr lang="zh-CN" altLang="en-US" sz="1500" dirty="0">
                <a:solidFill>
                  <a:srgbClr val="003F88"/>
                </a:solidFill>
                <a:latin typeface="Microsoft YaHei" panose="020B0503020204020204" pitchFamily="34" charset="-122"/>
                <a:ea typeface="Microsoft YaHei" panose="020B0503020204020204" pitchFamily="34" charset="-122"/>
              </a:rPr>
              <a:t>。</a:t>
            </a:r>
            <a:endParaRPr lang="en-US" altLang="zh-CN" sz="1500" dirty="0">
              <a:solidFill>
                <a:srgbClr val="003F88"/>
              </a:solidFill>
              <a:latin typeface="Microsoft YaHei" panose="020B0503020204020204" pitchFamily="34" charset="-122"/>
              <a:ea typeface="Microsoft YaHei" panose="020B0503020204020204" pitchFamily="34" charset="-122"/>
            </a:endParaRPr>
          </a:p>
          <a:p>
            <a:pPr marL="213750" indent="-213750" algn="just">
              <a:lnSpc>
                <a:spcPct val="130000"/>
              </a:lnSpc>
              <a:buFont typeface="Arial" panose="020B0604020202020204" pitchFamily="34" charset="0"/>
              <a:buChar char="•"/>
            </a:pPr>
            <a:r>
              <a:rPr lang="zh-CN" altLang="en-US" sz="1600" b="1" dirty="0">
                <a:solidFill>
                  <a:srgbClr val="003F88"/>
                </a:solidFill>
                <a:latin typeface="Microsoft YaHei" panose="020B0503020204020204" pitchFamily="34" charset="-122"/>
                <a:ea typeface="Microsoft YaHei" panose="020B0503020204020204" pitchFamily="34" charset="-122"/>
              </a:rPr>
              <a:t>本文切入：</a:t>
            </a:r>
            <a:r>
              <a:rPr lang="zh-CN" altLang="en-US" sz="1500" dirty="0">
                <a:solidFill>
                  <a:srgbClr val="003F88"/>
                </a:solidFill>
                <a:latin typeface="Microsoft YaHei" panose="020B0503020204020204" pitchFamily="34" charset="-122"/>
                <a:ea typeface="Microsoft YaHei" panose="020B0503020204020204" pitchFamily="34" charset="-122"/>
              </a:rPr>
              <a:t>构建离线</a:t>
            </a:r>
            <a:r>
              <a:rPr lang="en-US" altLang="zh-CN" sz="1500" dirty="0">
                <a:solidFill>
                  <a:srgbClr val="003F88"/>
                </a:solidFill>
                <a:latin typeface="Microsoft YaHei" panose="020B0503020204020204" pitchFamily="34" charset="-122"/>
                <a:ea typeface="Microsoft YaHei" panose="020B0503020204020204" pitchFamily="34" charset="-122"/>
              </a:rPr>
              <a:t>—</a:t>
            </a:r>
            <a:r>
              <a:rPr lang="zh-CN" altLang="en-US" sz="1500" dirty="0">
                <a:solidFill>
                  <a:srgbClr val="003F88"/>
                </a:solidFill>
                <a:latin typeface="Microsoft YaHei" panose="020B0503020204020204" pitchFamily="34" charset="-122"/>
                <a:ea typeface="Microsoft YaHei" panose="020B0503020204020204" pitchFamily="34" charset="-122"/>
              </a:rPr>
              <a:t>在线两阶段框架，离线完成工序分站、资源配置与初始化调度，在线开展资源动态调整与调度恢复。</a:t>
            </a:r>
            <a:endParaRPr lang="zh-CN" altLang="en-US" sz="1500" dirty="0">
              <a:solidFill>
                <a:srgbClr val="FF0000"/>
              </a:solidFill>
              <a:latin typeface="Microsoft YaHei" panose="020B0503020204020204" pitchFamily="34" charset="-122"/>
              <a:ea typeface="Microsoft YaHei" panose="020B0503020204020204" pitchFamily="34" charset="-122"/>
            </a:endParaRPr>
          </a:p>
        </p:txBody>
      </p:sp>
      <p:sp>
        <p:nvSpPr>
          <p:cNvPr id="12" name="文本框 11">
            <a:extLst>
              <a:ext uri="{FF2B5EF4-FFF2-40B4-BE49-F238E27FC236}">
                <a16:creationId xmlns:a16="http://schemas.microsoft.com/office/drawing/2014/main" id="{6CDBCD67-84A8-6B60-2D36-347C75EB8CB4}"/>
              </a:ext>
            </a:extLst>
          </p:cNvPr>
          <p:cNvSpPr txBox="1"/>
          <p:nvPr/>
        </p:nvSpPr>
        <p:spPr>
          <a:xfrm>
            <a:off x="4409430" y="2773072"/>
            <a:ext cx="3370744" cy="3123932"/>
          </a:xfrm>
          <a:prstGeom prst="rect">
            <a:avLst/>
          </a:prstGeom>
          <a:noFill/>
        </p:spPr>
        <p:txBody>
          <a:bodyPr wrap="square">
            <a:spAutoFit/>
          </a:bodyPr>
          <a:lstStyle/>
          <a:p>
            <a:pPr marL="213750" indent="-213750" algn="just">
              <a:lnSpc>
                <a:spcPct val="130000"/>
              </a:lnSpc>
              <a:buFont typeface="Arial" panose="020B0604020202020204" pitchFamily="34" charset="0"/>
              <a:buChar char="•"/>
            </a:pPr>
            <a:r>
              <a:rPr lang="zh-CN" altLang="en-US" sz="1600" b="1" dirty="0">
                <a:solidFill>
                  <a:srgbClr val="003F88"/>
                </a:solidFill>
                <a:latin typeface="Microsoft YaHei" panose="020B0503020204020204" pitchFamily="34" charset="-122"/>
                <a:ea typeface="Microsoft YaHei" panose="020B0503020204020204" pitchFamily="34" charset="-122"/>
              </a:rPr>
              <a:t>现有研究：</a:t>
            </a:r>
            <a:r>
              <a:rPr lang="zh-CN" altLang="en-US" sz="1500" dirty="0">
                <a:solidFill>
                  <a:srgbClr val="003F88"/>
                </a:solidFill>
                <a:latin typeface="Microsoft YaHei" panose="020B0503020204020204" pitchFamily="34" charset="-122"/>
                <a:ea typeface="Microsoft YaHei" panose="020B0503020204020204" pitchFamily="34" charset="-122"/>
              </a:rPr>
              <a:t>强化学习和多智能体方法逐渐用于动态车间调度，提升了在线响应与主体协同能力。</a:t>
            </a:r>
            <a:endParaRPr lang="en-US" altLang="zh-CN" sz="1500" dirty="0">
              <a:solidFill>
                <a:srgbClr val="FF0000"/>
              </a:solidFill>
              <a:latin typeface="Microsoft YaHei" panose="020B0503020204020204" pitchFamily="34" charset="-122"/>
              <a:ea typeface="Microsoft YaHei" panose="020B0503020204020204" pitchFamily="34" charset="-122"/>
            </a:endParaRPr>
          </a:p>
          <a:p>
            <a:pPr marL="213750" indent="-213750" algn="just">
              <a:lnSpc>
                <a:spcPct val="130000"/>
              </a:lnSpc>
              <a:buFont typeface="Arial" panose="020B0604020202020204" pitchFamily="34" charset="0"/>
              <a:buChar char="•"/>
            </a:pPr>
            <a:r>
              <a:rPr lang="zh-CN" altLang="en-US" sz="1600" b="1" dirty="0">
                <a:solidFill>
                  <a:srgbClr val="003F88"/>
                </a:solidFill>
                <a:latin typeface="Microsoft YaHei" panose="020B0503020204020204" pitchFamily="34" charset="-122"/>
                <a:ea typeface="Microsoft YaHei" panose="020B0503020204020204" pitchFamily="34" charset="-122"/>
              </a:rPr>
              <a:t>主要不足：</a:t>
            </a:r>
            <a:r>
              <a:rPr lang="zh-CN" altLang="en-US" sz="1500" dirty="0">
                <a:solidFill>
                  <a:srgbClr val="003F88"/>
                </a:solidFill>
                <a:latin typeface="Microsoft YaHei" panose="020B0503020204020204" pitchFamily="34" charset="-122"/>
                <a:ea typeface="Microsoft YaHei" panose="020B0503020204020204" pitchFamily="34" charset="-122"/>
              </a:rPr>
              <a:t>现有方法多采用单层或扁平化决策结构，对资源启用、资源访问和工序执行等</a:t>
            </a:r>
            <a:r>
              <a:rPr lang="zh-CN" altLang="en-US" sz="1500" dirty="0">
                <a:solidFill>
                  <a:srgbClr val="FF0000"/>
                </a:solidFill>
                <a:latin typeface="Microsoft YaHei" panose="020B0503020204020204" pitchFamily="34" charset="-122"/>
                <a:ea typeface="Microsoft YaHei" panose="020B0503020204020204" pitchFamily="34" charset="-122"/>
              </a:rPr>
              <a:t>不同层级决策的分解与协同不足</a:t>
            </a:r>
            <a:r>
              <a:rPr lang="zh-CN" altLang="en-US" sz="1500" dirty="0">
                <a:solidFill>
                  <a:srgbClr val="003F88"/>
                </a:solidFill>
                <a:latin typeface="Microsoft YaHei" panose="020B0503020204020204" pitchFamily="34" charset="-122"/>
                <a:ea typeface="Microsoft YaHei" panose="020B0503020204020204" pitchFamily="34" charset="-122"/>
              </a:rPr>
              <a:t>。</a:t>
            </a:r>
            <a:endParaRPr lang="en-US" altLang="zh-CN" sz="1500" dirty="0">
              <a:solidFill>
                <a:srgbClr val="003F88"/>
              </a:solidFill>
              <a:latin typeface="Microsoft YaHei" panose="020B0503020204020204" pitchFamily="34" charset="-122"/>
              <a:ea typeface="Microsoft YaHei" panose="020B0503020204020204" pitchFamily="34" charset="-122"/>
            </a:endParaRPr>
          </a:p>
          <a:p>
            <a:pPr marL="213750" indent="-213750" algn="just">
              <a:lnSpc>
                <a:spcPct val="130000"/>
              </a:lnSpc>
              <a:buFont typeface="Arial" panose="020B0604020202020204" pitchFamily="34" charset="0"/>
              <a:buChar char="•"/>
            </a:pPr>
            <a:r>
              <a:rPr lang="zh-CN" altLang="en-US" sz="1600" b="1" dirty="0">
                <a:solidFill>
                  <a:srgbClr val="003F88"/>
                </a:solidFill>
                <a:latin typeface="Microsoft YaHei" panose="020B0503020204020204" pitchFamily="34" charset="-122"/>
                <a:ea typeface="Microsoft YaHei" panose="020B0503020204020204" pitchFamily="34" charset="-122"/>
              </a:rPr>
              <a:t>本文切入：</a:t>
            </a:r>
            <a:r>
              <a:rPr lang="zh-CN" altLang="en-US" sz="1500" dirty="0">
                <a:solidFill>
                  <a:srgbClr val="003F88"/>
                </a:solidFill>
                <a:latin typeface="Microsoft YaHei" panose="020B0503020204020204" pitchFamily="34" charset="-122"/>
                <a:ea typeface="Microsoft YaHei" panose="020B0503020204020204" pitchFamily="34" charset="-122"/>
              </a:rPr>
              <a:t>构建分层多智能体决策机制，将资源编组、高层干预和站位执行纳入统一优化框架。</a:t>
            </a:r>
            <a:endParaRPr lang="zh-CN" altLang="en-US" sz="1500" dirty="0">
              <a:solidFill>
                <a:srgbClr val="FF0000"/>
              </a:solidFill>
              <a:latin typeface="Microsoft YaHei" panose="020B0503020204020204" pitchFamily="34" charset="-122"/>
              <a:ea typeface="Microsoft YaHei" panose="020B0503020204020204" pitchFamily="34" charset="-122"/>
            </a:endParaRPr>
          </a:p>
        </p:txBody>
      </p:sp>
      <p:sp>
        <p:nvSpPr>
          <p:cNvPr id="13" name="文本框 12">
            <a:extLst>
              <a:ext uri="{FF2B5EF4-FFF2-40B4-BE49-F238E27FC236}">
                <a16:creationId xmlns:a16="http://schemas.microsoft.com/office/drawing/2014/main" id="{F6F989CC-9EB2-EBF8-6271-86AAEB28B925}"/>
              </a:ext>
            </a:extLst>
          </p:cNvPr>
          <p:cNvSpPr txBox="1"/>
          <p:nvPr/>
        </p:nvSpPr>
        <p:spPr>
          <a:xfrm>
            <a:off x="8003690" y="2773072"/>
            <a:ext cx="3370744" cy="3123932"/>
          </a:xfrm>
          <a:prstGeom prst="rect">
            <a:avLst/>
          </a:prstGeom>
          <a:noFill/>
        </p:spPr>
        <p:txBody>
          <a:bodyPr wrap="square">
            <a:spAutoFit/>
          </a:bodyPr>
          <a:lstStyle/>
          <a:p>
            <a:pPr marL="213750" indent="-213750" algn="just">
              <a:lnSpc>
                <a:spcPct val="130000"/>
              </a:lnSpc>
              <a:buFont typeface="Arial" panose="020B0604020202020204" pitchFamily="34" charset="0"/>
              <a:buChar char="•"/>
            </a:pPr>
            <a:r>
              <a:rPr lang="zh-CN" altLang="en-US" sz="1600" b="1" dirty="0">
                <a:solidFill>
                  <a:srgbClr val="003F88"/>
                </a:solidFill>
                <a:latin typeface="Microsoft YaHei" panose="020B0503020204020204" pitchFamily="34" charset="-122"/>
                <a:ea typeface="Microsoft YaHei" panose="020B0503020204020204" pitchFamily="34" charset="-122"/>
              </a:rPr>
              <a:t>现有研究：</a:t>
            </a:r>
            <a:r>
              <a:rPr lang="zh-CN" altLang="en-US" sz="1500" dirty="0">
                <a:solidFill>
                  <a:srgbClr val="003F88"/>
                </a:solidFill>
                <a:latin typeface="Microsoft YaHei" panose="020B0503020204020204" pitchFamily="34" charset="-122"/>
                <a:ea typeface="Microsoft YaHei" panose="020B0503020204020204" pitchFamily="34" charset="-122"/>
              </a:rPr>
              <a:t>图神经网络能够表达工序、机器、资源和调度主体之间的结构化依赖。</a:t>
            </a:r>
            <a:endParaRPr lang="en-US" altLang="zh-CN" sz="1500" dirty="0">
              <a:solidFill>
                <a:srgbClr val="FF0000"/>
              </a:solidFill>
              <a:latin typeface="Microsoft YaHei" panose="020B0503020204020204" pitchFamily="34" charset="-122"/>
              <a:ea typeface="Microsoft YaHei" panose="020B0503020204020204" pitchFamily="34" charset="-122"/>
            </a:endParaRPr>
          </a:p>
          <a:p>
            <a:pPr marL="213750" indent="-213750" algn="just">
              <a:lnSpc>
                <a:spcPct val="130000"/>
              </a:lnSpc>
              <a:buFont typeface="Arial" panose="020B0604020202020204" pitchFamily="34" charset="0"/>
              <a:buChar char="•"/>
            </a:pPr>
            <a:r>
              <a:rPr lang="zh-CN" altLang="en-US" sz="1600" b="1" dirty="0">
                <a:solidFill>
                  <a:srgbClr val="003F88"/>
                </a:solidFill>
                <a:latin typeface="Microsoft YaHei" panose="020B0503020204020204" pitchFamily="34" charset="-122"/>
                <a:ea typeface="Microsoft YaHei" panose="020B0503020204020204" pitchFamily="34" charset="-122"/>
              </a:rPr>
              <a:t>主要不足：</a:t>
            </a:r>
            <a:r>
              <a:rPr lang="zh-CN" altLang="en-US" sz="1500" dirty="0">
                <a:solidFill>
                  <a:srgbClr val="003F88"/>
                </a:solidFill>
                <a:latin typeface="Microsoft YaHei" panose="020B0503020204020204" pitchFamily="34" charset="-122"/>
                <a:ea typeface="Microsoft YaHei" panose="020B0503020204020204" pitchFamily="34" charset="-122"/>
              </a:rPr>
              <a:t>现有图结构多围绕工艺优先、机器竞争和任务分配构建，对飞机脉动装配线中的</a:t>
            </a:r>
            <a:r>
              <a:rPr lang="zh-CN" altLang="en-US" sz="1500" dirty="0">
                <a:solidFill>
                  <a:srgbClr val="FF0000"/>
                </a:solidFill>
                <a:latin typeface="Microsoft YaHei" panose="020B0503020204020204" pitchFamily="34" charset="-122"/>
                <a:ea typeface="Microsoft YaHei" panose="020B0503020204020204" pitchFamily="34" charset="-122"/>
              </a:rPr>
              <a:t>多类型动态业务关系及扰动传播表达不足</a:t>
            </a:r>
            <a:r>
              <a:rPr lang="zh-CN" altLang="en-US" sz="1500" dirty="0">
                <a:solidFill>
                  <a:srgbClr val="003F88"/>
                </a:solidFill>
                <a:latin typeface="Microsoft YaHei" panose="020B0503020204020204" pitchFamily="34" charset="-122"/>
                <a:ea typeface="Microsoft YaHei" panose="020B0503020204020204" pitchFamily="34" charset="-122"/>
              </a:rPr>
              <a:t>。</a:t>
            </a:r>
            <a:endParaRPr lang="en-US" altLang="zh-CN" sz="1500" dirty="0">
              <a:solidFill>
                <a:srgbClr val="003F88"/>
              </a:solidFill>
              <a:latin typeface="Microsoft YaHei" panose="020B0503020204020204" pitchFamily="34" charset="-122"/>
              <a:ea typeface="Microsoft YaHei" panose="020B0503020204020204" pitchFamily="34" charset="-122"/>
            </a:endParaRPr>
          </a:p>
          <a:p>
            <a:pPr marL="213750" indent="-213750" algn="just">
              <a:lnSpc>
                <a:spcPct val="130000"/>
              </a:lnSpc>
              <a:buFont typeface="Arial" panose="020B0604020202020204" pitchFamily="34" charset="0"/>
              <a:buChar char="•"/>
            </a:pPr>
            <a:r>
              <a:rPr lang="zh-CN" altLang="en-US" sz="1600" b="1" dirty="0">
                <a:solidFill>
                  <a:srgbClr val="003F88"/>
                </a:solidFill>
                <a:latin typeface="Microsoft YaHei" panose="020B0503020204020204" pitchFamily="34" charset="-122"/>
                <a:ea typeface="Microsoft YaHei" panose="020B0503020204020204" pitchFamily="34" charset="-122"/>
              </a:rPr>
              <a:t>本文切入：</a:t>
            </a:r>
            <a:r>
              <a:rPr lang="zh-CN" altLang="en-US" sz="1500" dirty="0">
                <a:solidFill>
                  <a:srgbClr val="003F88"/>
                </a:solidFill>
                <a:latin typeface="Microsoft YaHei" panose="020B0503020204020204" pitchFamily="34" charset="-122"/>
                <a:ea typeface="Microsoft YaHei" panose="020B0503020204020204" pitchFamily="34" charset="-122"/>
              </a:rPr>
              <a:t>构建多关系站位图，统一表达工序就绪、资源借用、站位保护和阻塞传播关系。</a:t>
            </a:r>
            <a:endParaRPr lang="zh-CN" altLang="en-US" sz="1500" dirty="0">
              <a:solidFill>
                <a:srgbClr val="FF0000"/>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16802122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07217E-212A-DC57-E397-33D386E24D3F}"/>
            </a:ext>
          </a:extLst>
        </p:cNvPr>
        <p:cNvGrpSpPr/>
        <p:nvPr/>
      </p:nvGrpSpPr>
      <p:grpSpPr>
        <a:xfrm>
          <a:off x="0" y="0"/>
          <a:ext cx="0" cy="0"/>
          <a:chOff x="0" y="0"/>
          <a:chExt cx="0" cy="0"/>
        </a:xfrm>
      </p:grpSpPr>
      <p:grpSp>
        <p:nvGrpSpPr>
          <p:cNvPr id="46" name="组合 45">
            <a:extLst>
              <a:ext uri="{FF2B5EF4-FFF2-40B4-BE49-F238E27FC236}">
                <a16:creationId xmlns:a16="http://schemas.microsoft.com/office/drawing/2014/main" id="{D81CF423-920A-D754-9FBD-871D82F57DF2}"/>
              </a:ext>
            </a:extLst>
          </p:cNvPr>
          <p:cNvGrpSpPr/>
          <p:nvPr/>
        </p:nvGrpSpPr>
        <p:grpSpPr>
          <a:xfrm>
            <a:off x="4084664" y="882471"/>
            <a:ext cx="7815738" cy="5279326"/>
            <a:chOff x="3746159" y="646062"/>
            <a:chExt cx="7815738" cy="5279326"/>
          </a:xfrm>
        </p:grpSpPr>
        <p:sp>
          <p:nvSpPr>
            <p:cNvPr id="2" name="椭圆 1">
              <a:extLst>
                <a:ext uri="{FF2B5EF4-FFF2-40B4-BE49-F238E27FC236}">
                  <a16:creationId xmlns:a16="http://schemas.microsoft.com/office/drawing/2014/main" id="{94C01946-A2F3-E1DD-72F3-8A7D50BA813B}"/>
                </a:ext>
              </a:extLst>
            </p:cNvPr>
            <p:cNvSpPr/>
            <p:nvPr/>
          </p:nvSpPr>
          <p:spPr>
            <a:xfrm>
              <a:off x="3746159" y="656441"/>
              <a:ext cx="554005" cy="554005"/>
            </a:xfrm>
            <a:prstGeom prst="ellipse">
              <a:avLst/>
            </a:prstGeom>
            <a:solidFill>
              <a:srgbClr val="9D9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7" name="矩形 36">
              <a:extLst>
                <a:ext uri="{FF2B5EF4-FFF2-40B4-BE49-F238E27FC236}">
                  <a16:creationId xmlns:a16="http://schemas.microsoft.com/office/drawing/2014/main" id="{30F0FF5F-6A5C-3A40-2F1D-D6FC746BB55A}"/>
                </a:ext>
              </a:extLst>
            </p:cNvPr>
            <p:cNvSpPr/>
            <p:nvPr/>
          </p:nvSpPr>
          <p:spPr>
            <a:xfrm>
              <a:off x="4412724" y="656441"/>
              <a:ext cx="2172085" cy="5643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zh-CN" altLang="en-US" sz="2200" b="1" i="0" u="none" strike="noStrike" kern="1200" cap="none" spc="0" normalizeH="0" baseline="0" noProof="0" dirty="0">
                  <a:ln>
                    <a:noFill/>
                  </a:ln>
                  <a:solidFill>
                    <a:srgbClr val="9D90A0"/>
                  </a:solidFill>
                  <a:effectLst/>
                  <a:uLnTx/>
                  <a:uFillTx/>
                  <a:latin typeface="Times New Roman" panose="02020603050405020304" pitchFamily="18" charset="0"/>
                  <a:ea typeface="微软雅黑"/>
                  <a:cs typeface="Times New Roman" panose="02020603050405020304" pitchFamily="18" charset="0"/>
                </a:rPr>
                <a:t>研究背景与现状</a:t>
              </a:r>
            </a:p>
          </p:txBody>
        </p:sp>
        <p:sp>
          <p:nvSpPr>
            <p:cNvPr id="10" name="矩形 9">
              <a:extLst>
                <a:ext uri="{FF2B5EF4-FFF2-40B4-BE49-F238E27FC236}">
                  <a16:creationId xmlns:a16="http://schemas.microsoft.com/office/drawing/2014/main" id="{17855213-AD5B-493F-AB48-514AE89AD91D}"/>
                </a:ext>
              </a:extLst>
            </p:cNvPr>
            <p:cNvSpPr/>
            <p:nvPr/>
          </p:nvSpPr>
          <p:spPr>
            <a:xfrm>
              <a:off x="3760762" y="646062"/>
              <a:ext cx="642405" cy="5643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altLang="zh-CN" sz="2600" b="1" i="0" u="none" strike="noStrike" kern="1200" cap="none" spc="0" normalizeH="0" baseline="0" noProof="0" dirty="0">
                  <a:ln>
                    <a:noFill/>
                  </a:ln>
                  <a:solidFill>
                    <a:schemeClr val="bg1"/>
                  </a:solidFill>
                  <a:effectLst/>
                  <a:uLnTx/>
                  <a:uFillTx/>
                  <a:latin typeface="Times New Roman" panose="02020603050405020304" pitchFamily="18" charset="0"/>
                  <a:ea typeface="微软雅黑"/>
                  <a:cs typeface="Times New Roman" panose="02020603050405020304" pitchFamily="18" charset="0"/>
                </a:rPr>
                <a:t>01</a:t>
              </a:r>
              <a:endParaRPr kumimoji="0" lang="zh-CN" altLang="en-US" sz="2600" b="1" i="0" u="none" strike="noStrike" kern="1200" cap="none" spc="0" normalizeH="0" baseline="0" noProof="0" dirty="0">
                <a:ln>
                  <a:noFill/>
                </a:ln>
                <a:solidFill>
                  <a:schemeClr val="bg1"/>
                </a:solidFill>
                <a:effectLst/>
                <a:uLnTx/>
                <a:uFillTx/>
                <a:latin typeface="Times New Roman" panose="02020603050405020304" pitchFamily="18" charset="0"/>
                <a:ea typeface="微软雅黑"/>
                <a:cs typeface="Times New Roman" panose="02020603050405020304" pitchFamily="18" charset="0"/>
              </a:endParaRPr>
            </a:p>
          </p:txBody>
        </p:sp>
        <p:sp>
          <p:nvSpPr>
            <p:cNvPr id="4" name="椭圆 3">
              <a:extLst>
                <a:ext uri="{FF2B5EF4-FFF2-40B4-BE49-F238E27FC236}">
                  <a16:creationId xmlns:a16="http://schemas.microsoft.com/office/drawing/2014/main" id="{52EA279A-A441-1943-3DEF-35862A0C248B}"/>
                </a:ext>
              </a:extLst>
            </p:cNvPr>
            <p:cNvSpPr/>
            <p:nvPr/>
          </p:nvSpPr>
          <p:spPr>
            <a:xfrm>
              <a:off x="3746159" y="1767768"/>
              <a:ext cx="554005" cy="554005"/>
            </a:xfrm>
            <a:prstGeom prst="ellipse">
              <a:avLst/>
            </a:prstGeom>
            <a:solidFill>
              <a:srgbClr val="003F8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矩形 8">
              <a:extLst>
                <a:ext uri="{FF2B5EF4-FFF2-40B4-BE49-F238E27FC236}">
                  <a16:creationId xmlns:a16="http://schemas.microsoft.com/office/drawing/2014/main" id="{73752DEC-EEE4-2220-D23D-4C0422C96014}"/>
                </a:ext>
              </a:extLst>
            </p:cNvPr>
            <p:cNvSpPr/>
            <p:nvPr/>
          </p:nvSpPr>
          <p:spPr>
            <a:xfrm>
              <a:off x="4403166" y="1777352"/>
              <a:ext cx="7119967" cy="5643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zh-CN" altLang="en-US" sz="2200" b="1" i="0" u="none" strike="noStrike" kern="120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问题描述</a:t>
              </a:r>
            </a:p>
          </p:txBody>
        </p:sp>
        <p:sp>
          <p:nvSpPr>
            <p:cNvPr id="14" name="矩形 13">
              <a:extLst>
                <a:ext uri="{FF2B5EF4-FFF2-40B4-BE49-F238E27FC236}">
                  <a16:creationId xmlns:a16="http://schemas.microsoft.com/office/drawing/2014/main" id="{AFBCB1B1-6F94-9BA3-CCBA-F3FBCEAD22EF}"/>
                </a:ext>
              </a:extLst>
            </p:cNvPr>
            <p:cNvSpPr/>
            <p:nvPr/>
          </p:nvSpPr>
          <p:spPr>
            <a:xfrm>
              <a:off x="3760762" y="1764641"/>
              <a:ext cx="642405" cy="5643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altLang="zh-CN" sz="2600" b="1" i="0" u="none" strike="noStrike" kern="1200" cap="none" spc="0" normalizeH="0" baseline="0" noProof="0" dirty="0">
                  <a:ln>
                    <a:noFill/>
                  </a:ln>
                  <a:solidFill>
                    <a:schemeClr val="bg1"/>
                  </a:solidFill>
                  <a:effectLst/>
                  <a:uLnTx/>
                  <a:uFillTx/>
                  <a:latin typeface="Times New Roman" panose="02020603050405020304" pitchFamily="18" charset="0"/>
                  <a:ea typeface="微软雅黑"/>
                  <a:cs typeface="Times New Roman" panose="02020603050405020304" pitchFamily="18" charset="0"/>
                </a:rPr>
                <a:t>02</a:t>
              </a:r>
              <a:endParaRPr kumimoji="0" lang="zh-CN" altLang="en-US" sz="2600" b="1" i="0" u="none" strike="noStrike" kern="1200" cap="none" spc="0" normalizeH="0" baseline="0" noProof="0" dirty="0">
                <a:ln>
                  <a:noFill/>
                </a:ln>
                <a:solidFill>
                  <a:schemeClr val="bg1"/>
                </a:solidFill>
                <a:effectLst/>
                <a:uLnTx/>
                <a:uFillTx/>
                <a:latin typeface="Times New Roman" panose="02020603050405020304" pitchFamily="18" charset="0"/>
                <a:ea typeface="微软雅黑"/>
                <a:cs typeface="Times New Roman" panose="02020603050405020304" pitchFamily="18" charset="0"/>
              </a:endParaRPr>
            </a:p>
          </p:txBody>
        </p:sp>
        <p:sp>
          <p:nvSpPr>
            <p:cNvPr id="33" name="椭圆 32">
              <a:extLst>
                <a:ext uri="{FF2B5EF4-FFF2-40B4-BE49-F238E27FC236}">
                  <a16:creationId xmlns:a16="http://schemas.microsoft.com/office/drawing/2014/main" id="{12C351D4-DEC6-C7DC-21B5-413C520CAB69}"/>
                </a:ext>
              </a:extLst>
            </p:cNvPr>
            <p:cNvSpPr/>
            <p:nvPr/>
          </p:nvSpPr>
          <p:spPr>
            <a:xfrm>
              <a:off x="3760762" y="2952069"/>
              <a:ext cx="554005" cy="554005"/>
            </a:xfrm>
            <a:prstGeom prst="ellipse">
              <a:avLst/>
            </a:prstGeom>
            <a:solidFill>
              <a:srgbClr val="9D9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a:extLst>
                <a:ext uri="{FF2B5EF4-FFF2-40B4-BE49-F238E27FC236}">
                  <a16:creationId xmlns:a16="http://schemas.microsoft.com/office/drawing/2014/main" id="{EC65B8D8-28BC-90A6-73FB-47D07533FBDF}"/>
                </a:ext>
              </a:extLst>
            </p:cNvPr>
            <p:cNvSpPr/>
            <p:nvPr/>
          </p:nvSpPr>
          <p:spPr>
            <a:xfrm>
              <a:off x="4427327" y="2952069"/>
              <a:ext cx="7119967" cy="5643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zh-CN" altLang="en-US" sz="2200" b="1" i="0" u="none" strike="noStrike" kern="1200" cap="none" spc="0" normalizeH="0" baseline="0" noProof="0" dirty="0">
                  <a:ln>
                    <a:noFill/>
                  </a:ln>
                  <a:solidFill>
                    <a:srgbClr val="9D90A0"/>
                  </a:solidFill>
                  <a:effectLst/>
                  <a:uLnTx/>
                  <a:uFillTx/>
                  <a:latin typeface="Times New Roman" panose="02020603050405020304" pitchFamily="18" charset="0"/>
                  <a:ea typeface="微软雅黑"/>
                  <a:cs typeface="Times New Roman" panose="02020603050405020304" pitchFamily="18" charset="0"/>
                </a:rPr>
                <a:t>方法框架</a:t>
              </a:r>
            </a:p>
          </p:txBody>
        </p:sp>
        <p:sp>
          <p:nvSpPr>
            <p:cNvPr id="35" name="矩形 34">
              <a:extLst>
                <a:ext uri="{FF2B5EF4-FFF2-40B4-BE49-F238E27FC236}">
                  <a16:creationId xmlns:a16="http://schemas.microsoft.com/office/drawing/2014/main" id="{965AD9EC-3D78-B85D-CCF6-A6694C4EFFE9}"/>
                </a:ext>
              </a:extLst>
            </p:cNvPr>
            <p:cNvSpPr/>
            <p:nvPr/>
          </p:nvSpPr>
          <p:spPr>
            <a:xfrm>
              <a:off x="3775365" y="2941690"/>
              <a:ext cx="642405" cy="5643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altLang="zh-CN" sz="2600" b="1" i="0" u="none" strike="noStrike" kern="1200" cap="none" spc="0" normalizeH="0" baseline="0" noProof="0" dirty="0">
                  <a:ln>
                    <a:noFill/>
                  </a:ln>
                  <a:solidFill>
                    <a:schemeClr val="bg1"/>
                  </a:solidFill>
                  <a:effectLst/>
                  <a:uLnTx/>
                  <a:uFillTx/>
                  <a:latin typeface="Times New Roman" panose="02020603050405020304" pitchFamily="18" charset="0"/>
                  <a:ea typeface="微软雅黑"/>
                  <a:cs typeface="Times New Roman" panose="02020603050405020304" pitchFamily="18" charset="0"/>
                </a:rPr>
                <a:t>03</a:t>
              </a:r>
              <a:endParaRPr kumimoji="0" lang="zh-CN" altLang="en-US" sz="2600" b="1" i="0" u="none" strike="noStrike" kern="1200" cap="none" spc="0" normalizeH="0" baseline="0" noProof="0" dirty="0">
                <a:ln>
                  <a:noFill/>
                </a:ln>
                <a:solidFill>
                  <a:schemeClr val="bg1"/>
                </a:solidFill>
                <a:effectLst/>
                <a:uLnTx/>
                <a:uFillTx/>
                <a:latin typeface="Times New Roman" panose="02020603050405020304" pitchFamily="18" charset="0"/>
                <a:ea typeface="微软雅黑"/>
                <a:cs typeface="Times New Roman" panose="02020603050405020304" pitchFamily="18" charset="0"/>
              </a:endParaRPr>
            </a:p>
          </p:txBody>
        </p:sp>
        <p:sp>
          <p:nvSpPr>
            <p:cNvPr id="40" name="椭圆 39">
              <a:extLst>
                <a:ext uri="{FF2B5EF4-FFF2-40B4-BE49-F238E27FC236}">
                  <a16:creationId xmlns:a16="http://schemas.microsoft.com/office/drawing/2014/main" id="{7394990E-E1B4-B6D6-3F08-2C671BFFAD3F}"/>
                </a:ext>
              </a:extLst>
            </p:cNvPr>
            <p:cNvSpPr/>
            <p:nvPr/>
          </p:nvSpPr>
          <p:spPr>
            <a:xfrm>
              <a:off x="3775365" y="4155415"/>
              <a:ext cx="554005" cy="554005"/>
            </a:xfrm>
            <a:prstGeom prst="ellipse">
              <a:avLst/>
            </a:prstGeom>
            <a:solidFill>
              <a:srgbClr val="9D9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1" name="矩形 40">
              <a:extLst>
                <a:ext uri="{FF2B5EF4-FFF2-40B4-BE49-F238E27FC236}">
                  <a16:creationId xmlns:a16="http://schemas.microsoft.com/office/drawing/2014/main" id="{D1418B31-1DF9-A56D-7AC9-577C50A9BF4D}"/>
                </a:ext>
              </a:extLst>
            </p:cNvPr>
            <p:cNvSpPr/>
            <p:nvPr/>
          </p:nvSpPr>
          <p:spPr>
            <a:xfrm>
              <a:off x="4441930" y="4140899"/>
              <a:ext cx="7119967" cy="5643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zh-CN" altLang="en-US" sz="2200" b="1" i="0" u="none" strike="noStrike" kern="1200" cap="none" spc="0" normalizeH="0" baseline="0" noProof="0" dirty="0">
                  <a:ln>
                    <a:noFill/>
                  </a:ln>
                  <a:solidFill>
                    <a:srgbClr val="9D90A0"/>
                  </a:solidFill>
                  <a:effectLst/>
                  <a:uLnTx/>
                  <a:uFillTx/>
                  <a:latin typeface="Times New Roman" panose="02020603050405020304" pitchFamily="18" charset="0"/>
                  <a:ea typeface="微软雅黑"/>
                  <a:cs typeface="Times New Roman" panose="02020603050405020304" pitchFamily="18" charset="0"/>
                </a:rPr>
                <a:t>实验验证</a:t>
              </a:r>
            </a:p>
          </p:txBody>
        </p:sp>
        <p:sp>
          <p:nvSpPr>
            <p:cNvPr id="42" name="矩形 41">
              <a:extLst>
                <a:ext uri="{FF2B5EF4-FFF2-40B4-BE49-F238E27FC236}">
                  <a16:creationId xmlns:a16="http://schemas.microsoft.com/office/drawing/2014/main" id="{4C2855E4-6E39-66D6-43D6-1D1A79724773}"/>
                </a:ext>
              </a:extLst>
            </p:cNvPr>
            <p:cNvSpPr/>
            <p:nvPr/>
          </p:nvSpPr>
          <p:spPr>
            <a:xfrm>
              <a:off x="3789968" y="4137781"/>
              <a:ext cx="642405" cy="5643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altLang="zh-CN" sz="2600" b="1" i="0" u="none" strike="noStrike" kern="1200" cap="none" spc="0" normalizeH="0" baseline="0" noProof="0" dirty="0">
                  <a:ln>
                    <a:noFill/>
                  </a:ln>
                  <a:solidFill>
                    <a:schemeClr val="bg1"/>
                  </a:solidFill>
                  <a:effectLst/>
                  <a:uLnTx/>
                  <a:uFillTx/>
                  <a:latin typeface="Times New Roman" panose="02020603050405020304" pitchFamily="18" charset="0"/>
                  <a:ea typeface="微软雅黑"/>
                  <a:cs typeface="Times New Roman" panose="02020603050405020304" pitchFamily="18" charset="0"/>
                </a:rPr>
                <a:t>04</a:t>
              </a:r>
              <a:endParaRPr kumimoji="0" lang="zh-CN" altLang="en-US" sz="2600" b="1" i="0" u="none" strike="noStrike" kern="1200" cap="none" spc="0" normalizeH="0" baseline="0" noProof="0" dirty="0">
                <a:ln>
                  <a:noFill/>
                </a:ln>
                <a:solidFill>
                  <a:schemeClr val="bg1"/>
                </a:solidFill>
                <a:effectLst/>
                <a:uLnTx/>
                <a:uFillTx/>
                <a:latin typeface="Times New Roman" panose="02020603050405020304" pitchFamily="18" charset="0"/>
                <a:ea typeface="微软雅黑"/>
                <a:cs typeface="Times New Roman" panose="02020603050405020304" pitchFamily="18" charset="0"/>
              </a:endParaRPr>
            </a:p>
          </p:txBody>
        </p:sp>
        <p:sp>
          <p:nvSpPr>
            <p:cNvPr id="43" name="椭圆 42">
              <a:extLst>
                <a:ext uri="{FF2B5EF4-FFF2-40B4-BE49-F238E27FC236}">
                  <a16:creationId xmlns:a16="http://schemas.microsoft.com/office/drawing/2014/main" id="{DFDAE0C5-5876-D368-6EC2-B41B5A50E39C}"/>
                </a:ext>
              </a:extLst>
            </p:cNvPr>
            <p:cNvSpPr/>
            <p:nvPr/>
          </p:nvSpPr>
          <p:spPr>
            <a:xfrm>
              <a:off x="3775365" y="5361004"/>
              <a:ext cx="554005" cy="554005"/>
            </a:xfrm>
            <a:prstGeom prst="ellipse">
              <a:avLst/>
            </a:prstGeom>
            <a:solidFill>
              <a:srgbClr val="9D9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4" name="矩形 43">
              <a:extLst>
                <a:ext uri="{FF2B5EF4-FFF2-40B4-BE49-F238E27FC236}">
                  <a16:creationId xmlns:a16="http://schemas.microsoft.com/office/drawing/2014/main" id="{F0057FF4-3234-CFDB-575D-6AA606238521}"/>
                </a:ext>
              </a:extLst>
            </p:cNvPr>
            <p:cNvSpPr/>
            <p:nvPr/>
          </p:nvSpPr>
          <p:spPr>
            <a:xfrm>
              <a:off x="4441930" y="5361004"/>
              <a:ext cx="7119967" cy="5643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zh-CN" altLang="en-US" sz="2200" b="1" i="0" u="none" strike="noStrike" kern="1200" cap="none" spc="0" normalizeH="0" baseline="0" noProof="0" dirty="0">
                  <a:ln>
                    <a:noFill/>
                  </a:ln>
                  <a:solidFill>
                    <a:srgbClr val="9D90A0"/>
                  </a:solidFill>
                  <a:effectLst/>
                  <a:uLnTx/>
                  <a:uFillTx/>
                  <a:latin typeface="Times New Roman" panose="02020603050405020304" pitchFamily="18" charset="0"/>
                  <a:ea typeface="微软雅黑"/>
                  <a:cs typeface="Times New Roman" panose="02020603050405020304" pitchFamily="18" charset="0"/>
                </a:rPr>
                <a:t>总结与展望</a:t>
              </a:r>
            </a:p>
          </p:txBody>
        </p:sp>
        <p:sp>
          <p:nvSpPr>
            <p:cNvPr id="45" name="矩形 44">
              <a:extLst>
                <a:ext uri="{FF2B5EF4-FFF2-40B4-BE49-F238E27FC236}">
                  <a16:creationId xmlns:a16="http://schemas.microsoft.com/office/drawing/2014/main" id="{AAA809F0-E3BE-565E-B0E9-2E2A6BBA5ED6}"/>
                </a:ext>
              </a:extLst>
            </p:cNvPr>
            <p:cNvSpPr/>
            <p:nvPr/>
          </p:nvSpPr>
          <p:spPr>
            <a:xfrm>
              <a:off x="3789968" y="5350625"/>
              <a:ext cx="642405" cy="5643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altLang="zh-CN" sz="2600" b="1" i="0" u="none" strike="noStrike" kern="1200" cap="none" spc="0" normalizeH="0" baseline="0" noProof="0" dirty="0">
                  <a:ln>
                    <a:noFill/>
                  </a:ln>
                  <a:solidFill>
                    <a:schemeClr val="bg1"/>
                  </a:solidFill>
                  <a:effectLst/>
                  <a:uLnTx/>
                  <a:uFillTx/>
                  <a:latin typeface="Times New Roman" panose="02020603050405020304" pitchFamily="18" charset="0"/>
                  <a:ea typeface="微软雅黑"/>
                  <a:cs typeface="Times New Roman" panose="02020603050405020304" pitchFamily="18" charset="0"/>
                </a:rPr>
                <a:t>05</a:t>
              </a:r>
              <a:endParaRPr kumimoji="0" lang="zh-CN" altLang="en-US" sz="2600" b="1" i="0" u="none" strike="noStrike" kern="1200" cap="none" spc="0" normalizeH="0" baseline="0" noProof="0" dirty="0">
                <a:ln>
                  <a:noFill/>
                </a:ln>
                <a:solidFill>
                  <a:schemeClr val="bg1"/>
                </a:solidFill>
                <a:effectLst/>
                <a:uLnTx/>
                <a:uFillTx/>
                <a:latin typeface="Times New Roman" panose="02020603050405020304" pitchFamily="18" charset="0"/>
                <a:ea typeface="微软雅黑"/>
                <a:cs typeface="Times New Roman" panose="02020603050405020304" pitchFamily="18" charset="0"/>
              </a:endParaRPr>
            </a:p>
          </p:txBody>
        </p:sp>
      </p:grpSp>
      <p:pic>
        <p:nvPicPr>
          <p:cNvPr id="47" name="图片 46">
            <a:extLst>
              <a:ext uri="{FF2B5EF4-FFF2-40B4-BE49-F238E27FC236}">
                <a16:creationId xmlns:a16="http://schemas.microsoft.com/office/drawing/2014/main" id="{797E3EFB-C740-B642-358E-C60A444264F2}"/>
              </a:ext>
            </a:extLst>
          </p:cNvPr>
          <p:cNvPicPr>
            <a:picLocks noChangeAspect="1"/>
          </p:cNvPicPr>
          <p:nvPr/>
        </p:nvPicPr>
        <p:blipFill>
          <a:blip r:embed="rId3">
            <a:extLst>
              <a:ext uri="{28A0092B-C50C-407E-A947-70E740481C1C}">
                <a14:useLocalDpi xmlns:a14="http://schemas.microsoft.com/office/drawing/2010/main" val="0"/>
              </a:ext>
            </a:extLst>
          </a:blip>
          <a:srcRect l="44043" t="-7039" r="30763" b="50"/>
          <a:stretch>
            <a:fillRect/>
          </a:stretch>
        </p:blipFill>
        <p:spPr>
          <a:xfrm>
            <a:off x="0" y="-482958"/>
            <a:ext cx="3071613" cy="7340958"/>
          </a:xfrm>
          <a:custGeom>
            <a:avLst/>
            <a:gdLst>
              <a:gd name="connsiteX0" fmla="*/ 0 w 9144000"/>
              <a:gd name="connsiteY0" fmla="*/ 0 h 1896177"/>
              <a:gd name="connsiteX1" fmla="*/ 9144000 w 9144000"/>
              <a:gd name="connsiteY1" fmla="*/ 0 h 1896177"/>
              <a:gd name="connsiteX2" fmla="*/ 9144000 w 9144000"/>
              <a:gd name="connsiteY2" fmla="*/ 1896177 h 1896177"/>
              <a:gd name="connsiteX3" fmla="*/ 0 w 9144000"/>
              <a:gd name="connsiteY3" fmla="*/ 1896177 h 1896177"/>
            </a:gdLst>
            <a:ahLst/>
            <a:cxnLst>
              <a:cxn ang="0">
                <a:pos x="connsiteX0" y="connsiteY0"/>
              </a:cxn>
              <a:cxn ang="0">
                <a:pos x="connsiteX1" y="connsiteY1"/>
              </a:cxn>
              <a:cxn ang="0">
                <a:pos x="connsiteX2" y="connsiteY2"/>
              </a:cxn>
              <a:cxn ang="0">
                <a:pos x="connsiteX3" y="connsiteY3"/>
              </a:cxn>
            </a:cxnLst>
            <a:rect l="l" t="t" r="r" b="b"/>
            <a:pathLst>
              <a:path w="9144000" h="1896177">
                <a:moveTo>
                  <a:pt x="0" y="0"/>
                </a:moveTo>
                <a:lnTo>
                  <a:pt x="9144000" y="0"/>
                </a:lnTo>
                <a:lnTo>
                  <a:pt x="9144000" y="1896177"/>
                </a:lnTo>
                <a:lnTo>
                  <a:pt x="0" y="1896177"/>
                </a:lnTo>
                <a:close/>
              </a:path>
            </a:pathLst>
          </a:custGeom>
        </p:spPr>
      </p:pic>
      <p:sp>
        <p:nvSpPr>
          <p:cNvPr id="48" name="矩形 47">
            <a:extLst>
              <a:ext uri="{FF2B5EF4-FFF2-40B4-BE49-F238E27FC236}">
                <a16:creationId xmlns:a16="http://schemas.microsoft.com/office/drawing/2014/main" id="{31222B4C-B512-7C95-1F56-8766B252FADA}"/>
              </a:ext>
            </a:extLst>
          </p:cNvPr>
          <p:cNvSpPr/>
          <p:nvPr/>
        </p:nvSpPr>
        <p:spPr>
          <a:xfrm>
            <a:off x="-1" y="0"/>
            <a:ext cx="3071613" cy="6858000"/>
          </a:xfrm>
          <a:prstGeom prst="rect">
            <a:avLst/>
          </a:prstGeom>
          <a:gradFill flip="none" rotWithShape="1">
            <a:gsLst>
              <a:gs pos="0">
                <a:schemeClr val="accent1">
                  <a:alpha val="20000"/>
                </a:schemeClr>
              </a:gs>
              <a:gs pos="100000">
                <a:schemeClr val="accent1"/>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grpSp>
        <p:nvGrpSpPr>
          <p:cNvPr id="49" name="组合 48">
            <a:extLst>
              <a:ext uri="{FF2B5EF4-FFF2-40B4-BE49-F238E27FC236}">
                <a16:creationId xmlns:a16="http://schemas.microsoft.com/office/drawing/2014/main" id="{D14176C0-0D97-168F-2198-DF47F6483070}"/>
              </a:ext>
            </a:extLst>
          </p:cNvPr>
          <p:cNvGrpSpPr/>
          <p:nvPr/>
        </p:nvGrpSpPr>
        <p:grpSpPr>
          <a:xfrm>
            <a:off x="475740" y="2536644"/>
            <a:ext cx="2708433" cy="1784713"/>
            <a:chOff x="456177" y="2436885"/>
            <a:chExt cx="2708433" cy="1784713"/>
          </a:xfrm>
        </p:grpSpPr>
        <p:sp>
          <p:nvSpPr>
            <p:cNvPr id="50" name="文本框 49" descr="e7d195523061f1c09e9d68d7cf438b91ef959ecb14fc25d26BBA7F7DBC18E55DFF4014AF651F0BF2569D4B6C1DA7F1A4683A481403BD872FC687266AD13265C1DE7C373772FD8728ABDD69ADD03BFF5BE2862BC891DBB79EB73C15828F0DF1DC2F0B1C670C38CB84D872D3C6C609B3C2C95C34232EA5F7BBA4BF190274E430E03C02613D2AC7931007E66AA5AE319EC6">
              <a:extLst>
                <a:ext uri="{FF2B5EF4-FFF2-40B4-BE49-F238E27FC236}">
                  <a16:creationId xmlns:a16="http://schemas.microsoft.com/office/drawing/2014/main" id="{189E2DCA-026F-69AE-1731-C94F02184E9E}"/>
                </a:ext>
              </a:extLst>
            </p:cNvPr>
            <p:cNvSpPr txBox="1"/>
            <p:nvPr/>
          </p:nvSpPr>
          <p:spPr>
            <a:xfrm>
              <a:off x="456177" y="2436885"/>
              <a:ext cx="2708433" cy="1200329"/>
            </a:xfrm>
            <a:prstGeom prst="rect">
              <a:avLst/>
            </a:prstGeom>
            <a:noFill/>
          </p:spPr>
          <p:txBody>
            <a:bodyPr vert="horz"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7200" b="1" i="0" u="none" strike="noStrike" kern="1200" cap="none" spc="3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目录</a:t>
              </a:r>
              <a:endParaRPr kumimoji="0" lang="en-US" altLang="zh-CN" sz="7200" b="1" i="0" u="none" strike="noStrike" kern="1200" cap="none" spc="3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1" name="文本框 50" descr="e7d195523061f1c09e9d68d7cf438b91ef959ecb14fc25d26BBA7F7DBC18E55DFF4014AF651F0BF2569D4B6C1DA7F1A4683A481403BD872FC687266AD13265C1DE7C373772FD8728ABDD69ADD03BFF5BE2862BC891DBB79E384CBA2AD7BD29318610FEDF51B3FEE05FEC5A091F42846D822380C7930B8446232BAEF97A5CF8EFA5006F9FB7A0D65F653EDA17F6F433D1">
              <a:extLst>
                <a:ext uri="{FF2B5EF4-FFF2-40B4-BE49-F238E27FC236}">
                  <a16:creationId xmlns:a16="http://schemas.microsoft.com/office/drawing/2014/main" id="{55A2E23F-C193-990A-859A-8A54958C9F7A}"/>
                </a:ext>
              </a:extLst>
            </p:cNvPr>
            <p:cNvSpPr txBox="1"/>
            <p:nvPr/>
          </p:nvSpPr>
          <p:spPr>
            <a:xfrm>
              <a:off x="456177" y="3718832"/>
              <a:ext cx="2708433" cy="502766"/>
            </a:xfrm>
            <a:prstGeom prst="rect">
              <a:avLst/>
            </a:prstGeom>
            <a:noFill/>
          </p:spPr>
          <p:txBody>
            <a:bodyPr wrap="square" rtlCol="0">
              <a:spAutoFit/>
            </a:bodyPr>
            <a:lstStyle>
              <a:defPPr>
                <a:defRPr lang="en-US"/>
              </a:defPPr>
              <a:lvl1pPr algn="ctr">
                <a:defRPr sz="4800" b="1">
                  <a:solidFill>
                    <a:schemeClr val="bg1"/>
                  </a:solidFill>
                  <a:effectLst>
                    <a:outerShdw blurRad="101600" dist="101600" dir="2700000" algn="tl">
                      <a:srgbClr val="000000">
                        <a:alpha val="43137"/>
                      </a:srgbClr>
                    </a:outerShdw>
                  </a:effectLst>
                  <a:latin typeface="+mj-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667"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CONTENTS</a:t>
              </a:r>
            </a:p>
          </p:txBody>
        </p:sp>
      </p:grpSp>
    </p:spTree>
    <p:extLst>
      <p:ext uri="{BB962C8B-B14F-4D97-AF65-F5344CB8AC3E}">
        <p14:creationId xmlns:p14="http://schemas.microsoft.com/office/powerpoint/2010/main" val="11651824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5B9F3A-A2CE-A854-8F8D-D9C9AF906491}"/>
            </a:ext>
          </a:extLst>
        </p:cNvPr>
        <p:cNvGrpSpPr/>
        <p:nvPr/>
      </p:nvGrpSpPr>
      <p:grpSpPr>
        <a:xfrm>
          <a:off x="0" y="0"/>
          <a:ext cx="0" cy="0"/>
          <a:chOff x="0" y="0"/>
          <a:chExt cx="0" cy="0"/>
        </a:xfrm>
      </p:grpSpPr>
      <p:cxnSp>
        <p:nvCxnSpPr>
          <p:cNvPr id="7" name="直接连接符 6">
            <a:extLst>
              <a:ext uri="{FF2B5EF4-FFF2-40B4-BE49-F238E27FC236}">
                <a16:creationId xmlns:a16="http://schemas.microsoft.com/office/drawing/2014/main" id="{77122777-CF12-D0D6-5BC3-ED40122C19E5}"/>
              </a:ext>
            </a:extLst>
          </p:cNvPr>
          <p:cNvCxnSpPr>
            <a:cxnSpLocks/>
          </p:cNvCxnSpPr>
          <p:nvPr/>
        </p:nvCxnSpPr>
        <p:spPr>
          <a:xfrm>
            <a:off x="337132" y="774574"/>
            <a:ext cx="11567001" cy="0"/>
          </a:xfrm>
          <a:prstGeom prst="line">
            <a:avLst/>
          </a:prstGeom>
          <a:ln w="19050">
            <a:solidFill>
              <a:srgbClr val="133C7A">
                <a:alpha val="80000"/>
              </a:srgbClr>
            </a:solidFill>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DD184077-DB38-3D99-9C96-24B6D27B698D}"/>
              </a:ext>
            </a:extLst>
          </p:cNvPr>
          <p:cNvSpPr txBox="1"/>
          <p:nvPr/>
        </p:nvSpPr>
        <p:spPr>
          <a:xfrm>
            <a:off x="683012" y="256087"/>
            <a:ext cx="9510123" cy="505676"/>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r>
              <a:rPr lang="en-US" altLang="zh-CN" sz="2800" dirty="0">
                <a:solidFill>
                  <a:schemeClr val="tx2">
                    <a:lumMod val="75000"/>
                  </a:schemeClr>
                </a:solidFill>
                <a:latin typeface="微软雅黑" panose="020B0503020204020204" pitchFamily="34" charset="-122"/>
                <a:ea typeface="微软雅黑" panose="020B0503020204020204" pitchFamily="34" charset="-122"/>
              </a:rPr>
              <a:t>2 </a:t>
            </a:r>
            <a:r>
              <a:rPr lang="zh-CN" altLang="en-US" sz="2800" dirty="0">
                <a:solidFill>
                  <a:schemeClr val="tx2">
                    <a:lumMod val="75000"/>
                  </a:schemeClr>
                </a:solidFill>
                <a:latin typeface="微软雅黑" panose="020B0503020204020204" pitchFamily="34" charset="-122"/>
                <a:ea typeface="微软雅黑" panose="020B0503020204020204" pitchFamily="34" charset="-122"/>
              </a:rPr>
              <a:t>问题描述</a:t>
            </a:r>
          </a:p>
        </p:txBody>
      </p:sp>
      <p:sp>
        <p:nvSpPr>
          <p:cNvPr id="9" name="矩形 8">
            <a:extLst>
              <a:ext uri="{FF2B5EF4-FFF2-40B4-BE49-F238E27FC236}">
                <a16:creationId xmlns:a16="http://schemas.microsoft.com/office/drawing/2014/main" id="{24030637-F768-AAF3-2DA5-32670DB41B57}"/>
              </a:ext>
            </a:extLst>
          </p:cNvPr>
          <p:cNvSpPr/>
          <p:nvPr/>
        </p:nvSpPr>
        <p:spPr>
          <a:xfrm>
            <a:off x="337132" y="268900"/>
            <a:ext cx="195295" cy="50567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D8670E94-79EE-694B-B30E-3C7D568BF488}"/>
              </a:ext>
            </a:extLst>
          </p:cNvPr>
          <p:cNvSpPr/>
          <p:nvPr/>
        </p:nvSpPr>
        <p:spPr>
          <a:xfrm>
            <a:off x="337132" y="268900"/>
            <a:ext cx="276318" cy="505674"/>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ACD75A41-FFA8-5233-5BC3-414B3CCC11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66776" y="256087"/>
            <a:ext cx="1788092" cy="431989"/>
          </a:xfrm>
          <a:prstGeom prst="rect">
            <a:avLst/>
          </a:prstGeom>
        </p:spPr>
      </p:pic>
      <p:sp>
        <p:nvSpPr>
          <p:cNvPr id="2" name="文本框 1">
            <a:extLst>
              <a:ext uri="{FF2B5EF4-FFF2-40B4-BE49-F238E27FC236}">
                <a16:creationId xmlns:a16="http://schemas.microsoft.com/office/drawing/2014/main" id="{A96BDE1F-354E-28A8-11D5-4DC736BBB573}"/>
              </a:ext>
            </a:extLst>
          </p:cNvPr>
          <p:cNvSpPr txBox="1"/>
          <p:nvPr/>
        </p:nvSpPr>
        <p:spPr>
          <a:xfrm>
            <a:off x="299410" y="862073"/>
            <a:ext cx="9510123" cy="444121"/>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r>
              <a:rPr lang="en-US" altLang="zh-CN" sz="2400" dirty="0">
                <a:solidFill>
                  <a:schemeClr val="tx2">
                    <a:lumMod val="75000"/>
                  </a:schemeClr>
                </a:solidFill>
                <a:latin typeface="微软雅黑" panose="020B0503020204020204" pitchFamily="34" charset="-122"/>
                <a:ea typeface="微软雅黑" panose="020B0503020204020204" pitchFamily="34" charset="-122"/>
              </a:rPr>
              <a:t>• 2.1 </a:t>
            </a:r>
            <a:r>
              <a:rPr lang="zh-CN" altLang="en-US" sz="2400" dirty="0">
                <a:solidFill>
                  <a:schemeClr val="tx2">
                    <a:lumMod val="75000"/>
                  </a:schemeClr>
                </a:solidFill>
                <a:latin typeface="微软雅黑" panose="020B0503020204020204" pitchFamily="34" charset="-122"/>
                <a:ea typeface="微软雅黑" panose="020B0503020204020204" pitchFamily="34" charset="-122"/>
              </a:rPr>
              <a:t>静态问题定义</a:t>
            </a:r>
          </a:p>
        </p:txBody>
      </p:sp>
      <p:sp>
        <p:nvSpPr>
          <p:cNvPr id="3" name="矩形: 圆角 2">
            <a:extLst>
              <a:ext uri="{FF2B5EF4-FFF2-40B4-BE49-F238E27FC236}">
                <a16:creationId xmlns:a16="http://schemas.microsoft.com/office/drawing/2014/main" id="{6CFE6F7B-09DD-5F6E-3A81-EAB7D322D5D0}"/>
              </a:ext>
            </a:extLst>
          </p:cNvPr>
          <p:cNvSpPr/>
          <p:nvPr/>
        </p:nvSpPr>
        <p:spPr>
          <a:xfrm>
            <a:off x="327709" y="1400629"/>
            <a:ext cx="2342918" cy="3411793"/>
          </a:xfrm>
          <a:prstGeom prst="roundRect">
            <a:avLst>
              <a:gd name="adj" fmla="val 3631"/>
            </a:avLst>
          </a:prstGeom>
          <a:no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4" name="矩形: 圆角 3">
            <a:extLst>
              <a:ext uri="{FF2B5EF4-FFF2-40B4-BE49-F238E27FC236}">
                <a16:creationId xmlns:a16="http://schemas.microsoft.com/office/drawing/2014/main" id="{61DC2395-42B3-81B4-77A7-0A3CE5C30BDF}"/>
              </a:ext>
            </a:extLst>
          </p:cNvPr>
          <p:cNvSpPr/>
          <p:nvPr/>
        </p:nvSpPr>
        <p:spPr>
          <a:xfrm>
            <a:off x="3026228" y="1400628"/>
            <a:ext cx="6560457" cy="4764220"/>
          </a:xfrm>
          <a:prstGeom prst="roundRect">
            <a:avLst>
              <a:gd name="adj" fmla="val 2626"/>
            </a:avLst>
          </a:prstGeom>
          <a:no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5" name="矩形: 圆角 4">
            <a:extLst>
              <a:ext uri="{FF2B5EF4-FFF2-40B4-BE49-F238E27FC236}">
                <a16:creationId xmlns:a16="http://schemas.microsoft.com/office/drawing/2014/main" id="{3D80D874-237D-40B6-9D78-BB57176E6F50}"/>
              </a:ext>
            </a:extLst>
          </p:cNvPr>
          <p:cNvSpPr/>
          <p:nvPr/>
        </p:nvSpPr>
        <p:spPr>
          <a:xfrm>
            <a:off x="9942286" y="1400627"/>
            <a:ext cx="1915833" cy="4764221"/>
          </a:xfrm>
          <a:prstGeom prst="roundRect">
            <a:avLst>
              <a:gd name="adj" fmla="val 5075"/>
            </a:avLst>
          </a:prstGeom>
          <a:no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pic>
        <p:nvPicPr>
          <p:cNvPr id="6" name="图片 5">
            <a:extLst>
              <a:ext uri="{FF2B5EF4-FFF2-40B4-BE49-F238E27FC236}">
                <a16:creationId xmlns:a16="http://schemas.microsoft.com/office/drawing/2014/main" id="{0478453C-F872-5896-ED13-F8E132DFFF49}"/>
              </a:ext>
            </a:extLst>
          </p:cNvPr>
          <p:cNvPicPr>
            <a:picLocks noChangeAspect="1"/>
          </p:cNvPicPr>
          <p:nvPr/>
        </p:nvPicPr>
        <p:blipFill>
          <a:blip r:embed="rId4"/>
          <a:srcRect t="17902" b="23107"/>
          <a:stretch>
            <a:fillRect/>
          </a:stretch>
        </p:blipFill>
        <p:spPr>
          <a:xfrm>
            <a:off x="3054523" y="1958788"/>
            <a:ext cx="6490471" cy="2154827"/>
          </a:xfrm>
          <a:prstGeom prst="rect">
            <a:avLst/>
          </a:prstGeom>
        </p:spPr>
      </p:pic>
      <p:sp>
        <p:nvSpPr>
          <p:cNvPr id="15" name="矩形: 圆角 14">
            <a:extLst>
              <a:ext uri="{FF2B5EF4-FFF2-40B4-BE49-F238E27FC236}">
                <a16:creationId xmlns:a16="http://schemas.microsoft.com/office/drawing/2014/main" id="{53F36F3E-416F-BC4B-5304-F80E43BCE7AA}"/>
              </a:ext>
            </a:extLst>
          </p:cNvPr>
          <p:cNvSpPr/>
          <p:nvPr/>
        </p:nvSpPr>
        <p:spPr>
          <a:xfrm>
            <a:off x="337132" y="6302146"/>
            <a:ext cx="11512984" cy="461156"/>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在满足飞机脉动装配线复杂约束条件下，进行资源的静态配置与初始化调度</a:t>
            </a:r>
          </a:p>
        </p:txBody>
      </p:sp>
      <p:sp>
        <p:nvSpPr>
          <p:cNvPr id="19" name="矩形: 圆角 18">
            <a:extLst>
              <a:ext uri="{FF2B5EF4-FFF2-40B4-BE49-F238E27FC236}">
                <a16:creationId xmlns:a16="http://schemas.microsoft.com/office/drawing/2014/main" id="{1AC4724D-F313-4AA3-5DC6-99989A5B4C5E}"/>
              </a:ext>
            </a:extLst>
          </p:cNvPr>
          <p:cNvSpPr/>
          <p:nvPr/>
        </p:nvSpPr>
        <p:spPr>
          <a:xfrm>
            <a:off x="496137" y="1868921"/>
            <a:ext cx="2021166" cy="382566"/>
          </a:xfrm>
          <a:prstGeom prst="roundRect">
            <a:avLst/>
          </a:prstGeom>
          <a:no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圆角 19">
            <a:extLst>
              <a:ext uri="{FF2B5EF4-FFF2-40B4-BE49-F238E27FC236}">
                <a16:creationId xmlns:a16="http://schemas.microsoft.com/office/drawing/2014/main" id="{829A9151-6068-25FF-668D-E35527C9B7A5}"/>
              </a:ext>
            </a:extLst>
          </p:cNvPr>
          <p:cNvSpPr/>
          <p:nvPr/>
        </p:nvSpPr>
        <p:spPr>
          <a:xfrm>
            <a:off x="496137" y="2348097"/>
            <a:ext cx="2021166" cy="382566"/>
          </a:xfrm>
          <a:prstGeom prst="roundRect">
            <a:avLst/>
          </a:prstGeom>
          <a:no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圆角 20">
            <a:extLst>
              <a:ext uri="{FF2B5EF4-FFF2-40B4-BE49-F238E27FC236}">
                <a16:creationId xmlns:a16="http://schemas.microsoft.com/office/drawing/2014/main" id="{E028007D-8AA0-A858-371C-64B839546543}"/>
              </a:ext>
            </a:extLst>
          </p:cNvPr>
          <p:cNvSpPr/>
          <p:nvPr/>
        </p:nvSpPr>
        <p:spPr>
          <a:xfrm>
            <a:off x="496137" y="2828930"/>
            <a:ext cx="2021166" cy="382566"/>
          </a:xfrm>
          <a:prstGeom prst="roundRect">
            <a:avLst/>
          </a:prstGeom>
          <a:no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圆角 21">
            <a:extLst>
              <a:ext uri="{FF2B5EF4-FFF2-40B4-BE49-F238E27FC236}">
                <a16:creationId xmlns:a16="http://schemas.microsoft.com/office/drawing/2014/main" id="{9E465099-A032-E149-E25F-8D68BB4DE484}"/>
              </a:ext>
            </a:extLst>
          </p:cNvPr>
          <p:cNvSpPr/>
          <p:nvPr/>
        </p:nvSpPr>
        <p:spPr>
          <a:xfrm>
            <a:off x="496137" y="3329316"/>
            <a:ext cx="2021166" cy="382566"/>
          </a:xfrm>
          <a:prstGeom prst="roundRect">
            <a:avLst/>
          </a:prstGeom>
          <a:no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圆角 22">
            <a:extLst>
              <a:ext uri="{FF2B5EF4-FFF2-40B4-BE49-F238E27FC236}">
                <a16:creationId xmlns:a16="http://schemas.microsoft.com/office/drawing/2014/main" id="{0E8AA53E-DC31-1302-7BEA-5FD879D40380}"/>
              </a:ext>
            </a:extLst>
          </p:cNvPr>
          <p:cNvSpPr/>
          <p:nvPr/>
        </p:nvSpPr>
        <p:spPr>
          <a:xfrm>
            <a:off x="496137" y="3808492"/>
            <a:ext cx="2021166" cy="382566"/>
          </a:xfrm>
          <a:prstGeom prst="roundRect">
            <a:avLst/>
          </a:prstGeom>
          <a:no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圆角 23">
            <a:extLst>
              <a:ext uri="{FF2B5EF4-FFF2-40B4-BE49-F238E27FC236}">
                <a16:creationId xmlns:a16="http://schemas.microsoft.com/office/drawing/2014/main" id="{46523C6A-8ABE-77F1-611B-C55763687958}"/>
              </a:ext>
            </a:extLst>
          </p:cNvPr>
          <p:cNvSpPr/>
          <p:nvPr/>
        </p:nvSpPr>
        <p:spPr>
          <a:xfrm>
            <a:off x="496137" y="4289325"/>
            <a:ext cx="2021166" cy="382566"/>
          </a:xfrm>
          <a:prstGeom prst="roundRect">
            <a:avLst/>
          </a:prstGeom>
          <a:no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圆角 209">
            <a:extLst>
              <a:ext uri="{FF2B5EF4-FFF2-40B4-BE49-F238E27FC236}">
                <a16:creationId xmlns:a16="http://schemas.microsoft.com/office/drawing/2014/main" id="{17707411-B5E6-3776-2AED-673A5A1E6CAC}"/>
              </a:ext>
            </a:extLst>
          </p:cNvPr>
          <p:cNvSpPr/>
          <p:nvPr/>
        </p:nvSpPr>
        <p:spPr>
          <a:xfrm>
            <a:off x="791761" y="1331565"/>
            <a:ext cx="1407940" cy="382566"/>
          </a:xfrm>
          <a:prstGeom prst="round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Microsoft YaHei" panose="020B0503020204020204" pitchFamily="34" charset="-122"/>
                <a:ea typeface="Microsoft YaHei" panose="020B0503020204020204" pitchFamily="34" charset="-122"/>
              </a:rPr>
              <a:t>系统构成</a:t>
            </a:r>
          </a:p>
        </p:txBody>
      </p:sp>
      <p:sp>
        <p:nvSpPr>
          <p:cNvPr id="26" name="矩形: 圆角 209">
            <a:extLst>
              <a:ext uri="{FF2B5EF4-FFF2-40B4-BE49-F238E27FC236}">
                <a16:creationId xmlns:a16="http://schemas.microsoft.com/office/drawing/2014/main" id="{D0C9F386-2EE1-2C76-E09D-59CF2B119EAE}"/>
              </a:ext>
            </a:extLst>
          </p:cNvPr>
          <p:cNvSpPr/>
          <p:nvPr/>
        </p:nvSpPr>
        <p:spPr>
          <a:xfrm>
            <a:off x="5083668" y="1331565"/>
            <a:ext cx="2445577" cy="382566"/>
          </a:xfrm>
          <a:prstGeom prst="round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Microsoft YaHei" panose="020B0503020204020204" pitchFamily="34" charset="-122"/>
                <a:ea typeface="Microsoft YaHei" panose="020B0503020204020204" pitchFamily="34" charset="-122"/>
              </a:rPr>
              <a:t>飞机脉动装配线</a:t>
            </a:r>
          </a:p>
        </p:txBody>
      </p:sp>
      <p:sp>
        <p:nvSpPr>
          <p:cNvPr id="27" name="矩形: 圆角 209">
            <a:extLst>
              <a:ext uri="{FF2B5EF4-FFF2-40B4-BE49-F238E27FC236}">
                <a16:creationId xmlns:a16="http://schemas.microsoft.com/office/drawing/2014/main" id="{F19DA2AF-4433-0C71-A341-D45DEF93A441}"/>
              </a:ext>
            </a:extLst>
          </p:cNvPr>
          <p:cNvSpPr/>
          <p:nvPr/>
        </p:nvSpPr>
        <p:spPr>
          <a:xfrm>
            <a:off x="10236185" y="1337670"/>
            <a:ext cx="1407940" cy="382566"/>
          </a:xfrm>
          <a:prstGeom prst="round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Microsoft YaHei" panose="020B0503020204020204" pitchFamily="34" charset="-122"/>
                <a:ea typeface="Microsoft YaHei" panose="020B0503020204020204" pitchFamily="34" charset="-122"/>
              </a:rPr>
              <a:t>主要约束</a:t>
            </a:r>
          </a:p>
        </p:txBody>
      </p:sp>
      <p:pic>
        <p:nvPicPr>
          <p:cNvPr id="29" name="图形 28" descr="上升趋势条形图 纯色填充">
            <a:extLst>
              <a:ext uri="{FF2B5EF4-FFF2-40B4-BE49-F238E27FC236}">
                <a16:creationId xmlns:a16="http://schemas.microsoft.com/office/drawing/2014/main" id="{762A1DF7-4285-35B2-2186-EC51765CA78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494087" y="4962815"/>
            <a:ext cx="731520" cy="731520"/>
          </a:xfrm>
          <a:prstGeom prst="rect">
            <a:avLst/>
          </a:prstGeom>
        </p:spPr>
      </p:pic>
      <p:pic>
        <p:nvPicPr>
          <p:cNvPr id="35" name="图形 34" descr="带向左箭头的圆圈 纯色填充">
            <a:extLst>
              <a:ext uri="{FF2B5EF4-FFF2-40B4-BE49-F238E27FC236}">
                <a16:creationId xmlns:a16="http://schemas.microsoft.com/office/drawing/2014/main" id="{599825AA-9100-8883-1A88-D668B989639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flipH="1">
            <a:off x="555394" y="3392690"/>
            <a:ext cx="274320" cy="274320"/>
          </a:xfrm>
          <a:prstGeom prst="rect">
            <a:avLst/>
          </a:prstGeom>
        </p:spPr>
      </p:pic>
      <p:pic>
        <p:nvPicPr>
          <p:cNvPr id="39" name="图形 38" descr="单级齿轮 纯色填充">
            <a:extLst>
              <a:ext uri="{FF2B5EF4-FFF2-40B4-BE49-F238E27FC236}">
                <a16:creationId xmlns:a16="http://schemas.microsoft.com/office/drawing/2014/main" id="{83EB345C-30A3-3022-D153-A445CAAC6CBB}"/>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741491" y="5090350"/>
            <a:ext cx="365760" cy="365760"/>
          </a:xfrm>
          <a:prstGeom prst="rect">
            <a:avLst/>
          </a:prstGeom>
        </p:spPr>
      </p:pic>
      <p:pic>
        <p:nvPicPr>
          <p:cNvPr id="41" name="图形 40" descr="层次结构 纯色填充">
            <a:extLst>
              <a:ext uri="{FF2B5EF4-FFF2-40B4-BE49-F238E27FC236}">
                <a16:creationId xmlns:a16="http://schemas.microsoft.com/office/drawing/2014/main" id="{D2D89E60-5978-A4C8-88D5-FE7CD2273CA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269031" y="4931234"/>
            <a:ext cx="731520" cy="731520"/>
          </a:xfrm>
          <a:prstGeom prst="rect">
            <a:avLst/>
          </a:prstGeom>
        </p:spPr>
      </p:pic>
      <p:pic>
        <p:nvPicPr>
          <p:cNvPr id="43" name="图形 42" descr="秒表 33% 纯色填充">
            <a:extLst>
              <a:ext uri="{FF2B5EF4-FFF2-40B4-BE49-F238E27FC236}">
                <a16:creationId xmlns:a16="http://schemas.microsoft.com/office/drawing/2014/main" id="{39C35D83-7EF4-AE4E-E6D7-08A5F68FB302}"/>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0113097" y="5412312"/>
            <a:ext cx="548640" cy="548640"/>
          </a:xfrm>
          <a:prstGeom prst="rect">
            <a:avLst/>
          </a:prstGeom>
        </p:spPr>
      </p:pic>
      <p:pic>
        <p:nvPicPr>
          <p:cNvPr id="44" name="图形 43" descr="层次结构 纯色填充">
            <a:extLst>
              <a:ext uri="{FF2B5EF4-FFF2-40B4-BE49-F238E27FC236}">
                <a16:creationId xmlns:a16="http://schemas.microsoft.com/office/drawing/2014/main" id="{ECED8CB7-A0F6-4ED3-A920-3D1C36864194}"/>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555394" y="1925369"/>
            <a:ext cx="274320" cy="274320"/>
          </a:xfrm>
          <a:prstGeom prst="rect">
            <a:avLst/>
          </a:prstGeom>
        </p:spPr>
      </p:pic>
      <p:pic>
        <p:nvPicPr>
          <p:cNvPr id="45" name="图形 44" descr="秒表 33% 纯色填充">
            <a:extLst>
              <a:ext uri="{FF2B5EF4-FFF2-40B4-BE49-F238E27FC236}">
                <a16:creationId xmlns:a16="http://schemas.microsoft.com/office/drawing/2014/main" id="{E035DA8B-58D6-9BD9-67C0-1A639D8DA419}"/>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55394" y="2402220"/>
            <a:ext cx="274320" cy="274320"/>
          </a:xfrm>
          <a:prstGeom prst="rect">
            <a:avLst/>
          </a:prstGeom>
        </p:spPr>
      </p:pic>
      <p:pic>
        <p:nvPicPr>
          <p:cNvPr id="46" name="图形 45" descr="男性形象 纯色填充">
            <a:extLst>
              <a:ext uri="{FF2B5EF4-FFF2-40B4-BE49-F238E27FC236}">
                <a16:creationId xmlns:a16="http://schemas.microsoft.com/office/drawing/2014/main" id="{2EB36DD8-3FCF-A5EB-2CD2-BCB3DADED8FB}"/>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555394" y="2883053"/>
            <a:ext cx="274320" cy="274320"/>
          </a:xfrm>
          <a:prstGeom prst="rect">
            <a:avLst/>
          </a:prstGeom>
        </p:spPr>
      </p:pic>
      <p:pic>
        <p:nvPicPr>
          <p:cNvPr id="49" name="图形 48" descr="男人群 纯色填充">
            <a:extLst>
              <a:ext uri="{FF2B5EF4-FFF2-40B4-BE49-F238E27FC236}">
                <a16:creationId xmlns:a16="http://schemas.microsoft.com/office/drawing/2014/main" id="{6C5DC130-3E25-AFD9-83CC-4E3EEB059019}"/>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555394" y="3874474"/>
            <a:ext cx="274320" cy="274320"/>
          </a:xfrm>
          <a:prstGeom prst="rect">
            <a:avLst/>
          </a:prstGeom>
        </p:spPr>
      </p:pic>
      <p:pic>
        <p:nvPicPr>
          <p:cNvPr id="50" name="图形 49" descr="单级齿轮 纯色填充">
            <a:extLst>
              <a:ext uri="{FF2B5EF4-FFF2-40B4-BE49-F238E27FC236}">
                <a16:creationId xmlns:a16="http://schemas.microsoft.com/office/drawing/2014/main" id="{2321ED9B-8520-C3B5-587C-B6EE67EB1F98}"/>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555394" y="4354488"/>
            <a:ext cx="274320" cy="274320"/>
          </a:xfrm>
          <a:prstGeom prst="rect">
            <a:avLst/>
          </a:prstGeom>
        </p:spPr>
      </p:pic>
      <p:sp>
        <p:nvSpPr>
          <p:cNvPr id="51" name="矩形: 圆角 50">
            <a:extLst>
              <a:ext uri="{FF2B5EF4-FFF2-40B4-BE49-F238E27FC236}">
                <a16:creationId xmlns:a16="http://schemas.microsoft.com/office/drawing/2014/main" id="{5BA6FD90-F542-6C6C-22FF-A844340FB312}"/>
              </a:ext>
            </a:extLst>
          </p:cNvPr>
          <p:cNvSpPr/>
          <p:nvPr/>
        </p:nvSpPr>
        <p:spPr>
          <a:xfrm>
            <a:off x="10122162" y="1881818"/>
            <a:ext cx="1570593" cy="677877"/>
          </a:xfrm>
          <a:prstGeom prst="roundRect">
            <a:avLst/>
          </a:prstGeom>
          <a:no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圆角 51">
            <a:extLst>
              <a:ext uri="{FF2B5EF4-FFF2-40B4-BE49-F238E27FC236}">
                <a16:creationId xmlns:a16="http://schemas.microsoft.com/office/drawing/2014/main" id="{608F90CC-D7DE-6000-087A-181D137D81C6}"/>
              </a:ext>
            </a:extLst>
          </p:cNvPr>
          <p:cNvSpPr/>
          <p:nvPr/>
        </p:nvSpPr>
        <p:spPr>
          <a:xfrm>
            <a:off x="10122162" y="2745489"/>
            <a:ext cx="1570593" cy="677877"/>
          </a:xfrm>
          <a:prstGeom prst="roundRect">
            <a:avLst/>
          </a:prstGeom>
          <a:no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矩形: 圆角 52">
            <a:extLst>
              <a:ext uri="{FF2B5EF4-FFF2-40B4-BE49-F238E27FC236}">
                <a16:creationId xmlns:a16="http://schemas.microsoft.com/office/drawing/2014/main" id="{B0A7204F-E511-44A0-5E22-3EDA0EDF1FF1}"/>
              </a:ext>
            </a:extLst>
          </p:cNvPr>
          <p:cNvSpPr/>
          <p:nvPr/>
        </p:nvSpPr>
        <p:spPr>
          <a:xfrm>
            <a:off x="10122161" y="3609160"/>
            <a:ext cx="1570593" cy="677877"/>
          </a:xfrm>
          <a:prstGeom prst="roundRect">
            <a:avLst/>
          </a:prstGeom>
          <a:no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矩形: 圆角 53">
            <a:extLst>
              <a:ext uri="{FF2B5EF4-FFF2-40B4-BE49-F238E27FC236}">
                <a16:creationId xmlns:a16="http://schemas.microsoft.com/office/drawing/2014/main" id="{4EC18EE4-73CF-8A3E-895C-A20482BC3EDF}"/>
              </a:ext>
            </a:extLst>
          </p:cNvPr>
          <p:cNvSpPr/>
          <p:nvPr/>
        </p:nvSpPr>
        <p:spPr>
          <a:xfrm>
            <a:off x="10122161" y="4472831"/>
            <a:ext cx="1570593" cy="677877"/>
          </a:xfrm>
          <a:prstGeom prst="roundRect">
            <a:avLst/>
          </a:prstGeom>
          <a:no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矩形: 圆角 54">
            <a:extLst>
              <a:ext uri="{FF2B5EF4-FFF2-40B4-BE49-F238E27FC236}">
                <a16:creationId xmlns:a16="http://schemas.microsoft.com/office/drawing/2014/main" id="{B7F20C6B-3A67-E066-3957-E4FEE3AD168D}"/>
              </a:ext>
            </a:extLst>
          </p:cNvPr>
          <p:cNvSpPr/>
          <p:nvPr/>
        </p:nvSpPr>
        <p:spPr>
          <a:xfrm>
            <a:off x="10122161" y="5331222"/>
            <a:ext cx="1570593" cy="677877"/>
          </a:xfrm>
          <a:prstGeom prst="roundRect">
            <a:avLst/>
          </a:prstGeom>
          <a:no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6" name="图形 55" descr="层次结构 纯色填充">
            <a:extLst>
              <a:ext uri="{FF2B5EF4-FFF2-40B4-BE49-F238E27FC236}">
                <a16:creationId xmlns:a16="http://schemas.microsoft.com/office/drawing/2014/main" id="{984F2659-B6E9-2DFD-3FEB-B419B443D1A8}"/>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0138892" y="1940795"/>
            <a:ext cx="548640" cy="548640"/>
          </a:xfrm>
          <a:prstGeom prst="rect">
            <a:avLst/>
          </a:prstGeom>
        </p:spPr>
      </p:pic>
      <p:pic>
        <p:nvPicPr>
          <p:cNvPr id="57" name="图形 56" descr="男性形象 纯色填充">
            <a:extLst>
              <a:ext uri="{FF2B5EF4-FFF2-40B4-BE49-F238E27FC236}">
                <a16:creationId xmlns:a16="http://schemas.microsoft.com/office/drawing/2014/main" id="{F3D0DEE5-4626-CFC6-4519-97D947B9CA1B}"/>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5318788" y="4953154"/>
            <a:ext cx="731520" cy="731520"/>
          </a:xfrm>
          <a:prstGeom prst="rect">
            <a:avLst/>
          </a:prstGeom>
        </p:spPr>
      </p:pic>
      <p:pic>
        <p:nvPicPr>
          <p:cNvPr id="33" name="图形 32" descr="男性形象 纯色填充">
            <a:extLst>
              <a:ext uri="{FF2B5EF4-FFF2-40B4-BE49-F238E27FC236}">
                <a16:creationId xmlns:a16="http://schemas.microsoft.com/office/drawing/2014/main" id="{AB077DD9-B80D-158A-3F41-BE6FEDB49016}"/>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0110983" y="2817899"/>
            <a:ext cx="548640" cy="548640"/>
          </a:xfrm>
          <a:prstGeom prst="rect">
            <a:avLst/>
          </a:prstGeom>
        </p:spPr>
      </p:pic>
      <p:pic>
        <p:nvPicPr>
          <p:cNvPr id="59" name="图形 58" descr="打勾的复选框 纯色填充">
            <a:extLst>
              <a:ext uri="{FF2B5EF4-FFF2-40B4-BE49-F238E27FC236}">
                <a16:creationId xmlns:a16="http://schemas.microsoft.com/office/drawing/2014/main" id="{F9701200-EB68-BF10-0838-A111F17525CD}"/>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10438957" y="2913869"/>
            <a:ext cx="274320" cy="274320"/>
          </a:xfrm>
          <a:prstGeom prst="rect">
            <a:avLst/>
          </a:prstGeom>
        </p:spPr>
      </p:pic>
      <p:pic>
        <p:nvPicPr>
          <p:cNvPr id="61" name="图形 60" descr="单级齿轮 纯色填充">
            <a:extLst>
              <a:ext uri="{FF2B5EF4-FFF2-40B4-BE49-F238E27FC236}">
                <a16:creationId xmlns:a16="http://schemas.microsoft.com/office/drawing/2014/main" id="{C813A9A2-35DD-14AB-1899-299D74454D34}"/>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0120023" y="3682267"/>
            <a:ext cx="548640" cy="548640"/>
          </a:xfrm>
          <a:prstGeom prst="rect">
            <a:avLst/>
          </a:prstGeom>
        </p:spPr>
      </p:pic>
      <p:pic>
        <p:nvPicPr>
          <p:cNvPr id="63" name="图形 62" descr="男人群 纯色填充">
            <a:extLst>
              <a:ext uri="{FF2B5EF4-FFF2-40B4-BE49-F238E27FC236}">
                <a16:creationId xmlns:a16="http://schemas.microsoft.com/office/drawing/2014/main" id="{6723C775-FBD4-44FA-87DF-0EE1062C9665}"/>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0120023" y="4562874"/>
            <a:ext cx="548640" cy="548640"/>
          </a:xfrm>
          <a:prstGeom prst="rect">
            <a:avLst/>
          </a:prstGeom>
        </p:spPr>
      </p:pic>
      <p:sp>
        <p:nvSpPr>
          <p:cNvPr id="64" name="矩形: 圆角 63">
            <a:extLst>
              <a:ext uri="{FF2B5EF4-FFF2-40B4-BE49-F238E27FC236}">
                <a16:creationId xmlns:a16="http://schemas.microsoft.com/office/drawing/2014/main" id="{A9CC8F8D-232A-933B-B493-FA267241361C}"/>
              </a:ext>
            </a:extLst>
          </p:cNvPr>
          <p:cNvSpPr/>
          <p:nvPr/>
        </p:nvSpPr>
        <p:spPr>
          <a:xfrm>
            <a:off x="332412" y="5024658"/>
            <a:ext cx="459350" cy="1136957"/>
          </a:xfrm>
          <a:prstGeom prst="roundRect">
            <a:avLst/>
          </a:prstGeom>
          <a:no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矩形: 圆角 64">
            <a:extLst>
              <a:ext uri="{FF2B5EF4-FFF2-40B4-BE49-F238E27FC236}">
                <a16:creationId xmlns:a16="http://schemas.microsoft.com/office/drawing/2014/main" id="{66A61A70-E13C-C5D4-9D1B-1BE5315531F4}"/>
              </a:ext>
            </a:extLst>
          </p:cNvPr>
          <p:cNvSpPr/>
          <p:nvPr/>
        </p:nvSpPr>
        <p:spPr>
          <a:xfrm>
            <a:off x="903932" y="5024658"/>
            <a:ext cx="459350" cy="1136957"/>
          </a:xfrm>
          <a:prstGeom prst="roundRect">
            <a:avLst/>
          </a:prstGeom>
          <a:no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矩形: 圆角 65">
            <a:extLst>
              <a:ext uri="{FF2B5EF4-FFF2-40B4-BE49-F238E27FC236}">
                <a16:creationId xmlns:a16="http://schemas.microsoft.com/office/drawing/2014/main" id="{C2D1E1AD-CCED-01A3-8605-60135931E034}"/>
              </a:ext>
            </a:extLst>
          </p:cNvPr>
          <p:cNvSpPr/>
          <p:nvPr/>
        </p:nvSpPr>
        <p:spPr>
          <a:xfrm>
            <a:off x="1560183" y="5024657"/>
            <a:ext cx="459350" cy="1136957"/>
          </a:xfrm>
          <a:prstGeom prst="roundRect">
            <a:avLst/>
          </a:prstGeom>
          <a:no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矩形: 圆角 66">
            <a:extLst>
              <a:ext uri="{FF2B5EF4-FFF2-40B4-BE49-F238E27FC236}">
                <a16:creationId xmlns:a16="http://schemas.microsoft.com/office/drawing/2014/main" id="{DDE14EEA-0B89-82F5-3830-C021FED80F6B}"/>
              </a:ext>
            </a:extLst>
          </p:cNvPr>
          <p:cNvSpPr/>
          <p:nvPr/>
        </p:nvSpPr>
        <p:spPr>
          <a:xfrm>
            <a:off x="2212611" y="5024657"/>
            <a:ext cx="459350" cy="1136957"/>
          </a:xfrm>
          <a:prstGeom prst="roundRect">
            <a:avLst/>
          </a:prstGeom>
          <a:no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8" name="图形 67" descr="男性形象 纯色填充">
            <a:extLst>
              <a:ext uri="{FF2B5EF4-FFF2-40B4-BE49-F238E27FC236}">
                <a16:creationId xmlns:a16="http://schemas.microsoft.com/office/drawing/2014/main" id="{BD9435F9-D445-9C0C-148F-7DD3CF40FF11}"/>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424927" y="5296994"/>
            <a:ext cx="274320" cy="274320"/>
          </a:xfrm>
          <a:prstGeom prst="rect">
            <a:avLst/>
          </a:prstGeom>
        </p:spPr>
      </p:pic>
      <p:pic>
        <p:nvPicPr>
          <p:cNvPr id="69" name="图形 68" descr="秒表 33% 纯色填充">
            <a:extLst>
              <a:ext uri="{FF2B5EF4-FFF2-40B4-BE49-F238E27FC236}">
                <a16:creationId xmlns:a16="http://schemas.microsoft.com/office/drawing/2014/main" id="{298BE71F-80C4-7C77-585E-7CBCAA8C9756}"/>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24927" y="5592144"/>
            <a:ext cx="274320" cy="274320"/>
          </a:xfrm>
          <a:prstGeom prst="rect">
            <a:avLst/>
          </a:prstGeom>
        </p:spPr>
      </p:pic>
      <p:pic>
        <p:nvPicPr>
          <p:cNvPr id="70" name="图形 69" descr="单级齿轮 纯色填充">
            <a:extLst>
              <a:ext uri="{FF2B5EF4-FFF2-40B4-BE49-F238E27FC236}">
                <a16:creationId xmlns:a16="http://schemas.microsoft.com/office/drawing/2014/main" id="{352AFFFB-42FA-E975-9040-CF52E9D7DC66}"/>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424927" y="5876879"/>
            <a:ext cx="274320" cy="274320"/>
          </a:xfrm>
          <a:prstGeom prst="rect">
            <a:avLst/>
          </a:prstGeom>
        </p:spPr>
      </p:pic>
      <p:pic>
        <p:nvPicPr>
          <p:cNvPr id="71" name="图形 70" descr="男性形象 纯色填充">
            <a:extLst>
              <a:ext uri="{FF2B5EF4-FFF2-40B4-BE49-F238E27FC236}">
                <a16:creationId xmlns:a16="http://schemas.microsoft.com/office/drawing/2014/main" id="{9E43C094-8538-9A49-04F5-FDE7B62498FE}"/>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997807" y="5307409"/>
            <a:ext cx="274320" cy="274320"/>
          </a:xfrm>
          <a:prstGeom prst="rect">
            <a:avLst/>
          </a:prstGeom>
        </p:spPr>
      </p:pic>
      <p:pic>
        <p:nvPicPr>
          <p:cNvPr id="72" name="图形 71" descr="秒表 33% 纯色填充">
            <a:extLst>
              <a:ext uri="{FF2B5EF4-FFF2-40B4-BE49-F238E27FC236}">
                <a16:creationId xmlns:a16="http://schemas.microsoft.com/office/drawing/2014/main" id="{BA6562EE-974D-76F5-8FB4-767010B6EB3D}"/>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97807" y="5602559"/>
            <a:ext cx="274320" cy="274320"/>
          </a:xfrm>
          <a:prstGeom prst="rect">
            <a:avLst/>
          </a:prstGeom>
        </p:spPr>
      </p:pic>
      <p:pic>
        <p:nvPicPr>
          <p:cNvPr id="73" name="图形 72" descr="单级齿轮 纯色填充">
            <a:extLst>
              <a:ext uri="{FF2B5EF4-FFF2-40B4-BE49-F238E27FC236}">
                <a16:creationId xmlns:a16="http://schemas.microsoft.com/office/drawing/2014/main" id="{0F97F7E4-48EE-ED87-C4D9-2E5344968A20}"/>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997807" y="5887294"/>
            <a:ext cx="274320" cy="274320"/>
          </a:xfrm>
          <a:prstGeom prst="rect">
            <a:avLst/>
          </a:prstGeom>
        </p:spPr>
      </p:pic>
      <p:pic>
        <p:nvPicPr>
          <p:cNvPr id="77" name="图形 76" descr="男性形象 纯色填充">
            <a:extLst>
              <a:ext uri="{FF2B5EF4-FFF2-40B4-BE49-F238E27FC236}">
                <a16:creationId xmlns:a16="http://schemas.microsoft.com/office/drawing/2014/main" id="{448C9625-0705-6FD1-0137-D4358C91D1DE}"/>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2304528" y="5307409"/>
            <a:ext cx="274320" cy="274320"/>
          </a:xfrm>
          <a:prstGeom prst="rect">
            <a:avLst/>
          </a:prstGeom>
        </p:spPr>
      </p:pic>
      <p:pic>
        <p:nvPicPr>
          <p:cNvPr id="78" name="图形 77" descr="秒表 33% 纯色填充">
            <a:extLst>
              <a:ext uri="{FF2B5EF4-FFF2-40B4-BE49-F238E27FC236}">
                <a16:creationId xmlns:a16="http://schemas.microsoft.com/office/drawing/2014/main" id="{14B25CBC-CC45-40DF-EC61-13F62417F3C1}"/>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304528" y="5602559"/>
            <a:ext cx="274320" cy="274320"/>
          </a:xfrm>
          <a:prstGeom prst="rect">
            <a:avLst/>
          </a:prstGeom>
        </p:spPr>
      </p:pic>
      <p:pic>
        <p:nvPicPr>
          <p:cNvPr id="79" name="图形 78" descr="单级齿轮 纯色填充">
            <a:extLst>
              <a:ext uri="{FF2B5EF4-FFF2-40B4-BE49-F238E27FC236}">
                <a16:creationId xmlns:a16="http://schemas.microsoft.com/office/drawing/2014/main" id="{38FD5EE4-3110-0FE9-7244-7A950241B799}"/>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2304528" y="5887294"/>
            <a:ext cx="274320" cy="274320"/>
          </a:xfrm>
          <a:prstGeom prst="rect">
            <a:avLst/>
          </a:prstGeom>
        </p:spPr>
      </p:pic>
      <p:sp>
        <p:nvSpPr>
          <p:cNvPr id="80" name="矩形: 圆角 79">
            <a:extLst>
              <a:ext uri="{FF2B5EF4-FFF2-40B4-BE49-F238E27FC236}">
                <a16:creationId xmlns:a16="http://schemas.microsoft.com/office/drawing/2014/main" id="{9BA1DDA0-4F59-8EA6-3A10-989800F85D17}"/>
              </a:ext>
            </a:extLst>
          </p:cNvPr>
          <p:cNvSpPr/>
          <p:nvPr/>
        </p:nvSpPr>
        <p:spPr>
          <a:xfrm>
            <a:off x="3244574" y="4204473"/>
            <a:ext cx="1951656" cy="1774235"/>
          </a:xfrm>
          <a:prstGeom prst="roundRect">
            <a:avLst>
              <a:gd name="adj" fmla="val 5623"/>
            </a:avLst>
          </a:prstGeom>
          <a:solidFill>
            <a:srgbClr val="90B272">
              <a:alpha val="5000"/>
            </a:srgbClr>
          </a:solidFill>
          <a:ln>
            <a:solidFill>
              <a:srgbClr val="90B27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矩形: 圆角 80">
            <a:extLst>
              <a:ext uri="{FF2B5EF4-FFF2-40B4-BE49-F238E27FC236}">
                <a16:creationId xmlns:a16="http://schemas.microsoft.com/office/drawing/2014/main" id="{DCFFCCFB-8857-5CD9-A645-1D58118C6301}"/>
              </a:ext>
            </a:extLst>
          </p:cNvPr>
          <p:cNvSpPr/>
          <p:nvPr/>
        </p:nvSpPr>
        <p:spPr>
          <a:xfrm>
            <a:off x="3402598" y="4308343"/>
            <a:ext cx="1655991" cy="382566"/>
          </a:xfrm>
          <a:prstGeom prst="roundRect">
            <a:avLst/>
          </a:prstGeom>
          <a:solidFill>
            <a:srgbClr val="90B27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微软雅黑" panose="020B0503020204020204" pitchFamily="34" charset="-122"/>
                <a:ea typeface="微软雅黑" panose="020B0503020204020204" pitchFamily="34" charset="-122"/>
              </a:rPr>
              <a:t>① 工序特征</a:t>
            </a:r>
          </a:p>
        </p:txBody>
      </p:sp>
      <p:sp>
        <p:nvSpPr>
          <p:cNvPr id="82" name="矩形: 圆角 81">
            <a:extLst>
              <a:ext uri="{FF2B5EF4-FFF2-40B4-BE49-F238E27FC236}">
                <a16:creationId xmlns:a16="http://schemas.microsoft.com/office/drawing/2014/main" id="{173F6DC7-115E-5B6F-7C2A-6CD5D55AAB59}"/>
              </a:ext>
            </a:extLst>
          </p:cNvPr>
          <p:cNvSpPr/>
          <p:nvPr/>
        </p:nvSpPr>
        <p:spPr>
          <a:xfrm>
            <a:off x="5353113" y="4193645"/>
            <a:ext cx="1951656" cy="1774235"/>
          </a:xfrm>
          <a:prstGeom prst="roundRect">
            <a:avLst>
              <a:gd name="adj" fmla="val 5623"/>
            </a:avLst>
          </a:prstGeom>
          <a:solidFill>
            <a:srgbClr val="FB8E27">
              <a:alpha val="5000"/>
            </a:srgbClr>
          </a:solidFill>
          <a:ln>
            <a:solidFill>
              <a:srgbClr val="FB8E2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矩形: 圆角 82">
            <a:extLst>
              <a:ext uri="{FF2B5EF4-FFF2-40B4-BE49-F238E27FC236}">
                <a16:creationId xmlns:a16="http://schemas.microsoft.com/office/drawing/2014/main" id="{694A5D5D-BC59-FB13-5DD4-F9C885EC4B8D}"/>
              </a:ext>
            </a:extLst>
          </p:cNvPr>
          <p:cNvSpPr/>
          <p:nvPr/>
        </p:nvSpPr>
        <p:spPr>
          <a:xfrm>
            <a:off x="5511137" y="4297515"/>
            <a:ext cx="1655991" cy="382566"/>
          </a:xfrm>
          <a:prstGeom prst="roundRect">
            <a:avLst/>
          </a:prstGeom>
          <a:solidFill>
            <a:srgbClr val="FB8E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微软雅黑" panose="020B0503020204020204" pitchFamily="34" charset="-122"/>
                <a:ea typeface="微软雅黑" panose="020B0503020204020204" pitchFamily="34" charset="-122"/>
              </a:rPr>
              <a:t>② 资源特征</a:t>
            </a:r>
          </a:p>
        </p:txBody>
      </p:sp>
      <p:sp>
        <p:nvSpPr>
          <p:cNvPr id="84" name="矩形: 圆角 83">
            <a:extLst>
              <a:ext uri="{FF2B5EF4-FFF2-40B4-BE49-F238E27FC236}">
                <a16:creationId xmlns:a16="http://schemas.microsoft.com/office/drawing/2014/main" id="{79BEB3C9-C054-EFC6-E4A5-4D2690EFF5DE}"/>
              </a:ext>
            </a:extLst>
          </p:cNvPr>
          <p:cNvSpPr/>
          <p:nvPr/>
        </p:nvSpPr>
        <p:spPr>
          <a:xfrm>
            <a:off x="7461652" y="4205409"/>
            <a:ext cx="1951656" cy="1774235"/>
          </a:xfrm>
          <a:prstGeom prst="roundRect">
            <a:avLst>
              <a:gd name="adj" fmla="val 5623"/>
            </a:avLst>
          </a:prstGeom>
          <a:solidFill>
            <a:srgbClr val="D26262">
              <a:alpha val="5000"/>
            </a:srgbClr>
          </a:solidFill>
          <a:ln>
            <a:solidFill>
              <a:srgbClr val="D2626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矩形: 圆角 84">
            <a:extLst>
              <a:ext uri="{FF2B5EF4-FFF2-40B4-BE49-F238E27FC236}">
                <a16:creationId xmlns:a16="http://schemas.microsoft.com/office/drawing/2014/main" id="{5716BDD2-2049-398C-D08E-FB9259BE98AC}"/>
              </a:ext>
            </a:extLst>
          </p:cNvPr>
          <p:cNvSpPr/>
          <p:nvPr/>
        </p:nvSpPr>
        <p:spPr>
          <a:xfrm>
            <a:off x="7619676" y="4309279"/>
            <a:ext cx="1655991" cy="382566"/>
          </a:xfrm>
          <a:prstGeom prst="roundRect">
            <a:avLst/>
          </a:prstGeom>
          <a:solidFill>
            <a:srgbClr val="D2626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微软雅黑" panose="020B0503020204020204" pitchFamily="34" charset="-122"/>
                <a:ea typeface="微软雅黑" panose="020B0503020204020204" pitchFamily="34" charset="-122"/>
              </a:rPr>
              <a:t>③ 执行特征</a:t>
            </a:r>
          </a:p>
        </p:txBody>
      </p:sp>
      <p:sp>
        <p:nvSpPr>
          <p:cNvPr id="86" name="文本框 85">
            <a:extLst>
              <a:ext uri="{FF2B5EF4-FFF2-40B4-BE49-F238E27FC236}">
                <a16:creationId xmlns:a16="http://schemas.microsoft.com/office/drawing/2014/main" id="{92012FA3-58F9-E286-B3D4-BE3DC915D903}"/>
              </a:ext>
            </a:extLst>
          </p:cNvPr>
          <p:cNvSpPr txBox="1"/>
          <p:nvPr/>
        </p:nvSpPr>
        <p:spPr>
          <a:xfrm>
            <a:off x="842955" y="1865943"/>
            <a:ext cx="1691078" cy="339477"/>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zh-CN" altLang="en-US" sz="1300" b="0" dirty="0">
                <a:solidFill>
                  <a:schemeClr val="tx1"/>
                </a:solidFill>
                <a:latin typeface="微软雅黑" panose="020B0503020204020204" pitchFamily="34" charset="-122"/>
                <a:ea typeface="微软雅黑" panose="020B0503020204020204" pitchFamily="34" charset="-122"/>
              </a:rPr>
              <a:t>工序集合与前驱关系</a:t>
            </a:r>
          </a:p>
        </p:txBody>
      </p:sp>
      <p:sp>
        <p:nvSpPr>
          <p:cNvPr id="87" name="文本框 86">
            <a:extLst>
              <a:ext uri="{FF2B5EF4-FFF2-40B4-BE49-F238E27FC236}">
                <a16:creationId xmlns:a16="http://schemas.microsoft.com/office/drawing/2014/main" id="{9F312888-4CD0-EC1C-010A-9A044D2EE0EF}"/>
              </a:ext>
            </a:extLst>
          </p:cNvPr>
          <p:cNvSpPr txBox="1"/>
          <p:nvPr/>
        </p:nvSpPr>
        <p:spPr>
          <a:xfrm>
            <a:off x="834409" y="2344244"/>
            <a:ext cx="1691078" cy="339477"/>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zh-CN" altLang="en-US" sz="1300" b="0" dirty="0">
                <a:solidFill>
                  <a:schemeClr val="tx1"/>
                </a:solidFill>
                <a:latin typeface="微软雅黑" panose="020B0503020204020204" pitchFamily="34" charset="-122"/>
                <a:ea typeface="微软雅黑" panose="020B0503020204020204" pitchFamily="34" charset="-122"/>
              </a:rPr>
              <a:t>工序时间需求</a:t>
            </a:r>
          </a:p>
        </p:txBody>
      </p:sp>
      <p:sp>
        <p:nvSpPr>
          <p:cNvPr id="88" name="文本框 87">
            <a:extLst>
              <a:ext uri="{FF2B5EF4-FFF2-40B4-BE49-F238E27FC236}">
                <a16:creationId xmlns:a16="http://schemas.microsoft.com/office/drawing/2014/main" id="{5CB05420-175B-08C1-863A-32F55826EFFF}"/>
              </a:ext>
            </a:extLst>
          </p:cNvPr>
          <p:cNvSpPr txBox="1"/>
          <p:nvPr/>
        </p:nvSpPr>
        <p:spPr>
          <a:xfrm>
            <a:off x="834412" y="2830473"/>
            <a:ext cx="1691078" cy="339477"/>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zh-CN" altLang="en-US" sz="1300" b="0" dirty="0">
                <a:solidFill>
                  <a:schemeClr val="tx1"/>
                </a:solidFill>
                <a:latin typeface="微软雅黑" panose="020B0503020204020204" pitchFamily="34" charset="-122"/>
                <a:ea typeface="微软雅黑" panose="020B0503020204020204" pitchFamily="34" charset="-122"/>
              </a:rPr>
              <a:t>工序可分配站位</a:t>
            </a:r>
          </a:p>
        </p:txBody>
      </p:sp>
      <p:sp>
        <p:nvSpPr>
          <p:cNvPr id="89" name="文本框 88">
            <a:extLst>
              <a:ext uri="{FF2B5EF4-FFF2-40B4-BE49-F238E27FC236}">
                <a16:creationId xmlns:a16="http://schemas.microsoft.com/office/drawing/2014/main" id="{95BD90D3-7668-F03F-6EE1-BA1CF0BC38CF}"/>
              </a:ext>
            </a:extLst>
          </p:cNvPr>
          <p:cNvSpPr txBox="1"/>
          <p:nvPr/>
        </p:nvSpPr>
        <p:spPr>
          <a:xfrm>
            <a:off x="834412" y="3338472"/>
            <a:ext cx="1691078" cy="339477"/>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zh-CN" altLang="en-US" sz="1300" b="0" dirty="0">
                <a:solidFill>
                  <a:schemeClr val="tx1"/>
                </a:solidFill>
                <a:latin typeface="微软雅黑" panose="020B0503020204020204" pitchFamily="34" charset="-122"/>
                <a:ea typeface="微软雅黑" panose="020B0503020204020204" pitchFamily="34" charset="-122"/>
              </a:rPr>
              <a:t>节拍推进方式</a:t>
            </a:r>
          </a:p>
        </p:txBody>
      </p:sp>
      <p:sp>
        <p:nvSpPr>
          <p:cNvPr id="90" name="文本框 89">
            <a:extLst>
              <a:ext uri="{FF2B5EF4-FFF2-40B4-BE49-F238E27FC236}">
                <a16:creationId xmlns:a16="http://schemas.microsoft.com/office/drawing/2014/main" id="{DA3F6A74-1F74-E5F0-029A-7973E122159E}"/>
              </a:ext>
            </a:extLst>
          </p:cNvPr>
          <p:cNvSpPr txBox="1"/>
          <p:nvPr/>
        </p:nvSpPr>
        <p:spPr>
          <a:xfrm>
            <a:off x="834412" y="3802924"/>
            <a:ext cx="1691078" cy="339477"/>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zh-CN" altLang="en-US" sz="1300" b="0" dirty="0">
                <a:solidFill>
                  <a:schemeClr val="tx1"/>
                </a:solidFill>
                <a:latin typeface="微软雅黑" panose="020B0503020204020204" pitchFamily="34" charset="-122"/>
                <a:ea typeface="微软雅黑" panose="020B0503020204020204" pitchFamily="34" charset="-122"/>
              </a:rPr>
              <a:t>工人资源总量</a:t>
            </a:r>
          </a:p>
        </p:txBody>
      </p:sp>
      <p:sp>
        <p:nvSpPr>
          <p:cNvPr id="91" name="文本框 90">
            <a:extLst>
              <a:ext uri="{FF2B5EF4-FFF2-40B4-BE49-F238E27FC236}">
                <a16:creationId xmlns:a16="http://schemas.microsoft.com/office/drawing/2014/main" id="{4CC3AAD3-6C19-43FB-0114-D4E7A9A37C73}"/>
              </a:ext>
            </a:extLst>
          </p:cNvPr>
          <p:cNvSpPr txBox="1"/>
          <p:nvPr/>
        </p:nvSpPr>
        <p:spPr>
          <a:xfrm>
            <a:off x="834412" y="4281891"/>
            <a:ext cx="1691078" cy="339477"/>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zh-CN" altLang="en-US" sz="1300" b="0" dirty="0">
                <a:solidFill>
                  <a:schemeClr val="tx1"/>
                </a:solidFill>
                <a:latin typeface="微软雅黑" panose="020B0503020204020204" pitchFamily="34" charset="-122"/>
                <a:ea typeface="微软雅黑" panose="020B0503020204020204" pitchFamily="34" charset="-122"/>
              </a:rPr>
              <a:t>设备资源总量</a:t>
            </a:r>
          </a:p>
        </p:txBody>
      </p:sp>
      <p:sp>
        <p:nvSpPr>
          <p:cNvPr id="92" name="文本框 91">
            <a:extLst>
              <a:ext uri="{FF2B5EF4-FFF2-40B4-BE49-F238E27FC236}">
                <a16:creationId xmlns:a16="http://schemas.microsoft.com/office/drawing/2014/main" id="{4B71280D-F9C8-093E-F618-5B4E8EFEFC70}"/>
              </a:ext>
            </a:extLst>
          </p:cNvPr>
          <p:cNvSpPr txBox="1"/>
          <p:nvPr/>
        </p:nvSpPr>
        <p:spPr>
          <a:xfrm>
            <a:off x="10593380" y="2015585"/>
            <a:ext cx="1691078" cy="339477"/>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zh-CN" altLang="en-US" sz="1300" b="0" dirty="0">
                <a:solidFill>
                  <a:schemeClr val="tx1"/>
                </a:solidFill>
                <a:latin typeface="微软雅黑" panose="020B0503020204020204" pitchFamily="34" charset="-122"/>
                <a:ea typeface="微软雅黑" panose="020B0503020204020204" pitchFamily="34" charset="-122"/>
              </a:rPr>
              <a:t>前驱优先约束</a:t>
            </a:r>
          </a:p>
        </p:txBody>
      </p:sp>
      <p:sp>
        <p:nvSpPr>
          <p:cNvPr id="93" name="文本框 92">
            <a:extLst>
              <a:ext uri="{FF2B5EF4-FFF2-40B4-BE49-F238E27FC236}">
                <a16:creationId xmlns:a16="http://schemas.microsoft.com/office/drawing/2014/main" id="{5BC78422-75AB-2129-8782-3625A82A7991}"/>
              </a:ext>
            </a:extLst>
          </p:cNvPr>
          <p:cNvSpPr txBox="1"/>
          <p:nvPr/>
        </p:nvSpPr>
        <p:spPr>
          <a:xfrm>
            <a:off x="10605145" y="2901641"/>
            <a:ext cx="1691078" cy="339477"/>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zh-CN" altLang="en-US" sz="1300" b="0" dirty="0">
                <a:solidFill>
                  <a:schemeClr val="tx1"/>
                </a:solidFill>
                <a:latin typeface="微软雅黑" panose="020B0503020204020204" pitchFamily="34" charset="-122"/>
                <a:ea typeface="微软雅黑" panose="020B0503020204020204" pitchFamily="34" charset="-122"/>
              </a:rPr>
              <a:t>技能匹配约束</a:t>
            </a:r>
          </a:p>
        </p:txBody>
      </p:sp>
      <p:sp>
        <p:nvSpPr>
          <p:cNvPr id="94" name="文本框 93">
            <a:extLst>
              <a:ext uri="{FF2B5EF4-FFF2-40B4-BE49-F238E27FC236}">
                <a16:creationId xmlns:a16="http://schemas.microsoft.com/office/drawing/2014/main" id="{92F65A88-8E75-4262-313F-DE6C8E28EA8B}"/>
              </a:ext>
            </a:extLst>
          </p:cNvPr>
          <p:cNvSpPr txBox="1"/>
          <p:nvPr/>
        </p:nvSpPr>
        <p:spPr>
          <a:xfrm>
            <a:off x="10593383" y="3764550"/>
            <a:ext cx="1691078" cy="339477"/>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zh-CN" altLang="en-US" sz="1300" b="0" dirty="0">
                <a:solidFill>
                  <a:schemeClr val="tx1"/>
                </a:solidFill>
                <a:latin typeface="微软雅黑" panose="020B0503020204020204" pitchFamily="34" charset="-122"/>
                <a:ea typeface="微软雅黑" panose="020B0503020204020204" pitchFamily="34" charset="-122"/>
              </a:rPr>
              <a:t>设备类型约束</a:t>
            </a:r>
          </a:p>
        </p:txBody>
      </p:sp>
      <p:sp>
        <p:nvSpPr>
          <p:cNvPr id="95" name="文本框 94">
            <a:extLst>
              <a:ext uri="{FF2B5EF4-FFF2-40B4-BE49-F238E27FC236}">
                <a16:creationId xmlns:a16="http://schemas.microsoft.com/office/drawing/2014/main" id="{AEFC899E-5831-F757-7BF0-C07DACB4E516}"/>
              </a:ext>
            </a:extLst>
          </p:cNvPr>
          <p:cNvSpPr txBox="1"/>
          <p:nvPr/>
        </p:nvSpPr>
        <p:spPr>
          <a:xfrm>
            <a:off x="10593382" y="4628144"/>
            <a:ext cx="1691078" cy="339477"/>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zh-CN" altLang="en-US" sz="1300" b="0" dirty="0">
                <a:solidFill>
                  <a:schemeClr val="tx1"/>
                </a:solidFill>
                <a:latin typeface="微软雅黑" panose="020B0503020204020204" pitchFamily="34" charset="-122"/>
                <a:ea typeface="微软雅黑" panose="020B0503020204020204" pitchFamily="34" charset="-122"/>
              </a:rPr>
              <a:t>站位容量约束</a:t>
            </a:r>
          </a:p>
        </p:txBody>
      </p:sp>
      <p:sp>
        <p:nvSpPr>
          <p:cNvPr id="96" name="文本框 95">
            <a:extLst>
              <a:ext uri="{FF2B5EF4-FFF2-40B4-BE49-F238E27FC236}">
                <a16:creationId xmlns:a16="http://schemas.microsoft.com/office/drawing/2014/main" id="{F78B19E1-534B-3666-72B9-F7C71CEF14E6}"/>
              </a:ext>
            </a:extLst>
          </p:cNvPr>
          <p:cNvSpPr txBox="1"/>
          <p:nvPr/>
        </p:nvSpPr>
        <p:spPr>
          <a:xfrm>
            <a:off x="10593383" y="5498997"/>
            <a:ext cx="1691078" cy="339477"/>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zh-CN" altLang="en-US" sz="1300" b="0" dirty="0">
                <a:solidFill>
                  <a:schemeClr val="tx1"/>
                </a:solidFill>
                <a:latin typeface="微软雅黑" panose="020B0503020204020204" pitchFamily="34" charset="-122"/>
                <a:ea typeface="微软雅黑" panose="020B0503020204020204" pitchFamily="34" charset="-122"/>
              </a:rPr>
              <a:t>节拍推进约束</a:t>
            </a:r>
          </a:p>
        </p:txBody>
      </p:sp>
      <p:sp>
        <p:nvSpPr>
          <p:cNvPr id="97" name="文本框 96">
            <a:extLst>
              <a:ext uri="{FF2B5EF4-FFF2-40B4-BE49-F238E27FC236}">
                <a16:creationId xmlns:a16="http://schemas.microsoft.com/office/drawing/2014/main" id="{BD9387BC-4BAC-6472-4319-0D8DCB269158}"/>
              </a:ext>
            </a:extLst>
          </p:cNvPr>
          <p:cNvSpPr txBox="1"/>
          <p:nvPr/>
        </p:nvSpPr>
        <p:spPr>
          <a:xfrm>
            <a:off x="3556501" y="1670581"/>
            <a:ext cx="1691078" cy="339477"/>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zh-CN" altLang="en-US" sz="1300" dirty="0">
                <a:solidFill>
                  <a:schemeClr val="tx1"/>
                </a:solidFill>
                <a:latin typeface="微软雅黑" panose="020B0503020204020204" pitchFamily="34" charset="-122"/>
                <a:ea typeface="微软雅黑" panose="020B0503020204020204" pitchFamily="34" charset="-122"/>
              </a:rPr>
              <a:t>站位</a:t>
            </a:r>
            <a:r>
              <a:rPr lang="en-US" altLang="zh-CN" sz="1300" dirty="0">
                <a:solidFill>
                  <a:schemeClr val="tx1"/>
                </a:solidFill>
                <a:latin typeface="微软雅黑" panose="020B0503020204020204" pitchFamily="34" charset="-122"/>
                <a:ea typeface="微软雅黑" panose="020B0503020204020204" pitchFamily="34" charset="-122"/>
              </a:rPr>
              <a:t>1</a:t>
            </a:r>
            <a:endParaRPr lang="zh-CN" altLang="en-US" sz="1300" dirty="0">
              <a:solidFill>
                <a:schemeClr val="tx1"/>
              </a:solidFill>
              <a:latin typeface="微软雅黑" panose="020B0503020204020204" pitchFamily="34" charset="-122"/>
              <a:ea typeface="微软雅黑" panose="020B0503020204020204" pitchFamily="34" charset="-122"/>
            </a:endParaRPr>
          </a:p>
        </p:txBody>
      </p:sp>
      <p:sp>
        <p:nvSpPr>
          <p:cNvPr id="99" name="文本框 98">
            <a:extLst>
              <a:ext uri="{FF2B5EF4-FFF2-40B4-BE49-F238E27FC236}">
                <a16:creationId xmlns:a16="http://schemas.microsoft.com/office/drawing/2014/main" id="{50964E04-1F9A-6425-72B0-A109C6B05DE8}"/>
              </a:ext>
            </a:extLst>
          </p:cNvPr>
          <p:cNvSpPr txBox="1"/>
          <p:nvPr/>
        </p:nvSpPr>
        <p:spPr>
          <a:xfrm>
            <a:off x="5194944" y="1672394"/>
            <a:ext cx="1691078" cy="339477"/>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zh-CN" altLang="en-US" sz="1300" dirty="0">
                <a:solidFill>
                  <a:schemeClr val="tx1"/>
                </a:solidFill>
                <a:latin typeface="微软雅黑" panose="020B0503020204020204" pitchFamily="34" charset="-122"/>
                <a:ea typeface="微软雅黑" panose="020B0503020204020204" pitchFamily="34" charset="-122"/>
              </a:rPr>
              <a:t>站位</a:t>
            </a:r>
            <a:r>
              <a:rPr lang="en-US" altLang="zh-CN" sz="1300" dirty="0">
                <a:solidFill>
                  <a:schemeClr val="tx1"/>
                </a:solidFill>
                <a:latin typeface="微软雅黑" panose="020B0503020204020204" pitchFamily="34" charset="-122"/>
                <a:ea typeface="微软雅黑" panose="020B0503020204020204" pitchFamily="34" charset="-122"/>
              </a:rPr>
              <a:t>2</a:t>
            </a:r>
            <a:endParaRPr lang="zh-CN" altLang="en-US" sz="1300" dirty="0">
              <a:solidFill>
                <a:schemeClr val="tx1"/>
              </a:solidFill>
              <a:latin typeface="微软雅黑" panose="020B0503020204020204" pitchFamily="34" charset="-122"/>
              <a:ea typeface="微软雅黑" panose="020B0503020204020204" pitchFamily="34" charset="-122"/>
            </a:endParaRPr>
          </a:p>
        </p:txBody>
      </p:sp>
      <p:sp>
        <p:nvSpPr>
          <p:cNvPr id="100" name="文本框 99">
            <a:extLst>
              <a:ext uri="{FF2B5EF4-FFF2-40B4-BE49-F238E27FC236}">
                <a16:creationId xmlns:a16="http://schemas.microsoft.com/office/drawing/2014/main" id="{4864E00E-E8E7-54B1-7ECB-257752C67BF1}"/>
              </a:ext>
            </a:extLst>
          </p:cNvPr>
          <p:cNvSpPr txBox="1"/>
          <p:nvPr/>
        </p:nvSpPr>
        <p:spPr>
          <a:xfrm>
            <a:off x="6800428" y="1677838"/>
            <a:ext cx="1691078" cy="319152"/>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en-US" altLang="zh-CN" sz="1200" dirty="0">
                <a:solidFill>
                  <a:schemeClr val="tx1"/>
                </a:solidFill>
                <a:latin typeface="微软雅黑" panose="020B0503020204020204" pitchFamily="34" charset="-122"/>
                <a:ea typeface="微软雅黑" panose="020B0503020204020204" pitchFamily="34" charset="-122"/>
              </a:rPr>
              <a:t>•••</a:t>
            </a:r>
            <a:endParaRPr lang="zh-CN" altLang="en-US" sz="1200" b="0" dirty="0">
              <a:solidFill>
                <a:schemeClr val="tx1"/>
              </a:solidFill>
              <a:latin typeface="微软雅黑" panose="020B0503020204020204" pitchFamily="34" charset="-122"/>
              <a:ea typeface="微软雅黑" panose="020B0503020204020204" pitchFamily="34" charset="-122"/>
            </a:endParaRPr>
          </a:p>
        </p:txBody>
      </p:sp>
      <p:sp>
        <p:nvSpPr>
          <p:cNvPr id="101" name="文本框 100">
            <a:extLst>
              <a:ext uri="{FF2B5EF4-FFF2-40B4-BE49-F238E27FC236}">
                <a16:creationId xmlns:a16="http://schemas.microsoft.com/office/drawing/2014/main" id="{2DAF9570-341A-66B2-346D-60262D4E5DE9}"/>
              </a:ext>
            </a:extLst>
          </p:cNvPr>
          <p:cNvSpPr txBox="1"/>
          <p:nvPr/>
        </p:nvSpPr>
        <p:spPr>
          <a:xfrm>
            <a:off x="8396994" y="1677838"/>
            <a:ext cx="1691078" cy="339477"/>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zh-CN" altLang="en-US" sz="1300" dirty="0">
                <a:solidFill>
                  <a:schemeClr val="tx1"/>
                </a:solidFill>
                <a:latin typeface="微软雅黑" panose="020B0503020204020204" pitchFamily="34" charset="-122"/>
                <a:ea typeface="微软雅黑" panose="020B0503020204020204" pitchFamily="34" charset="-122"/>
              </a:rPr>
              <a:t>站位</a:t>
            </a:r>
            <a:r>
              <a:rPr lang="en-US" altLang="zh-CN" sz="1300" dirty="0">
                <a:solidFill>
                  <a:schemeClr val="tx1"/>
                </a:solidFill>
                <a:latin typeface="微软雅黑" panose="020B0503020204020204" pitchFamily="34" charset="-122"/>
                <a:ea typeface="微软雅黑" panose="020B0503020204020204" pitchFamily="34" charset="-122"/>
              </a:rPr>
              <a:t>M</a:t>
            </a:r>
            <a:endParaRPr lang="zh-CN" altLang="en-US" sz="1300" dirty="0">
              <a:solidFill>
                <a:schemeClr val="tx1"/>
              </a:solidFill>
              <a:latin typeface="微软雅黑" panose="020B0503020204020204" pitchFamily="34" charset="-122"/>
              <a:ea typeface="微软雅黑" panose="020B0503020204020204" pitchFamily="34" charset="-122"/>
            </a:endParaRPr>
          </a:p>
        </p:txBody>
      </p:sp>
      <p:sp>
        <p:nvSpPr>
          <p:cNvPr id="102" name="文本框 101">
            <a:extLst>
              <a:ext uri="{FF2B5EF4-FFF2-40B4-BE49-F238E27FC236}">
                <a16:creationId xmlns:a16="http://schemas.microsoft.com/office/drawing/2014/main" id="{9E67C4F6-A77E-3CEE-9DED-D0A938AF8A37}"/>
              </a:ext>
            </a:extLst>
          </p:cNvPr>
          <p:cNvSpPr txBox="1"/>
          <p:nvPr/>
        </p:nvSpPr>
        <p:spPr>
          <a:xfrm>
            <a:off x="4000793" y="4819252"/>
            <a:ext cx="1140971" cy="339477"/>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en-US" altLang="zh-CN" sz="1300" dirty="0">
                <a:solidFill>
                  <a:srgbClr val="90B272"/>
                </a:solidFill>
                <a:latin typeface="微软雅黑" panose="020B0503020204020204" pitchFamily="34" charset="-122"/>
                <a:ea typeface="微软雅黑" panose="020B0503020204020204" pitchFamily="34" charset="-122"/>
              </a:rPr>
              <a:t>•</a:t>
            </a:r>
            <a:r>
              <a:rPr lang="en-US" altLang="zh-CN" sz="1300" dirty="0">
                <a:solidFill>
                  <a:srgbClr val="FC8D36"/>
                </a:solidFill>
                <a:latin typeface="微软雅黑" panose="020B0503020204020204" pitchFamily="34" charset="-122"/>
                <a:ea typeface="微软雅黑" panose="020B0503020204020204" pitchFamily="34" charset="-122"/>
              </a:rPr>
              <a:t> </a:t>
            </a:r>
            <a:r>
              <a:rPr lang="zh-CN" altLang="en-US" sz="1300" b="0" dirty="0">
                <a:solidFill>
                  <a:schemeClr val="tx1"/>
                </a:solidFill>
                <a:latin typeface="微软雅黑" panose="020B0503020204020204" pitchFamily="34" charset="-122"/>
                <a:ea typeface="微软雅黑" panose="020B0503020204020204" pitchFamily="34" charset="-122"/>
              </a:rPr>
              <a:t>前驱约束</a:t>
            </a:r>
          </a:p>
        </p:txBody>
      </p:sp>
      <p:sp>
        <p:nvSpPr>
          <p:cNvPr id="103" name="文本框 102">
            <a:extLst>
              <a:ext uri="{FF2B5EF4-FFF2-40B4-BE49-F238E27FC236}">
                <a16:creationId xmlns:a16="http://schemas.microsoft.com/office/drawing/2014/main" id="{30F224EE-E01E-3B68-9B6F-886E0DBFC09B}"/>
              </a:ext>
            </a:extLst>
          </p:cNvPr>
          <p:cNvSpPr txBox="1"/>
          <p:nvPr/>
        </p:nvSpPr>
        <p:spPr>
          <a:xfrm>
            <a:off x="3993702" y="5173669"/>
            <a:ext cx="1140970" cy="339477"/>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en-US" altLang="zh-CN" sz="1300" dirty="0">
                <a:solidFill>
                  <a:srgbClr val="90B272"/>
                </a:solidFill>
                <a:latin typeface="微软雅黑" panose="020B0503020204020204" pitchFamily="34" charset="-122"/>
                <a:ea typeface="微软雅黑" panose="020B0503020204020204" pitchFamily="34" charset="-122"/>
              </a:rPr>
              <a:t>•</a:t>
            </a:r>
            <a:r>
              <a:rPr lang="en-US" altLang="zh-CN" sz="1300" dirty="0">
                <a:solidFill>
                  <a:srgbClr val="FC8D36"/>
                </a:solidFill>
                <a:latin typeface="微软雅黑" panose="020B0503020204020204" pitchFamily="34" charset="-122"/>
                <a:ea typeface="微软雅黑" panose="020B0503020204020204" pitchFamily="34" charset="-122"/>
              </a:rPr>
              <a:t> </a:t>
            </a:r>
            <a:r>
              <a:rPr lang="zh-CN" altLang="en-US" sz="1300" b="0" dirty="0">
                <a:solidFill>
                  <a:schemeClr val="tx1"/>
                </a:solidFill>
                <a:latin typeface="微软雅黑" panose="020B0503020204020204" pitchFamily="34" charset="-122"/>
                <a:ea typeface="微软雅黑" panose="020B0503020204020204" pitchFamily="34" charset="-122"/>
              </a:rPr>
              <a:t>工序时长</a:t>
            </a:r>
          </a:p>
        </p:txBody>
      </p:sp>
      <p:sp>
        <p:nvSpPr>
          <p:cNvPr id="104" name="文本框 103">
            <a:extLst>
              <a:ext uri="{FF2B5EF4-FFF2-40B4-BE49-F238E27FC236}">
                <a16:creationId xmlns:a16="http://schemas.microsoft.com/office/drawing/2014/main" id="{189E61F6-1524-C57F-0049-1F858E52C5A9}"/>
              </a:ext>
            </a:extLst>
          </p:cNvPr>
          <p:cNvSpPr txBox="1"/>
          <p:nvPr/>
        </p:nvSpPr>
        <p:spPr>
          <a:xfrm>
            <a:off x="3993702" y="5513917"/>
            <a:ext cx="1140969" cy="339477"/>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en-US" altLang="zh-CN" sz="1300" dirty="0">
                <a:solidFill>
                  <a:srgbClr val="90B272"/>
                </a:solidFill>
                <a:latin typeface="微软雅黑" panose="020B0503020204020204" pitchFamily="34" charset="-122"/>
                <a:ea typeface="微软雅黑" panose="020B0503020204020204" pitchFamily="34" charset="-122"/>
              </a:rPr>
              <a:t>•</a:t>
            </a:r>
            <a:r>
              <a:rPr lang="en-US" altLang="zh-CN" sz="1300" dirty="0">
                <a:solidFill>
                  <a:srgbClr val="FC8D36"/>
                </a:solidFill>
                <a:latin typeface="微软雅黑" panose="020B0503020204020204" pitchFamily="34" charset="-122"/>
                <a:ea typeface="微软雅黑" panose="020B0503020204020204" pitchFamily="34" charset="-122"/>
              </a:rPr>
              <a:t> </a:t>
            </a:r>
            <a:r>
              <a:rPr lang="zh-CN" altLang="en-US" sz="1300" b="0" dirty="0">
                <a:solidFill>
                  <a:schemeClr val="tx1"/>
                </a:solidFill>
                <a:latin typeface="微软雅黑" panose="020B0503020204020204" pitchFamily="34" charset="-122"/>
                <a:ea typeface="微软雅黑" panose="020B0503020204020204" pitchFamily="34" charset="-122"/>
              </a:rPr>
              <a:t>站位归属</a:t>
            </a:r>
          </a:p>
        </p:txBody>
      </p:sp>
      <p:sp>
        <p:nvSpPr>
          <p:cNvPr id="105" name="文本框 104">
            <a:extLst>
              <a:ext uri="{FF2B5EF4-FFF2-40B4-BE49-F238E27FC236}">
                <a16:creationId xmlns:a16="http://schemas.microsoft.com/office/drawing/2014/main" id="{E025C937-6D71-20F8-996B-E182A45D3E13}"/>
              </a:ext>
            </a:extLst>
          </p:cNvPr>
          <p:cNvSpPr txBox="1"/>
          <p:nvPr/>
        </p:nvSpPr>
        <p:spPr>
          <a:xfrm>
            <a:off x="8130093" y="4826513"/>
            <a:ext cx="1215076" cy="339477"/>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en-US" altLang="zh-CN" sz="1300" dirty="0">
                <a:solidFill>
                  <a:srgbClr val="D26262"/>
                </a:solidFill>
                <a:latin typeface="微软雅黑" panose="020B0503020204020204" pitchFamily="34" charset="-122"/>
                <a:ea typeface="微软雅黑" panose="020B0503020204020204" pitchFamily="34" charset="-122"/>
              </a:rPr>
              <a:t>•</a:t>
            </a:r>
            <a:r>
              <a:rPr lang="en-US" altLang="zh-CN" sz="1300" dirty="0">
                <a:solidFill>
                  <a:srgbClr val="FC8D36"/>
                </a:solidFill>
                <a:latin typeface="微软雅黑" panose="020B0503020204020204" pitchFamily="34" charset="-122"/>
                <a:ea typeface="微软雅黑" panose="020B0503020204020204" pitchFamily="34" charset="-122"/>
              </a:rPr>
              <a:t> </a:t>
            </a:r>
            <a:r>
              <a:rPr lang="zh-CN" altLang="en-US" sz="1300" b="0" dirty="0">
                <a:solidFill>
                  <a:schemeClr val="tx1"/>
                </a:solidFill>
                <a:latin typeface="微软雅黑" panose="020B0503020204020204" pitchFamily="34" charset="-122"/>
                <a:ea typeface="微软雅黑" panose="020B0503020204020204" pitchFamily="34" charset="-122"/>
              </a:rPr>
              <a:t>节拍推进</a:t>
            </a:r>
          </a:p>
        </p:txBody>
      </p:sp>
      <p:sp>
        <p:nvSpPr>
          <p:cNvPr id="106" name="文本框 105">
            <a:extLst>
              <a:ext uri="{FF2B5EF4-FFF2-40B4-BE49-F238E27FC236}">
                <a16:creationId xmlns:a16="http://schemas.microsoft.com/office/drawing/2014/main" id="{7FBB501C-AC9E-7238-7705-FC4472ABB5E0}"/>
              </a:ext>
            </a:extLst>
          </p:cNvPr>
          <p:cNvSpPr txBox="1"/>
          <p:nvPr/>
        </p:nvSpPr>
        <p:spPr>
          <a:xfrm>
            <a:off x="8123000" y="5180929"/>
            <a:ext cx="1322743" cy="339477"/>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en-US" altLang="zh-CN" sz="1300" dirty="0">
                <a:solidFill>
                  <a:srgbClr val="D26262"/>
                </a:solidFill>
                <a:latin typeface="微软雅黑" panose="020B0503020204020204" pitchFamily="34" charset="-122"/>
                <a:ea typeface="微软雅黑" panose="020B0503020204020204" pitchFamily="34" charset="-122"/>
              </a:rPr>
              <a:t>•</a:t>
            </a:r>
            <a:r>
              <a:rPr lang="en-US" altLang="zh-CN" sz="1300" dirty="0">
                <a:solidFill>
                  <a:srgbClr val="FC8D36"/>
                </a:solidFill>
                <a:latin typeface="微软雅黑" panose="020B0503020204020204" pitchFamily="34" charset="-122"/>
                <a:ea typeface="微软雅黑" panose="020B0503020204020204" pitchFamily="34" charset="-122"/>
              </a:rPr>
              <a:t> </a:t>
            </a:r>
            <a:r>
              <a:rPr lang="zh-CN" altLang="en-US" sz="1300" b="0" dirty="0">
                <a:solidFill>
                  <a:schemeClr val="tx1"/>
                </a:solidFill>
                <a:latin typeface="微软雅黑" panose="020B0503020204020204" pitchFamily="34" charset="-122"/>
                <a:ea typeface="微软雅黑" panose="020B0503020204020204" pitchFamily="34" charset="-122"/>
              </a:rPr>
              <a:t>站位容量约束</a:t>
            </a:r>
          </a:p>
        </p:txBody>
      </p:sp>
      <p:sp>
        <p:nvSpPr>
          <p:cNvPr id="107" name="文本框 106">
            <a:extLst>
              <a:ext uri="{FF2B5EF4-FFF2-40B4-BE49-F238E27FC236}">
                <a16:creationId xmlns:a16="http://schemas.microsoft.com/office/drawing/2014/main" id="{6A5AFE05-C802-5CDE-0B52-57F3EB3A5102}"/>
              </a:ext>
            </a:extLst>
          </p:cNvPr>
          <p:cNvSpPr txBox="1"/>
          <p:nvPr/>
        </p:nvSpPr>
        <p:spPr>
          <a:xfrm>
            <a:off x="8123001" y="5521177"/>
            <a:ext cx="1381181" cy="339477"/>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en-US" altLang="zh-CN" sz="1300" dirty="0">
                <a:solidFill>
                  <a:srgbClr val="D26262"/>
                </a:solidFill>
                <a:latin typeface="微软雅黑" panose="020B0503020204020204" pitchFamily="34" charset="-122"/>
                <a:ea typeface="微软雅黑" panose="020B0503020204020204" pitchFamily="34" charset="-122"/>
              </a:rPr>
              <a:t>•</a:t>
            </a:r>
            <a:r>
              <a:rPr lang="en-US" altLang="zh-CN" sz="1300" dirty="0">
                <a:solidFill>
                  <a:srgbClr val="FC8D36"/>
                </a:solidFill>
                <a:latin typeface="微软雅黑" panose="020B0503020204020204" pitchFamily="34" charset="-122"/>
                <a:ea typeface="微软雅黑" panose="020B0503020204020204" pitchFamily="34" charset="-122"/>
              </a:rPr>
              <a:t> </a:t>
            </a:r>
            <a:r>
              <a:rPr lang="zh-CN" altLang="en-US" sz="1300" b="0" dirty="0">
                <a:solidFill>
                  <a:schemeClr val="tx1"/>
                </a:solidFill>
                <a:latin typeface="微软雅黑" panose="020B0503020204020204" pitchFamily="34" charset="-122"/>
                <a:ea typeface="微软雅黑" panose="020B0503020204020204" pitchFamily="34" charset="-122"/>
              </a:rPr>
              <a:t>站位耦合影响</a:t>
            </a:r>
          </a:p>
        </p:txBody>
      </p:sp>
      <p:sp>
        <p:nvSpPr>
          <p:cNvPr id="108" name="文本框 107">
            <a:extLst>
              <a:ext uri="{FF2B5EF4-FFF2-40B4-BE49-F238E27FC236}">
                <a16:creationId xmlns:a16="http://schemas.microsoft.com/office/drawing/2014/main" id="{FFA8A363-5802-BA2C-A977-6A80B27EA010}"/>
              </a:ext>
            </a:extLst>
          </p:cNvPr>
          <p:cNvSpPr txBox="1"/>
          <p:nvPr/>
        </p:nvSpPr>
        <p:spPr>
          <a:xfrm>
            <a:off x="5945703" y="4811998"/>
            <a:ext cx="1484993" cy="339477"/>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en-US" altLang="zh-CN" sz="1300" dirty="0">
                <a:solidFill>
                  <a:srgbClr val="FB8E27"/>
                </a:solidFill>
                <a:latin typeface="微软雅黑" panose="020B0503020204020204" pitchFamily="34" charset="-122"/>
                <a:ea typeface="微软雅黑" panose="020B0503020204020204" pitchFamily="34" charset="-122"/>
              </a:rPr>
              <a:t>•</a:t>
            </a:r>
            <a:r>
              <a:rPr lang="en-US" altLang="zh-CN" sz="1300" dirty="0">
                <a:solidFill>
                  <a:srgbClr val="FC8D36"/>
                </a:solidFill>
                <a:latin typeface="微软雅黑" panose="020B0503020204020204" pitchFamily="34" charset="-122"/>
                <a:ea typeface="微软雅黑" panose="020B0503020204020204" pitchFamily="34" charset="-122"/>
              </a:rPr>
              <a:t> </a:t>
            </a:r>
            <a:r>
              <a:rPr lang="zh-CN" altLang="en-US" sz="1300" b="0" dirty="0">
                <a:solidFill>
                  <a:schemeClr val="tx1"/>
                </a:solidFill>
                <a:latin typeface="微软雅黑" panose="020B0503020204020204" pitchFamily="34" charset="-122"/>
                <a:ea typeface="微软雅黑" panose="020B0503020204020204" pitchFamily="34" charset="-122"/>
              </a:rPr>
              <a:t>工人技能差异</a:t>
            </a:r>
          </a:p>
        </p:txBody>
      </p:sp>
      <p:sp>
        <p:nvSpPr>
          <p:cNvPr id="109" name="文本框 108">
            <a:extLst>
              <a:ext uri="{FF2B5EF4-FFF2-40B4-BE49-F238E27FC236}">
                <a16:creationId xmlns:a16="http://schemas.microsoft.com/office/drawing/2014/main" id="{E3BF1B6C-2AA6-B0B3-4612-2F4AE166410B}"/>
              </a:ext>
            </a:extLst>
          </p:cNvPr>
          <p:cNvSpPr txBox="1"/>
          <p:nvPr/>
        </p:nvSpPr>
        <p:spPr>
          <a:xfrm>
            <a:off x="5938611" y="5166415"/>
            <a:ext cx="1492085" cy="339477"/>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en-US" altLang="zh-CN" sz="1300" dirty="0">
                <a:solidFill>
                  <a:srgbClr val="FB8E27"/>
                </a:solidFill>
                <a:latin typeface="微软雅黑" panose="020B0503020204020204" pitchFamily="34" charset="-122"/>
                <a:ea typeface="微软雅黑" panose="020B0503020204020204" pitchFamily="34" charset="-122"/>
              </a:rPr>
              <a:t>•</a:t>
            </a:r>
            <a:r>
              <a:rPr lang="en-US" altLang="zh-CN" sz="1300" dirty="0">
                <a:solidFill>
                  <a:srgbClr val="FC8D36"/>
                </a:solidFill>
                <a:latin typeface="微软雅黑" panose="020B0503020204020204" pitchFamily="34" charset="-122"/>
                <a:ea typeface="微软雅黑" panose="020B0503020204020204" pitchFamily="34" charset="-122"/>
              </a:rPr>
              <a:t> </a:t>
            </a:r>
            <a:r>
              <a:rPr lang="zh-CN" altLang="en-US" sz="1300" b="0" dirty="0">
                <a:solidFill>
                  <a:schemeClr val="tx1"/>
                </a:solidFill>
                <a:latin typeface="微软雅黑" panose="020B0503020204020204" pitchFamily="34" charset="-122"/>
                <a:ea typeface="微软雅黑" panose="020B0503020204020204" pitchFamily="34" charset="-122"/>
              </a:rPr>
              <a:t>设备类型适配</a:t>
            </a:r>
          </a:p>
        </p:txBody>
      </p:sp>
      <p:sp>
        <p:nvSpPr>
          <p:cNvPr id="110" name="文本框 109">
            <a:extLst>
              <a:ext uri="{FF2B5EF4-FFF2-40B4-BE49-F238E27FC236}">
                <a16:creationId xmlns:a16="http://schemas.microsoft.com/office/drawing/2014/main" id="{86E2C71F-895C-2995-10BC-1FD57B3A3F10}"/>
              </a:ext>
            </a:extLst>
          </p:cNvPr>
          <p:cNvSpPr txBox="1"/>
          <p:nvPr/>
        </p:nvSpPr>
        <p:spPr>
          <a:xfrm>
            <a:off x="5938613" y="5506663"/>
            <a:ext cx="1427620" cy="339477"/>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en-US" altLang="zh-CN" sz="1300" dirty="0">
                <a:solidFill>
                  <a:srgbClr val="FB8E27"/>
                </a:solidFill>
                <a:latin typeface="微软雅黑" panose="020B0503020204020204" pitchFamily="34" charset="-122"/>
                <a:ea typeface="微软雅黑" panose="020B0503020204020204" pitchFamily="34" charset="-122"/>
              </a:rPr>
              <a:t>•</a:t>
            </a:r>
            <a:r>
              <a:rPr lang="en-US" altLang="zh-CN" sz="1300" dirty="0">
                <a:solidFill>
                  <a:srgbClr val="FC8D36"/>
                </a:solidFill>
                <a:latin typeface="微软雅黑" panose="020B0503020204020204" pitchFamily="34" charset="-122"/>
                <a:ea typeface="微软雅黑" panose="020B0503020204020204" pitchFamily="34" charset="-122"/>
              </a:rPr>
              <a:t> </a:t>
            </a:r>
            <a:r>
              <a:rPr lang="zh-CN" altLang="en-US" sz="1300" b="0" dirty="0">
                <a:solidFill>
                  <a:schemeClr val="tx1"/>
                </a:solidFill>
                <a:latin typeface="微软雅黑" panose="020B0503020204020204" pitchFamily="34" charset="-122"/>
                <a:ea typeface="微软雅黑" panose="020B0503020204020204" pitchFamily="34" charset="-122"/>
              </a:rPr>
              <a:t>多资源协同约束</a:t>
            </a:r>
          </a:p>
        </p:txBody>
      </p:sp>
      <p:sp>
        <p:nvSpPr>
          <p:cNvPr id="111" name="文本框 110">
            <a:extLst>
              <a:ext uri="{FF2B5EF4-FFF2-40B4-BE49-F238E27FC236}">
                <a16:creationId xmlns:a16="http://schemas.microsoft.com/office/drawing/2014/main" id="{017AE82A-3EA6-4600-8D4A-BE616D295004}"/>
              </a:ext>
            </a:extLst>
          </p:cNvPr>
          <p:cNvSpPr txBox="1"/>
          <p:nvPr/>
        </p:nvSpPr>
        <p:spPr>
          <a:xfrm>
            <a:off x="311059" y="5008583"/>
            <a:ext cx="501718" cy="298825"/>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zh-CN" altLang="en-US" sz="1050" b="0" dirty="0">
                <a:solidFill>
                  <a:schemeClr val="tx1"/>
                </a:solidFill>
                <a:latin typeface="微软雅黑" panose="020B0503020204020204" pitchFamily="34" charset="-122"/>
                <a:ea typeface="微软雅黑" panose="020B0503020204020204" pitchFamily="34" charset="-122"/>
              </a:rPr>
              <a:t>工序</a:t>
            </a:r>
            <a:r>
              <a:rPr lang="en-US" altLang="zh-CN" sz="1050" b="0" dirty="0">
                <a:solidFill>
                  <a:schemeClr val="tx1"/>
                </a:solidFill>
                <a:latin typeface="微软雅黑" panose="020B0503020204020204" pitchFamily="34" charset="-122"/>
                <a:ea typeface="微软雅黑" panose="020B0503020204020204" pitchFamily="34" charset="-122"/>
              </a:rPr>
              <a:t>1</a:t>
            </a:r>
            <a:endParaRPr lang="zh-CN" altLang="en-US" sz="1050" b="0" dirty="0">
              <a:solidFill>
                <a:schemeClr val="tx1"/>
              </a:solidFill>
              <a:latin typeface="微软雅黑" panose="020B0503020204020204" pitchFamily="34" charset="-122"/>
              <a:ea typeface="微软雅黑" panose="020B0503020204020204" pitchFamily="34" charset="-122"/>
            </a:endParaRPr>
          </a:p>
        </p:txBody>
      </p:sp>
      <p:sp>
        <p:nvSpPr>
          <p:cNvPr id="112" name="文本框 111">
            <a:extLst>
              <a:ext uri="{FF2B5EF4-FFF2-40B4-BE49-F238E27FC236}">
                <a16:creationId xmlns:a16="http://schemas.microsoft.com/office/drawing/2014/main" id="{EAAFF933-45FF-EAE4-8452-2037098554F2}"/>
              </a:ext>
            </a:extLst>
          </p:cNvPr>
          <p:cNvSpPr txBox="1"/>
          <p:nvPr/>
        </p:nvSpPr>
        <p:spPr>
          <a:xfrm>
            <a:off x="901582" y="5008583"/>
            <a:ext cx="501718" cy="298825"/>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zh-CN" altLang="en-US" sz="1050" b="0" dirty="0">
                <a:solidFill>
                  <a:schemeClr val="tx1"/>
                </a:solidFill>
                <a:latin typeface="微软雅黑" panose="020B0503020204020204" pitchFamily="34" charset="-122"/>
                <a:ea typeface="微软雅黑" panose="020B0503020204020204" pitchFamily="34" charset="-122"/>
              </a:rPr>
              <a:t>工序</a:t>
            </a:r>
            <a:r>
              <a:rPr lang="en-US" altLang="zh-CN" sz="1050" b="0" dirty="0">
                <a:solidFill>
                  <a:schemeClr val="tx1"/>
                </a:solidFill>
                <a:latin typeface="微软雅黑" panose="020B0503020204020204" pitchFamily="34" charset="-122"/>
                <a:ea typeface="微软雅黑" panose="020B0503020204020204" pitchFamily="34" charset="-122"/>
              </a:rPr>
              <a:t>2</a:t>
            </a:r>
            <a:endParaRPr lang="zh-CN" altLang="en-US" sz="1050" b="0" dirty="0">
              <a:solidFill>
                <a:schemeClr val="tx1"/>
              </a:solidFill>
              <a:latin typeface="微软雅黑" panose="020B0503020204020204" pitchFamily="34" charset="-122"/>
              <a:ea typeface="微软雅黑" panose="020B0503020204020204" pitchFamily="34" charset="-122"/>
            </a:endParaRPr>
          </a:p>
        </p:txBody>
      </p:sp>
      <p:sp>
        <p:nvSpPr>
          <p:cNvPr id="113" name="文本框 112">
            <a:extLst>
              <a:ext uri="{FF2B5EF4-FFF2-40B4-BE49-F238E27FC236}">
                <a16:creationId xmlns:a16="http://schemas.microsoft.com/office/drawing/2014/main" id="{21166E98-FD28-31B6-B55B-F980A5807A9C}"/>
              </a:ext>
            </a:extLst>
          </p:cNvPr>
          <p:cNvSpPr txBox="1"/>
          <p:nvPr/>
        </p:nvSpPr>
        <p:spPr>
          <a:xfrm>
            <a:off x="2197476" y="5001295"/>
            <a:ext cx="501718" cy="298825"/>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zh-CN" altLang="en-US" sz="1050" b="0" dirty="0">
                <a:solidFill>
                  <a:schemeClr val="tx1"/>
                </a:solidFill>
                <a:latin typeface="微软雅黑" panose="020B0503020204020204" pitchFamily="34" charset="-122"/>
                <a:ea typeface="微软雅黑" panose="020B0503020204020204" pitchFamily="34" charset="-122"/>
              </a:rPr>
              <a:t>工序</a:t>
            </a:r>
            <a:r>
              <a:rPr lang="en-US" altLang="zh-CN" sz="1050" b="0" dirty="0">
                <a:solidFill>
                  <a:schemeClr val="tx1"/>
                </a:solidFill>
                <a:latin typeface="微软雅黑" panose="020B0503020204020204" pitchFamily="34" charset="-122"/>
                <a:ea typeface="微软雅黑" panose="020B0503020204020204" pitchFamily="34" charset="-122"/>
              </a:rPr>
              <a:t>n</a:t>
            </a:r>
            <a:endParaRPr lang="zh-CN" altLang="en-US" sz="1050" b="0" dirty="0">
              <a:solidFill>
                <a:schemeClr val="tx1"/>
              </a:solidFill>
              <a:latin typeface="微软雅黑" panose="020B0503020204020204" pitchFamily="34" charset="-122"/>
              <a:ea typeface="微软雅黑" panose="020B0503020204020204" pitchFamily="34" charset="-122"/>
            </a:endParaRPr>
          </a:p>
        </p:txBody>
      </p:sp>
      <p:sp>
        <p:nvSpPr>
          <p:cNvPr id="114" name="文本框 113">
            <a:extLst>
              <a:ext uri="{FF2B5EF4-FFF2-40B4-BE49-F238E27FC236}">
                <a16:creationId xmlns:a16="http://schemas.microsoft.com/office/drawing/2014/main" id="{9C96313A-A433-0763-8651-6F067BD74ECE}"/>
              </a:ext>
            </a:extLst>
          </p:cNvPr>
          <p:cNvSpPr txBox="1"/>
          <p:nvPr/>
        </p:nvSpPr>
        <p:spPr>
          <a:xfrm>
            <a:off x="1618215" y="4981889"/>
            <a:ext cx="360484" cy="298825"/>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en-US" altLang="zh-CN" sz="1050" b="0" dirty="0">
                <a:solidFill>
                  <a:schemeClr val="tx1"/>
                </a:solidFill>
                <a:latin typeface="微软雅黑" panose="020B0503020204020204" pitchFamily="34" charset="-122"/>
                <a:ea typeface="微软雅黑" panose="020B0503020204020204" pitchFamily="34" charset="-122"/>
              </a:rPr>
              <a:t>•••</a:t>
            </a:r>
            <a:endParaRPr lang="zh-CN" altLang="en-US" sz="1050" b="0" dirty="0">
              <a:solidFill>
                <a:schemeClr val="tx1"/>
              </a:solidFill>
              <a:latin typeface="微软雅黑" panose="020B0503020204020204" pitchFamily="34" charset="-122"/>
              <a:ea typeface="微软雅黑" panose="020B0503020204020204" pitchFamily="34" charset="-122"/>
            </a:endParaRPr>
          </a:p>
        </p:txBody>
      </p:sp>
      <p:sp>
        <p:nvSpPr>
          <p:cNvPr id="115" name="箭头: 右 114">
            <a:extLst>
              <a:ext uri="{FF2B5EF4-FFF2-40B4-BE49-F238E27FC236}">
                <a16:creationId xmlns:a16="http://schemas.microsoft.com/office/drawing/2014/main" id="{B4F474C6-0FA6-39F0-4549-E305580BCCB9}"/>
              </a:ext>
            </a:extLst>
          </p:cNvPr>
          <p:cNvSpPr/>
          <p:nvPr/>
        </p:nvSpPr>
        <p:spPr>
          <a:xfrm>
            <a:off x="791761" y="5498997"/>
            <a:ext cx="122559" cy="163757"/>
          </a:xfrm>
          <a:prstGeom prst="rightArrow">
            <a:avLst/>
          </a:prstGeom>
          <a:solidFill>
            <a:srgbClr val="003F8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6" name="箭头: 右 115">
            <a:extLst>
              <a:ext uri="{FF2B5EF4-FFF2-40B4-BE49-F238E27FC236}">
                <a16:creationId xmlns:a16="http://schemas.microsoft.com/office/drawing/2014/main" id="{AFB09106-037D-578B-9BCF-E4422D31FF3F}"/>
              </a:ext>
            </a:extLst>
          </p:cNvPr>
          <p:cNvSpPr/>
          <p:nvPr/>
        </p:nvSpPr>
        <p:spPr>
          <a:xfrm>
            <a:off x="1408966" y="5498997"/>
            <a:ext cx="122559" cy="163757"/>
          </a:xfrm>
          <a:prstGeom prst="rightArrow">
            <a:avLst/>
          </a:prstGeom>
          <a:solidFill>
            <a:srgbClr val="003F8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7" name="箭头: 右 116">
            <a:extLst>
              <a:ext uri="{FF2B5EF4-FFF2-40B4-BE49-F238E27FC236}">
                <a16:creationId xmlns:a16="http://schemas.microsoft.com/office/drawing/2014/main" id="{CFB2FCFE-931A-2F9C-C3B1-F64CC13627EE}"/>
              </a:ext>
            </a:extLst>
          </p:cNvPr>
          <p:cNvSpPr/>
          <p:nvPr/>
        </p:nvSpPr>
        <p:spPr>
          <a:xfrm>
            <a:off x="2061954" y="5498997"/>
            <a:ext cx="122559" cy="163757"/>
          </a:xfrm>
          <a:prstGeom prst="rightArrow">
            <a:avLst/>
          </a:prstGeom>
          <a:solidFill>
            <a:srgbClr val="003F8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26098992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1F3B50-9DAD-ADE0-4CFF-A4DB82864F86}"/>
            </a:ext>
          </a:extLst>
        </p:cNvPr>
        <p:cNvGrpSpPr/>
        <p:nvPr/>
      </p:nvGrpSpPr>
      <p:grpSpPr>
        <a:xfrm>
          <a:off x="0" y="0"/>
          <a:ext cx="0" cy="0"/>
          <a:chOff x="0" y="0"/>
          <a:chExt cx="0" cy="0"/>
        </a:xfrm>
      </p:grpSpPr>
      <p:cxnSp>
        <p:nvCxnSpPr>
          <p:cNvPr id="7" name="直接连接符 6">
            <a:extLst>
              <a:ext uri="{FF2B5EF4-FFF2-40B4-BE49-F238E27FC236}">
                <a16:creationId xmlns:a16="http://schemas.microsoft.com/office/drawing/2014/main" id="{606BEEDB-3680-63BA-D2C3-BDF16FEE8D5E}"/>
              </a:ext>
            </a:extLst>
          </p:cNvPr>
          <p:cNvCxnSpPr>
            <a:cxnSpLocks/>
          </p:cNvCxnSpPr>
          <p:nvPr/>
        </p:nvCxnSpPr>
        <p:spPr>
          <a:xfrm>
            <a:off x="337132" y="774574"/>
            <a:ext cx="11567001" cy="0"/>
          </a:xfrm>
          <a:prstGeom prst="line">
            <a:avLst/>
          </a:prstGeom>
          <a:ln w="19050">
            <a:solidFill>
              <a:srgbClr val="133C7A">
                <a:alpha val="80000"/>
              </a:srgbClr>
            </a:solidFill>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A7526863-AC26-E530-A441-B3B21A7716D4}"/>
              </a:ext>
            </a:extLst>
          </p:cNvPr>
          <p:cNvSpPr txBox="1"/>
          <p:nvPr/>
        </p:nvSpPr>
        <p:spPr>
          <a:xfrm>
            <a:off x="683012" y="256087"/>
            <a:ext cx="9510123" cy="505676"/>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r>
              <a:rPr lang="en-US" altLang="zh-CN" sz="2800" dirty="0">
                <a:solidFill>
                  <a:schemeClr val="tx2">
                    <a:lumMod val="75000"/>
                  </a:schemeClr>
                </a:solidFill>
                <a:latin typeface="微软雅黑" panose="020B0503020204020204" pitchFamily="34" charset="-122"/>
                <a:ea typeface="微软雅黑" panose="020B0503020204020204" pitchFamily="34" charset="-122"/>
              </a:rPr>
              <a:t>2 </a:t>
            </a:r>
            <a:r>
              <a:rPr lang="zh-CN" altLang="en-US" sz="2800" dirty="0">
                <a:solidFill>
                  <a:schemeClr val="tx2">
                    <a:lumMod val="75000"/>
                  </a:schemeClr>
                </a:solidFill>
                <a:latin typeface="微软雅黑" panose="020B0503020204020204" pitchFamily="34" charset="-122"/>
                <a:ea typeface="微软雅黑" panose="020B0503020204020204" pitchFamily="34" charset="-122"/>
              </a:rPr>
              <a:t>问题描述</a:t>
            </a:r>
          </a:p>
        </p:txBody>
      </p:sp>
      <p:sp>
        <p:nvSpPr>
          <p:cNvPr id="9" name="矩形 8">
            <a:extLst>
              <a:ext uri="{FF2B5EF4-FFF2-40B4-BE49-F238E27FC236}">
                <a16:creationId xmlns:a16="http://schemas.microsoft.com/office/drawing/2014/main" id="{B10632E0-A95E-60BD-94E1-AEC7F5E9E577}"/>
              </a:ext>
            </a:extLst>
          </p:cNvPr>
          <p:cNvSpPr/>
          <p:nvPr/>
        </p:nvSpPr>
        <p:spPr>
          <a:xfrm>
            <a:off x="337132" y="268900"/>
            <a:ext cx="195295" cy="50567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8AC877BC-93C3-015C-45C9-3FA2FC944532}"/>
              </a:ext>
            </a:extLst>
          </p:cNvPr>
          <p:cNvSpPr/>
          <p:nvPr/>
        </p:nvSpPr>
        <p:spPr>
          <a:xfrm>
            <a:off x="337132" y="268900"/>
            <a:ext cx="276318" cy="505674"/>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8B169F48-A2B7-EC7F-52B1-43D9E36C074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66776" y="256087"/>
            <a:ext cx="1788092" cy="431989"/>
          </a:xfrm>
          <a:prstGeom prst="rect">
            <a:avLst/>
          </a:prstGeom>
        </p:spPr>
      </p:pic>
      <p:sp>
        <p:nvSpPr>
          <p:cNvPr id="2" name="文本框 1">
            <a:extLst>
              <a:ext uri="{FF2B5EF4-FFF2-40B4-BE49-F238E27FC236}">
                <a16:creationId xmlns:a16="http://schemas.microsoft.com/office/drawing/2014/main" id="{B81C6636-BD69-5D1C-7E6A-92D5ACBE123A}"/>
              </a:ext>
            </a:extLst>
          </p:cNvPr>
          <p:cNvSpPr txBox="1"/>
          <p:nvPr/>
        </p:nvSpPr>
        <p:spPr>
          <a:xfrm>
            <a:off x="299410" y="862073"/>
            <a:ext cx="9510123" cy="444121"/>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r>
              <a:rPr lang="en-US" altLang="zh-CN" sz="2400" dirty="0">
                <a:solidFill>
                  <a:schemeClr val="tx2">
                    <a:lumMod val="75000"/>
                  </a:schemeClr>
                </a:solidFill>
                <a:latin typeface="微软雅黑" panose="020B0503020204020204" pitchFamily="34" charset="-122"/>
                <a:ea typeface="微软雅黑" panose="020B0503020204020204" pitchFamily="34" charset="-122"/>
              </a:rPr>
              <a:t>• 2.2 </a:t>
            </a:r>
            <a:r>
              <a:rPr lang="zh-CN" altLang="en-US" sz="2400" dirty="0">
                <a:solidFill>
                  <a:schemeClr val="tx2">
                    <a:lumMod val="75000"/>
                  </a:schemeClr>
                </a:solidFill>
                <a:latin typeface="微软雅黑" panose="020B0503020204020204" pitchFamily="34" charset="-122"/>
                <a:ea typeface="微软雅黑" panose="020B0503020204020204" pitchFamily="34" charset="-122"/>
              </a:rPr>
              <a:t>扰动影响分析</a:t>
            </a:r>
          </a:p>
        </p:txBody>
      </p:sp>
      <p:sp>
        <p:nvSpPr>
          <p:cNvPr id="3" name="矩形: 圆角 2">
            <a:extLst>
              <a:ext uri="{FF2B5EF4-FFF2-40B4-BE49-F238E27FC236}">
                <a16:creationId xmlns:a16="http://schemas.microsoft.com/office/drawing/2014/main" id="{5671C23F-8549-4449-CB74-B83468564C23}"/>
              </a:ext>
            </a:extLst>
          </p:cNvPr>
          <p:cNvSpPr/>
          <p:nvPr/>
        </p:nvSpPr>
        <p:spPr>
          <a:xfrm>
            <a:off x="327708" y="1400629"/>
            <a:ext cx="4615357" cy="3326819"/>
          </a:xfrm>
          <a:prstGeom prst="roundRect">
            <a:avLst>
              <a:gd name="adj" fmla="val 3655"/>
            </a:avLst>
          </a:prstGeom>
          <a:noFill/>
          <a:ln>
            <a:solidFill>
              <a:srgbClr val="90B27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4" name="矩形: 圆角 3">
            <a:extLst>
              <a:ext uri="{FF2B5EF4-FFF2-40B4-BE49-F238E27FC236}">
                <a16:creationId xmlns:a16="http://schemas.microsoft.com/office/drawing/2014/main" id="{52BD46F6-3544-BB51-816D-7DA273E9E22D}"/>
              </a:ext>
            </a:extLst>
          </p:cNvPr>
          <p:cNvSpPr/>
          <p:nvPr/>
        </p:nvSpPr>
        <p:spPr>
          <a:xfrm>
            <a:off x="7172735" y="1400629"/>
            <a:ext cx="4682134" cy="3326819"/>
          </a:xfrm>
          <a:prstGeom prst="roundRect">
            <a:avLst>
              <a:gd name="adj" fmla="val 3193"/>
            </a:avLst>
          </a:prstGeom>
          <a:noFill/>
          <a:ln>
            <a:solidFill>
              <a:srgbClr val="D2626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5" name="矩形: 圆角 4">
            <a:extLst>
              <a:ext uri="{FF2B5EF4-FFF2-40B4-BE49-F238E27FC236}">
                <a16:creationId xmlns:a16="http://schemas.microsoft.com/office/drawing/2014/main" id="{B8236000-169B-6321-E5E3-B50AE8B880C6}"/>
              </a:ext>
            </a:extLst>
          </p:cNvPr>
          <p:cNvSpPr/>
          <p:nvPr/>
        </p:nvSpPr>
        <p:spPr>
          <a:xfrm>
            <a:off x="5166360" y="1400629"/>
            <a:ext cx="1783080" cy="3326819"/>
          </a:xfrm>
          <a:prstGeom prst="roundRect">
            <a:avLst>
              <a:gd name="adj" fmla="val 3510"/>
            </a:avLst>
          </a:prstGeom>
          <a:no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6" name="矩形: 圆角 5">
            <a:extLst>
              <a:ext uri="{FF2B5EF4-FFF2-40B4-BE49-F238E27FC236}">
                <a16:creationId xmlns:a16="http://schemas.microsoft.com/office/drawing/2014/main" id="{92A802AC-9A0F-F417-177C-12A477CE41EC}"/>
              </a:ext>
            </a:extLst>
          </p:cNvPr>
          <p:cNvSpPr/>
          <p:nvPr/>
        </p:nvSpPr>
        <p:spPr>
          <a:xfrm>
            <a:off x="337132" y="6302146"/>
            <a:ext cx="11512984" cy="461156"/>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扰动会改变资源状态与资源访问边界，并通过站位耦合影响整线执行</a:t>
            </a:r>
          </a:p>
        </p:txBody>
      </p:sp>
      <p:sp>
        <p:nvSpPr>
          <p:cNvPr id="12" name="矩形: 圆角 209">
            <a:extLst>
              <a:ext uri="{FF2B5EF4-FFF2-40B4-BE49-F238E27FC236}">
                <a16:creationId xmlns:a16="http://schemas.microsoft.com/office/drawing/2014/main" id="{B5FD31E4-DE1D-85C4-EAFD-F02DFD8CAAAA}"/>
              </a:ext>
            </a:extLst>
          </p:cNvPr>
          <p:cNvSpPr/>
          <p:nvPr/>
        </p:nvSpPr>
        <p:spPr>
          <a:xfrm>
            <a:off x="1547250" y="1340007"/>
            <a:ext cx="2176272" cy="460860"/>
          </a:xfrm>
          <a:prstGeom prst="roundRect">
            <a:avLst/>
          </a:prstGeom>
          <a:solidFill>
            <a:srgbClr val="90B2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Microsoft YaHei" panose="020B0503020204020204" pitchFamily="34" charset="-122"/>
                <a:ea typeface="Microsoft YaHei" panose="020B0503020204020204" pitchFamily="34" charset="-122"/>
              </a:rPr>
              <a:t>正常执行状态</a:t>
            </a:r>
          </a:p>
        </p:txBody>
      </p:sp>
      <p:sp>
        <p:nvSpPr>
          <p:cNvPr id="13" name="矩形: 圆角 209">
            <a:extLst>
              <a:ext uri="{FF2B5EF4-FFF2-40B4-BE49-F238E27FC236}">
                <a16:creationId xmlns:a16="http://schemas.microsoft.com/office/drawing/2014/main" id="{5900CC3B-D34C-EC2B-C68C-ED4D2E2333B1}"/>
              </a:ext>
            </a:extLst>
          </p:cNvPr>
          <p:cNvSpPr/>
          <p:nvPr/>
        </p:nvSpPr>
        <p:spPr>
          <a:xfrm>
            <a:off x="5389654" y="1340007"/>
            <a:ext cx="1407940" cy="460860"/>
          </a:xfrm>
          <a:prstGeom prst="round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Microsoft YaHei" panose="020B0503020204020204" pitchFamily="34" charset="-122"/>
                <a:ea typeface="Microsoft YaHei" panose="020B0503020204020204" pitchFamily="34" charset="-122"/>
              </a:rPr>
              <a:t>扰动触发</a:t>
            </a:r>
          </a:p>
        </p:txBody>
      </p:sp>
      <p:sp>
        <p:nvSpPr>
          <p:cNvPr id="14" name="矩形: 圆角 209">
            <a:extLst>
              <a:ext uri="{FF2B5EF4-FFF2-40B4-BE49-F238E27FC236}">
                <a16:creationId xmlns:a16="http://schemas.microsoft.com/office/drawing/2014/main" id="{6471060E-C815-03A9-7AB4-B2F284F9094F}"/>
              </a:ext>
            </a:extLst>
          </p:cNvPr>
          <p:cNvSpPr/>
          <p:nvPr/>
        </p:nvSpPr>
        <p:spPr>
          <a:xfrm>
            <a:off x="8504482" y="1344296"/>
            <a:ext cx="2018638" cy="460860"/>
          </a:xfrm>
          <a:prstGeom prst="roundRect">
            <a:avLst/>
          </a:prstGeom>
          <a:solidFill>
            <a:srgbClr val="D262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Microsoft YaHei" panose="020B0503020204020204" pitchFamily="34" charset="-122"/>
                <a:ea typeface="Microsoft YaHei" panose="020B0503020204020204" pitchFamily="34" charset="-122"/>
              </a:rPr>
              <a:t>扰动后执行状态</a:t>
            </a:r>
          </a:p>
        </p:txBody>
      </p:sp>
      <p:sp>
        <p:nvSpPr>
          <p:cNvPr id="15" name="矩形: 圆角 14">
            <a:extLst>
              <a:ext uri="{FF2B5EF4-FFF2-40B4-BE49-F238E27FC236}">
                <a16:creationId xmlns:a16="http://schemas.microsoft.com/office/drawing/2014/main" id="{7EF7FDD6-9589-EBFF-3A64-54F44229448C}"/>
              </a:ext>
            </a:extLst>
          </p:cNvPr>
          <p:cNvSpPr/>
          <p:nvPr/>
        </p:nvSpPr>
        <p:spPr>
          <a:xfrm>
            <a:off x="327708" y="4872180"/>
            <a:ext cx="1656540" cy="1277112"/>
          </a:xfrm>
          <a:prstGeom prst="roundRect">
            <a:avLst>
              <a:gd name="adj" fmla="val 3510"/>
            </a:avLst>
          </a:prstGeom>
          <a:solidFill>
            <a:srgbClr val="3192F2">
              <a:alpha val="10000"/>
            </a:srgbClr>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16" name="矩形: 圆角 15">
            <a:extLst>
              <a:ext uri="{FF2B5EF4-FFF2-40B4-BE49-F238E27FC236}">
                <a16:creationId xmlns:a16="http://schemas.microsoft.com/office/drawing/2014/main" id="{35270261-4F80-DF95-E482-E5568C8EED06}"/>
              </a:ext>
            </a:extLst>
          </p:cNvPr>
          <p:cNvSpPr/>
          <p:nvPr/>
        </p:nvSpPr>
        <p:spPr>
          <a:xfrm>
            <a:off x="2742492" y="4864171"/>
            <a:ext cx="1656540" cy="1277112"/>
          </a:xfrm>
          <a:prstGeom prst="roundRect">
            <a:avLst>
              <a:gd name="adj" fmla="val 3510"/>
            </a:avLst>
          </a:prstGeom>
          <a:solidFill>
            <a:srgbClr val="3192F2">
              <a:alpha val="10000"/>
            </a:srgbClr>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17" name="矩形: 圆角 16">
            <a:extLst>
              <a:ext uri="{FF2B5EF4-FFF2-40B4-BE49-F238E27FC236}">
                <a16:creationId xmlns:a16="http://schemas.microsoft.com/office/drawing/2014/main" id="{812C818D-8022-6629-A06F-AB43455214B8}"/>
              </a:ext>
            </a:extLst>
          </p:cNvPr>
          <p:cNvSpPr/>
          <p:nvPr/>
        </p:nvSpPr>
        <p:spPr>
          <a:xfrm>
            <a:off x="5231301" y="4878476"/>
            <a:ext cx="1656540" cy="1277112"/>
          </a:xfrm>
          <a:prstGeom prst="roundRect">
            <a:avLst>
              <a:gd name="adj" fmla="val 3510"/>
            </a:avLst>
          </a:prstGeom>
          <a:solidFill>
            <a:srgbClr val="3192F2">
              <a:alpha val="10000"/>
            </a:srgbClr>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18" name="矩形: 圆角 17">
            <a:extLst>
              <a:ext uri="{FF2B5EF4-FFF2-40B4-BE49-F238E27FC236}">
                <a16:creationId xmlns:a16="http://schemas.microsoft.com/office/drawing/2014/main" id="{8FD8E836-765D-9348-3509-A43092D8FDA2}"/>
              </a:ext>
            </a:extLst>
          </p:cNvPr>
          <p:cNvSpPr/>
          <p:nvPr/>
        </p:nvSpPr>
        <p:spPr>
          <a:xfrm>
            <a:off x="7814740" y="4873045"/>
            <a:ext cx="1656540" cy="1277112"/>
          </a:xfrm>
          <a:prstGeom prst="roundRect">
            <a:avLst>
              <a:gd name="adj" fmla="val 3510"/>
            </a:avLst>
          </a:prstGeom>
          <a:solidFill>
            <a:srgbClr val="3192F2">
              <a:alpha val="10000"/>
            </a:srgbClr>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19" name="矩形: 圆角 18">
            <a:extLst>
              <a:ext uri="{FF2B5EF4-FFF2-40B4-BE49-F238E27FC236}">
                <a16:creationId xmlns:a16="http://schemas.microsoft.com/office/drawing/2014/main" id="{82E31628-BBE6-630D-F3F8-2D60D3141AEA}"/>
              </a:ext>
            </a:extLst>
          </p:cNvPr>
          <p:cNvSpPr/>
          <p:nvPr/>
        </p:nvSpPr>
        <p:spPr>
          <a:xfrm>
            <a:off x="10201760" y="4873045"/>
            <a:ext cx="1656540" cy="1277112"/>
          </a:xfrm>
          <a:prstGeom prst="roundRect">
            <a:avLst>
              <a:gd name="adj" fmla="val 3510"/>
            </a:avLst>
          </a:prstGeom>
          <a:solidFill>
            <a:srgbClr val="3192F2">
              <a:alpha val="10000"/>
            </a:srgbClr>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pic>
        <p:nvPicPr>
          <p:cNvPr id="21" name="图片 20">
            <a:extLst>
              <a:ext uri="{FF2B5EF4-FFF2-40B4-BE49-F238E27FC236}">
                <a16:creationId xmlns:a16="http://schemas.microsoft.com/office/drawing/2014/main" id="{1B1F7D81-C677-9DAB-8EFF-E0BE567D2312}"/>
              </a:ext>
            </a:extLst>
          </p:cNvPr>
          <p:cNvPicPr>
            <a:picLocks noChangeAspect="1"/>
          </p:cNvPicPr>
          <p:nvPr/>
        </p:nvPicPr>
        <p:blipFill>
          <a:blip r:embed="rId4"/>
          <a:srcRect t="17902" b="23107"/>
          <a:stretch>
            <a:fillRect/>
          </a:stretch>
        </p:blipFill>
        <p:spPr>
          <a:xfrm>
            <a:off x="388475" y="2190673"/>
            <a:ext cx="4432877" cy="1471708"/>
          </a:xfrm>
          <a:prstGeom prst="rect">
            <a:avLst/>
          </a:prstGeom>
        </p:spPr>
      </p:pic>
      <p:pic>
        <p:nvPicPr>
          <p:cNvPr id="22" name="图片 21">
            <a:extLst>
              <a:ext uri="{FF2B5EF4-FFF2-40B4-BE49-F238E27FC236}">
                <a16:creationId xmlns:a16="http://schemas.microsoft.com/office/drawing/2014/main" id="{2CDA9BF7-2F42-AACF-3C60-E136454D3F63}"/>
              </a:ext>
            </a:extLst>
          </p:cNvPr>
          <p:cNvPicPr>
            <a:picLocks noChangeAspect="1"/>
          </p:cNvPicPr>
          <p:nvPr/>
        </p:nvPicPr>
        <p:blipFill>
          <a:blip r:embed="rId4"/>
          <a:srcRect t="17902" b="23107"/>
          <a:stretch>
            <a:fillRect/>
          </a:stretch>
        </p:blipFill>
        <p:spPr>
          <a:xfrm>
            <a:off x="7297363" y="2190673"/>
            <a:ext cx="4432877" cy="1471708"/>
          </a:xfrm>
          <a:prstGeom prst="rect">
            <a:avLst/>
          </a:prstGeom>
        </p:spPr>
      </p:pic>
      <p:sp>
        <p:nvSpPr>
          <p:cNvPr id="23" name="矩形: 圆角 22">
            <a:extLst>
              <a:ext uri="{FF2B5EF4-FFF2-40B4-BE49-F238E27FC236}">
                <a16:creationId xmlns:a16="http://schemas.microsoft.com/office/drawing/2014/main" id="{3E78F2F8-D1F8-3AF0-5F55-EB41204936B3}"/>
              </a:ext>
            </a:extLst>
          </p:cNvPr>
          <p:cNvSpPr/>
          <p:nvPr/>
        </p:nvSpPr>
        <p:spPr>
          <a:xfrm>
            <a:off x="5355215" y="1928167"/>
            <a:ext cx="1442379" cy="540000"/>
          </a:xfrm>
          <a:prstGeom prst="roundRect">
            <a:avLst>
              <a:gd name="adj" fmla="val 3510"/>
            </a:avLst>
          </a:prstGeom>
          <a:no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24" name="矩形: 圆角 23">
            <a:extLst>
              <a:ext uri="{FF2B5EF4-FFF2-40B4-BE49-F238E27FC236}">
                <a16:creationId xmlns:a16="http://schemas.microsoft.com/office/drawing/2014/main" id="{999F931D-22BD-64B2-50DF-72DA20E93B21}"/>
              </a:ext>
            </a:extLst>
          </p:cNvPr>
          <p:cNvSpPr/>
          <p:nvPr/>
        </p:nvSpPr>
        <p:spPr>
          <a:xfrm>
            <a:off x="5355214" y="2641007"/>
            <a:ext cx="1442379" cy="540000"/>
          </a:xfrm>
          <a:prstGeom prst="roundRect">
            <a:avLst>
              <a:gd name="adj" fmla="val 3510"/>
            </a:avLst>
          </a:prstGeom>
          <a:no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25" name="矩形: 圆角 24">
            <a:extLst>
              <a:ext uri="{FF2B5EF4-FFF2-40B4-BE49-F238E27FC236}">
                <a16:creationId xmlns:a16="http://schemas.microsoft.com/office/drawing/2014/main" id="{BC0949C9-0A00-F1B7-6EEF-A9132AD37F8B}"/>
              </a:ext>
            </a:extLst>
          </p:cNvPr>
          <p:cNvSpPr/>
          <p:nvPr/>
        </p:nvSpPr>
        <p:spPr>
          <a:xfrm>
            <a:off x="5355213" y="3363383"/>
            <a:ext cx="1442379" cy="540000"/>
          </a:xfrm>
          <a:prstGeom prst="roundRect">
            <a:avLst>
              <a:gd name="adj" fmla="val 3510"/>
            </a:avLst>
          </a:prstGeom>
          <a:no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26" name="矩形: 圆角 25">
            <a:extLst>
              <a:ext uri="{FF2B5EF4-FFF2-40B4-BE49-F238E27FC236}">
                <a16:creationId xmlns:a16="http://schemas.microsoft.com/office/drawing/2014/main" id="{FD2EDF05-3122-649B-9394-70AB014D433B}"/>
              </a:ext>
            </a:extLst>
          </p:cNvPr>
          <p:cNvSpPr/>
          <p:nvPr/>
        </p:nvSpPr>
        <p:spPr>
          <a:xfrm>
            <a:off x="5354146" y="4096482"/>
            <a:ext cx="1442379" cy="540000"/>
          </a:xfrm>
          <a:prstGeom prst="roundRect">
            <a:avLst>
              <a:gd name="adj" fmla="val 3510"/>
            </a:avLst>
          </a:prstGeom>
          <a:no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27" name="文本框 26">
            <a:extLst>
              <a:ext uri="{FF2B5EF4-FFF2-40B4-BE49-F238E27FC236}">
                <a16:creationId xmlns:a16="http://schemas.microsoft.com/office/drawing/2014/main" id="{695A7EEE-5E5F-BD54-0B17-C5756D0D8D2B}"/>
              </a:ext>
            </a:extLst>
          </p:cNvPr>
          <p:cNvSpPr txBox="1"/>
          <p:nvPr/>
        </p:nvSpPr>
        <p:spPr>
          <a:xfrm>
            <a:off x="683012" y="1826031"/>
            <a:ext cx="1691078" cy="339477"/>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zh-CN" altLang="en-US" sz="1300" dirty="0">
                <a:solidFill>
                  <a:schemeClr val="tx1"/>
                </a:solidFill>
                <a:latin typeface="微软雅黑" panose="020B0503020204020204" pitchFamily="34" charset="-122"/>
                <a:ea typeface="微软雅黑" panose="020B0503020204020204" pitchFamily="34" charset="-122"/>
              </a:rPr>
              <a:t>站位</a:t>
            </a:r>
            <a:r>
              <a:rPr lang="en-US" altLang="zh-CN" sz="1300" dirty="0">
                <a:solidFill>
                  <a:schemeClr val="tx1"/>
                </a:solidFill>
                <a:latin typeface="微软雅黑" panose="020B0503020204020204" pitchFamily="34" charset="-122"/>
                <a:ea typeface="微软雅黑" panose="020B0503020204020204" pitchFamily="34" charset="-122"/>
              </a:rPr>
              <a:t>1</a:t>
            </a:r>
            <a:endParaRPr lang="zh-CN" altLang="en-US" sz="1300" dirty="0">
              <a:solidFill>
                <a:schemeClr val="tx1"/>
              </a:solidFill>
              <a:latin typeface="微软雅黑" panose="020B0503020204020204" pitchFamily="34" charset="-122"/>
              <a:ea typeface="微软雅黑" panose="020B0503020204020204" pitchFamily="34" charset="-122"/>
            </a:endParaRPr>
          </a:p>
        </p:txBody>
      </p:sp>
      <p:sp>
        <p:nvSpPr>
          <p:cNvPr id="28" name="文本框 27">
            <a:extLst>
              <a:ext uri="{FF2B5EF4-FFF2-40B4-BE49-F238E27FC236}">
                <a16:creationId xmlns:a16="http://schemas.microsoft.com/office/drawing/2014/main" id="{0D894622-F513-82ED-ABB8-8A7AF76DED87}"/>
              </a:ext>
            </a:extLst>
          </p:cNvPr>
          <p:cNvSpPr txBox="1"/>
          <p:nvPr/>
        </p:nvSpPr>
        <p:spPr>
          <a:xfrm>
            <a:off x="1717406" y="1834680"/>
            <a:ext cx="1691078" cy="339477"/>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zh-CN" altLang="en-US" sz="1300" dirty="0">
                <a:solidFill>
                  <a:schemeClr val="tx1"/>
                </a:solidFill>
                <a:latin typeface="微软雅黑" panose="020B0503020204020204" pitchFamily="34" charset="-122"/>
                <a:ea typeface="微软雅黑" panose="020B0503020204020204" pitchFamily="34" charset="-122"/>
              </a:rPr>
              <a:t>站位</a:t>
            </a:r>
            <a:r>
              <a:rPr lang="en-US" altLang="zh-CN" sz="1300" dirty="0">
                <a:solidFill>
                  <a:schemeClr val="tx1"/>
                </a:solidFill>
                <a:latin typeface="微软雅黑" panose="020B0503020204020204" pitchFamily="34" charset="-122"/>
                <a:ea typeface="微软雅黑" panose="020B0503020204020204" pitchFamily="34" charset="-122"/>
              </a:rPr>
              <a:t>2</a:t>
            </a:r>
            <a:endParaRPr lang="zh-CN" altLang="en-US" sz="1300" dirty="0">
              <a:solidFill>
                <a:schemeClr val="tx1"/>
              </a:solidFill>
              <a:latin typeface="微软雅黑" panose="020B0503020204020204" pitchFamily="34" charset="-122"/>
              <a:ea typeface="微软雅黑" panose="020B0503020204020204" pitchFamily="34" charset="-122"/>
            </a:endParaRPr>
          </a:p>
        </p:txBody>
      </p:sp>
      <p:sp>
        <p:nvSpPr>
          <p:cNvPr id="29" name="文本框 28">
            <a:extLst>
              <a:ext uri="{FF2B5EF4-FFF2-40B4-BE49-F238E27FC236}">
                <a16:creationId xmlns:a16="http://schemas.microsoft.com/office/drawing/2014/main" id="{C83E22F2-91BA-BC47-8887-AF00C72295F6}"/>
              </a:ext>
            </a:extLst>
          </p:cNvPr>
          <p:cNvSpPr txBox="1"/>
          <p:nvPr/>
        </p:nvSpPr>
        <p:spPr>
          <a:xfrm>
            <a:off x="4019278" y="1824185"/>
            <a:ext cx="1691078" cy="339477"/>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zh-CN" altLang="en-US" sz="1300" dirty="0">
                <a:solidFill>
                  <a:schemeClr val="tx1"/>
                </a:solidFill>
                <a:latin typeface="微软雅黑" panose="020B0503020204020204" pitchFamily="34" charset="-122"/>
                <a:ea typeface="微软雅黑" panose="020B0503020204020204" pitchFamily="34" charset="-122"/>
              </a:rPr>
              <a:t>站位</a:t>
            </a:r>
            <a:r>
              <a:rPr lang="en-US" altLang="zh-CN" sz="1300" dirty="0">
                <a:solidFill>
                  <a:schemeClr val="tx1"/>
                </a:solidFill>
                <a:latin typeface="微软雅黑" panose="020B0503020204020204" pitchFamily="34" charset="-122"/>
                <a:ea typeface="微软雅黑" panose="020B0503020204020204" pitchFamily="34" charset="-122"/>
              </a:rPr>
              <a:t>M</a:t>
            </a:r>
            <a:endParaRPr lang="zh-CN" altLang="en-US" sz="1300" dirty="0">
              <a:solidFill>
                <a:schemeClr val="tx1"/>
              </a:solidFill>
              <a:latin typeface="微软雅黑" panose="020B0503020204020204" pitchFamily="34" charset="-122"/>
              <a:ea typeface="微软雅黑" panose="020B0503020204020204" pitchFamily="34" charset="-122"/>
            </a:endParaRPr>
          </a:p>
        </p:txBody>
      </p:sp>
      <p:sp>
        <p:nvSpPr>
          <p:cNvPr id="30" name="文本框 29">
            <a:extLst>
              <a:ext uri="{FF2B5EF4-FFF2-40B4-BE49-F238E27FC236}">
                <a16:creationId xmlns:a16="http://schemas.microsoft.com/office/drawing/2014/main" id="{93667500-C356-AF8A-E98F-82EF7AEF1A32}"/>
              </a:ext>
            </a:extLst>
          </p:cNvPr>
          <p:cNvSpPr txBox="1"/>
          <p:nvPr/>
        </p:nvSpPr>
        <p:spPr>
          <a:xfrm>
            <a:off x="3005382" y="1824185"/>
            <a:ext cx="1691078" cy="319152"/>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en-US" altLang="zh-CN" sz="1200" dirty="0">
                <a:solidFill>
                  <a:schemeClr val="tx1"/>
                </a:solidFill>
                <a:latin typeface="微软雅黑" panose="020B0503020204020204" pitchFamily="34" charset="-122"/>
                <a:ea typeface="微软雅黑" panose="020B0503020204020204" pitchFamily="34" charset="-122"/>
              </a:rPr>
              <a:t>•••</a:t>
            </a:r>
            <a:endParaRPr lang="zh-CN" altLang="en-US" sz="1200" b="0" dirty="0">
              <a:solidFill>
                <a:schemeClr val="tx1"/>
              </a:solidFill>
              <a:latin typeface="微软雅黑" panose="020B0503020204020204" pitchFamily="34" charset="-122"/>
              <a:ea typeface="微软雅黑" panose="020B0503020204020204" pitchFamily="34" charset="-122"/>
            </a:endParaRPr>
          </a:p>
        </p:txBody>
      </p:sp>
      <p:sp>
        <p:nvSpPr>
          <p:cNvPr id="31" name="文本框 30">
            <a:extLst>
              <a:ext uri="{FF2B5EF4-FFF2-40B4-BE49-F238E27FC236}">
                <a16:creationId xmlns:a16="http://schemas.microsoft.com/office/drawing/2014/main" id="{60433505-304B-5F98-BBB7-D52BDBA6B2BA}"/>
              </a:ext>
            </a:extLst>
          </p:cNvPr>
          <p:cNvSpPr txBox="1"/>
          <p:nvPr/>
        </p:nvSpPr>
        <p:spPr>
          <a:xfrm>
            <a:off x="7548435" y="1823693"/>
            <a:ext cx="1691078" cy="339477"/>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zh-CN" altLang="en-US" sz="1300" dirty="0">
                <a:solidFill>
                  <a:schemeClr val="tx1"/>
                </a:solidFill>
                <a:latin typeface="微软雅黑" panose="020B0503020204020204" pitchFamily="34" charset="-122"/>
                <a:ea typeface="微软雅黑" panose="020B0503020204020204" pitchFamily="34" charset="-122"/>
              </a:rPr>
              <a:t>站位</a:t>
            </a:r>
            <a:r>
              <a:rPr lang="en-US" altLang="zh-CN" sz="1300" dirty="0">
                <a:solidFill>
                  <a:schemeClr val="tx1"/>
                </a:solidFill>
                <a:latin typeface="微软雅黑" panose="020B0503020204020204" pitchFamily="34" charset="-122"/>
                <a:ea typeface="微软雅黑" panose="020B0503020204020204" pitchFamily="34" charset="-122"/>
              </a:rPr>
              <a:t>1</a:t>
            </a:r>
            <a:endParaRPr lang="zh-CN" altLang="en-US" sz="1300" dirty="0">
              <a:solidFill>
                <a:schemeClr val="tx1"/>
              </a:solidFill>
              <a:latin typeface="微软雅黑" panose="020B0503020204020204" pitchFamily="34" charset="-122"/>
              <a:ea typeface="微软雅黑" panose="020B0503020204020204" pitchFamily="34" charset="-122"/>
            </a:endParaRPr>
          </a:p>
        </p:txBody>
      </p:sp>
      <p:sp>
        <p:nvSpPr>
          <p:cNvPr id="32" name="文本框 31">
            <a:extLst>
              <a:ext uri="{FF2B5EF4-FFF2-40B4-BE49-F238E27FC236}">
                <a16:creationId xmlns:a16="http://schemas.microsoft.com/office/drawing/2014/main" id="{A8B36ACC-F6BE-8CE3-BA63-AEB5E0DD78F1}"/>
              </a:ext>
            </a:extLst>
          </p:cNvPr>
          <p:cNvSpPr txBox="1"/>
          <p:nvPr/>
        </p:nvSpPr>
        <p:spPr>
          <a:xfrm>
            <a:off x="8582829" y="1832342"/>
            <a:ext cx="1691078" cy="339477"/>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zh-CN" altLang="en-US" sz="1300" dirty="0">
                <a:solidFill>
                  <a:schemeClr val="tx1"/>
                </a:solidFill>
                <a:latin typeface="微软雅黑" panose="020B0503020204020204" pitchFamily="34" charset="-122"/>
                <a:ea typeface="微软雅黑" panose="020B0503020204020204" pitchFamily="34" charset="-122"/>
              </a:rPr>
              <a:t>站位</a:t>
            </a:r>
            <a:r>
              <a:rPr lang="en-US" altLang="zh-CN" sz="1300" dirty="0">
                <a:solidFill>
                  <a:schemeClr val="tx1"/>
                </a:solidFill>
                <a:latin typeface="微软雅黑" panose="020B0503020204020204" pitchFamily="34" charset="-122"/>
                <a:ea typeface="微软雅黑" panose="020B0503020204020204" pitchFamily="34" charset="-122"/>
              </a:rPr>
              <a:t>2</a:t>
            </a:r>
            <a:endParaRPr lang="zh-CN" altLang="en-US" sz="1300" dirty="0">
              <a:solidFill>
                <a:schemeClr val="tx1"/>
              </a:solidFill>
              <a:latin typeface="微软雅黑" panose="020B0503020204020204" pitchFamily="34" charset="-122"/>
              <a:ea typeface="微软雅黑" panose="020B0503020204020204" pitchFamily="34" charset="-122"/>
            </a:endParaRPr>
          </a:p>
        </p:txBody>
      </p:sp>
      <p:sp>
        <p:nvSpPr>
          <p:cNvPr id="33" name="文本框 32">
            <a:extLst>
              <a:ext uri="{FF2B5EF4-FFF2-40B4-BE49-F238E27FC236}">
                <a16:creationId xmlns:a16="http://schemas.microsoft.com/office/drawing/2014/main" id="{938CAAC1-4CF7-4EFD-90A5-99083B89C28B}"/>
              </a:ext>
            </a:extLst>
          </p:cNvPr>
          <p:cNvSpPr txBox="1"/>
          <p:nvPr/>
        </p:nvSpPr>
        <p:spPr>
          <a:xfrm>
            <a:off x="10884701" y="1821847"/>
            <a:ext cx="1691078" cy="339477"/>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zh-CN" altLang="en-US" sz="1300" dirty="0">
                <a:solidFill>
                  <a:schemeClr val="tx1"/>
                </a:solidFill>
                <a:latin typeface="微软雅黑" panose="020B0503020204020204" pitchFamily="34" charset="-122"/>
                <a:ea typeface="微软雅黑" panose="020B0503020204020204" pitchFamily="34" charset="-122"/>
              </a:rPr>
              <a:t>站位</a:t>
            </a:r>
            <a:r>
              <a:rPr lang="en-US" altLang="zh-CN" sz="1300" dirty="0">
                <a:solidFill>
                  <a:schemeClr val="tx1"/>
                </a:solidFill>
                <a:latin typeface="微软雅黑" panose="020B0503020204020204" pitchFamily="34" charset="-122"/>
                <a:ea typeface="微软雅黑" panose="020B0503020204020204" pitchFamily="34" charset="-122"/>
              </a:rPr>
              <a:t>M</a:t>
            </a:r>
            <a:endParaRPr lang="zh-CN" altLang="en-US" sz="1300" dirty="0">
              <a:solidFill>
                <a:schemeClr val="tx1"/>
              </a:solidFill>
              <a:latin typeface="微软雅黑" panose="020B0503020204020204" pitchFamily="34" charset="-122"/>
              <a:ea typeface="微软雅黑" panose="020B0503020204020204" pitchFamily="34" charset="-122"/>
            </a:endParaRPr>
          </a:p>
        </p:txBody>
      </p:sp>
      <p:sp>
        <p:nvSpPr>
          <p:cNvPr id="34" name="文本框 33">
            <a:extLst>
              <a:ext uri="{FF2B5EF4-FFF2-40B4-BE49-F238E27FC236}">
                <a16:creationId xmlns:a16="http://schemas.microsoft.com/office/drawing/2014/main" id="{727691EA-40BF-F0A6-4679-851127489E7C}"/>
              </a:ext>
            </a:extLst>
          </p:cNvPr>
          <p:cNvSpPr txBox="1"/>
          <p:nvPr/>
        </p:nvSpPr>
        <p:spPr>
          <a:xfrm>
            <a:off x="9870805" y="1821847"/>
            <a:ext cx="1691078" cy="319152"/>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en-US" altLang="zh-CN" sz="1200" dirty="0">
                <a:solidFill>
                  <a:schemeClr val="tx1"/>
                </a:solidFill>
                <a:latin typeface="微软雅黑" panose="020B0503020204020204" pitchFamily="34" charset="-122"/>
                <a:ea typeface="微软雅黑" panose="020B0503020204020204" pitchFamily="34" charset="-122"/>
              </a:rPr>
              <a:t>•••</a:t>
            </a:r>
            <a:endParaRPr lang="zh-CN" altLang="en-US" sz="1200" b="0" dirty="0">
              <a:solidFill>
                <a:schemeClr val="tx1"/>
              </a:solidFill>
              <a:latin typeface="微软雅黑" panose="020B0503020204020204" pitchFamily="34" charset="-122"/>
              <a:ea typeface="微软雅黑" panose="020B0503020204020204" pitchFamily="34" charset="-122"/>
            </a:endParaRPr>
          </a:p>
        </p:txBody>
      </p:sp>
      <p:pic>
        <p:nvPicPr>
          <p:cNvPr id="35" name="图形 34" descr="男性形象 纯色填充">
            <a:extLst>
              <a:ext uri="{FF2B5EF4-FFF2-40B4-BE49-F238E27FC236}">
                <a16:creationId xmlns:a16="http://schemas.microsoft.com/office/drawing/2014/main" id="{8ABBDF3A-86CA-233F-0CEF-4A7839D7E7E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376440" y="1931764"/>
            <a:ext cx="548640" cy="548640"/>
          </a:xfrm>
          <a:prstGeom prst="rect">
            <a:avLst/>
          </a:prstGeom>
        </p:spPr>
      </p:pic>
      <p:sp>
        <p:nvSpPr>
          <p:cNvPr id="36" name="文本框 35">
            <a:extLst>
              <a:ext uri="{FF2B5EF4-FFF2-40B4-BE49-F238E27FC236}">
                <a16:creationId xmlns:a16="http://schemas.microsoft.com/office/drawing/2014/main" id="{19CFCA7D-85D3-7D3E-FC35-E442B0E57F14}"/>
              </a:ext>
            </a:extLst>
          </p:cNvPr>
          <p:cNvSpPr txBox="1"/>
          <p:nvPr/>
        </p:nvSpPr>
        <p:spPr>
          <a:xfrm>
            <a:off x="5868404" y="1996984"/>
            <a:ext cx="1691078" cy="339477"/>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zh-CN" altLang="en-US" sz="1300" b="0" dirty="0">
                <a:solidFill>
                  <a:schemeClr val="tx1"/>
                </a:solidFill>
                <a:latin typeface="微软雅黑" panose="020B0503020204020204" pitchFamily="34" charset="-122"/>
                <a:ea typeface="微软雅黑" panose="020B0503020204020204" pitchFamily="34" charset="-122"/>
              </a:rPr>
              <a:t>人员缺勤</a:t>
            </a:r>
          </a:p>
        </p:txBody>
      </p:sp>
      <p:sp>
        <p:nvSpPr>
          <p:cNvPr id="37" name="文本框 36">
            <a:extLst>
              <a:ext uri="{FF2B5EF4-FFF2-40B4-BE49-F238E27FC236}">
                <a16:creationId xmlns:a16="http://schemas.microsoft.com/office/drawing/2014/main" id="{44987657-62A1-6260-FBD0-0939A5D30C3B}"/>
              </a:ext>
            </a:extLst>
          </p:cNvPr>
          <p:cNvSpPr txBox="1"/>
          <p:nvPr/>
        </p:nvSpPr>
        <p:spPr>
          <a:xfrm>
            <a:off x="5865356" y="2725456"/>
            <a:ext cx="1691078" cy="339477"/>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zh-CN" altLang="en-US" sz="1300" b="0" dirty="0">
                <a:solidFill>
                  <a:schemeClr val="tx1"/>
                </a:solidFill>
                <a:latin typeface="微软雅黑" panose="020B0503020204020204" pitchFamily="34" charset="-122"/>
                <a:ea typeface="微软雅黑" panose="020B0503020204020204" pitchFamily="34" charset="-122"/>
              </a:rPr>
              <a:t>设备故障</a:t>
            </a:r>
          </a:p>
        </p:txBody>
      </p:sp>
      <p:sp>
        <p:nvSpPr>
          <p:cNvPr id="38" name="文本框 37">
            <a:extLst>
              <a:ext uri="{FF2B5EF4-FFF2-40B4-BE49-F238E27FC236}">
                <a16:creationId xmlns:a16="http://schemas.microsoft.com/office/drawing/2014/main" id="{58CF7409-F54C-8AAF-5816-BE6535CED294}"/>
              </a:ext>
            </a:extLst>
          </p:cNvPr>
          <p:cNvSpPr txBox="1"/>
          <p:nvPr/>
        </p:nvSpPr>
        <p:spPr>
          <a:xfrm>
            <a:off x="5874500" y="3456976"/>
            <a:ext cx="1691078" cy="339477"/>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zh-CN" altLang="en-US" sz="1300" b="0" dirty="0">
                <a:solidFill>
                  <a:schemeClr val="tx1"/>
                </a:solidFill>
                <a:latin typeface="微软雅黑" panose="020B0503020204020204" pitchFamily="34" charset="-122"/>
                <a:ea typeface="微软雅黑" panose="020B0503020204020204" pitchFamily="34" charset="-122"/>
              </a:rPr>
              <a:t>执行延迟</a:t>
            </a:r>
          </a:p>
        </p:txBody>
      </p:sp>
      <p:sp>
        <p:nvSpPr>
          <p:cNvPr id="39" name="文本框 38">
            <a:extLst>
              <a:ext uri="{FF2B5EF4-FFF2-40B4-BE49-F238E27FC236}">
                <a16:creationId xmlns:a16="http://schemas.microsoft.com/office/drawing/2014/main" id="{D479C6B7-A1A4-BCBB-6C81-F25FC9FA3BE6}"/>
              </a:ext>
            </a:extLst>
          </p:cNvPr>
          <p:cNvSpPr txBox="1"/>
          <p:nvPr/>
        </p:nvSpPr>
        <p:spPr>
          <a:xfrm>
            <a:off x="5865356" y="4188496"/>
            <a:ext cx="1691078" cy="339477"/>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zh-CN" altLang="en-US" sz="1300" b="0" dirty="0">
                <a:solidFill>
                  <a:schemeClr val="tx1"/>
                </a:solidFill>
                <a:latin typeface="微软雅黑" panose="020B0503020204020204" pitchFamily="34" charset="-122"/>
                <a:ea typeface="微软雅黑" panose="020B0503020204020204" pitchFamily="34" charset="-122"/>
              </a:rPr>
              <a:t>站位异常</a:t>
            </a:r>
          </a:p>
        </p:txBody>
      </p:sp>
      <p:pic>
        <p:nvPicPr>
          <p:cNvPr id="40" name="图形 39" descr="秒表 33% 纯色填充">
            <a:extLst>
              <a:ext uri="{FF2B5EF4-FFF2-40B4-BE49-F238E27FC236}">
                <a16:creationId xmlns:a16="http://schemas.microsoft.com/office/drawing/2014/main" id="{1867C98C-6DFE-DB3A-5DF7-49B6E5BA6DC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389654" y="3371931"/>
            <a:ext cx="548640" cy="548640"/>
          </a:xfrm>
          <a:prstGeom prst="rect">
            <a:avLst/>
          </a:prstGeom>
        </p:spPr>
      </p:pic>
      <p:pic>
        <p:nvPicPr>
          <p:cNvPr id="41" name="图形 40" descr="单级齿轮 纯色填充">
            <a:extLst>
              <a:ext uri="{FF2B5EF4-FFF2-40B4-BE49-F238E27FC236}">
                <a16:creationId xmlns:a16="http://schemas.microsoft.com/office/drawing/2014/main" id="{C743C815-F0AB-DAD3-1ECA-8A56B6B9E32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376440" y="2658496"/>
            <a:ext cx="548640" cy="548640"/>
          </a:xfrm>
          <a:prstGeom prst="rect">
            <a:avLst/>
          </a:prstGeom>
        </p:spPr>
      </p:pic>
      <p:pic>
        <p:nvPicPr>
          <p:cNvPr id="46" name="图形 45" descr="禁止标志 纯色填充">
            <a:extLst>
              <a:ext uri="{FF2B5EF4-FFF2-40B4-BE49-F238E27FC236}">
                <a16:creationId xmlns:a16="http://schemas.microsoft.com/office/drawing/2014/main" id="{F661C1E8-E3DD-F632-92B2-D0377887EF08}"/>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389654" y="4106843"/>
            <a:ext cx="548640" cy="548640"/>
          </a:xfrm>
          <a:prstGeom prst="rect">
            <a:avLst/>
          </a:prstGeom>
        </p:spPr>
      </p:pic>
      <p:pic>
        <p:nvPicPr>
          <p:cNvPr id="50" name="图形 49" descr="警告 纯色填充">
            <a:extLst>
              <a:ext uri="{FF2B5EF4-FFF2-40B4-BE49-F238E27FC236}">
                <a16:creationId xmlns:a16="http://schemas.microsoft.com/office/drawing/2014/main" id="{6DB0F8DE-15B9-9F9A-4B44-8C983322E18D}"/>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703139" y="1956255"/>
            <a:ext cx="274320" cy="274320"/>
          </a:xfrm>
          <a:prstGeom prst="rect">
            <a:avLst/>
          </a:prstGeom>
        </p:spPr>
      </p:pic>
      <p:pic>
        <p:nvPicPr>
          <p:cNvPr id="51" name="图形 50" descr="工具 纯色填充">
            <a:extLst>
              <a:ext uri="{FF2B5EF4-FFF2-40B4-BE49-F238E27FC236}">
                <a16:creationId xmlns:a16="http://schemas.microsoft.com/office/drawing/2014/main" id="{174C6EC5-25EA-49B9-A326-6CFAD8D9BB37}"/>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5773916" y="2678666"/>
            <a:ext cx="182880" cy="182880"/>
          </a:xfrm>
          <a:prstGeom prst="rect">
            <a:avLst/>
          </a:prstGeom>
        </p:spPr>
      </p:pic>
      <p:sp>
        <p:nvSpPr>
          <p:cNvPr id="57" name="矩形: 圆角 56">
            <a:extLst>
              <a:ext uri="{FF2B5EF4-FFF2-40B4-BE49-F238E27FC236}">
                <a16:creationId xmlns:a16="http://schemas.microsoft.com/office/drawing/2014/main" id="{B29EF87E-C6D2-BE61-1E1E-41E3B1C0C140}"/>
              </a:ext>
            </a:extLst>
          </p:cNvPr>
          <p:cNvSpPr/>
          <p:nvPr/>
        </p:nvSpPr>
        <p:spPr>
          <a:xfrm>
            <a:off x="525315" y="4188496"/>
            <a:ext cx="2006472" cy="442385"/>
          </a:xfrm>
          <a:prstGeom prst="roundRect">
            <a:avLst>
              <a:gd name="adj" fmla="val 28314"/>
            </a:avLst>
          </a:prstGeom>
          <a:solidFill>
            <a:srgbClr val="90B272">
              <a:alpha val="10000"/>
            </a:srgbClr>
          </a:solidFill>
          <a:ln>
            <a:solidFill>
              <a:srgbClr val="90B27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58" name="矩形: 圆角 57">
            <a:extLst>
              <a:ext uri="{FF2B5EF4-FFF2-40B4-BE49-F238E27FC236}">
                <a16:creationId xmlns:a16="http://schemas.microsoft.com/office/drawing/2014/main" id="{C429298F-EF05-EE77-1AAB-B37F59743521}"/>
              </a:ext>
            </a:extLst>
          </p:cNvPr>
          <p:cNvSpPr/>
          <p:nvPr/>
        </p:nvSpPr>
        <p:spPr>
          <a:xfrm>
            <a:off x="2755082" y="4188495"/>
            <a:ext cx="2006472" cy="442385"/>
          </a:xfrm>
          <a:prstGeom prst="roundRect">
            <a:avLst>
              <a:gd name="adj" fmla="val 28314"/>
            </a:avLst>
          </a:prstGeom>
          <a:solidFill>
            <a:srgbClr val="90B272">
              <a:alpha val="10000"/>
            </a:srgbClr>
          </a:solidFill>
          <a:ln>
            <a:solidFill>
              <a:srgbClr val="90B27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59" name="矩形: 圆角 58">
            <a:extLst>
              <a:ext uri="{FF2B5EF4-FFF2-40B4-BE49-F238E27FC236}">
                <a16:creationId xmlns:a16="http://schemas.microsoft.com/office/drawing/2014/main" id="{77D9D72B-50A3-714D-DC33-99A533726063}"/>
              </a:ext>
            </a:extLst>
          </p:cNvPr>
          <p:cNvSpPr/>
          <p:nvPr/>
        </p:nvSpPr>
        <p:spPr>
          <a:xfrm>
            <a:off x="525315" y="3652157"/>
            <a:ext cx="2006472" cy="442385"/>
          </a:xfrm>
          <a:prstGeom prst="roundRect">
            <a:avLst>
              <a:gd name="adj" fmla="val 28314"/>
            </a:avLst>
          </a:prstGeom>
          <a:solidFill>
            <a:srgbClr val="90B272">
              <a:alpha val="10000"/>
            </a:srgbClr>
          </a:solidFill>
          <a:ln>
            <a:solidFill>
              <a:srgbClr val="90B27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60" name="矩形: 圆角 59">
            <a:extLst>
              <a:ext uri="{FF2B5EF4-FFF2-40B4-BE49-F238E27FC236}">
                <a16:creationId xmlns:a16="http://schemas.microsoft.com/office/drawing/2014/main" id="{E2262B5D-74DD-C33B-4190-29B2447AE74E}"/>
              </a:ext>
            </a:extLst>
          </p:cNvPr>
          <p:cNvSpPr/>
          <p:nvPr/>
        </p:nvSpPr>
        <p:spPr>
          <a:xfrm>
            <a:off x="2755082" y="3652156"/>
            <a:ext cx="2006472" cy="442385"/>
          </a:xfrm>
          <a:prstGeom prst="roundRect">
            <a:avLst>
              <a:gd name="adj" fmla="val 28314"/>
            </a:avLst>
          </a:prstGeom>
          <a:solidFill>
            <a:srgbClr val="90B272">
              <a:alpha val="10000"/>
            </a:srgbClr>
          </a:solidFill>
          <a:ln>
            <a:solidFill>
              <a:srgbClr val="90B27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61" name="矩形: 圆角 60">
            <a:extLst>
              <a:ext uri="{FF2B5EF4-FFF2-40B4-BE49-F238E27FC236}">
                <a16:creationId xmlns:a16="http://schemas.microsoft.com/office/drawing/2014/main" id="{62F62CC1-04D6-FC8A-E0DC-E54C6242E937}"/>
              </a:ext>
            </a:extLst>
          </p:cNvPr>
          <p:cNvSpPr/>
          <p:nvPr/>
        </p:nvSpPr>
        <p:spPr>
          <a:xfrm>
            <a:off x="7370439" y="4185449"/>
            <a:ext cx="2006472" cy="442385"/>
          </a:xfrm>
          <a:prstGeom prst="roundRect">
            <a:avLst>
              <a:gd name="adj" fmla="val 28314"/>
            </a:avLst>
          </a:prstGeom>
          <a:solidFill>
            <a:srgbClr val="D26262">
              <a:alpha val="10000"/>
            </a:srgbClr>
          </a:solidFill>
          <a:ln>
            <a:solidFill>
              <a:srgbClr val="D2626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62" name="矩形: 圆角 61">
            <a:extLst>
              <a:ext uri="{FF2B5EF4-FFF2-40B4-BE49-F238E27FC236}">
                <a16:creationId xmlns:a16="http://schemas.microsoft.com/office/drawing/2014/main" id="{9B16012A-1C08-7518-195E-ECA7246F0FD8}"/>
              </a:ext>
            </a:extLst>
          </p:cNvPr>
          <p:cNvSpPr/>
          <p:nvPr/>
        </p:nvSpPr>
        <p:spPr>
          <a:xfrm>
            <a:off x="9600206" y="4185448"/>
            <a:ext cx="2006472" cy="442385"/>
          </a:xfrm>
          <a:prstGeom prst="roundRect">
            <a:avLst>
              <a:gd name="adj" fmla="val 28314"/>
            </a:avLst>
          </a:prstGeom>
          <a:solidFill>
            <a:srgbClr val="D26262">
              <a:alpha val="10000"/>
            </a:srgbClr>
          </a:solidFill>
          <a:ln>
            <a:solidFill>
              <a:srgbClr val="D2626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63" name="矩形: 圆角 62">
            <a:extLst>
              <a:ext uri="{FF2B5EF4-FFF2-40B4-BE49-F238E27FC236}">
                <a16:creationId xmlns:a16="http://schemas.microsoft.com/office/drawing/2014/main" id="{93E5DD72-B565-D75D-1BD2-4A88D2CA23BF}"/>
              </a:ext>
            </a:extLst>
          </p:cNvPr>
          <p:cNvSpPr/>
          <p:nvPr/>
        </p:nvSpPr>
        <p:spPr>
          <a:xfrm>
            <a:off x="7370439" y="3649110"/>
            <a:ext cx="2006472" cy="442385"/>
          </a:xfrm>
          <a:prstGeom prst="roundRect">
            <a:avLst>
              <a:gd name="adj" fmla="val 28314"/>
            </a:avLst>
          </a:prstGeom>
          <a:solidFill>
            <a:srgbClr val="D26262">
              <a:alpha val="10000"/>
            </a:srgbClr>
          </a:solidFill>
          <a:ln>
            <a:solidFill>
              <a:srgbClr val="D2626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64" name="矩形: 圆角 63">
            <a:extLst>
              <a:ext uri="{FF2B5EF4-FFF2-40B4-BE49-F238E27FC236}">
                <a16:creationId xmlns:a16="http://schemas.microsoft.com/office/drawing/2014/main" id="{3F77D546-9B3A-18E7-C9C4-A4784B482EC1}"/>
              </a:ext>
            </a:extLst>
          </p:cNvPr>
          <p:cNvSpPr/>
          <p:nvPr/>
        </p:nvSpPr>
        <p:spPr>
          <a:xfrm>
            <a:off x="9600206" y="3649109"/>
            <a:ext cx="2006472" cy="442385"/>
          </a:xfrm>
          <a:prstGeom prst="roundRect">
            <a:avLst>
              <a:gd name="adj" fmla="val 28314"/>
            </a:avLst>
          </a:prstGeom>
          <a:solidFill>
            <a:srgbClr val="D26262">
              <a:alpha val="10000"/>
            </a:srgbClr>
          </a:solidFill>
          <a:ln>
            <a:solidFill>
              <a:srgbClr val="D2626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65" name="箭头: 右 64">
            <a:extLst>
              <a:ext uri="{FF2B5EF4-FFF2-40B4-BE49-F238E27FC236}">
                <a16:creationId xmlns:a16="http://schemas.microsoft.com/office/drawing/2014/main" id="{DFF5B7A9-F67A-2F8F-EFAB-454731FEBF4B}"/>
              </a:ext>
            </a:extLst>
          </p:cNvPr>
          <p:cNvSpPr/>
          <p:nvPr/>
        </p:nvSpPr>
        <p:spPr>
          <a:xfrm>
            <a:off x="4971329" y="3002601"/>
            <a:ext cx="195030" cy="339478"/>
          </a:xfrm>
          <a:prstGeom prst="rightArrow">
            <a:avLst/>
          </a:prstGeom>
          <a:solidFill>
            <a:srgbClr val="003F8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箭头: 右 66">
            <a:extLst>
              <a:ext uri="{FF2B5EF4-FFF2-40B4-BE49-F238E27FC236}">
                <a16:creationId xmlns:a16="http://schemas.microsoft.com/office/drawing/2014/main" id="{CDB1873B-48BA-8F95-64E5-0284F2B4ECAC}"/>
              </a:ext>
            </a:extLst>
          </p:cNvPr>
          <p:cNvSpPr/>
          <p:nvPr/>
        </p:nvSpPr>
        <p:spPr>
          <a:xfrm>
            <a:off x="6970666" y="2998090"/>
            <a:ext cx="195030" cy="339478"/>
          </a:xfrm>
          <a:prstGeom prst="rightArrow">
            <a:avLst/>
          </a:prstGeom>
          <a:solidFill>
            <a:srgbClr val="003F8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9" name="图形 68" descr="选中的剪贴板 纯色填充">
            <a:extLst>
              <a:ext uri="{FF2B5EF4-FFF2-40B4-BE49-F238E27FC236}">
                <a16:creationId xmlns:a16="http://schemas.microsoft.com/office/drawing/2014/main" id="{94E14EAB-D487-171B-2EDA-1F894D4FDC69}"/>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2776782" y="3626714"/>
            <a:ext cx="457200" cy="457200"/>
          </a:xfrm>
          <a:prstGeom prst="rect">
            <a:avLst/>
          </a:prstGeom>
        </p:spPr>
      </p:pic>
      <p:pic>
        <p:nvPicPr>
          <p:cNvPr id="71" name="图形 70" descr="列表 纯色填充">
            <a:extLst>
              <a:ext uri="{FF2B5EF4-FFF2-40B4-BE49-F238E27FC236}">
                <a16:creationId xmlns:a16="http://schemas.microsoft.com/office/drawing/2014/main" id="{930E1B61-2858-12F6-C00F-5B8B2EB50222}"/>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9642205" y="3641701"/>
            <a:ext cx="457200" cy="457200"/>
          </a:xfrm>
          <a:prstGeom prst="rect">
            <a:avLst/>
          </a:prstGeom>
        </p:spPr>
      </p:pic>
      <p:pic>
        <p:nvPicPr>
          <p:cNvPr id="73" name="图形 72" descr="下降趋势条形图 纯色填充">
            <a:extLst>
              <a:ext uri="{FF2B5EF4-FFF2-40B4-BE49-F238E27FC236}">
                <a16:creationId xmlns:a16="http://schemas.microsoft.com/office/drawing/2014/main" id="{C3B1BA2E-A5D9-7BA8-F291-EE6100D5CFFB}"/>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7374623" y="3646052"/>
            <a:ext cx="457200" cy="457200"/>
          </a:xfrm>
          <a:prstGeom prst="rect">
            <a:avLst/>
          </a:prstGeom>
        </p:spPr>
      </p:pic>
      <p:pic>
        <p:nvPicPr>
          <p:cNvPr id="75" name="图形 74" descr="下降趋势图 纯色填充">
            <a:extLst>
              <a:ext uri="{FF2B5EF4-FFF2-40B4-BE49-F238E27FC236}">
                <a16:creationId xmlns:a16="http://schemas.microsoft.com/office/drawing/2014/main" id="{8CB3E391-CFD2-C7B7-145C-10BAEB4E64C9}"/>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9642205" y="4170633"/>
            <a:ext cx="457200" cy="457200"/>
          </a:xfrm>
          <a:prstGeom prst="rect">
            <a:avLst/>
          </a:prstGeom>
        </p:spPr>
      </p:pic>
      <p:pic>
        <p:nvPicPr>
          <p:cNvPr id="77" name="图形 76" descr="正义天平 纯色填充">
            <a:extLst>
              <a:ext uri="{FF2B5EF4-FFF2-40B4-BE49-F238E27FC236}">
                <a16:creationId xmlns:a16="http://schemas.microsoft.com/office/drawing/2014/main" id="{C4CDA2BF-0A76-EC6A-91FE-F9902D5BB71D}"/>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2793449" y="4185448"/>
            <a:ext cx="457200" cy="457200"/>
          </a:xfrm>
          <a:prstGeom prst="rect">
            <a:avLst/>
          </a:prstGeom>
        </p:spPr>
      </p:pic>
      <p:pic>
        <p:nvPicPr>
          <p:cNvPr id="79" name="图形 78" descr="盾蜱虫 纯色填充">
            <a:extLst>
              <a:ext uri="{FF2B5EF4-FFF2-40B4-BE49-F238E27FC236}">
                <a16:creationId xmlns:a16="http://schemas.microsoft.com/office/drawing/2014/main" id="{D1BC9011-AE81-B950-4952-0AAE7431AA6A}"/>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524809" y="3641701"/>
            <a:ext cx="457200" cy="457200"/>
          </a:xfrm>
          <a:prstGeom prst="rect">
            <a:avLst/>
          </a:prstGeom>
        </p:spPr>
      </p:pic>
      <p:pic>
        <p:nvPicPr>
          <p:cNvPr id="80" name="图形 79" descr="禁止标志 纯色填充">
            <a:extLst>
              <a:ext uri="{FF2B5EF4-FFF2-40B4-BE49-F238E27FC236}">
                <a16:creationId xmlns:a16="http://schemas.microsoft.com/office/drawing/2014/main" id="{657203B7-3ECD-FE36-04F8-69FED44EA4F0}"/>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7376758" y="4193907"/>
            <a:ext cx="457200" cy="457200"/>
          </a:xfrm>
          <a:prstGeom prst="rect">
            <a:avLst/>
          </a:prstGeom>
        </p:spPr>
      </p:pic>
      <p:pic>
        <p:nvPicPr>
          <p:cNvPr id="81" name="图形 80" descr="带向左箭头的圆圈 纯色填充">
            <a:extLst>
              <a:ext uri="{FF2B5EF4-FFF2-40B4-BE49-F238E27FC236}">
                <a16:creationId xmlns:a16="http://schemas.microsoft.com/office/drawing/2014/main" id="{A402D0C6-EA9E-ADA0-ECFB-5185CA60702E}"/>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flipH="1">
            <a:off x="515772" y="4185448"/>
            <a:ext cx="457200" cy="457200"/>
          </a:xfrm>
          <a:prstGeom prst="rect">
            <a:avLst/>
          </a:prstGeom>
        </p:spPr>
      </p:pic>
      <p:sp>
        <p:nvSpPr>
          <p:cNvPr id="82" name="文本框 81">
            <a:extLst>
              <a:ext uri="{FF2B5EF4-FFF2-40B4-BE49-F238E27FC236}">
                <a16:creationId xmlns:a16="http://schemas.microsoft.com/office/drawing/2014/main" id="{178565AC-2BF7-184A-161C-07DA6CF23625}"/>
              </a:ext>
            </a:extLst>
          </p:cNvPr>
          <p:cNvSpPr txBox="1"/>
          <p:nvPr/>
        </p:nvSpPr>
        <p:spPr>
          <a:xfrm>
            <a:off x="1029562" y="3685575"/>
            <a:ext cx="1691078" cy="339477"/>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zh-CN" altLang="en-US" sz="1300" b="0" dirty="0">
                <a:solidFill>
                  <a:schemeClr val="tx1"/>
                </a:solidFill>
                <a:latin typeface="微软雅黑" panose="020B0503020204020204" pitchFamily="34" charset="-122"/>
                <a:ea typeface="微软雅黑" panose="020B0503020204020204" pitchFamily="34" charset="-122"/>
              </a:rPr>
              <a:t>资源状态稳定</a:t>
            </a:r>
          </a:p>
        </p:txBody>
      </p:sp>
      <p:sp>
        <p:nvSpPr>
          <p:cNvPr id="83" name="文本框 82">
            <a:extLst>
              <a:ext uri="{FF2B5EF4-FFF2-40B4-BE49-F238E27FC236}">
                <a16:creationId xmlns:a16="http://schemas.microsoft.com/office/drawing/2014/main" id="{6A3C44EA-5700-B587-CCE5-F06AEDC672B4}"/>
              </a:ext>
            </a:extLst>
          </p:cNvPr>
          <p:cNvSpPr txBox="1"/>
          <p:nvPr/>
        </p:nvSpPr>
        <p:spPr>
          <a:xfrm>
            <a:off x="1026514" y="4222023"/>
            <a:ext cx="1691078" cy="339477"/>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zh-CN" altLang="en-US" sz="1300" b="0" dirty="0">
                <a:solidFill>
                  <a:schemeClr val="tx1"/>
                </a:solidFill>
                <a:latin typeface="微软雅黑" panose="020B0503020204020204" pitchFamily="34" charset="-122"/>
                <a:ea typeface="微软雅黑" panose="020B0503020204020204" pitchFamily="34" charset="-122"/>
              </a:rPr>
              <a:t>站位执行顺畅</a:t>
            </a:r>
          </a:p>
        </p:txBody>
      </p:sp>
      <p:sp>
        <p:nvSpPr>
          <p:cNvPr id="84" name="文本框 83">
            <a:extLst>
              <a:ext uri="{FF2B5EF4-FFF2-40B4-BE49-F238E27FC236}">
                <a16:creationId xmlns:a16="http://schemas.microsoft.com/office/drawing/2014/main" id="{E7C19323-C306-748E-7BB0-5EF6988F4D37}"/>
              </a:ext>
            </a:extLst>
          </p:cNvPr>
          <p:cNvSpPr txBox="1"/>
          <p:nvPr/>
        </p:nvSpPr>
        <p:spPr>
          <a:xfrm>
            <a:off x="3367378" y="3682527"/>
            <a:ext cx="1691078" cy="339477"/>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zh-CN" altLang="en-US" sz="1300" b="0" dirty="0">
                <a:solidFill>
                  <a:schemeClr val="tx1"/>
                </a:solidFill>
                <a:latin typeface="微软雅黑" panose="020B0503020204020204" pitchFamily="34" charset="-122"/>
                <a:ea typeface="微软雅黑" panose="020B0503020204020204" pitchFamily="34" charset="-122"/>
              </a:rPr>
              <a:t>静态方案可行</a:t>
            </a:r>
          </a:p>
        </p:txBody>
      </p:sp>
      <p:sp>
        <p:nvSpPr>
          <p:cNvPr id="85" name="文本框 84">
            <a:extLst>
              <a:ext uri="{FF2B5EF4-FFF2-40B4-BE49-F238E27FC236}">
                <a16:creationId xmlns:a16="http://schemas.microsoft.com/office/drawing/2014/main" id="{5E01D8D3-DECB-6311-D1AC-86B6E51B8120}"/>
              </a:ext>
            </a:extLst>
          </p:cNvPr>
          <p:cNvSpPr txBox="1"/>
          <p:nvPr/>
        </p:nvSpPr>
        <p:spPr>
          <a:xfrm>
            <a:off x="3364330" y="4218975"/>
            <a:ext cx="1691078" cy="339477"/>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zh-CN" altLang="en-US" sz="1300" b="0" dirty="0">
                <a:solidFill>
                  <a:schemeClr val="tx1"/>
                </a:solidFill>
                <a:latin typeface="微软雅黑" panose="020B0503020204020204" pitchFamily="34" charset="-122"/>
                <a:ea typeface="微软雅黑" panose="020B0503020204020204" pitchFamily="34" charset="-122"/>
              </a:rPr>
              <a:t>整线运行平衡</a:t>
            </a:r>
          </a:p>
        </p:txBody>
      </p:sp>
      <p:sp>
        <p:nvSpPr>
          <p:cNvPr id="86" name="文本框 85">
            <a:extLst>
              <a:ext uri="{FF2B5EF4-FFF2-40B4-BE49-F238E27FC236}">
                <a16:creationId xmlns:a16="http://schemas.microsoft.com/office/drawing/2014/main" id="{D4D8CA8F-0799-FF11-5F22-A3BBBFACA9C0}"/>
              </a:ext>
            </a:extLst>
          </p:cNvPr>
          <p:cNvSpPr txBox="1"/>
          <p:nvPr/>
        </p:nvSpPr>
        <p:spPr>
          <a:xfrm>
            <a:off x="7847938" y="3682527"/>
            <a:ext cx="1691078" cy="339477"/>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zh-CN" altLang="en-US" sz="1300" b="0" dirty="0">
                <a:solidFill>
                  <a:schemeClr val="tx1"/>
                </a:solidFill>
                <a:latin typeface="微软雅黑" panose="020B0503020204020204" pitchFamily="34" charset="-122"/>
                <a:ea typeface="微软雅黑" panose="020B0503020204020204" pitchFamily="34" charset="-122"/>
              </a:rPr>
              <a:t>资源可用性下降</a:t>
            </a:r>
          </a:p>
        </p:txBody>
      </p:sp>
      <p:sp>
        <p:nvSpPr>
          <p:cNvPr id="87" name="文本框 86">
            <a:extLst>
              <a:ext uri="{FF2B5EF4-FFF2-40B4-BE49-F238E27FC236}">
                <a16:creationId xmlns:a16="http://schemas.microsoft.com/office/drawing/2014/main" id="{F6C041C7-0B65-7B8A-0978-39D1FCD7AC8A}"/>
              </a:ext>
            </a:extLst>
          </p:cNvPr>
          <p:cNvSpPr txBox="1"/>
          <p:nvPr/>
        </p:nvSpPr>
        <p:spPr>
          <a:xfrm>
            <a:off x="7844890" y="4218975"/>
            <a:ext cx="1691078" cy="339477"/>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zh-CN" altLang="en-US" sz="1300" b="0" dirty="0">
                <a:solidFill>
                  <a:schemeClr val="tx1"/>
                </a:solidFill>
                <a:latin typeface="微软雅黑" panose="020B0503020204020204" pitchFamily="34" charset="-122"/>
                <a:ea typeface="微软雅黑" panose="020B0503020204020204" pitchFamily="34" charset="-122"/>
              </a:rPr>
              <a:t>局部站位受阻</a:t>
            </a:r>
          </a:p>
        </p:txBody>
      </p:sp>
      <p:sp>
        <p:nvSpPr>
          <p:cNvPr id="88" name="文本框 87">
            <a:extLst>
              <a:ext uri="{FF2B5EF4-FFF2-40B4-BE49-F238E27FC236}">
                <a16:creationId xmlns:a16="http://schemas.microsoft.com/office/drawing/2014/main" id="{04B8B03D-295B-A168-BB2F-FA1138740A3C}"/>
              </a:ext>
            </a:extLst>
          </p:cNvPr>
          <p:cNvSpPr txBox="1"/>
          <p:nvPr/>
        </p:nvSpPr>
        <p:spPr>
          <a:xfrm>
            <a:off x="10117349" y="3682527"/>
            <a:ext cx="1691078" cy="339477"/>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zh-CN" altLang="en-US" sz="1300" b="0" dirty="0">
                <a:solidFill>
                  <a:schemeClr val="tx1"/>
                </a:solidFill>
                <a:latin typeface="微软雅黑" panose="020B0503020204020204" pitchFamily="34" charset="-122"/>
                <a:ea typeface="微软雅黑" panose="020B0503020204020204" pitchFamily="34" charset="-122"/>
              </a:rPr>
              <a:t>资源访问边界收缩</a:t>
            </a:r>
          </a:p>
        </p:txBody>
      </p:sp>
      <p:sp>
        <p:nvSpPr>
          <p:cNvPr id="89" name="文本框 88">
            <a:extLst>
              <a:ext uri="{FF2B5EF4-FFF2-40B4-BE49-F238E27FC236}">
                <a16:creationId xmlns:a16="http://schemas.microsoft.com/office/drawing/2014/main" id="{3ABEF986-FB89-1B78-3C5B-EFD3E62CF195}"/>
              </a:ext>
            </a:extLst>
          </p:cNvPr>
          <p:cNvSpPr txBox="1"/>
          <p:nvPr/>
        </p:nvSpPr>
        <p:spPr>
          <a:xfrm>
            <a:off x="10114301" y="4218975"/>
            <a:ext cx="1691078" cy="339477"/>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zh-CN" altLang="en-US" sz="1300" b="0" dirty="0">
                <a:solidFill>
                  <a:schemeClr val="tx1"/>
                </a:solidFill>
                <a:latin typeface="微软雅黑" panose="020B0503020204020204" pitchFamily="34" charset="-122"/>
                <a:ea typeface="微软雅黑" panose="020B0503020204020204" pitchFamily="34" charset="-122"/>
              </a:rPr>
              <a:t>整线稳定性下降</a:t>
            </a:r>
          </a:p>
        </p:txBody>
      </p:sp>
      <p:pic>
        <p:nvPicPr>
          <p:cNvPr id="90" name="图形 89" descr="警告 纯色填充">
            <a:extLst>
              <a:ext uri="{FF2B5EF4-FFF2-40B4-BE49-F238E27FC236}">
                <a16:creationId xmlns:a16="http://schemas.microsoft.com/office/drawing/2014/main" id="{7BB777E1-66BA-9ABD-9B87-13DF2BFC672B}"/>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348214" y="4901474"/>
            <a:ext cx="548640" cy="548640"/>
          </a:xfrm>
          <a:prstGeom prst="rect">
            <a:avLst/>
          </a:prstGeom>
        </p:spPr>
      </p:pic>
      <p:pic>
        <p:nvPicPr>
          <p:cNvPr id="91" name="图形 90" descr="男人群 纯色填充">
            <a:extLst>
              <a:ext uri="{FF2B5EF4-FFF2-40B4-BE49-F238E27FC236}">
                <a16:creationId xmlns:a16="http://schemas.microsoft.com/office/drawing/2014/main" id="{5E193258-D742-85B0-2EBF-DBBF31B49345}"/>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2759612" y="4893465"/>
            <a:ext cx="548640" cy="548640"/>
          </a:xfrm>
          <a:prstGeom prst="rect">
            <a:avLst/>
          </a:prstGeom>
        </p:spPr>
      </p:pic>
      <p:pic>
        <p:nvPicPr>
          <p:cNvPr id="92" name="图形 91" descr="下降趋势条形图 纯色填充">
            <a:extLst>
              <a:ext uri="{FF2B5EF4-FFF2-40B4-BE49-F238E27FC236}">
                <a16:creationId xmlns:a16="http://schemas.microsoft.com/office/drawing/2014/main" id="{183566A6-3406-2191-10FD-E4B110EAEE16}"/>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5250098" y="4907770"/>
            <a:ext cx="548640" cy="548640"/>
          </a:xfrm>
          <a:prstGeom prst="rect">
            <a:avLst/>
          </a:prstGeom>
        </p:spPr>
      </p:pic>
      <p:pic>
        <p:nvPicPr>
          <p:cNvPr id="93" name="图形 92" descr="禁止标志 纯色填充">
            <a:extLst>
              <a:ext uri="{FF2B5EF4-FFF2-40B4-BE49-F238E27FC236}">
                <a16:creationId xmlns:a16="http://schemas.microsoft.com/office/drawing/2014/main" id="{982B489F-CB92-5E98-EEEE-18E13910C855}"/>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839030" y="4873045"/>
            <a:ext cx="548640" cy="548640"/>
          </a:xfrm>
          <a:prstGeom prst="rect">
            <a:avLst/>
          </a:prstGeom>
        </p:spPr>
      </p:pic>
      <p:pic>
        <p:nvPicPr>
          <p:cNvPr id="94" name="图形 93" descr="秒表 33% 纯色填充">
            <a:extLst>
              <a:ext uri="{FF2B5EF4-FFF2-40B4-BE49-F238E27FC236}">
                <a16:creationId xmlns:a16="http://schemas.microsoft.com/office/drawing/2014/main" id="{2D708BD8-B3BC-F2F8-80D1-8B629AE221C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256666" y="4873045"/>
            <a:ext cx="548640" cy="548640"/>
          </a:xfrm>
          <a:prstGeom prst="rect">
            <a:avLst/>
          </a:prstGeom>
        </p:spPr>
      </p:pic>
      <p:sp>
        <p:nvSpPr>
          <p:cNvPr id="97" name="文本框 96">
            <a:extLst>
              <a:ext uri="{FF2B5EF4-FFF2-40B4-BE49-F238E27FC236}">
                <a16:creationId xmlns:a16="http://schemas.microsoft.com/office/drawing/2014/main" id="{691A6722-E18F-C4BA-2664-1BEAA6EFFD36}"/>
              </a:ext>
            </a:extLst>
          </p:cNvPr>
          <p:cNvSpPr txBox="1"/>
          <p:nvPr/>
        </p:nvSpPr>
        <p:spPr>
          <a:xfrm>
            <a:off x="973349" y="4917162"/>
            <a:ext cx="896794" cy="339477"/>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zh-CN" altLang="en-US" sz="1300" dirty="0">
                <a:solidFill>
                  <a:srgbClr val="003F88"/>
                </a:solidFill>
                <a:latin typeface="微软雅黑" panose="020B0503020204020204" pitchFamily="34" charset="-122"/>
                <a:ea typeface="微软雅黑" panose="020B0503020204020204" pitchFamily="34" charset="-122"/>
              </a:rPr>
              <a:t>扰动事件</a:t>
            </a:r>
          </a:p>
        </p:txBody>
      </p:sp>
      <p:sp>
        <p:nvSpPr>
          <p:cNvPr id="98" name="文本框 97">
            <a:extLst>
              <a:ext uri="{FF2B5EF4-FFF2-40B4-BE49-F238E27FC236}">
                <a16:creationId xmlns:a16="http://schemas.microsoft.com/office/drawing/2014/main" id="{4CF3CE8B-F1EB-DDFE-DB7D-752DBA463497}"/>
              </a:ext>
            </a:extLst>
          </p:cNvPr>
          <p:cNvSpPr txBox="1"/>
          <p:nvPr/>
        </p:nvSpPr>
        <p:spPr>
          <a:xfrm>
            <a:off x="3278014" y="4904098"/>
            <a:ext cx="1350340" cy="339477"/>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zh-CN" altLang="en-US" sz="1300" dirty="0">
                <a:solidFill>
                  <a:srgbClr val="003F88"/>
                </a:solidFill>
                <a:latin typeface="微软雅黑" panose="020B0503020204020204" pitchFamily="34" charset="-122"/>
                <a:ea typeface="微软雅黑" panose="020B0503020204020204" pitchFamily="34" charset="-122"/>
              </a:rPr>
              <a:t>资源状态变化</a:t>
            </a:r>
          </a:p>
        </p:txBody>
      </p:sp>
      <p:sp>
        <p:nvSpPr>
          <p:cNvPr id="99" name="文本框 98">
            <a:extLst>
              <a:ext uri="{FF2B5EF4-FFF2-40B4-BE49-F238E27FC236}">
                <a16:creationId xmlns:a16="http://schemas.microsoft.com/office/drawing/2014/main" id="{CA3EB11C-6111-3CBB-1D76-708D745C0F3C}"/>
              </a:ext>
            </a:extLst>
          </p:cNvPr>
          <p:cNvSpPr txBox="1"/>
          <p:nvPr/>
        </p:nvSpPr>
        <p:spPr>
          <a:xfrm>
            <a:off x="5733921" y="4922604"/>
            <a:ext cx="1350340" cy="339477"/>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zh-CN" altLang="en-US" sz="1300" dirty="0">
                <a:solidFill>
                  <a:srgbClr val="003F88"/>
                </a:solidFill>
                <a:latin typeface="微软雅黑" panose="020B0503020204020204" pitchFamily="34" charset="-122"/>
                <a:ea typeface="微软雅黑" panose="020B0503020204020204" pitchFamily="34" charset="-122"/>
              </a:rPr>
              <a:t>资源边界收缩</a:t>
            </a:r>
          </a:p>
        </p:txBody>
      </p:sp>
      <p:sp>
        <p:nvSpPr>
          <p:cNvPr id="100" name="文本框 99">
            <a:extLst>
              <a:ext uri="{FF2B5EF4-FFF2-40B4-BE49-F238E27FC236}">
                <a16:creationId xmlns:a16="http://schemas.microsoft.com/office/drawing/2014/main" id="{085E01A0-32D3-20AD-D474-88B5B6F14275}"/>
              </a:ext>
            </a:extLst>
          </p:cNvPr>
          <p:cNvSpPr txBox="1"/>
          <p:nvPr/>
        </p:nvSpPr>
        <p:spPr>
          <a:xfrm>
            <a:off x="8302286" y="4907811"/>
            <a:ext cx="1168994" cy="339477"/>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zh-CN" altLang="en-US" sz="1300" dirty="0">
                <a:solidFill>
                  <a:srgbClr val="003F88"/>
                </a:solidFill>
                <a:latin typeface="微软雅黑" panose="020B0503020204020204" pitchFamily="34" charset="-122"/>
                <a:ea typeface="微软雅黑" panose="020B0503020204020204" pitchFamily="34" charset="-122"/>
              </a:rPr>
              <a:t>局部执行受阻</a:t>
            </a:r>
          </a:p>
        </p:txBody>
      </p:sp>
      <p:sp>
        <p:nvSpPr>
          <p:cNvPr id="101" name="文本框 100">
            <a:extLst>
              <a:ext uri="{FF2B5EF4-FFF2-40B4-BE49-F238E27FC236}">
                <a16:creationId xmlns:a16="http://schemas.microsoft.com/office/drawing/2014/main" id="{17B5C0BB-B8A7-CD78-36F6-87EA57924802}"/>
              </a:ext>
            </a:extLst>
          </p:cNvPr>
          <p:cNvSpPr txBox="1"/>
          <p:nvPr/>
        </p:nvSpPr>
        <p:spPr>
          <a:xfrm>
            <a:off x="10710600" y="4919364"/>
            <a:ext cx="1350340" cy="339477"/>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zh-CN" altLang="en-US" sz="1300" dirty="0">
                <a:solidFill>
                  <a:srgbClr val="003F88"/>
                </a:solidFill>
                <a:latin typeface="微软雅黑" panose="020B0503020204020204" pitchFamily="34" charset="-122"/>
                <a:ea typeface="微软雅黑" panose="020B0503020204020204" pitchFamily="34" charset="-122"/>
              </a:rPr>
              <a:t>整线节拍波动</a:t>
            </a:r>
          </a:p>
        </p:txBody>
      </p:sp>
      <p:sp>
        <p:nvSpPr>
          <p:cNvPr id="103" name="箭头: 右 102">
            <a:extLst>
              <a:ext uri="{FF2B5EF4-FFF2-40B4-BE49-F238E27FC236}">
                <a16:creationId xmlns:a16="http://schemas.microsoft.com/office/drawing/2014/main" id="{D577BDB3-CDAC-7063-C791-7043694B1DC9}"/>
              </a:ext>
            </a:extLst>
          </p:cNvPr>
          <p:cNvSpPr/>
          <p:nvPr/>
        </p:nvSpPr>
        <p:spPr>
          <a:xfrm>
            <a:off x="2111451" y="5347753"/>
            <a:ext cx="499198" cy="339478"/>
          </a:xfrm>
          <a:prstGeom prst="rightArrow">
            <a:avLst/>
          </a:prstGeom>
          <a:solidFill>
            <a:srgbClr val="003F8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箭头: 右 103">
            <a:extLst>
              <a:ext uri="{FF2B5EF4-FFF2-40B4-BE49-F238E27FC236}">
                <a16:creationId xmlns:a16="http://schemas.microsoft.com/office/drawing/2014/main" id="{4610828B-F183-D88C-C21C-BBBB10EA1F1D}"/>
              </a:ext>
            </a:extLst>
          </p:cNvPr>
          <p:cNvSpPr/>
          <p:nvPr/>
        </p:nvSpPr>
        <p:spPr>
          <a:xfrm>
            <a:off x="4559084" y="5340997"/>
            <a:ext cx="499198" cy="339478"/>
          </a:xfrm>
          <a:prstGeom prst="rightArrow">
            <a:avLst/>
          </a:prstGeom>
          <a:solidFill>
            <a:srgbClr val="003F8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箭头: 右 104">
            <a:extLst>
              <a:ext uri="{FF2B5EF4-FFF2-40B4-BE49-F238E27FC236}">
                <a16:creationId xmlns:a16="http://schemas.microsoft.com/office/drawing/2014/main" id="{217E1E74-DEC7-C225-797B-2CD3C9A7488C}"/>
              </a:ext>
            </a:extLst>
          </p:cNvPr>
          <p:cNvSpPr/>
          <p:nvPr/>
        </p:nvSpPr>
        <p:spPr>
          <a:xfrm>
            <a:off x="7138298" y="5345058"/>
            <a:ext cx="499198" cy="339478"/>
          </a:xfrm>
          <a:prstGeom prst="rightArrow">
            <a:avLst/>
          </a:prstGeom>
          <a:solidFill>
            <a:srgbClr val="003F8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箭头: 右 105">
            <a:extLst>
              <a:ext uri="{FF2B5EF4-FFF2-40B4-BE49-F238E27FC236}">
                <a16:creationId xmlns:a16="http://schemas.microsoft.com/office/drawing/2014/main" id="{986DE7AC-B75F-4935-0044-F77FAE9B5163}"/>
              </a:ext>
            </a:extLst>
          </p:cNvPr>
          <p:cNvSpPr/>
          <p:nvPr/>
        </p:nvSpPr>
        <p:spPr>
          <a:xfrm>
            <a:off x="9600207" y="5343213"/>
            <a:ext cx="499198" cy="339478"/>
          </a:xfrm>
          <a:prstGeom prst="rightArrow">
            <a:avLst/>
          </a:prstGeom>
          <a:solidFill>
            <a:srgbClr val="003F8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8" name="文本框 107">
            <a:extLst>
              <a:ext uri="{FF2B5EF4-FFF2-40B4-BE49-F238E27FC236}">
                <a16:creationId xmlns:a16="http://schemas.microsoft.com/office/drawing/2014/main" id="{3970825F-24DE-7F47-9793-CA38EF1D0060}"/>
              </a:ext>
            </a:extLst>
          </p:cNvPr>
          <p:cNvSpPr txBox="1"/>
          <p:nvPr/>
        </p:nvSpPr>
        <p:spPr>
          <a:xfrm>
            <a:off x="958065" y="5389291"/>
            <a:ext cx="1140971" cy="319152"/>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en-US" altLang="zh-CN" sz="1200" dirty="0">
                <a:solidFill>
                  <a:schemeClr val="tx1"/>
                </a:solidFill>
                <a:latin typeface="微软雅黑" panose="020B0503020204020204" pitchFamily="34" charset="-122"/>
                <a:ea typeface="微软雅黑" panose="020B0503020204020204" pitchFamily="34" charset="-122"/>
              </a:rPr>
              <a:t>• </a:t>
            </a:r>
            <a:r>
              <a:rPr lang="zh-CN" altLang="en-US" sz="1200" b="0" dirty="0">
                <a:solidFill>
                  <a:schemeClr val="tx1"/>
                </a:solidFill>
                <a:latin typeface="微软雅黑" panose="020B0503020204020204" pitchFamily="34" charset="-122"/>
                <a:ea typeface="微软雅黑" panose="020B0503020204020204" pitchFamily="34" charset="-122"/>
              </a:rPr>
              <a:t>人员缺勤</a:t>
            </a:r>
          </a:p>
        </p:txBody>
      </p:sp>
      <p:sp>
        <p:nvSpPr>
          <p:cNvPr id="111" name="文本框 110">
            <a:extLst>
              <a:ext uri="{FF2B5EF4-FFF2-40B4-BE49-F238E27FC236}">
                <a16:creationId xmlns:a16="http://schemas.microsoft.com/office/drawing/2014/main" id="{E7805924-F975-B9B6-D9D1-C71AB16C3D52}"/>
              </a:ext>
            </a:extLst>
          </p:cNvPr>
          <p:cNvSpPr txBox="1"/>
          <p:nvPr/>
        </p:nvSpPr>
        <p:spPr>
          <a:xfrm>
            <a:off x="959115" y="5696117"/>
            <a:ext cx="1140971" cy="319152"/>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en-US" altLang="zh-CN" sz="1200" dirty="0">
                <a:solidFill>
                  <a:schemeClr val="tx1"/>
                </a:solidFill>
                <a:latin typeface="微软雅黑" panose="020B0503020204020204" pitchFamily="34" charset="-122"/>
                <a:ea typeface="微软雅黑" panose="020B0503020204020204" pitchFamily="34" charset="-122"/>
              </a:rPr>
              <a:t>• </a:t>
            </a:r>
            <a:r>
              <a:rPr lang="zh-CN" altLang="en-US" sz="1200" b="0" dirty="0">
                <a:solidFill>
                  <a:schemeClr val="tx1"/>
                </a:solidFill>
                <a:latin typeface="微软雅黑" panose="020B0503020204020204" pitchFamily="34" charset="-122"/>
                <a:ea typeface="微软雅黑" panose="020B0503020204020204" pitchFamily="34" charset="-122"/>
              </a:rPr>
              <a:t>设备故障</a:t>
            </a:r>
          </a:p>
        </p:txBody>
      </p:sp>
      <p:sp>
        <p:nvSpPr>
          <p:cNvPr id="115" name="文本框 114">
            <a:extLst>
              <a:ext uri="{FF2B5EF4-FFF2-40B4-BE49-F238E27FC236}">
                <a16:creationId xmlns:a16="http://schemas.microsoft.com/office/drawing/2014/main" id="{D8770621-5EC2-EC1B-69F9-CE0431667921}"/>
              </a:ext>
            </a:extLst>
          </p:cNvPr>
          <p:cNvSpPr txBox="1"/>
          <p:nvPr/>
        </p:nvSpPr>
        <p:spPr>
          <a:xfrm>
            <a:off x="5733612" y="5368844"/>
            <a:ext cx="1025249" cy="600639"/>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zh-CN" altLang="en-US" sz="1200" b="0" dirty="0">
                <a:solidFill>
                  <a:schemeClr val="tx1"/>
                </a:solidFill>
                <a:latin typeface="+mn-lt"/>
                <a:ea typeface="微软雅黑" panose="020B0503020204020204" pitchFamily="34" charset="-122"/>
              </a:rPr>
              <a:t>站位可访问资源减少</a:t>
            </a:r>
            <a:endParaRPr lang="zh-CN" altLang="en-US" sz="1400" b="0" dirty="0">
              <a:solidFill>
                <a:schemeClr val="tx1"/>
              </a:solidFill>
              <a:latin typeface="+mn-lt"/>
              <a:ea typeface="微软雅黑" panose="020B0503020204020204" pitchFamily="34" charset="-122"/>
            </a:endParaRPr>
          </a:p>
        </p:txBody>
      </p:sp>
      <p:sp>
        <p:nvSpPr>
          <p:cNvPr id="117" name="文本框 116">
            <a:extLst>
              <a:ext uri="{FF2B5EF4-FFF2-40B4-BE49-F238E27FC236}">
                <a16:creationId xmlns:a16="http://schemas.microsoft.com/office/drawing/2014/main" id="{F249A0E3-D9D9-B715-3ABB-6758D88733EA}"/>
              </a:ext>
            </a:extLst>
          </p:cNvPr>
          <p:cNvSpPr txBox="1"/>
          <p:nvPr/>
        </p:nvSpPr>
        <p:spPr>
          <a:xfrm>
            <a:off x="8309543" y="5354563"/>
            <a:ext cx="1112560" cy="596150"/>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zh-CN" altLang="en-US" sz="1200" b="0" dirty="0">
                <a:solidFill>
                  <a:schemeClr val="tx1"/>
                </a:solidFill>
                <a:latin typeface="微软雅黑" panose="020B0503020204020204" pitchFamily="34" charset="-122"/>
                <a:ea typeface="微软雅黑" panose="020B0503020204020204" pitchFamily="34" charset="-122"/>
              </a:rPr>
              <a:t>工序触发与资源匹配困难</a:t>
            </a:r>
          </a:p>
        </p:txBody>
      </p:sp>
      <p:sp>
        <p:nvSpPr>
          <p:cNvPr id="120" name="文本框 119">
            <a:extLst>
              <a:ext uri="{FF2B5EF4-FFF2-40B4-BE49-F238E27FC236}">
                <a16:creationId xmlns:a16="http://schemas.microsoft.com/office/drawing/2014/main" id="{4531B850-1D46-71DC-14D0-5728C830FF32}"/>
              </a:ext>
            </a:extLst>
          </p:cNvPr>
          <p:cNvSpPr txBox="1"/>
          <p:nvPr/>
        </p:nvSpPr>
        <p:spPr>
          <a:xfrm>
            <a:off x="10710132" y="5353502"/>
            <a:ext cx="1108830" cy="596150"/>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zh-CN" altLang="en-US" sz="1200" b="0" dirty="0">
                <a:solidFill>
                  <a:schemeClr val="tx1"/>
                </a:solidFill>
                <a:latin typeface="微软雅黑" panose="020B0503020204020204" pitchFamily="34" charset="-122"/>
                <a:ea typeface="微软雅黑" panose="020B0503020204020204" pitchFamily="34" charset="-122"/>
              </a:rPr>
              <a:t>局部延迟向后续站位传导</a:t>
            </a:r>
          </a:p>
        </p:txBody>
      </p:sp>
      <p:sp>
        <p:nvSpPr>
          <p:cNvPr id="42" name="文本框 41">
            <a:extLst>
              <a:ext uri="{FF2B5EF4-FFF2-40B4-BE49-F238E27FC236}">
                <a16:creationId xmlns:a16="http://schemas.microsoft.com/office/drawing/2014/main" id="{362A551A-A012-4D4C-1B7A-4AE015671F62}"/>
              </a:ext>
            </a:extLst>
          </p:cNvPr>
          <p:cNvSpPr txBox="1"/>
          <p:nvPr/>
        </p:nvSpPr>
        <p:spPr>
          <a:xfrm>
            <a:off x="3307817" y="5374028"/>
            <a:ext cx="940889" cy="596150"/>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zh-CN" altLang="en-US" sz="1200" b="0" dirty="0">
                <a:solidFill>
                  <a:schemeClr val="tx1"/>
                </a:solidFill>
                <a:latin typeface="微软雅黑" panose="020B0503020204020204" pitchFamily="34" charset="-122"/>
                <a:ea typeface="微软雅黑" panose="020B0503020204020204" pitchFamily="34" charset="-122"/>
              </a:rPr>
              <a:t>工人</a:t>
            </a:r>
            <a:r>
              <a:rPr lang="en-US" altLang="zh-CN" sz="1200" b="0" dirty="0">
                <a:solidFill>
                  <a:schemeClr val="tx1"/>
                </a:solidFill>
                <a:latin typeface="微软雅黑" panose="020B0503020204020204" pitchFamily="34" charset="-122"/>
                <a:ea typeface="微软雅黑" panose="020B0503020204020204" pitchFamily="34" charset="-122"/>
              </a:rPr>
              <a:t>/</a:t>
            </a:r>
            <a:r>
              <a:rPr lang="zh-CN" altLang="en-US" sz="1200" b="0" dirty="0">
                <a:solidFill>
                  <a:schemeClr val="tx1"/>
                </a:solidFill>
                <a:latin typeface="微软雅黑" panose="020B0503020204020204" pitchFamily="34" charset="-122"/>
                <a:ea typeface="微软雅黑" panose="020B0503020204020204" pitchFamily="34" charset="-122"/>
              </a:rPr>
              <a:t>设备可用性下降</a:t>
            </a:r>
          </a:p>
        </p:txBody>
      </p:sp>
    </p:spTree>
    <p:extLst>
      <p:ext uri="{BB962C8B-B14F-4D97-AF65-F5344CB8AC3E}">
        <p14:creationId xmlns:p14="http://schemas.microsoft.com/office/powerpoint/2010/main" val="29927104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6D32B1-215A-C447-0A7A-BBAFD4AB4FEB}"/>
            </a:ext>
          </a:extLst>
        </p:cNvPr>
        <p:cNvGrpSpPr/>
        <p:nvPr/>
      </p:nvGrpSpPr>
      <p:grpSpPr>
        <a:xfrm>
          <a:off x="0" y="0"/>
          <a:ext cx="0" cy="0"/>
          <a:chOff x="0" y="0"/>
          <a:chExt cx="0" cy="0"/>
        </a:xfrm>
      </p:grpSpPr>
      <p:cxnSp>
        <p:nvCxnSpPr>
          <p:cNvPr id="7" name="直接连接符 6">
            <a:extLst>
              <a:ext uri="{FF2B5EF4-FFF2-40B4-BE49-F238E27FC236}">
                <a16:creationId xmlns:a16="http://schemas.microsoft.com/office/drawing/2014/main" id="{68B32616-F0D4-E5E3-3C8E-057D8CA6AFD8}"/>
              </a:ext>
            </a:extLst>
          </p:cNvPr>
          <p:cNvCxnSpPr>
            <a:cxnSpLocks/>
          </p:cNvCxnSpPr>
          <p:nvPr/>
        </p:nvCxnSpPr>
        <p:spPr>
          <a:xfrm>
            <a:off x="337132" y="774574"/>
            <a:ext cx="11567001" cy="0"/>
          </a:xfrm>
          <a:prstGeom prst="line">
            <a:avLst/>
          </a:prstGeom>
          <a:ln w="19050">
            <a:solidFill>
              <a:srgbClr val="133C7A">
                <a:alpha val="80000"/>
              </a:srgbClr>
            </a:solidFill>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5E56179E-4F3C-DE91-C2C8-8C402144452A}"/>
              </a:ext>
            </a:extLst>
          </p:cNvPr>
          <p:cNvSpPr txBox="1"/>
          <p:nvPr/>
        </p:nvSpPr>
        <p:spPr>
          <a:xfrm>
            <a:off x="683012" y="256087"/>
            <a:ext cx="9510123" cy="505676"/>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r>
              <a:rPr lang="en-US" altLang="zh-CN" sz="2800" dirty="0">
                <a:solidFill>
                  <a:schemeClr val="tx2">
                    <a:lumMod val="75000"/>
                  </a:schemeClr>
                </a:solidFill>
                <a:latin typeface="微软雅黑" panose="020B0503020204020204" pitchFamily="34" charset="-122"/>
                <a:ea typeface="微软雅黑" panose="020B0503020204020204" pitchFamily="34" charset="-122"/>
              </a:rPr>
              <a:t>2 </a:t>
            </a:r>
            <a:r>
              <a:rPr lang="zh-CN" altLang="en-US" sz="2800" dirty="0">
                <a:solidFill>
                  <a:schemeClr val="tx2">
                    <a:lumMod val="75000"/>
                  </a:schemeClr>
                </a:solidFill>
                <a:latin typeface="微软雅黑" panose="020B0503020204020204" pitchFamily="34" charset="-122"/>
                <a:ea typeface="微软雅黑" panose="020B0503020204020204" pitchFamily="34" charset="-122"/>
              </a:rPr>
              <a:t>问题描述</a:t>
            </a:r>
          </a:p>
        </p:txBody>
      </p:sp>
      <p:sp>
        <p:nvSpPr>
          <p:cNvPr id="9" name="矩形 8">
            <a:extLst>
              <a:ext uri="{FF2B5EF4-FFF2-40B4-BE49-F238E27FC236}">
                <a16:creationId xmlns:a16="http://schemas.microsoft.com/office/drawing/2014/main" id="{9962E138-F6EA-5032-5F05-1122F69B366C}"/>
              </a:ext>
            </a:extLst>
          </p:cNvPr>
          <p:cNvSpPr/>
          <p:nvPr/>
        </p:nvSpPr>
        <p:spPr>
          <a:xfrm>
            <a:off x="337132" y="268900"/>
            <a:ext cx="195295" cy="50567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C63CFCCB-97CD-C2A2-38DE-150D8D8D17CA}"/>
              </a:ext>
            </a:extLst>
          </p:cNvPr>
          <p:cNvSpPr/>
          <p:nvPr/>
        </p:nvSpPr>
        <p:spPr>
          <a:xfrm>
            <a:off x="337132" y="268900"/>
            <a:ext cx="276318" cy="505674"/>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C004FEBF-B43B-4015-7301-D73B88E53F6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66776" y="256087"/>
            <a:ext cx="1788092" cy="431989"/>
          </a:xfrm>
          <a:prstGeom prst="rect">
            <a:avLst/>
          </a:prstGeom>
        </p:spPr>
      </p:pic>
      <p:sp>
        <p:nvSpPr>
          <p:cNvPr id="2" name="文本框 1">
            <a:extLst>
              <a:ext uri="{FF2B5EF4-FFF2-40B4-BE49-F238E27FC236}">
                <a16:creationId xmlns:a16="http://schemas.microsoft.com/office/drawing/2014/main" id="{E9B3750E-5B36-B428-FDB4-0705A385AEE9}"/>
              </a:ext>
            </a:extLst>
          </p:cNvPr>
          <p:cNvSpPr txBox="1"/>
          <p:nvPr/>
        </p:nvSpPr>
        <p:spPr>
          <a:xfrm>
            <a:off x="299410" y="862073"/>
            <a:ext cx="9510123" cy="444121"/>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r>
              <a:rPr lang="en-US" altLang="zh-CN" sz="2400">
                <a:solidFill>
                  <a:schemeClr val="tx2">
                    <a:lumMod val="75000"/>
                  </a:schemeClr>
                </a:solidFill>
                <a:latin typeface="微软雅黑" panose="020B0503020204020204" pitchFamily="34" charset="-122"/>
                <a:ea typeface="微软雅黑" panose="020B0503020204020204" pitchFamily="34" charset="-122"/>
              </a:rPr>
              <a:t>• 2.3 </a:t>
            </a:r>
            <a:r>
              <a:rPr lang="zh-CN" altLang="en-US" sz="2400">
                <a:solidFill>
                  <a:schemeClr val="tx2">
                    <a:lumMod val="75000"/>
                  </a:schemeClr>
                </a:solidFill>
                <a:latin typeface="微软雅黑" panose="020B0503020204020204" pitchFamily="34" charset="-122"/>
                <a:ea typeface="微软雅黑" panose="020B0503020204020204" pitchFamily="34" charset="-122"/>
              </a:rPr>
              <a:t>两</a:t>
            </a:r>
            <a:r>
              <a:rPr lang="zh-CN" altLang="en-US" sz="2400" dirty="0">
                <a:solidFill>
                  <a:schemeClr val="tx2">
                    <a:lumMod val="75000"/>
                  </a:schemeClr>
                </a:solidFill>
                <a:latin typeface="微软雅黑" panose="020B0503020204020204" pitchFamily="34" charset="-122"/>
                <a:ea typeface="微软雅黑" panose="020B0503020204020204" pitchFamily="34" charset="-122"/>
              </a:rPr>
              <a:t>阶段求解框架</a:t>
            </a:r>
          </a:p>
        </p:txBody>
      </p:sp>
      <p:sp>
        <p:nvSpPr>
          <p:cNvPr id="5" name="矩形: 圆角 4">
            <a:extLst>
              <a:ext uri="{FF2B5EF4-FFF2-40B4-BE49-F238E27FC236}">
                <a16:creationId xmlns:a16="http://schemas.microsoft.com/office/drawing/2014/main" id="{5CFB04E8-25ED-52C1-878C-D3A12FEC1D84}"/>
              </a:ext>
            </a:extLst>
          </p:cNvPr>
          <p:cNvSpPr/>
          <p:nvPr/>
        </p:nvSpPr>
        <p:spPr>
          <a:xfrm flipH="1">
            <a:off x="337131" y="1393693"/>
            <a:ext cx="11517735" cy="4778506"/>
          </a:xfrm>
          <a:prstGeom prst="roundRect">
            <a:avLst>
              <a:gd name="adj" fmla="val 4566"/>
            </a:avLst>
          </a:prstGeom>
          <a:no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6" name="矩形: 圆角 5">
            <a:extLst>
              <a:ext uri="{FF2B5EF4-FFF2-40B4-BE49-F238E27FC236}">
                <a16:creationId xmlns:a16="http://schemas.microsoft.com/office/drawing/2014/main" id="{10F816AA-4AA9-F2C5-E56A-0F1BFDAEFBB7}"/>
              </a:ext>
            </a:extLst>
          </p:cNvPr>
          <p:cNvSpPr/>
          <p:nvPr/>
        </p:nvSpPr>
        <p:spPr>
          <a:xfrm>
            <a:off x="337132" y="6302146"/>
            <a:ext cx="11512984" cy="461156"/>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先由离线阶段形成静态资源底座，再由在线阶段进行动态资源配置与调度恢复。</a:t>
            </a:r>
          </a:p>
        </p:txBody>
      </p:sp>
      <p:sp>
        <p:nvSpPr>
          <p:cNvPr id="14" name="矩形: 圆角 209">
            <a:extLst>
              <a:ext uri="{FF2B5EF4-FFF2-40B4-BE49-F238E27FC236}">
                <a16:creationId xmlns:a16="http://schemas.microsoft.com/office/drawing/2014/main" id="{5993E2CA-5EA8-3B09-FF6F-5EA544AFE1BD}"/>
              </a:ext>
            </a:extLst>
          </p:cNvPr>
          <p:cNvSpPr/>
          <p:nvPr/>
        </p:nvSpPr>
        <p:spPr>
          <a:xfrm>
            <a:off x="4711750" y="1172966"/>
            <a:ext cx="2759509" cy="460860"/>
          </a:xfrm>
          <a:prstGeom prst="round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Microsoft YaHei" panose="020B0503020204020204" pitchFamily="34" charset="-122"/>
                <a:ea typeface="Microsoft YaHei" panose="020B0503020204020204" pitchFamily="34" charset="-122"/>
              </a:rPr>
              <a:t>两阶段求解框架</a:t>
            </a:r>
          </a:p>
        </p:txBody>
      </p:sp>
      <p:sp>
        <p:nvSpPr>
          <p:cNvPr id="16" name="矩形: 圆角 15">
            <a:extLst>
              <a:ext uri="{FF2B5EF4-FFF2-40B4-BE49-F238E27FC236}">
                <a16:creationId xmlns:a16="http://schemas.microsoft.com/office/drawing/2014/main" id="{9E1C310F-4672-3EE1-B23D-2FA88A822D2F}"/>
              </a:ext>
            </a:extLst>
          </p:cNvPr>
          <p:cNvSpPr/>
          <p:nvPr/>
        </p:nvSpPr>
        <p:spPr>
          <a:xfrm flipH="1">
            <a:off x="564241" y="1754167"/>
            <a:ext cx="11076418" cy="1949154"/>
          </a:xfrm>
          <a:prstGeom prst="roundRect">
            <a:avLst>
              <a:gd name="adj" fmla="val 4566"/>
            </a:avLst>
          </a:prstGeom>
          <a:no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17" name="矩形: 圆角 16">
            <a:extLst>
              <a:ext uri="{FF2B5EF4-FFF2-40B4-BE49-F238E27FC236}">
                <a16:creationId xmlns:a16="http://schemas.microsoft.com/office/drawing/2014/main" id="{FB0685B7-8C7A-9DA5-52A4-3F76735DA713}"/>
              </a:ext>
            </a:extLst>
          </p:cNvPr>
          <p:cNvSpPr/>
          <p:nvPr/>
        </p:nvSpPr>
        <p:spPr>
          <a:xfrm flipH="1">
            <a:off x="564241" y="4032857"/>
            <a:ext cx="11076418" cy="1966270"/>
          </a:xfrm>
          <a:prstGeom prst="roundRect">
            <a:avLst>
              <a:gd name="adj" fmla="val 4566"/>
            </a:avLst>
          </a:prstGeom>
          <a:noFill/>
          <a:ln>
            <a:solidFill>
              <a:srgbClr val="D2626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pic>
        <p:nvPicPr>
          <p:cNvPr id="23" name="图片 22">
            <a:extLst>
              <a:ext uri="{FF2B5EF4-FFF2-40B4-BE49-F238E27FC236}">
                <a16:creationId xmlns:a16="http://schemas.microsoft.com/office/drawing/2014/main" id="{FD98C7D2-26F4-4A08-8CD2-03F57BF4466D}"/>
              </a:ext>
            </a:extLst>
          </p:cNvPr>
          <p:cNvPicPr>
            <a:picLocks noChangeAspect="1"/>
          </p:cNvPicPr>
          <p:nvPr/>
        </p:nvPicPr>
        <p:blipFill>
          <a:blip r:embed="rId4">
            <a:extLst>
              <a:ext uri="{28A0092B-C50C-407E-A947-70E740481C1C}">
                <a14:useLocalDpi xmlns:a14="http://schemas.microsoft.com/office/drawing/2010/main" val="0"/>
              </a:ext>
            </a:extLst>
          </a:blip>
          <a:srcRect t="8934" b="24133"/>
          <a:stretch>
            <a:fillRect/>
          </a:stretch>
        </p:blipFill>
        <p:spPr>
          <a:xfrm>
            <a:off x="1651827" y="1995348"/>
            <a:ext cx="3267456" cy="1640263"/>
          </a:xfrm>
          <a:prstGeom prst="rect">
            <a:avLst/>
          </a:prstGeom>
        </p:spPr>
      </p:pic>
      <p:pic>
        <p:nvPicPr>
          <p:cNvPr id="25" name="图片 24">
            <a:extLst>
              <a:ext uri="{FF2B5EF4-FFF2-40B4-BE49-F238E27FC236}">
                <a16:creationId xmlns:a16="http://schemas.microsoft.com/office/drawing/2014/main" id="{EB622750-F24E-5E27-0365-4DC12531B11B}"/>
              </a:ext>
            </a:extLst>
          </p:cNvPr>
          <p:cNvPicPr>
            <a:picLocks noChangeAspect="1"/>
          </p:cNvPicPr>
          <p:nvPr/>
        </p:nvPicPr>
        <p:blipFill>
          <a:blip r:embed="rId5">
            <a:extLst>
              <a:ext uri="{28A0092B-C50C-407E-A947-70E740481C1C}">
                <a14:useLocalDpi xmlns:a14="http://schemas.microsoft.com/office/drawing/2010/main" val="0"/>
              </a:ext>
            </a:extLst>
          </a:blip>
          <a:srcRect t="8267" b="12570"/>
          <a:stretch>
            <a:fillRect/>
          </a:stretch>
        </p:blipFill>
        <p:spPr>
          <a:xfrm>
            <a:off x="1671206" y="4111159"/>
            <a:ext cx="3048000" cy="1809666"/>
          </a:xfrm>
          <a:prstGeom prst="rect">
            <a:avLst/>
          </a:prstGeom>
        </p:spPr>
      </p:pic>
      <p:sp>
        <p:nvSpPr>
          <p:cNvPr id="54" name="矩形: 圆角 53">
            <a:extLst>
              <a:ext uri="{FF2B5EF4-FFF2-40B4-BE49-F238E27FC236}">
                <a16:creationId xmlns:a16="http://schemas.microsoft.com/office/drawing/2014/main" id="{9BCD6E47-FC9F-F48C-B827-64042A8ADE97}"/>
              </a:ext>
            </a:extLst>
          </p:cNvPr>
          <p:cNvSpPr/>
          <p:nvPr/>
        </p:nvSpPr>
        <p:spPr>
          <a:xfrm>
            <a:off x="5207967" y="4345751"/>
            <a:ext cx="1763302" cy="1368272"/>
          </a:xfrm>
          <a:prstGeom prst="roundRect">
            <a:avLst>
              <a:gd name="adj" fmla="val 3510"/>
            </a:avLst>
          </a:prstGeom>
          <a:solidFill>
            <a:srgbClr val="D26262">
              <a:alpha val="10000"/>
            </a:srgbClr>
          </a:solidFill>
          <a:ln>
            <a:solidFill>
              <a:srgbClr val="D2626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56" name="矩形: 圆角 209">
            <a:extLst>
              <a:ext uri="{FF2B5EF4-FFF2-40B4-BE49-F238E27FC236}">
                <a16:creationId xmlns:a16="http://schemas.microsoft.com/office/drawing/2014/main" id="{39D4B0FC-FA4E-6B31-4ADB-014F099826EC}"/>
              </a:ext>
            </a:extLst>
          </p:cNvPr>
          <p:cNvSpPr/>
          <p:nvPr/>
        </p:nvSpPr>
        <p:spPr>
          <a:xfrm>
            <a:off x="4227894" y="1668443"/>
            <a:ext cx="3740668" cy="290441"/>
          </a:xfrm>
          <a:prstGeom prst="round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Microsoft YaHei" panose="020B0503020204020204" pitchFamily="34" charset="-122"/>
                <a:ea typeface="Microsoft YaHei" panose="020B0503020204020204" pitchFamily="34" charset="-122"/>
              </a:rPr>
              <a:t>离线阶段：静态资源配置与初始调度</a:t>
            </a:r>
          </a:p>
        </p:txBody>
      </p:sp>
      <p:sp>
        <p:nvSpPr>
          <p:cNvPr id="57" name="矩形: 圆角 209">
            <a:extLst>
              <a:ext uri="{FF2B5EF4-FFF2-40B4-BE49-F238E27FC236}">
                <a16:creationId xmlns:a16="http://schemas.microsoft.com/office/drawing/2014/main" id="{8BE0C74C-EB91-A86F-EE6B-910F1F1D646F}"/>
              </a:ext>
            </a:extLst>
          </p:cNvPr>
          <p:cNvSpPr/>
          <p:nvPr/>
        </p:nvSpPr>
        <p:spPr>
          <a:xfrm>
            <a:off x="4227894" y="3892912"/>
            <a:ext cx="3740668" cy="290441"/>
          </a:xfrm>
          <a:prstGeom prst="roundRect">
            <a:avLst/>
          </a:prstGeom>
          <a:solidFill>
            <a:srgbClr val="D262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Microsoft YaHei" panose="020B0503020204020204" pitchFamily="34" charset="-122"/>
                <a:ea typeface="Microsoft YaHei" panose="020B0503020204020204" pitchFamily="34" charset="-122"/>
              </a:rPr>
              <a:t>在线阶段：动态资源配置与调度恢复</a:t>
            </a:r>
          </a:p>
        </p:txBody>
      </p:sp>
      <p:sp>
        <p:nvSpPr>
          <p:cNvPr id="69" name="矩形: 圆角 209">
            <a:extLst>
              <a:ext uri="{FF2B5EF4-FFF2-40B4-BE49-F238E27FC236}">
                <a16:creationId xmlns:a16="http://schemas.microsoft.com/office/drawing/2014/main" id="{4A43160A-A0F4-5515-EAC0-E5E76E81578D}"/>
              </a:ext>
            </a:extLst>
          </p:cNvPr>
          <p:cNvSpPr/>
          <p:nvPr/>
        </p:nvSpPr>
        <p:spPr>
          <a:xfrm>
            <a:off x="4227894" y="3489397"/>
            <a:ext cx="3740668" cy="290441"/>
          </a:xfrm>
          <a:prstGeom prst="round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Microsoft YaHei" panose="020B0503020204020204" pitchFamily="34" charset="-122"/>
                <a:ea typeface="Microsoft YaHei" panose="020B0503020204020204" pitchFamily="34" charset="-122"/>
              </a:rPr>
              <a:t>提供静态配置基础</a:t>
            </a:r>
          </a:p>
        </p:txBody>
      </p:sp>
      <p:sp>
        <p:nvSpPr>
          <p:cNvPr id="70" name="矩形: 圆角 209">
            <a:extLst>
              <a:ext uri="{FF2B5EF4-FFF2-40B4-BE49-F238E27FC236}">
                <a16:creationId xmlns:a16="http://schemas.microsoft.com/office/drawing/2014/main" id="{DBB4C9F1-FCA4-5AB9-1E56-79B22B8B764F}"/>
              </a:ext>
            </a:extLst>
          </p:cNvPr>
          <p:cNvSpPr/>
          <p:nvPr/>
        </p:nvSpPr>
        <p:spPr>
          <a:xfrm>
            <a:off x="4227894" y="5854547"/>
            <a:ext cx="3740668" cy="290441"/>
          </a:xfrm>
          <a:prstGeom prst="roundRect">
            <a:avLst/>
          </a:prstGeom>
          <a:solidFill>
            <a:srgbClr val="D262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Microsoft YaHei" panose="020B0503020204020204" pitchFamily="34" charset="-122"/>
                <a:ea typeface="Microsoft YaHei" panose="020B0503020204020204" pitchFamily="34" charset="-122"/>
              </a:rPr>
              <a:t>面向扰动环境实时恢复</a:t>
            </a:r>
          </a:p>
        </p:txBody>
      </p:sp>
      <p:sp>
        <p:nvSpPr>
          <p:cNvPr id="84" name="箭头: 下 83">
            <a:extLst>
              <a:ext uri="{FF2B5EF4-FFF2-40B4-BE49-F238E27FC236}">
                <a16:creationId xmlns:a16="http://schemas.microsoft.com/office/drawing/2014/main" id="{6130C0F8-E02D-F653-0E6C-3DF4D0AAB334}"/>
              </a:ext>
            </a:extLst>
          </p:cNvPr>
          <p:cNvSpPr/>
          <p:nvPr/>
        </p:nvSpPr>
        <p:spPr>
          <a:xfrm>
            <a:off x="983955" y="3128801"/>
            <a:ext cx="369545" cy="1603011"/>
          </a:xfrm>
          <a:prstGeom prst="downArrow">
            <a:avLst/>
          </a:prstGeom>
          <a:gradFill>
            <a:gsLst>
              <a:gs pos="0">
                <a:srgbClr val="003F88"/>
              </a:gs>
              <a:gs pos="100000">
                <a:srgbClr val="D26262"/>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文本框 84">
            <a:extLst>
              <a:ext uri="{FF2B5EF4-FFF2-40B4-BE49-F238E27FC236}">
                <a16:creationId xmlns:a16="http://schemas.microsoft.com/office/drawing/2014/main" id="{07E5DF73-BC24-E64D-CC0D-38F18A4BCDD4}"/>
              </a:ext>
            </a:extLst>
          </p:cNvPr>
          <p:cNvSpPr txBox="1"/>
          <p:nvPr/>
        </p:nvSpPr>
        <p:spPr>
          <a:xfrm>
            <a:off x="617255" y="2392706"/>
            <a:ext cx="1108381" cy="596150"/>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zh-CN" altLang="en-US" sz="1200" dirty="0">
                <a:solidFill>
                  <a:srgbClr val="003F88"/>
                </a:solidFill>
                <a:latin typeface="微软雅黑" panose="020B0503020204020204" pitchFamily="34" charset="-122"/>
                <a:ea typeface="微软雅黑" panose="020B0503020204020204" pitchFamily="34" charset="-122"/>
              </a:rPr>
              <a:t>离线阶段形成静态配置基础</a:t>
            </a:r>
          </a:p>
        </p:txBody>
      </p:sp>
      <p:sp>
        <p:nvSpPr>
          <p:cNvPr id="86" name="文本框 85">
            <a:extLst>
              <a:ext uri="{FF2B5EF4-FFF2-40B4-BE49-F238E27FC236}">
                <a16:creationId xmlns:a16="http://schemas.microsoft.com/office/drawing/2014/main" id="{A4BBB828-E402-3548-A8AF-BFB480D89936}"/>
              </a:ext>
            </a:extLst>
          </p:cNvPr>
          <p:cNvSpPr txBox="1"/>
          <p:nvPr/>
        </p:nvSpPr>
        <p:spPr>
          <a:xfrm>
            <a:off x="564241" y="4731812"/>
            <a:ext cx="1217679" cy="596150"/>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zh-CN" altLang="en-US" sz="1200" dirty="0">
                <a:solidFill>
                  <a:srgbClr val="D26262"/>
                </a:solidFill>
                <a:latin typeface="微软雅黑" panose="020B0503020204020204" pitchFamily="34" charset="-122"/>
                <a:ea typeface="微软雅黑" panose="020B0503020204020204" pitchFamily="34" charset="-122"/>
              </a:rPr>
              <a:t>在线阶段面向扰动进行恢复调整</a:t>
            </a:r>
          </a:p>
        </p:txBody>
      </p:sp>
      <p:sp>
        <p:nvSpPr>
          <p:cNvPr id="3" name="矩形: 圆角 2">
            <a:extLst>
              <a:ext uri="{FF2B5EF4-FFF2-40B4-BE49-F238E27FC236}">
                <a16:creationId xmlns:a16="http://schemas.microsoft.com/office/drawing/2014/main" id="{14249B33-264B-8DBC-DEB2-CD591B9BF6A5}"/>
              </a:ext>
            </a:extLst>
          </p:cNvPr>
          <p:cNvSpPr/>
          <p:nvPr/>
        </p:nvSpPr>
        <p:spPr>
          <a:xfrm>
            <a:off x="5209853" y="2044608"/>
            <a:ext cx="1763302" cy="1368272"/>
          </a:xfrm>
          <a:prstGeom prst="roundRect">
            <a:avLst>
              <a:gd name="adj" fmla="val 3510"/>
            </a:avLst>
          </a:prstGeom>
          <a:solidFill>
            <a:srgbClr val="3192F2">
              <a:alpha val="10000"/>
            </a:srgbClr>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5E22A1F1-FB36-6A95-C9E6-1A853F1AE916}"/>
              </a:ext>
            </a:extLst>
          </p:cNvPr>
          <p:cNvSpPr txBox="1"/>
          <p:nvPr/>
        </p:nvSpPr>
        <p:spPr>
          <a:xfrm>
            <a:off x="5265118" y="2035400"/>
            <a:ext cx="1053967" cy="319152"/>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zh-CN" altLang="en-US" sz="1200" dirty="0">
                <a:solidFill>
                  <a:srgbClr val="003F88"/>
                </a:solidFill>
                <a:latin typeface="微软雅黑" panose="020B0503020204020204" pitchFamily="34" charset="-122"/>
                <a:ea typeface="微软雅黑" panose="020B0503020204020204" pitchFamily="34" charset="-122"/>
              </a:rPr>
              <a:t>输入条件：</a:t>
            </a:r>
          </a:p>
        </p:txBody>
      </p:sp>
      <p:sp>
        <p:nvSpPr>
          <p:cNvPr id="12" name="文本框 11">
            <a:extLst>
              <a:ext uri="{FF2B5EF4-FFF2-40B4-BE49-F238E27FC236}">
                <a16:creationId xmlns:a16="http://schemas.microsoft.com/office/drawing/2014/main" id="{F638C2F9-AD84-AE75-7879-E77D11047950}"/>
              </a:ext>
            </a:extLst>
          </p:cNvPr>
          <p:cNvSpPr txBox="1"/>
          <p:nvPr/>
        </p:nvSpPr>
        <p:spPr>
          <a:xfrm>
            <a:off x="5259497" y="2324720"/>
            <a:ext cx="1711772" cy="970932"/>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en-US" altLang="zh-CN" sz="1000" b="0" dirty="0">
                <a:solidFill>
                  <a:schemeClr val="tx1"/>
                </a:solidFill>
                <a:latin typeface="微软雅黑" panose="020B0503020204020204" pitchFamily="34" charset="-122"/>
                <a:ea typeface="微软雅黑" panose="020B0503020204020204" pitchFamily="34" charset="-122"/>
              </a:rPr>
              <a:t>• </a:t>
            </a:r>
            <a:r>
              <a:rPr lang="zh-CN" altLang="en-US" sz="1000" b="0" dirty="0">
                <a:solidFill>
                  <a:schemeClr val="tx1"/>
                </a:solidFill>
                <a:latin typeface="微软雅黑" panose="020B0503020204020204" pitchFamily="34" charset="-122"/>
                <a:ea typeface="微软雅黑" panose="020B0503020204020204" pitchFamily="34" charset="-122"/>
              </a:rPr>
              <a:t>工序集合与前驱关系</a:t>
            </a:r>
            <a:endParaRPr lang="en-US" altLang="zh-CN" sz="1000" b="0" dirty="0">
              <a:solidFill>
                <a:schemeClr val="tx1"/>
              </a:solidFill>
              <a:latin typeface="微软雅黑" panose="020B0503020204020204" pitchFamily="34" charset="-122"/>
              <a:ea typeface="微软雅黑" panose="020B0503020204020204" pitchFamily="34" charset="-122"/>
            </a:endParaRPr>
          </a:p>
          <a:p>
            <a:pPr>
              <a:lnSpc>
                <a:spcPct val="150000"/>
              </a:lnSpc>
            </a:pPr>
            <a:r>
              <a:rPr lang="en-US" altLang="zh-CN" sz="1000" b="0" dirty="0">
                <a:solidFill>
                  <a:schemeClr val="tx1"/>
                </a:solidFill>
                <a:latin typeface="微软雅黑" panose="020B0503020204020204" pitchFamily="34" charset="-122"/>
                <a:ea typeface="微软雅黑" panose="020B0503020204020204" pitchFamily="34" charset="-122"/>
              </a:rPr>
              <a:t>• </a:t>
            </a:r>
            <a:r>
              <a:rPr lang="zh-CN" altLang="en-US" sz="1000" b="0" dirty="0">
                <a:solidFill>
                  <a:schemeClr val="tx1"/>
                </a:solidFill>
                <a:latin typeface="微软雅黑" panose="020B0503020204020204" pitchFamily="34" charset="-122"/>
                <a:ea typeface="微软雅黑" panose="020B0503020204020204" pitchFamily="34" charset="-122"/>
              </a:rPr>
              <a:t>站位数量与站位容量</a:t>
            </a:r>
            <a:endParaRPr lang="en-US" altLang="zh-CN" sz="1000" b="0" dirty="0">
              <a:solidFill>
                <a:schemeClr val="tx1"/>
              </a:solidFill>
              <a:latin typeface="微软雅黑" panose="020B0503020204020204" pitchFamily="34" charset="-122"/>
              <a:ea typeface="微软雅黑" panose="020B0503020204020204" pitchFamily="34" charset="-122"/>
            </a:endParaRPr>
          </a:p>
          <a:p>
            <a:pPr>
              <a:lnSpc>
                <a:spcPct val="150000"/>
              </a:lnSpc>
            </a:pPr>
            <a:r>
              <a:rPr lang="en-US" altLang="zh-CN" sz="1000" b="0" dirty="0">
                <a:solidFill>
                  <a:schemeClr val="tx1"/>
                </a:solidFill>
                <a:latin typeface="微软雅黑" panose="020B0503020204020204" pitchFamily="34" charset="-122"/>
                <a:ea typeface="微软雅黑" panose="020B0503020204020204" pitchFamily="34" charset="-122"/>
              </a:rPr>
              <a:t>• </a:t>
            </a:r>
            <a:r>
              <a:rPr lang="zh-CN" altLang="en-US" sz="1000" b="0" dirty="0">
                <a:solidFill>
                  <a:schemeClr val="tx1"/>
                </a:solidFill>
                <a:latin typeface="微软雅黑" panose="020B0503020204020204" pitchFamily="34" charset="-122"/>
                <a:ea typeface="微软雅黑" panose="020B0503020204020204" pitchFamily="34" charset="-122"/>
              </a:rPr>
              <a:t>资源属性</a:t>
            </a:r>
            <a:endParaRPr lang="en-US" altLang="zh-CN" sz="1000" b="0" dirty="0">
              <a:solidFill>
                <a:schemeClr val="tx1"/>
              </a:solidFill>
              <a:latin typeface="微软雅黑" panose="020B0503020204020204" pitchFamily="34" charset="-122"/>
              <a:ea typeface="微软雅黑" panose="020B0503020204020204" pitchFamily="34" charset="-122"/>
            </a:endParaRPr>
          </a:p>
          <a:p>
            <a:pPr>
              <a:lnSpc>
                <a:spcPct val="150000"/>
              </a:lnSpc>
            </a:pPr>
            <a:r>
              <a:rPr lang="en-US" altLang="zh-CN" sz="1000" b="0" dirty="0">
                <a:solidFill>
                  <a:schemeClr val="tx1"/>
                </a:solidFill>
                <a:latin typeface="微软雅黑" panose="020B0503020204020204" pitchFamily="34" charset="-122"/>
                <a:ea typeface="微软雅黑" panose="020B0503020204020204" pitchFamily="34" charset="-122"/>
              </a:rPr>
              <a:t>• </a:t>
            </a:r>
            <a:r>
              <a:rPr lang="zh-CN" altLang="en-US" sz="1000" b="0" dirty="0">
                <a:solidFill>
                  <a:schemeClr val="tx1"/>
                </a:solidFill>
                <a:latin typeface="微软雅黑" panose="020B0503020204020204" pitchFamily="34" charset="-122"/>
                <a:ea typeface="微软雅黑" panose="020B0503020204020204" pitchFamily="34" charset="-122"/>
              </a:rPr>
              <a:t>资源总量</a:t>
            </a:r>
            <a:endParaRPr lang="en-US" altLang="zh-CN" sz="1000" b="0" dirty="0">
              <a:solidFill>
                <a:schemeClr val="tx1"/>
              </a:solidFill>
              <a:latin typeface="微软雅黑" panose="020B0503020204020204" pitchFamily="34" charset="-122"/>
              <a:ea typeface="微软雅黑" panose="020B0503020204020204" pitchFamily="34" charset="-122"/>
            </a:endParaRPr>
          </a:p>
        </p:txBody>
      </p:sp>
      <p:sp>
        <p:nvSpPr>
          <p:cNvPr id="15" name="矩形: 圆角 14">
            <a:extLst>
              <a:ext uri="{FF2B5EF4-FFF2-40B4-BE49-F238E27FC236}">
                <a16:creationId xmlns:a16="http://schemas.microsoft.com/office/drawing/2014/main" id="{203A7285-7520-08C3-D552-B82F6058177D}"/>
              </a:ext>
            </a:extLst>
          </p:cNvPr>
          <p:cNvSpPr/>
          <p:nvPr/>
        </p:nvSpPr>
        <p:spPr>
          <a:xfrm>
            <a:off x="7441998" y="2058209"/>
            <a:ext cx="1763302" cy="1368272"/>
          </a:xfrm>
          <a:prstGeom prst="roundRect">
            <a:avLst>
              <a:gd name="adj" fmla="val 3510"/>
            </a:avLst>
          </a:prstGeom>
          <a:solidFill>
            <a:srgbClr val="3192F2">
              <a:alpha val="10000"/>
            </a:srgbClr>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18" name="文本框 17">
            <a:extLst>
              <a:ext uri="{FF2B5EF4-FFF2-40B4-BE49-F238E27FC236}">
                <a16:creationId xmlns:a16="http://schemas.microsoft.com/office/drawing/2014/main" id="{B6884ADD-BEC4-6A74-158D-016CF90AE8C2}"/>
              </a:ext>
            </a:extLst>
          </p:cNvPr>
          <p:cNvSpPr txBox="1"/>
          <p:nvPr/>
        </p:nvSpPr>
        <p:spPr>
          <a:xfrm>
            <a:off x="7497263" y="2049001"/>
            <a:ext cx="1053967" cy="319152"/>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zh-CN" altLang="en-US" sz="1200" dirty="0">
                <a:solidFill>
                  <a:srgbClr val="003F88"/>
                </a:solidFill>
                <a:latin typeface="微软雅黑" panose="020B0503020204020204" pitchFamily="34" charset="-122"/>
                <a:ea typeface="微软雅黑" panose="020B0503020204020204" pitchFamily="34" charset="-122"/>
              </a:rPr>
              <a:t>核心决策：</a:t>
            </a:r>
          </a:p>
        </p:txBody>
      </p:sp>
      <p:sp>
        <p:nvSpPr>
          <p:cNvPr id="19" name="文本框 18">
            <a:extLst>
              <a:ext uri="{FF2B5EF4-FFF2-40B4-BE49-F238E27FC236}">
                <a16:creationId xmlns:a16="http://schemas.microsoft.com/office/drawing/2014/main" id="{6DC02EEB-1E2C-AE7F-6F3A-70473256462B}"/>
              </a:ext>
            </a:extLst>
          </p:cNvPr>
          <p:cNvSpPr txBox="1"/>
          <p:nvPr/>
        </p:nvSpPr>
        <p:spPr>
          <a:xfrm>
            <a:off x="7491642" y="2345575"/>
            <a:ext cx="1711772" cy="970932"/>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en-US" altLang="zh-CN" sz="1000" b="0" dirty="0">
                <a:solidFill>
                  <a:schemeClr val="tx1"/>
                </a:solidFill>
                <a:latin typeface="微软雅黑" panose="020B0503020204020204" pitchFamily="34" charset="-122"/>
                <a:ea typeface="微软雅黑" panose="020B0503020204020204" pitchFamily="34" charset="-122"/>
              </a:rPr>
              <a:t>• </a:t>
            </a:r>
            <a:r>
              <a:rPr lang="zh-CN" altLang="en-US" sz="1000" b="0" dirty="0">
                <a:solidFill>
                  <a:schemeClr val="tx1"/>
                </a:solidFill>
                <a:latin typeface="微软雅黑" panose="020B0503020204020204" pitchFamily="34" charset="-122"/>
                <a:ea typeface="微软雅黑" panose="020B0503020204020204" pitchFamily="34" charset="-122"/>
              </a:rPr>
              <a:t>工序分配到站位</a:t>
            </a:r>
            <a:endParaRPr lang="en-US" altLang="zh-CN" sz="1000" b="0" dirty="0">
              <a:solidFill>
                <a:schemeClr val="tx1"/>
              </a:solidFill>
              <a:latin typeface="微软雅黑" panose="020B0503020204020204" pitchFamily="34" charset="-122"/>
              <a:ea typeface="微软雅黑" panose="020B0503020204020204" pitchFamily="34" charset="-122"/>
            </a:endParaRPr>
          </a:p>
          <a:p>
            <a:pPr>
              <a:lnSpc>
                <a:spcPct val="150000"/>
              </a:lnSpc>
            </a:pPr>
            <a:r>
              <a:rPr lang="en-US" altLang="zh-CN" sz="1000" b="0" dirty="0">
                <a:solidFill>
                  <a:schemeClr val="tx1"/>
                </a:solidFill>
                <a:latin typeface="微软雅黑" panose="020B0503020204020204" pitchFamily="34" charset="-122"/>
                <a:ea typeface="微软雅黑" panose="020B0503020204020204" pitchFamily="34" charset="-122"/>
              </a:rPr>
              <a:t>• </a:t>
            </a:r>
            <a:r>
              <a:rPr lang="zh-CN" altLang="en-US" sz="1000" b="0" dirty="0">
                <a:solidFill>
                  <a:schemeClr val="tx1"/>
                </a:solidFill>
                <a:latin typeface="微软雅黑" panose="020B0503020204020204" pitchFamily="34" charset="-122"/>
                <a:ea typeface="微软雅黑" panose="020B0503020204020204" pitchFamily="34" charset="-122"/>
              </a:rPr>
              <a:t>资源分配到站位</a:t>
            </a:r>
            <a:endParaRPr lang="en-US" altLang="zh-CN" sz="1000" b="0" dirty="0">
              <a:solidFill>
                <a:schemeClr val="tx1"/>
              </a:solidFill>
              <a:latin typeface="微软雅黑" panose="020B0503020204020204" pitchFamily="34" charset="-122"/>
              <a:ea typeface="微软雅黑" panose="020B0503020204020204" pitchFamily="34" charset="-122"/>
            </a:endParaRPr>
          </a:p>
          <a:p>
            <a:pPr>
              <a:lnSpc>
                <a:spcPct val="150000"/>
              </a:lnSpc>
            </a:pPr>
            <a:r>
              <a:rPr lang="en-US" altLang="zh-CN" sz="1000" b="0" dirty="0">
                <a:solidFill>
                  <a:schemeClr val="tx1"/>
                </a:solidFill>
                <a:latin typeface="微软雅黑" panose="020B0503020204020204" pitchFamily="34" charset="-122"/>
                <a:ea typeface="微软雅黑" panose="020B0503020204020204" pitchFamily="34" charset="-122"/>
              </a:rPr>
              <a:t>• </a:t>
            </a:r>
            <a:r>
              <a:rPr lang="zh-CN" altLang="en-US" sz="1000" b="0" dirty="0">
                <a:solidFill>
                  <a:schemeClr val="tx1"/>
                </a:solidFill>
                <a:latin typeface="微软雅黑" panose="020B0503020204020204" pitchFamily="34" charset="-122"/>
                <a:ea typeface="微软雅黑" panose="020B0503020204020204" pitchFamily="34" charset="-122"/>
              </a:rPr>
              <a:t>资源分配到工序</a:t>
            </a:r>
            <a:endParaRPr lang="en-US" altLang="zh-CN" sz="1000" b="0" dirty="0">
              <a:solidFill>
                <a:schemeClr val="tx1"/>
              </a:solidFill>
              <a:latin typeface="微软雅黑" panose="020B0503020204020204" pitchFamily="34" charset="-122"/>
              <a:ea typeface="微软雅黑" panose="020B0503020204020204" pitchFamily="34" charset="-122"/>
            </a:endParaRPr>
          </a:p>
          <a:p>
            <a:pPr>
              <a:lnSpc>
                <a:spcPct val="150000"/>
              </a:lnSpc>
            </a:pPr>
            <a:r>
              <a:rPr lang="en-US" altLang="zh-CN" sz="1000" b="0" dirty="0">
                <a:solidFill>
                  <a:schemeClr val="tx1"/>
                </a:solidFill>
                <a:latin typeface="微软雅黑" panose="020B0503020204020204" pitchFamily="34" charset="-122"/>
                <a:ea typeface="微软雅黑" panose="020B0503020204020204" pitchFamily="34" charset="-122"/>
              </a:rPr>
              <a:t>• </a:t>
            </a:r>
            <a:r>
              <a:rPr lang="zh-CN" altLang="en-US" sz="1000" b="0" dirty="0">
                <a:solidFill>
                  <a:schemeClr val="tx1"/>
                </a:solidFill>
                <a:latin typeface="微软雅黑" panose="020B0503020204020204" pitchFamily="34" charset="-122"/>
                <a:ea typeface="微软雅黑" panose="020B0503020204020204" pitchFamily="34" charset="-122"/>
              </a:rPr>
              <a:t>工序加工顺序排序</a:t>
            </a:r>
            <a:endParaRPr lang="en-US" altLang="zh-CN" sz="1000" b="0" dirty="0">
              <a:solidFill>
                <a:schemeClr val="tx1"/>
              </a:solidFill>
              <a:latin typeface="微软雅黑" panose="020B0503020204020204" pitchFamily="34" charset="-122"/>
              <a:ea typeface="微软雅黑" panose="020B0503020204020204" pitchFamily="34" charset="-122"/>
            </a:endParaRPr>
          </a:p>
        </p:txBody>
      </p:sp>
      <p:sp>
        <p:nvSpPr>
          <p:cNvPr id="20" name="矩形: 圆角 19">
            <a:extLst>
              <a:ext uri="{FF2B5EF4-FFF2-40B4-BE49-F238E27FC236}">
                <a16:creationId xmlns:a16="http://schemas.microsoft.com/office/drawing/2014/main" id="{69A8F085-A57E-B2D3-AA1F-52474801DC8C}"/>
              </a:ext>
            </a:extLst>
          </p:cNvPr>
          <p:cNvSpPr/>
          <p:nvPr/>
        </p:nvSpPr>
        <p:spPr>
          <a:xfrm>
            <a:off x="9607797" y="2058209"/>
            <a:ext cx="1763302" cy="1368272"/>
          </a:xfrm>
          <a:prstGeom prst="roundRect">
            <a:avLst>
              <a:gd name="adj" fmla="val 3510"/>
            </a:avLst>
          </a:prstGeom>
          <a:solidFill>
            <a:srgbClr val="3192F2">
              <a:alpha val="10000"/>
            </a:srgbClr>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21" name="文本框 20">
            <a:extLst>
              <a:ext uri="{FF2B5EF4-FFF2-40B4-BE49-F238E27FC236}">
                <a16:creationId xmlns:a16="http://schemas.microsoft.com/office/drawing/2014/main" id="{C4C3FF8C-5481-EC8E-25E9-A41E3754A4D0}"/>
              </a:ext>
            </a:extLst>
          </p:cNvPr>
          <p:cNvSpPr txBox="1"/>
          <p:nvPr/>
        </p:nvSpPr>
        <p:spPr>
          <a:xfrm>
            <a:off x="9663062" y="2049001"/>
            <a:ext cx="1053967" cy="319152"/>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zh-CN" altLang="en-US" sz="1200" dirty="0">
                <a:solidFill>
                  <a:srgbClr val="003F88"/>
                </a:solidFill>
                <a:latin typeface="微软雅黑" panose="020B0503020204020204" pitchFamily="34" charset="-122"/>
                <a:ea typeface="微软雅黑" panose="020B0503020204020204" pitchFamily="34" charset="-122"/>
              </a:rPr>
              <a:t>阶段输出：</a:t>
            </a:r>
          </a:p>
        </p:txBody>
      </p:sp>
      <p:sp>
        <p:nvSpPr>
          <p:cNvPr id="22" name="文本框 21">
            <a:extLst>
              <a:ext uri="{FF2B5EF4-FFF2-40B4-BE49-F238E27FC236}">
                <a16:creationId xmlns:a16="http://schemas.microsoft.com/office/drawing/2014/main" id="{005C0B88-1967-FCAC-2911-92ADF1989CE4}"/>
              </a:ext>
            </a:extLst>
          </p:cNvPr>
          <p:cNvSpPr txBox="1"/>
          <p:nvPr/>
        </p:nvSpPr>
        <p:spPr>
          <a:xfrm>
            <a:off x="9657441" y="2338321"/>
            <a:ext cx="1711772" cy="970932"/>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en-US" altLang="zh-CN" sz="1000" b="0" dirty="0">
                <a:solidFill>
                  <a:schemeClr val="tx1"/>
                </a:solidFill>
                <a:latin typeface="微软雅黑" panose="020B0503020204020204" pitchFamily="34" charset="-122"/>
                <a:ea typeface="微软雅黑" panose="020B0503020204020204" pitchFamily="34" charset="-122"/>
              </a:rPr>
              <a:t>• </a:t>
            </a:r>
            <a:r>
              <a:rPr lang="zh-CN" altLang="en-US" sz="1000" b="0" dirty="0">
                <a:solidFill>
                  <a:schemeClr val="tx1"/>
                </a:solidFill>
                <a:latin typeface="微软雅黑" panose="020B0503020204020204" pitchFamily="34" charset="-122"/>
                <a:ea typeface="微软雅黑" panose="020B0503020204020204" pitchFamily="34" charset="-122"/>
              </a:rPr>
              <a:t>初始化调度方案</a:t>
            </a:r>
            <a:endParaRPr lang="en-US" altLang="zh-CN" sz="1000" b="0" dirty="0">
              <a:solidFill>
                <a:schemeClr val="tx1"/>
              </a:solidFill>
              <a:latin typeface="微软雅黑" panose="020B0503020204020204" pitchFamily="34" charset="-122"/>
              <a:ea typeface="微软雅黑" panose="020B0503020204020204" pitchFamily="34" charset="-122"/>
            </a:endParaRPr>
          </a:p>
          <a:p>
            <a:pPr>
              <a:lnSpc>
                <a:spcPct val="150000"/>
              </a:lnSpc>
            </a:pPr>
            <a:r>
              <a:rPr lang="en-US" altLang="zh-CN" sz="1000" b="0" dirty="0">
                <a:solidFill>
                  <a:schemeClr val="tx1"/>
                </a:solidFill>
                <a:latin typeface="微软雅黑" panose="020B0503020204020204" pitchFamily="34" charset="-122"/>
                <a:ea typeface="微软雅黑" panose="020B0503020204020204" pitchFamily="34" charset="-122"/>
              </a:rPr>
              <a:t>• </a:t>
            </a:r>
            <a:r>
              <a:rPr lang="zh-CN" altLang="en-US" sz="1000" b="0" dirty="0">
                <a:solidFill>
                  <a:schemeClr val="tx1"/>
                </a:solidFill>
                <a:latin typeface="微软雅黑" panose="020B0503020204020204" pitchFamily="34" charset="-122"/>
                <a:ea typeface="微软雅黑" panose="020B0503020204020204" pitchFamily="34" charset="-122"/>
              </a:rPr>
              <a:t>静态资源配置底座</a:t>
            </a:r>
            <a:endParaRPr lang="en-US" altLang="zh-CN" sz="1000" b="0" dirty="0">
              <a:solidFill>
                <a:schemeClr val="tx1"/>
              </a:solidFill>
              <a:latin typeface="微软雅黑" panose="020B0503020204020204" pitchFamily="34" charset="-122"/>
              <a:ea typeface="微软雅黑" panose="020B0503020204020204" pitchFamily="34" charset="-122"/>
            </a:endParaRPr>
          </a:p>
          <a:p>
            <a:pPr>
              <a:lnSpc>
                <a:spcPct val="150000"/>
              </a:lnSpc>
            </a:pPr>
            <a:r>
              <a:rPr lang="en-US" altLang="zh-CN" sz="1000" dirty="0">
                <a:solidFill>
                  <a:schemeClr val="tx1"/>
                </a:solidFill>
                <a:latin typeface="微软雅黑" panose="020B0503020204020204" pitchFamily="34" charset="-122"/>
                <a:ea typeface="微软雅黑" panose="020B0503020204020204" pitchFamily="34" charset="-122"/>
              </a:rPr>
              <a:t>--</a:t>
            </a:r>
            <a:r>
              <a:rPr lang="en-US" altLang="zh-CN" sz="1000" b="0" dirty="0">
                <a:solidFill>
                  <a:schemeClr val="tx1"/>
                </a:solidFill>
                <a:latin typeface="微软雅黑" panose="020B0503020204020204" pitchFamily="34" charset="-122"/>
                <a:ea typeface="微软雅黑" panose="020B0503020204020204" pitchFamily="34" charset="-122"/>
              </a:rPr>
              <a:t> </a:t>
            </a:r>
            <a:r>
              <a:rPr lang="zh-CN" altLang="en-US" sz="1000" b="0" dirty="0">
                <a:solidFill>
                  <a:schemeClr val="tx1"/>
                </a:solidFill>
                <a:latin typeface="微软雅黑" panose="020B0503020204020204" pitchFamily="34" charset="-122"/>
                <a:ea typeface="微软雅黑" panose="020B0503020204020204" pitchFamily="34" charset="-122"/>
              </a:rPr>
              <a:t>站位固定资源集合</a:t>
            </a:r>
            <a:endParaRPr lang="en-US" altLang="zh-CN" sz="1000" b="0" dirty="0">
              <a:solidFill>
                <a:schemeClr val="tx1"/>
              </a:solidFill>
              <a:latin typeface="微软雅黑" panose="020B0503020204020204" pitchFamily="34" charset="-122"/>
              <a:ea typeface="微软雅黑" panose="020B0503020204020204" pitchFamily="34" charset="-122"/>
            </a:endParaRPr>
          </a:p>
          <a:p>
            <a:pPr>
              <a:lnSpc>
                <a:spcPct val="150000"/>
              </a:lnSpc>
            </a:pPr>
            <a:r>
              <a:rPr lang="en-US" altLang="zh-CN" sz="1000" dirty="0">
                <a:solidFill>
                  <a:schemeClr val="tx1"/>
                </a:solidFill>
                <a:latin typeface="微软雅黑" panose="020B0503020204020204" pitchFamily="34" charset="-122"/>
                <a:ea typeface="微软雅黑" panose="020B0503020204020204" pitchFamily="34" charset="-122"/>
              </a:rPr>
              <a:t>--</a:t>
            </a:r>
            <a:r>
              <a:rPr lang="en-US" altLang="zh-CN" sz="1000" b="0" dirty="0">
                <a:solidFill>
                  <a:schemeClr val="tx1"/>
                </a:solidFill>
                <a:latin typeface="微软雅黑" panose="020B0503020204020204" pitchFamily="34" charset="-122"/>
                <a:ea typeface="微软雅黑" panose="020B0503020204020204" pitchFamily="34" charset="-122"/>
              </a:rPr>
              <a:t> </a:t>
            </a:r>
            <a:r>
              <a:rPr lang="zh-CN" altLang="en-US" sz="1000" b="0" dirty="0">
                <a:solidFill>
                  <a:schemeClr val="tx1"/>
                </a:solidFill>
                <a:latin typeface="微软雅黑" panose="020B0503020204020204" pitchFamily="34" charset="-122"/>
                <a:ea typeface="微软雅黑" panose="020B0503020204020204" pitchFamily="34" charset="-122"/>
              </a:rPr>
              <a:t>流动资源候选来源</a:t>
            </a:r>
            <a:endParaRPr lang="en-US" altLang="zh-CN" sz="1000" b="0" dirty="0">
              <a:solidFill>
                <a:schemeClr val="tx1"/>
              </a:solidFill>
              <a:latin typeface="微软雅黑" panose="020B0503020204020204" pitchFamily="34" charset="-122"/>
              <a:ea typeface="微软雅黑" panose="020B0503020204020204" pitchFamily="34" charset="-122"/>
            </a:endParaRPr>
          </a:p>
        </p:txBody>
      </p:sp>
      <p:sp>
        <p:nvSpPr>
          <p:cNvPr id="24" name="箭头: 右 23">
            <a:extLst>
              <a:ext uri="{FF2B5EF4-FFF2-40B4-BE49-F238E27FC236}">
                <a16:creationId xmlns:a16="http://schemas.microsoft.com/office/drawing/2014/main" id="{D0ED73D8-ADDE-B059-7577-EE76A7CF3816}"/>
              </a:ext>
            </a:extLst>
          </p:cNvPr>
          <p:cNvSpPr/>
          <p:nvPr/>
        </p:nvSpPr>
        <p:spPr>
          <a:xfrm>
            <a:off x="7110061" y="2539707"/>
            <a:ext cx="195030" cy="339478"/>
          </a:xfrm>
          <a:prstGeom prst="rightArrow">
            <a:avLst/>
          </a:prstGeom>
          <a:solidFill>
            <a:srgbClr val="003F8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箭头: 右 25">
            <a:extLst>
              <a:ext uri="{FF2B5EF4-FFF2-40B4-BE49-F238E27FC236}">
                <a16:creationId xmlns:a16="http://schemas.microsoft.com/office/drawing/2014/main" id="{D68E0D2F-3F6D-DF1F-8283-A02CC8F37CD0}"/>
              </a:ext>
            </a:extLst>
          </p:cNvPr>
          <p:cNvSpPr/>
          <p:nvPr/>
        </p:nvSpPr>
        <p:spPr>
          <a:xfrm>
            <a:off x="9309033" y="2539707"/>
            <a:ext cx="195030" cy="339478"/>
          </a:xfrm>
          <a:prstGeom prst="rightArrow">
            <a:avLst/>
          </a:prstGeom>
          <a:solidFill>
            <a:srgbClr val="003F8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圆角 26">
            <a:extLst>
              <a:ext uri="{FF2B5EF4-FFF2-40B4-BE49-F238E27FC236}">
                <a16:creationId xmlns:a16="http://schemas.microsoft.com/office/drawing/2014/main" id="{BC273C2E-94CC-FF12-0610-B0E21C4FF9B6}"/>
              </a:ext>
            </a:extLst>
          </p:cNvPr>
          <p:cNvSpPr/>
          <p:nvPr/>
        </p:nvSpPr>
        <p:spPr>
          <a:xfrm>
            <a:off x="7440112" y="4345751"/>
            <a:ext cx="1763302" cy="1368272"/>
          </a:xfrm>
          <a:prstGeom prst="roundRect">
            <a:avLst>
              <a:gd name="adj" fmla="val 3510"/>
            </a:avLst>
          </a:prstGeom>
          <a:solidFill>
            <a:srgbClr val="D26262">
              <a:alpha val="10000"/>
            </a:srgbClr>
          </a:solidFill>
          <a:ln>
            <a:solidFill>
              <a:srgbClr val="D2626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28" name="矩形: 圆角 27">
            <a:extLst>
              <a:ext uri="{FF2B5EF4-FFF2-40B4-BE49-F238E27FC236}">
                <a16:creationId xmlns:a16="http://schemas.microsoft.com/office/drawing/2014/main" id="{3A66E220-20CB-0652-5BBA-08996F581CDD}"/>
              </a:ext>
            </a:extLst>
          </p:cNvPr>
          <p:cNvSpPr/>
          <p:nvPr/>
        </p:nvSpPr>
        <p:spPr>
          <a:xfrm>
            <a:off x="9605911" y="4345751"/>
            <a:ext cx="1763302" cy="1368272"/>
          </a:xfrm>
          <a:prstGeom prst="roundRect">
            <a:avLst>
              <a:gd name="adj" fmla="val 3510"/>
            </a:avLst>
          </a:prstGeom>
          <a:solidFill>
            <a:srgbClr val="D26262">
              <a:alpha val="10000"/>
            </a:srgbClr>
          </a:solidFill>
          <a:ln>
            <a:solidFill>
              <a:srgbClr val="D2626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29" name="文本框 28">
            <a:extLst>
              <a:ext uri="{FF2B5EF4-FFF2-40B4-BE49-F238E27FC236}">
                <a16:creationId xmlns:a16="http://schemas.microsoft.com/office/drawing/2014/main" id="{1732AC6F-8182-DB1A-74AB-C661D59E8329}"/>
              </a:ext>
            </a:extLst>
          </p:cNvPr>
          <p:cNvSpPr txBox="1"/>
          <p:nvPr/>
        </p:nvSpPr>
        <p:spPr>
          <a:xfrm>
            <a:off x="5265119" y="4350417"/>
            <a:ext cx="830881" cy="319152"/>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zh-CN" altLang="en-US" sz="1200" dirty="0">
                <a:solidFill>
                  <a:srgbClr val="D26262"/>
                </a:solidFill>
                <a:latin typeface="微软雅黑" panose="020B0503020204020204" pitchFamily="34" charset="-122"/>
                <a:ea typeface="微软雅黑" panose="020B0503020204020204" pitchFamily="34" charset="-122"/>
              </a:rPr>
              <a:t>输入条件：</a:t>
            </a:r>
          </a:p>
        </p:txBody>
      </p:sp>
      <p:sp>
        <p:nvSpPr>
          <p:cNvPr id="30" name="文本框 29">
            <a:extLst>
              <a:ext uri="{FF2B5EF4-FFF2-40B4-BE49-F238E27FC236}">
                <a16:creationId xmlns:a16="http://schemas.microsoft.com/office/drawing/2014/main" id="{592A3CD8-1C1E-7C98-0F7B-83C3B4AD5C81}"/>
              </a:ext>
            </a:extLst>
          </p:cNvPr>
          <p:cNvSpPr txBox="1"/>
          <p:nvPr/>
        </p:nvSpPr>
        <p:spPr>
          <a:xfrm>
            <a:off x="7497264" y="4364018"/>
            <a:ext cx="1053967" cy="319152"/>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zh-CN" altLang="en-US" sz="1200" dirty="0">
                <a:solidFill>
                  <a:srgbClr val="D26262"/>
                </a:solidFill>
                <a:latin typeface="微软雅黑" panose="020B0503020204020204" pitchFamily="34" charset="-122"/>
                <a:ea typeface="微软雅黑" panose="020B0503020204020204" pitchFamily="34" charset="-122"/>
              </a:rPr>
              <a:t>核心决策：</a:t>
            </a:r>
          </a:p>
        </p:txBody>
      </p:sp>
      <p:sp>
        <p:nvSpPr>
          <p:cNvPr id="31" name="文本框 30">
            <a:extLst>
              <a:ext uri="{FF2B5EF4-FFF2-40B4-BE49-F238E27FC236}">
                <a16:creationId xmlns:a16="http://schemas.microsoft.com/office/drawing/2014/main" id="{D35A33A5-5F52-F0D2-AC89-82996DB2EA2A}"/>
              </a:ext>
            </a:extLst>
          </p:cNvPr>
          <p:cNvSpPr txBox="1"/>
          <p:nvPr/>
        </p:nvSpPr>
        <p:spPr>
          <a:xfrm>
            <a:off x="9663063" y="4364018"/>
            <a:ext cx="1053967" cy="319152"/>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zh-CN" altLang="en-US" sz="1200" dirty="0">
                <a:solidFill>
                  <a:srgbClr val="D26262"/>
                </a:solidFill>
                <a:latin typeface="微软雅黑" panose="020B0503020204020204" pitchFamily="34" charset="-122"/>
                <a:ea typeface="微软雅黑" panose="020B0503020204020204" pitchFamily="34" charset="-122"/>
              </a:rPr>
              <a:t>阶段输出：</a:t>
            </a:r>
          </a:p>
        </p:txBody>
      </p:sp>
      <p:sp>
        <p:nvSpPr>
          <p:cNvPr id="32" name="文本框 31">
            <a:extLst>
              <a:ext uri="{FF2B5EF4-FFF2-40B4-BE49-F238E27FC236}">
                <a16:creationId xmlns:a16="http://schemas.microsoft.com/office/drawing/2014/main" id="{725A980A-4794-9B6A-BE75-05F684EBF2E7}"/>
              </a:ext>
            </a:extLst>
          </p:cNvPr>
          <p:cNvSpPr txBox="1"/>
          <p:nvPr/>
        </p:nvSpPr>
        <p:spPr>
          <a:xfrm>
            <a:off x="5259500" y="4654254"/>
            <a:ext cx="1711772" cy="970932"/>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en-US" altLang="zh-CN" sz="1000" b="0" dirty="0">
                <a:solidFill>
                  <a:schemeClr val="tx1"/>
                </a:solidFill>
                <a:latin typeface="微软雅黑" panose="020B0503020204020204" pitchFamily="34" charset="-122"/>
                <a:ea typeface="微软雅黑" panose="020B0503020204020204" pitchFamily="34" charset="-122"/>
              </a:rPr>
              <a:t>• </a:t>
            </a:r>
            <a:r>
              <a:rPr lang="zh-CN" altLang="en-US" sz="1000" b="0" dirty="0">
                <a:solidFill>
                  <a:schemeClr val="tx1"/>
                </a:solidFill>
                <a:latin typeface="微软雅黑" panose="020B0503020204020204" pitchFamily="34" charset="-122"/>
                <a:ea typeface="微软雅黑" panose="020B0503020204020204" pitchFamily="34" charset="-122"/>
              </a:rPr>
              <a:t>初始化调度方案</a:t>
            </a:r>
            <a:endParaRPr lang="en-US" altLang="zh-CN" sz="1000" b="0" dirty="0">
              <a:solidFill>
                <a:schemeClr val="tx1"/>
              </a:solidFill>
              <a:latin typeface="微软雅黑" panose="020B0503020204020204" pitchFamily="34" charset="-122"/>
              <a:ea typeface="微软雅黑" panose="020B0503020204020204" pitchFamily="34" charset="-122"/>
            </a:endParaRPr>
          </a:p>
          <a:p>
            <a:pPr>
              <a:lnSpc>
                <a:spcPct val="150000"/>
              </a:lnSpc>
            </a:pPr>
            <a:r>
              <a:rPr lang="en-US" altLang="zh-CN" sz="1000" b="0" dirty="0">
                <a:solidFill>
                  <a:schemeClr val="tx1"/>
                </a:solidFill>
                <a:latin typeface="微软雅黑" panose="020B0503020204020204" pitchFamily="34" charset="-122"/>
                <a:ea typeface="微软雅黑" panose="020B0503020204020204" pitchFamily="34" charset="-122"/>
              </a:rPr>
              <a:t>• </a:t>
            </a:r>
            <a:r>
              <a:rPr lang="zh-CN" altLang="en-US" sz="1000" b="0" dirty="0">
                <a:solidFill>
                  <a:schemeClr val="tx1"/>
                </a:solidFill>
                <a:latin typeface="微软雅黑" panose="020B0503020204020204" pitchFamily="34" charset="-122"/>
                <a:ea typeface="微软雅黑" panose="020B0503020204020204" pitchFamily="34" charset="-122"/>
              </a:rPr>
              <a:t>静态资源配置底座</a:t>
            </a:r>
            <a:endParaRPr lang="en-US" altLang="zh-CN" sz="1000" b="0" dirty="0">
              <a:solidFill>
                <a:schemeClr val="tx1"/>
              </a:solidFill>
              <a:latin typeface="微软雅黑" panose="020B0503020204020204" pitchFamily="34" charset="-122"/>
              <a:ea typeface="微软雅黑" panose="020B0503020204020204" pitchFamily="34" charset="-122"/>
            </a:endParaRPr>
          </a:p>
          <a:p>
            <a:pPr>
              <a:lnSpc>
                <a:spcPct val="150000"/>
              </a:lnSpc>
            </a:pPr>
            <a:r>
              <a:rPr lang="en-US" altLang="zh-CN" sz="1000" b="0" dirty="0">
                <a:solidFill>
                  <a:schemeClr val="tx1"/>
                </a:solidFill>
                <a:latin typeface="微软雅黑" panose="020B0503020204020204" pitchFamily="34" charset="-122"/>
                <a:ea typeface="微软雅黑" panose="020B0503020204020204" pitchFamily="34" charset="-122"/>
              </a:rPr>
              <a:t>• </a:t>
            </a:r>
            <a:r>
              <a:rPr lang="zh-CN" altLang="en-US" sz="1000" b="0" dirty="0">
                <a:solidFill>
                  <a:schemeClr val="tx1"/>
                </a:solidFill>
                <a:latin typeface="微软雅黑" panose="020B0503020204020204" pitchFamily="34" charset="-122"/>
                <a:ea typeface="微软雅黑" panose="020B0503020204020204" pitchFamily="34" charset="-122"/>
              </a:rPr>
              <a:t>扰动事件与当前执行状态</a:t>
            </a:r>
            <a:endParaRPr lang="en-US" altLang="zh-CN" sz="1000" b="0" dirty="0">
              <a:solidFill>
                <a:schemeClr val="tx1"/>
              </a:solidFill>
              <a:latin typeface="微软雅黑" panose="020B0503020204020204" pitchFamily="34" charset="-122"/>
              <a:ea typeface="微软雅黑" panose="020B0503020204020204" pitchFamily="34" charset="-122"/>
            </a:endParaRPr>
          </a:p>
          <a:p>
            <a:pPr>
              <a:lnSpc>
                <a:spcPct val="150000"/>
              </a:lnSpc>
            </a:pPr>
            <a:r>
              <a:rPr lang="en-US" altLang="zh-CN" sz="1000" b="0" dirty="0">
                <a:solidFill>
                  <a:schemeClr val="tx1"/>
                </a:solidFill>
                <a:latin typeface="微软雅黑" panose="020B0503020204020204" pitchFamily="34" charset="-122"/>
                <a:ea typeface="微软雅黑" panose="020B0503020204020204" pitchFamily="34" charset="-122"/>
              </a:rPr>
              <a:t>• </a:t>
            </a:r>
            <a:r>
              <a:rPr lang="zh-CN" altLang="en-US" sz="1000" b="0" dirty="0">
                <a:solidFill>
                  <a:schemeClr val="tx1"/>
                </a:solidFill>
                <a:latin typeface="微软雅黑" panose="020B0503020204020204" pitchFamily="34" charset="-122"/>
                <a:ea typeface="微软雅黑" panose="020B0503020204020204" pitchFamily="34" charset="-122"/>
              </a:rPr>
              <a:t>剩余工序及资源需求</a:t>
            </a:r>
            <a:endParaRPr lang="en-US" altLang="zh-CN" sz="1000" b="0" dirty="0">
              <a:solidFill>
                <a:schemeClr val="tx1"/>
              </a:solidFill>
              <a:latin typeface="微软雅黑" panose="020B0503020204020204" pitchFamily="34" charset="-122"/>
              <a:ea typeface="微软雅黑" panose="020B0503020204020204" pitchFamily="34" charset="-122"/>
            </a:endParaRPr>
          </a:p>
        </p:txBody>
      </p:sp>
      <p:sp>
        <p:nvSpPr>
          <p:cNvPr id="33" name="文本框 32">
            <a:extLst>
              <a:ext uri="{FF2B5EF4-FFF2-40B4-BE49-F238E27FC236}">
                <a16:creationId xmlns:a16="http://schemas.microsoft.com/office/drawing/2014/main" id="{23DC0416-3130-B1FE-2848-3770F2C8F039}"/>
              </a:ext>
            </a:extLst>
          </p:cNvPr>
          <p:cNvSpPr txBox="1"/>
          <p:nvPr/>
        </p:nvSpPr>
        <p:spPr>
          <a:xfrm>
            <a:off x="7501953" y="4646999"/>
            <a:ext cx="1711772" cy="970932"/>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en-US" altLang="zh-CN" sz="1000" b="0" dirty="0">
                <a:solidFill>
                  <a:schemeClr val="tx1"/>
                </a:solidFill>
                <a:latin typeface="微软雅黑" panose="020B0503020204020204" pitchFamily="34" charset="-122"/>
                <a:ea typeface="微软雅黑" panose="020B0503020204020204" pitchFamily="34" charset="-122"/>
              </a:rPr>
              <a:t>• </a:t>
            </a:r>
            <a:r>
              <a:rPr lang="zh-CN" altLang="en-US" sz="1000" b="0" dirty="0">
                <a:solidFill>
                  <a:schemeClr val="tx1"/>
                </a:solidFill>
                <a:latin typeface="微软雅黑" panose="020B0503020204020204" pitchFamily="34" charset="-122"/>
                <a:ea typeface="微软雅黑" panose="020B0503020204020204" pitchFamily="34" charset="-122"/>
              </a:rPr>
              <a:t>更新资源可用状态</a:t>
            </a:r>
            <a:endParaRPr lang="en-US" altLang="zh-CN" sz="1000" b="0" dirty="0">
              <a:solidFill>
                <a:schemeClr val="tx1"/>
              </a:solidFill>
              <a:latin typeface="微软雅黑" panose="020B0503020204020204" pitchFamily="34" charset="-122"/>
              <a:ea typeface="微软雅黑" panose="020B0503020204020204" pitchFamily="34" charset="-122"/>
            </a:endParaRPr>
          </a:p>
          <a:p>
            <a:pPr>
              <a:lnSpc>
                <a:spcPct val="150000"/>
              </a:lnSpc>
            </a:pPr>
            <a:r>
              <a:rPr lang="en-US" altLang="zh-CN" sz="1000" b="0" dirty="0">
                <a:solidFill>
                  <a:schemeClr val="tx1"/>
                </a:solidFill>
                <a:latin typeface="微软雅黑" panose="020B0503020204020204" pitchFamily="34" charset="-122"/>
                <a:ea typeface="微软雅黑" panose="020B0503020204020204" pitchFamily="34" charset="-122"/>
              </a:rPr>
              <a:t>• </a:t>
            </a:r>
            <a:r>
              <a:rPr lang="zh-CN" altLang="en-US" sz="1000" b="0" dirty="0">
                <a:solidFill>
                  <a:schemeClr val="tx1"/>
                </a:solidFill>
                <a:latin typeface="微软雅黑" panose="020B0503020204020204" pitchFamily="34" charset="-122"/>
                <a:ea typeface="微软雅黑" panose="020B0503020204020204" pitchFamily="34" charset="-122"/>
              </a:rPr>
              <a:t>调整资源分配关系</a:t>
            </a:r>
            <a:endParaRPr lang="en-US" altLang="zh-CN" sz="1000" b="0" dirty="0">
              <a:solidFill>
                <a:schemeClr val="tx1"/>
              </a:solidFill>
              <a:latin typeface="微软雅黑" panose="020B0503020204020204" pitchFamily="34" charset="-122"/>
              <a:ea typeface="微软雅黑" panose="020B0503020204020204" pitchFamily="34" charset="-122"/>
            </a:endParaRPr>
          </a:p>
          <a:p>
            <a:pPr>
              <a:lnSpc>
                <a:spcPct val="150000"/>
              </a:lnSpc>
            </a:pPr>
            <a:r>
              <a:rPr lang="en-US" altLang="zh-CN" sz="1000" b="0" dirty="0">
                <a:solidFill>
                  <a:schemeClr val="tx1"/>
                </a:solidFill>
                <a:latin typeface="微软雅黑" panose="020B0503020204020204" pitchFamily="34" charset="-122"/>
                <a:ea typeface="微软雅黑" panose="020B0503020204020204" pitchFamily="34" charset="-122"/>
              </a:rPr>
              <a:t>• </a:t>
            </a:r>
            <a:r>
              <a:rPr lang="zh-CN" altLang="en-US" sz="1000" b="0" dirty="0">
                <a:solidFill>
                  <a:schemeClr val="tx1"/>
                </a:solidFill>
                <a:latin typeface="微软雅黑" panose="020B0503020204020204" pitchFamily="34" charset="-122"/>
                <a:ea typeface="微软雅黑" panose="020B0503020204020204" pitchFamily="34" charset="-122"/>
              </a:rPr>
              <a:t>重排可执行工序顺序</a:t>
            </a:r>
            <a:endParaRPr lang="en-US" altLang="zh-CN" sz="1000" b="0" dirty="0">
              <a:solidFill>
                <a:schemeClr val="tx1"/>
              </a:solidFill>
              <a:latin typeface="微软雅黑" panose="020B0503020204020204" pitchFamily="34" charset="-122"/>
              <a:ea typeface="微软雅黑" panose="020B0503020204020204" pitchFamily="34" charset="-122"/>
            </a:endParaRPr>
          </a:p>
          <a:p>
            <a:pPr>
              <a:lnSpc>
                <a:spcPct val="150000"/>
              </a:lnSpc>
            </a:pPr>
            <a:r>
              <a:rPr lang="en-US" altLang="zh-CN" sz="1000" b="0" dirty="0">
                <a:solidFill>
                  <a:schemeClr val="tx1"/>
                </a:solidFill>
                <a:latin typeface="微软雅黑" panose="020B0503020204020204" pitchFamily="34" charset="-122"/>
                <a:ea typeface="微软雅黑" panose="020B0503020204020204" pitchFamily="34" charset="-122"/>
              </a:rPr>
              <a:t>• </a:t>
            </a:r>
            <a:r>
              <a:rPr lang="zh-CN" altLang="en-US" sz="1000" b="0" dirty="0">
                <a:solidFill>
                  <a:schemeClr val="tx1"/>
                </a:solidFill>
                <a:latin typeface="微软雅黑" panose="020B0503020204020204" pitchFamily="34" charset="-122"/>
                <a:ea typeface="微软雅黑" panose="020B0503020204020204" pitchFamily="34" charset="-122"/>
              </a:rPr>
              <a:t>匹配工序所需资源</a:t>
            </a:r>
            <a:endParaRPr lang="en-US" altLang="zh-CN" sz="1000" b="0" dirty="0">
              <a:solidFill>
                <a:schemeClr val="tx1"/>
              </a:solidFill>
              <a:latin typeface="微软雅黑" panose="020B0503020204020204" pitchFamily="34" charset="-122"/>
              <a:ea typeface="微软雅黑" panose="020B0503020204020204" pitchFamily="34" charset="-122"/>
            </a:endParaRPr>
          </a:p>
        </p:txBody>
      </p:sp>
      <p:sp>
        <p:nvSpPr>
          <p:cNvPr id="34" name="文本框 33">
            <a:extLst>
              <a:ext uri="{FF2B5EF4-FFF2-40B4-BE49-F238E27FC236}">
                <a16:creationId xmlns:a16="http://schemas.microsoft.com/office/drawing/2014/main" id="{F3B81D29-6673-EE7F-6FF5-ED41766C99FE}"/>
              </a:ext>
            </a:extLst>
          </p:cNvPr>
          <p:cNvSpPr txBox="1"/>
          <p:nvPr/>
        </p:nvSpPr>
        <p:spPr>
          <a:xfrm>
            <a:off x="9664565" y="4654257"/>
            <a:ext cx="1711772" cy="970932"/>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en-US" altLang="zh-CN" sz="1000" b="0" dirty="0">
                <a:solidFill>
                  <a:schemeClr val="tx1"/>
                </a:solidFill>
                <a:latin typeface="微软雅黑" panose="020B0503020204020204" pitchFamily="34" charset="-122"/>
                <a:ea typeface="微软雅黑" panose="020B0503020204020204" pitchFamily="34" charset="-122"/>
              </a:rPr>
              <a:t>• </a:t>
            </a:r>
            <a:r>
              <a:rPr lang="zh-CN" altLang="en-US" sz="1000" b="0" dirty="0">
                <a:solidFill>
                  <a:schemeClr val="tx1"/>
                </a:solidFill>
                <a:latin typeface="微软雅黑" panose="020B0503020204020204" pitchFamily="34" charset="-122"/>
                <a:ea typeface="微软雅黑" panose="020B0503020204020204" pitchFamily="34" charset="-122"/>
              </a:rPr>
              <a:t>动态资源配置方案</a:t>
            </a:r>
            <a:endParaRPr lang="en-US" altLang="zh-CN" sz="1000" b="0" dirty="0">
              <a:solidFill>
                <a:schemeClr val="tx1"/>
              </a:solidFill>
              <a:latin typeface="微软雅黑" panose="020B0503020204020204" pitchFamily="34" charset="-122"/>
              <a:ea typeface="微软雅黑" panose="020B0503020204020204" pitchFamily="34" charset="-122"/>
            </a:endParaRPr>
          </a:p>
          <a:p>
            <a:pPr>
              <a:lnSpc>
                <a:spcPct val="150000"/>
              </a:lnSpc>
            </a:pPr>
            <a:r>
              <a:rPr lang="en-US" altLang="zh-CN" sz="1000" b="0" dirty="0">
                <a:solidFill>
                  <a:schemeClr val="tx1"/>
                </a:solidFill>
                <a:latin typeface="微软雅黑" panose="020B0503020204020204" pitchFamily="34" charset="-122"/>
                <a:ea typeface="微软雅黑" panose="020B0503020204020204" pitchFamily="34" charset="-122"/>
              </a:rPr>
              <a:t>• </a:t>
            </a:r>
            <a:r>
              <a:rPr lang="zh-CN" altLang="en-US" sz="1000" b="0" dirty="0">
                <a:solidFill>
                  <a:schemeClr val="tx1"/>
                </a:solidFill>
                <a:latin typeface="微软雅黑" panose="020B0503020204020204" pitchFamily="34" charset="-122"/>
                <a:ea typeface="微软雅黑" panose="020B0503020204020204" pitchFamily="34" charset="-122"/>
              </a:rPr>
              <a:t>调度恢复方案</a:t>
            </a:r>
            <a:endParaRPr lang="en-US" altLang="zh-CN" sz="1000" b="0" dirty="0">
              <a:solidFill>
                <a:schemeClr val="tx1"/>
              </a:solidFill>
              <a:latin typeface="微软雅黑" panose="020B0503020204020204" pitchFamily="34" charset="-122"/>
              <a:ea typeface="微软雅黑" panose="020B0503020204020204" pitchFamily="34" charset="-122"/>
            </a:endParaRPr>
          </a:p>
          <a:p>
            <a:pPr>
              <a:lnSpc>
                <a:spcPct val="150000"/>
              </a:lnSpc>
            </a:pPr>
            <a:r>
              <a:rPr lang="en-US" altLang="zh-CN" sz="1000" b="0" dirty="0">
                <a:solidFill>
                  <a:schemeClr val="tx1"/>
                </a:solidFill>
                <a:latin typeface="微软雅黑" panose="020B0503020204020204" pitchFamily="34" charset="-122"/>
                <a:ea typeface="微软雅黑" panose="020B0503020204020204" pitchFamily="34" charset="-122"/>
              </a:rPr>
              <a:t>• </a:t>
            </a:r>
            <a:r>
              <a:rPr lang="zh-CN" altLang="en-US" sz="1000" b="0" dirty="0">
                <a:solidFill>
                  <a:schemeClr val="tx1"/>
                </a:solidFill>
                <a:latin typeface="微软雅黑" panose="020B0503020204020204" pitchFamily="34" charset="-122"/>
                <a:ea typeface="微软雅黑" panose="020B0503020204020204" pitchFamily="34" charset="-122"/>
              </a:rPr>
              <a:t>扰动后工序执行序列</a:t>
            </a:r>
            <a:endParaRPr lang="en-US" altLang="zh-CN" sz="1000" b="0" dirty="0">
              <a:solidFill>
                <a:schemeClr val="tx1"/>
              </a:solidFill>
              <a:latin typeface="微软雅黑" panose="020B0503020204020204" pitchFamily="34" charset="-122"/>
              <a:ea typeface="微软雅黑" panose="020B0503020204020204" pitchFamily="34" charset="-122"/>
            </a:endParaRPr>
          </a:p>
          <a:p>
            <a:pPr>
              <a:lnSpc>
                <a:spcPct val="150000"/>
              </a:lnSpc>
            </a:pPr>
            <a:r>
              <a:rPr lang="en-US" altLang="zh-CN" sz="1000" b="0" dirty="0">
                <a:solidFill>
                  <a:schemeClr val="tx1"/>
                </a:solidFill>
                <a:latin typeface="微软雅黑" panose="020B0503020204020204" pitchFamily="34" charset="-122"/>
                <a:ea typeface="微软雅黑" panose="020B0503020204020204" pitchFamily="34" charset="-122"/>
              </a:rPr>
              <a:t>• </a:t>
            </a:r>
            <a:r>
              <a:rPr lang="zh-CN" altLang="en-US" sz="1000" b="0" dirty="0">
                <a:solidFill>
                  <a:schemeClr val="tx1"/>
                </a:solidFill>
                <a:latin typeface="微软雅黑" panose="020B0503020204020204" pitchFamily="34" charset="-122"/>
                <a:ea typeface="微软雅黑" panose="020B0503020204020204" pitchFamily="34" charset="-122"/>
              </a:rPr>
              <a:t>更新后的资源占用状态</a:t>
            </a:r>
            <a:endParaRPr lang="en-US" altLang="zh-CN" sz="1000" b="0" dirty="0">
              <a:solidFill>
                <a:schemeClr val="tx1"/>
              </a:solidFill>
              <a:latin typeface="微软雅黑" panose="020B0503020204020204" pitchFamily="34" charset="-122"/>
              <a:ea typeface="微软雅黑" panose="020B0503020204020204" pitchFamily="34" charset="-122"/>
            </a:endParaRPr>
          </a:p>
        </p:txBody>
      </p:sp>
      <p:sp>
        <p:nvSpPr>
          <p:cNvPr id="35" name="箭头: 右 34">
            <a:extLst>
              <a:ext uri="{FF2B5EF4-FFF2-40B4-BE49-F238E27FC236}">
                <a16:creationId xmlns:a16="http://schemas.microsoft.com/office/drawing/2014/main" id="{07D46DA3-E338-2498-1F25-C686AF8F610C}"/>
              </a:ext>
            </a:extLst>
          </p:cNvPr>
          <p:cNvSpPr/>
          <p:nvPr/>
        </p:nvSpPr>
        <p:spPr>
          <a:xfrm>
            <a:off x="7131835" y="4861983"/>
            <a:ext cx="195030" cy="339478"/>
          </a:xfrm>
          <a:prstGeom prst="rightArrow">
            <a:avLst/>
          </a:prstGeom>
          <a:solidFill>
            <a:srgbClr val="D2626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26262"/>
              </a:solidFill>
            </a:endParaRPr>
          </a:p>
        </p:txBody>
      </p:sp>
      <p:sp>
        <p:nvSpPr>
          <p:cNvPr id="36" name="箭头: 右 35">
            <a:extLst>
              <a:ext uri="{FF2B5EF4-FFF2-40B4-BE49-F238E27FC236}">
                <a16:creationId xmlns:a16="http://schemas.microsoft.com/office/drawing/2014/main" id="{B5844B6F-73F4-A116-389C-CE6FA27F0A21}"/>
              </a:ext>
            </a:extLst>
          </p:cNvPr>
          <p:cNvSpPr/>
          <p:nvPr/>
        </p:nvSpPr>
        <p:spPr>
          <a:xfrm>
            <a:off x="9330807" y="4861983"/>
            <a:ext cx="195030" cy="339478"/>
          </a:xfrm>
          <a:prstGeom prst="rightArrow">
            <a:avLst/>
          </a:prstGeom>
          <a:solidFill>
            <a:srgbClr val="D2626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26262"/>
              </a:solidFill>
            </a:endParaRPr>
          </a:p>
        </p:txBody>
      </p:sp>
    </p:spTree>
    <p:extLst>
      <p:ext uri="{BB962C8B-B14F-4D97-AF65-F5344CB8AC3E}">
        <p14:creationId xmlns:p14="http://schemas.microsoft.com/office/powerpoint/2010/main" val="225855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5B45E-DB42-B251-C41B-5345013452C3}"/>
            </a:ext>
          </a:extLst>
        </p:cNvPr>
        <p:cNvGrpSpPr/>
        <p:nvPr/>
      </p:nvGrpSpPr>
      <p:grpSpPr>
        <a:xfrm>
          <a:off x="0" y="0"/>
          <a:ext cx="0" cy="0"/>
          <a:chOff x="0" y="0"/>
          <a:chExt cx="0" cy="0"/>
        </a:xfrm>
      </p:grpSpPr>
      <p:cxnSp>
        <p:nvCxnSpPr>
          <p:cNvPr id="7" name="直接连接符 6">
            <a:extLst>
              <a:ext uri="{FF2B5EF4-FFF2-40B4-BE49-F238E27FC236}">
                <a16:creationId xmlns:a16="http://schemas.microsoft.com/office/drawing/2014/main" id="{9A54EF84-A6F2-D06C-B20B-0D8B8B21D0D8}"/>
              </a:ext>
            </a:extLst>
          </p:cNvPr>
          <p:cNvCxnSpPr>
            <a:cxnSpLocks/>
          </p:cNvCxnSpPr>
          <p:nvPr/>
        </p:nvCxnSpPr>
        <p:spPr>
          <a:xfrm>
            <a:off x="337132" y="774574"/>
            <a:ext cx="11567001" cy="0"/>
          </a:xfrm>
          <a:prstGeom prst="line">
            <a:avLst/>
          </a:prstGeom>
          <a:ln w="19050">
            <a:solidFill>
              <a:srgbClr val="133C7A">
                <a:alpha val="80000"/>
              </a:srgbClr>
            </a:solidFill>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6D091DA4-F5CD-8AFD-FE1A-9ADE17DF9435}"/>
              </a:ext>
            </a:extLst>
          </p:cNvPr>
          <p:cNvSpPr txBox="1"/>
          <p:nvPr/>
        </p:nvSpPr>
        <p:spPr>
          <a:xfrm>
            <a:off x="683012" y="256087"/>
            <a:ext cx="9510123" cy="505676"/>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r>
              <a:rPr lang="en-US" altLang="zh-CN" sz="2800" dirty="0">
                <a:solidFill>
                  <a:schemeClr val="tx2">
                    <a:lumMod val="75000"/>
                  </a:schemeClr>
                </a:solidFill>
                <a:latin typeface="微软雅黑" panose="020B0503020204020204" pitchFamily="34" charset="-122"/>
                <a:ea typeface="微软雅黑" panose="020B0503020204020204" pitchFamily="34" charset="-122"/>
              </a:rPr>
              <a:t>2 </a:t>
            </a:r>
            <a:r>
              <a:rPr lang="zh-CN" altLang="en-US" sz="2800" dirty="0">
                <a:solidFill>
                  <a:schemeClr val="tx2">
                    <a:lumMod val="75000"/>
                  </a:schemeClr>
                </a:solidFill>
                <a:latin typeface="微软雅黑" panose="020B0503020204020204" pitchFamily="34" charset="-122"/>
                <a:ea typeface="微软雅黑" panose="020B0503020204020204" pitchFamily="34" charset="-122"/>
              </a:rPr>
              <a:t>问题描述</a:t>
            </a:r>
          </a:p>
        </p:txBody>
      </p:sp>
      <p:sp>
        <p:nvSpPr>
          <p:cNvPr id="9" name="矩形 8">
            <a:extLst>
              <a:ext uri="{FF2B5EF4-FFF2-40B4-BE49-F238E27FC236}">
                <a16:creationId xmlns:a16="http://schemas.microsoft.com/office/drawing/2014/main" id="{485A70B9-6FB1-EE52-CF8C-48A6D702EB7F}"/>
              </a:ext>
            </a:extLst>
          </p:cNvPr>
          <p:cNvSpPr/>
          <p:nvPr/>
        </p:nvSpPr>
        <p:spPr>
          <a:xfrm>
            <a:off x="337132" y="268900"/>
            <a:ext cx="195295" cy="50567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866378AC-347E-6089-10A4-C52744C62427}"/>
              </a:ext>
            </a:extLst>
          </p:cNvPr>
          <p:cNvSpPr/>
          <p:nvPr/>
        </p:nvSpPr>
        <p:spPr>
          <a:xfrm>
            <a:off x="337132" y="268900"/>
            <a:ext cx="276318" cy="505674"/>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A42D7419-6A44-CAE2-3873-612A1F9EAE5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66776" y="256087"/>
            <a:ext cx="1788092" cy="431989"/>
          </a:xfrm>
          <a:prstGeom prst="rect">
            <a:avLst/>
          </a:prstGeom>
        </p:spPr>
      </p:pic>
      <p:sp>
        <p:nvSpPr>
          <p:cNvPr id="2" name="文本框 1">
            <a:extLst>
              <a:ext uri="{FF2B5EF4-FFF2-40B4-BE49-F238E27FC236}">
                <a16:creationId xmlns:a16="http://schemas.microsoft.com/office/drawing/2014/main" id="{07B3EE74-EAC7-2FDA-8EBE-6954DC576A1E}"/>
              </a:ext>
            </a:extLst>
          </p:cNvPr>
          <p:cNvSpPr txBox="1"/>
          <p:nvPr/>
        </p:nvSpPr>
        <p:spPr>
          <a:xfrm>
            <a:off x="299410" y="862073"/>
            <a:ext cx="9510123" cy="444121"/>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r>
              <a:rPr lang="en-US" altLang="zh-CN" sz="2400" dirty="0">
                <a:solidFill>
                  <a:schemeClr val="tx2">
                    <a:lumMod val="75000"/>
                  </a:schemeClr>
                </a:solidFill>
                <a:latin typeface="微软雅黑" panose="020B0503020204020204" pitchFamily="34" charset="-122"/>
                <a:ea typeface="微软雅黑" panose="020B0503020204020204" pitchFamily="34" charset="-122"/>
              </a:rPr>
              <a:t>• 2.4 </a:t>
            </a:r>
            <a:r>
              <a:rPr lang="zh-CN" altLang="en-US" sz="2400" dirty="0">
                <a:solidFill>
                  <a:schemeClr val="tx2">
                    <a:lumMod val="75000"/>
                  </a:schemeClr>
                </a:solidFill>
                <a:latin typeface="微软雅黑" panose="020B0503020204020204" pitchFamily="34" charset="-122"/>
                <a:ea typeface="微软雅黑" panose="020B0503020204020204" pitchFamily="34" charset="-122"/>
              </a:rPr>
              <a:t>问题建模</a:t>
            </a:r>
          </a:p>
        </p:txBody>
      </p:sp>
      <p:sp>
        <p:nvSpPr>
          <p:cNvPr id="4" name="矩形: 圆角 3">
            <a:extLst>
              <a:ext uri="{FF2B5EF4-FFF2-40B4-BE49-F238E27FC236}">
                <a16:creationId xmlns:a16="http://schemas.microsoft.com/office/drawing/2014/main" id="{47E91E0E-7F19-779C-9006-AFB79CDD3996}"/>
              </a:ext>
            </a:extLst>
          </p:cNvPr>
          <p:cNvSpPr/>
          <p:nvPr/>
        </p:nvSpPr>
        <p:spPr>
          <a:xfrm flipH="1">
            <a:off x="337129" y="1393692"/>
            <a:ext cx="11517738" cy="5268365"/>
          </a:xfrm>
          <a:prstGeom prst="roundRect">
            <a:avLst>
              <a:gd name="adj" fmla="val 3858"/>
            </a:avLst>
          </a:prstGeom>
          <a:no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15" name="矩形: 圆角 209">
            <a:extLst>
              <a:ext uri="{FF2B5EF4-FFF2-40B4-BE49-F238E27FC236}">
                <a16:creationId xmlns:a16="http://schemas.microsoft.com/office/drawing/2014/main" id="{A348EF9B-B2B3-50EF-7B47-B0F5C6C1C152}"/>
              </a:ext>
            </a:extLst>
          </p:cNvPr>
          <p:cNvSpPr/>
          <p:nvPr/>
        </p:nvSpPr>
        <p:spPr>
          <a:xfrm>
            <a:off x="4296228" y="1173096"/>
            <a:ext cx="3606801" cy="460860"/>
          </a:xfrm>
          <a:prstGeom prst="round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Microsoft YaHei" panose="020B0503020204020204" pitchFamily="34" charset="-122"/>
                <a:ea typeface="Microsoft YaHei" panose="020B0503020204020204" pitchFamily="34" charset="-122"/>
              </a:rPr>
              <a:t>符号系统与决策变量</a:t>
            </a:r>
          </a:p>
        </p:txBody>
      </p:sp>
      <p:sp>
        <p:nvSpPr>
          <p:cNvPr id="3" name="矩形: 圆角 2">
            <a:extLst>
              <a:ext uri="{FF2B5EF4-FFF2-40B4-BE49-F238E27FC236}">
                <a16:creationId xmlns:a16="http://schemas.microsoft.com/office/drawing/2014/main" id="{AFD6C75E-E699-E65D-CDAD-18C800004890}"/>
              </a:ext>
            </a:extLst>
          </p:cNvPr>
          <p:cNvSpPr/>
          <p:nvPr/>
        </p:nvSpPr>
        <p:spPr>
          <a:xfrm>
            <a:off x="588671" y="1836059"/>
            <a:ext cx="5253331" cy="2235200"/>
          </a:xfrm>
          <a:prstGeom prst="roundRect">
            <a:avLst>
              <a:gd name="adj" fmla="val 3510"/>
            </a:avLst>
          </a:prstGeom>
          <a:solidFill>
            <a:srgbClr val="3192F2">
              <a:alpha val="10000"/>
            </a:srgbClr>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12" name="矩形: 圆角 11">
            <a:extLst>
              <a:ext uri="{FF2B5EF4-FFF2-40B4-BE49-F238E27FC236}">
                <a16:creationId xmlns:a16="http://schemas.microsoft.com/office/drawing/2014/main" id="{1F081B5A-0DDD-C95B-E35D-D9FB61ED2403}"/>
              </a:ext>
            </a:extLst>
          </p:cNvPr>
          <p:cNvSpPr/>
          <p:nvPr/>
        </p:nvSpPr>
        <p:spPr>
          <a:xfrm>
            <a:off x="6349998" y="1836059"/>
            <a:ext cx="5253331" cy="2235200"/>
          </a:xfrm>
          <a:prstGeom prst="roundRect">
            <a:avLst>
              <a:gd name="adj" fmla="val 3510"/>
            </a:avLst>
          </a:prstGeom>
          <a:solidFill>
            <a:srgbClr val="3192F2">
              <a:alpha val="10000"/>
            </a:srgbClr>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13" name="矩形: 圆角 12">
            <a:extLst>
              <a:ext uri="{FF2B5EF4-FFF2-40B4-BE49-F238E27FC236}">
                <a16:creationId xmlns:a16="http://schemas.microsoft.com/office/drawing/2014/main" id="{03FAA31E-D3FB-8418-9A96-18248B2B1B2F}"/>
              </a:ext>
            </a:extLst>
          </p:cNvPr>
          <p:cNvSpPr/>
          <p:nvPr/>
        </p:nvSpPr>
        <p:spPr>
          <a:xfrm>
            <a:off x="588671" y="4249058"/>
            <a:ext cx="5253331" cy="2235200"/>
          </a:xfrm>
          <a:prstGeom prst="roundRect">
            <a:avLst>
              <a:gd name="adj" fmla="val 3510"/>
            </a:avLst>
          </a:prstGeom>
          <a:solidFill>
            <a:srgbClr val="3192F2">
              <a:alpha val="10000"/>
            </a:srgbClr>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19" name="矩形: 圆角 18">
            <a:extLst>
              <a:ext uri="{FF2B5EF4-FFF2-40B4-BE49-F238E27FC236}">
                <a16:creationId xmlns:a16="http://schemas.microsoft.com/office/drawing/2014/main" id="{A0B3AC24-6D3E-EAE6-5532-B946200CEC9F}"/>
              </a:ext>
            </a:extLst>
          </p:cNvPr>
          <p:cNvSpPr/>
          <p:nvPr/>
        </p:nvSpPr>
        <p:spPr>
          <a:xfrm>
            <a:off x="6349998" y="4249058"/>
            <a:ext cx="5253331" cy="2235200"/>
          </a:xfrm>
          <a:prstGeom prst="roundRect">
            <a:avLst>
              <a:gd name="adj" fmla="val 3510"/>
            </a:avLst>
          </a:prstGeom>
          <a:solidFill>
            <a:srgbClr val="3192F2">
              <a:alpha val="10000"/>
            </a:srgbClr>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22" name="文本框 21">
            <a:extLst>
              <a:ext uri="{FF2B5EF4-FFF2-40B4-BE49-F238E27FC236}">
                <a16:creationId xmlns:a16="http://schemas.microsoft.com/office/drawing/2014/main" id="{A86B7E41-E769-030B-EB91-A0723CE26E3D}"/>
              </a:ext>
            </a:extLst>
          </p:cNvPr>
          <p:cNvSpPr txBox="1"/>
          <p:nvPr/>
        </p:nvSpPr>
        <p:spPr>
          <a:xfrm>
            <a:off x="765690" y="1847943"/>
            <a:ext cx="1396939" cy="441365"/>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zh-CN" altLang="en-US" sz="1800" dirty="0">
                <a:solidFill>
                  <a:srgbClr val="003F88"/>
                </a:solidFill>
                <a:latin typeface="微软雅黑" panose="020B0503020204020204" pitchFamily="34" charset="-122"/>
                <a:ea typeface="微软雅黑" panose="020B0503020204020204" pitchFamily="34" charset="-122"/>
              </a:rPr>
              <a:t>集合与索引：</a:t>
            </a:r>
          </a:p>
        </p:txBody>
      </p:sp>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30C84A00-F063-7491-3C4F-28DA4EA0D788}"/>
                  </a:ext>
                </a:extLst>
              </p:cNvPr>
              <p:cNvSpPr txBox="1"/>
              <p:nvPr/>
            </p:nvSpPr>
            <p:spPr>
              <a:xfrm>
                <a:off x="683012" y="2291270"/>
                <a:ext cx="2361343" cy="1377903"/>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14:m>
                  <m:oMathPara xmlns:m="http://schemas.openxmlformats.org/officeDocument/2006/math">
                    <m:oMathParaPr>
                      <m:jc m:val="left"/>
                    </m:oMathParaPr>
                    <m:oMath xmlns:m="http://schemas.openxmlformats.org/officeDocument/2006/math">
                      <m:r>
                        <a:rPr lang="en-US" altLang="zh-CN" sz="1400" b="0" i="1" dirty="0" smtClean="0">
                          <a:solidFill>
                            <a:schemeClr val="tx1"/>
                          </a:solidFill>
                          <a:latin typeface="Cambria Math" panose="02040503050406030204" pitchFamily="18" charset="0"/>
                          <a:ea typeface="微软雅黑" panose="020B0503020204020204" pitchFamily="34" charset="-122"/>
                        </a:rPr>
                        <m:t>• </m:t>
                      </m:r>
                      <m:r>
                        <a:rPr lang="zh-CN" altLang="en-US" sz="1400" b="0" i="1" dirty="0" smtClean="0">
                          <a:solidFill>
                            <a:schemeClr val="tx1"/>
                          </a:solidFill>
                          <a:latin typeface="Cambria Math" panose="02040503050406030204" pitchFamily="18" charset="0"/>
                          <a:ea typeface="微软雅黑" panose="020B0503020204020204" pitchFamily="34" charset="-122"/>
                        </a:rPr>
                        <m:t>站位集合：</m:t>
                      </m:r>
                      <m:r>
                        <a:rPr lang="en-US" altLang="zh-CN" sz="1400" b="0" i="1" dirty="0" smtClean="0">
                          <a:solidFill>
                            <a:schemeClr val="tx1"/>
                          </a:solidFill>
                          <a:latin typeface="Cambria Math" panose="02040503050406030204" pitchFamily="18" charset="0"/>
                          <a:ea typeface="微软雅黑" panose="020B0503020204020204" pitchFamily="34" charset="-122"/>
                        </a:rPr>
                        <m:t>𝑆</m:t>
                      </m:r>
                    </m:oMath>
                  </m:oMathPara>
                </a14:m>
                <a:endParaRPr lang="en-US" altLang="zh-CN" sz="1400" b="0" dirty="0">
                  <a:solidFill>
                    <a:schemeClr val="tx1"/>
                  </a:solidFill>
                  <a:latin typeface="微软雅黑" panose="020B0503020204020204" pitchFamily="34" charset="-122"/>
                  <a:ea typeface="微软雅黑" panose="020B0503020204020204" pitchFamily="34" charset="-122"/>
                </a:endParaRPr>
              </a:p>
              <a:p>
                <a:pPr>
                  <a:lnSpc>
                    <a:spcPct val="150000"/>
                  </a:lnSpc>
                </a:pPr>
                <a14:m>
                  <m:oMathPara xmlns:m="http://schemas.openxmlformats.org/officeDocument/2006/math">
                    <m:oMathParaPr>
                      <m:jc m:val="left"/>
                    </m:oMathParaPr>
                    <m:oMath xmlns:m="http://schemas.openxmlformats.org/officeDocument/2006/math">
                      <m:r>
                        <a:rPr lang="en-US" altLang="zh-CN" sz="1400" b="0" i="1" dirty="0" smtClean="0">
                          <a:solidFill>
                            <a:schemeClr val="tx1"/>
                          </a:solidFill>
                          <a:latin typeface="Cambria Math" panose="02040503050406030204" pitchFamily="18" charset="0"/>
                          <a:ea typeface="微软雅黑" panose="020B0503020204020204" pitchFamily="34" charset="-122"/>
                        </a:rPr>
                        <m:t>• </m:t>
                      </m:r>
                      <m:r>
                        <a:rPr lang="zh-CN" altLang="en-US" sz="1400" b="0" i="1" dirty="0" smtClean="0">
                          <a:solidFill>
                            <a:schemeClr val="tx1"/>
                          </a:solidFill>
                          <a:latin typeface="Cambria Math" panose="02040503050406030204" pitchFamily="18" charset="0"/>
                          <a:ea typeface="微软雅黑" panose="020B0503020204020204" pitchFamily="34" charset="-122"/>
                        </a:rPr>
                        <m:t>工序集合：</m:t>
                      </m:r>
                      <m:r>
                        <a:rPr lang="en-US" altLang="zh-CN" sz="1400" b="0" i="1" dirty="0" smtClean="0">
                          <a:solidFill>
                            <a:schemeClr val="tx1"/>
                          </a:solidFill>
                          <a:latin typeface="Cambria Math" panose="02040503050406030204" pitchFamily="18" charset="0"/>
                          <a:ea typeface="微软雅黑" panose="020B0503020204020204" pitchFamily="34" charset="-122"/>
                        </a:rPr>
                        <m:t>𝐽</m:t>
                      </m:r>
                    </m:oMath>
                  </m:oMathPara>
                </a14:m>
                <a:endParaRPr lang="en-US" altLang="zh-CN" sz="1400" b="0" dirty="0">
                  <a:solidFill>
                    <a:schemeClr val="tx1"/>
                  </a:solidFill>
                  <a:latin typeface="微软雅黑" panose="020B0503020204020204" pitchFamily="34" charset="-122"/>
                  <a:ea typeface="微软雅黑" panose="020B0503020204020204" pitchFamily="34" charset="-122"/>
                </a:endParaRPr>
              </a:p>
              <a:p>
                <a:pPr>
                  <a:lnSpc>
                    <a:spcPct val="150000"/>
                  </a:lnSpc>
                </a:pPr>
                <a14:m>
                  <m:oMathPara xmlns:m="http://schemas.openxmlformats.org/officeDocument/2006/math">
                    <m:oMathParaPr>
                      <m:jc m:val="left"/>
                    </m:oMathParaPr>
                    <m:oMath xmlns:m="http://schemas.openxmlformats.org/officeDocument/2006/math">
                      <m:r>
                        <a:rPr lang="en-US" altLang="zh-CN" sz="1400" b="0" i="1" dirty="0" smtClean="0">
                          <a:solidFill>
                            <a:schemeClr val="tx1"/>
                          </a:solidFill>
                          <a:latin typeface="Cambria Math" panose="02040503050406030204" pitchFamily="18" charset="0"/>
                          <a:ea typeface="微软雅黑" panose="020B0503020204020204" pitchFamily="34" charset="-122"/>
                        </a:rPr>
                        <m:t>• </m:t>
                      </m:r>
                      <m:r>
                        <a:rPr lang="zh-CN" altLang="en-US" sz="1400" b="0" i="1" dirty="0" smtClean="0">
                          <a:solidFill>
                            <a:schemeClr val="tx1"/>
                          </a:solidFill>
                          <a:latin typeface="Cambria Math" panose="02040503050406030204" pitchFamily="18" charset="0"/>
                          <a:ea typeface="微软雅黑" panose="020B0503020204020204" pitchFamily="34" charset="-122"/>
                        </a:rPr>
                        <m:t>工人集合：</m:t>
                      </m:r>
                      <m:r>
                        <a:rPr lang="en-US" altLang="zh-CN" sz="1400" b="0" i="1" dirty="0" smtClean="0">
                          <a:solidFill>
                            <a:schemeClr val="tx1"/>
                          </a:solidFill>
                          <a:latin typeface="Cambria Math" panose="02040503050406030204" pitchFamily="18" charset="0"/>
                          <a:ea typeface="微软雅黑" panose="020B0503020204020204" pitchFamily="34" charset="-122"/>
                        </a:rPr>
                        <m:t>𝑊</m:t>
                      </m:r>
                    </m:oMath>
                  </m:oMathPara>
                </a14:m>
                <a:endParaRPr lang="en-US" altLang="zh-CN" sz="1400" b="0" dirty="0">
                  <a:solidFill>
                    <a:schemeClr val="tx1"/>
                  </a:solidFill>
                  <a:latin typeface="微软雅黑" panose="020B0503020204020204" pitchFamily="34" charset="-122"/>
                  <a:ea typeface="微软雅黑" panose="020B0503020204020204" pitchFamily="34" charset="-122"/>
                </a:endParaRPr>
              </a:p>
              <a:p>
                <a:pPr>
                  <a:lnSpc>
                    <a:spcPct val="150000"/>
                  </a:lnSpc>
                </a:pPr>
                <a14:m>
                  <m:oMathPara xmlns:m="http://schemas.openxmlformats.org/officeDocument/2006/math">
                    <m:oMathParaPr>
                      <m:jc m:val="left"/>
                    </m:oMathParaPr>
                    <m:oMath xmlns:m="http://schemas.openxmlformats.org/officeDocument/2006/math">
                      <m:r>
                        <a:rPr lang="en-US" altLang="zh-CN" sz="1400" b="0" i="1" dirty="0" smtClean="0">
                          <a:solidFill>
                            <a:schemeClr val="tx1"/>
                          </a:solidFill>
                          <a:latin typeface="Cambria Math" panose="02040503050406030204" pitchFamily="18" charset="0"/>
                          <a:ea typeface="微软雅黑" panose="020B0503020204020204" pitchFamily="34" charset="-122"/>
                        </a:rPr>
                        <m:t>• </m:t>
                      </m:r>
                      <m:r>
                        <a:rPr lang="zh-CN" altLang="en-US" sz="1400" b="0" i="1" dirty="0" smtClean="0">
                          <a:solidFill>
                            <a:schemeClr val="tx1"/>
                          </a:solidFill>
                          <a:latin typeface="Cambria Math" panose="02040503050406030204" pitchFamily="18" charset="0"/>
                          <a:ea typeface="微软雅黑" panose="020B0503020204020204" pitchFamily="34" charset="-122"/>
                        </a:rPr>
                        <m:t>设备集合：</m:t>
                      </m:r>
                      <m:r>
                        <a:rPr lang="en-US" altLang="zh-CN" sz="1400" b="0" i="1" dirty="0" smtClean="0">
                          <a:solidFill>
                            <a:schemeClr val="tx1"/>
                          </a:solidFill>
                          <a:latin typeface="Cambria Math" panose="02040503050406030204" pitchFamily="18" charset="0"/>
                          <a:ea typeface="微软雅黑" panose="020B0503020204020204" pitchFamily="34" charset="-122"/>
                        </a:rPr>
                        <m:t>𝐸</m:t>
                      </m:r>
                    </m:oMath>
                  </m:oMathPara>
                </a14:m>
                <a:endParaRPr lang="en-US" altLang="zh-CN" sz="1400" b="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24" name="文本框 23">
                <a:extLst>
                  <a:ext uri="{FF2B5EF4-FFF2-40B4-BE49-F238E27FC236}">
                    <a16:creationId xmlns:a16="http://schemas.microsoft.com/office/drawing/2014/main" id="{30C84A00-F063-7491-3C4F-28DA4EA0D788}"/>
                  </a:ext>
                </a:extLst>
              </p:cNvPr>
              <p:cNvSpPr txBox="1">
                <a:spLocks noRot="1" noChangeAspect="1" noMove="1" noResize="1" noEditPoints="1" noAdjustHandles="1" noChangeArrowheads="1" noChangeShapeType="1" noTextEdit="1"/>
              </p:cNvSpPr>
              <p:nvPr/>
            </p:nvSpPr>
            <p:spPr>
              <a:xfrm>
                <a:off x="683012" y="2291270"/>
                <a:ext cx="2361343" cy="1377903"/>
              </a:xfrm>
              <a:prstGeom prst="rect">
                <a:avLst/>
              </a:prstGeom>
              <a:blipFill>
                <a:blip r:embed="rId4"/>
                <a:stretch>
                  <a:fillRect/>
                </a:stretch>
              </a:blipFill>
              <a:effectLst/>
            </p:spPr>
            <p:txBody>
              <a:bodyPr/>
              <a:lstStyle/>
              <a:p>
                <a:r>
                  <a:rPr lang="zh-CN" altLang="en-US">
                    <a:noFill/>
                  </a:rPr>
                  <a:t> </a:t>
                </a:r>
              </a:p>
            </p:txBody>
          </p:sp>
        </mc:Fallback>
      </mc:AlternateContent>
      <p:sp>
        <p:nvSpPr>
          <p:cNvPr id="68" name="文本框 67">
            <a:extLst>
              <a:ext uri="{FF2B5EF4-FFF2-40B4-BE49-F238E27FC236}">
                <a16:creationId xmlns:a16="http://schemas.microsoft.com/office/drawing/2014/main" id="{3A440325-7812-6FA4-9416-CA5D664E2D76}"/>
              </a:ext>
            </a:extLst>
          </p:cNvPr>
          <p:cNvSpPr txBox="1"/>
          <p:nvPr/>
        </p:nvSpPr>
        <p:spPr>
          <a:xfrm>
            <a:off x="6506090" y="1836059"/>
            <a:ext cx="2165356" cy="441365"/>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zh-CN" altLang="en-US" sz="1800" dirty="0">
                <a:solidFill>
                  <a:srgbClr val="003F88"/>
                </a:solidFill>
                <a:latin typeface="微软雅黑" panose="020B0503020204020204" pitchFamily="34" charset="-122"/>
                <a:ea typeface="微软雅黑" panose="020B0503020204020204" pitchFamily="34" charset="-122"/>
              </a:rPr>
              <a:t>工艺与资源参数：</a:t>
            </a:r>
          </a:p>
        </p:txBody>
      </p:sp>
      <p:sp>
        <p:nvSpPr>
          <p:cNvPr id="87" name="文本框 86">
            <a:extLst>
              <a:ext uri="{FF2B5EF4-FFF2-40B4-BE49-F238E27FC236}">
                <a16:creationId xmlns:a16="http://schemas.microsoft.com/office/drawing/2014/main" id="{D4FBA19D-0592-FFF6-4176-3E22B8E64C00}"/>
              </a:ext>
            </a:extLst>
          </p:cNvPr>
          <p:cNvSpPr txBox="1"/>
          <p:nvPr/>
        </p:nvSpPr>
        <p:spPr>
          <a:xfrm>
            <a:off x="765692" y="4264560"/>
            <a:ext cx="1650937" cy="441365"/>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zh-CN" altLang="en-US" sz="1800" dirty="0">
                <a:solidFill>
                  <a:srgbClr val="003F88"/>
                </a:solidFill>
                <a:latin typeface="微软雅黑" panose="020B0503020204020204" pitchFamily="34" charset="-122"/>
                <a:ea typeface="微软雅黑" panose="020B0503020204020204" pitchFamily="34" charset="-122"/>
              </a:rPr>
              <a:t>动态状态变量</a:t>
            </a:r>
            <a:r>
              <a:rPr lang="zh-CN" altLang="en-US" sz="1600" dirty="0">
                <a:solidFill>
                  <a:srgbClr val="003F88"/>
                </a:solidFill>
                <a:latin typeface="微软雅黑" panose="020B0503020204020204" pitchFamily="34" charset="-122"/>
                <a:ea typeface="微软雅黑" panose="020B0503020204020204" pitchFamily="34" charset="-122"/>
              </a:rPr>
              <a:t>：</a:t>
            </a:r>
          </a:p>
        </p:txBody>
      </p:sp>
      <p:sp>
        <p:nvSpPr>
          <p:cNvPr id="88" name="文本框 87">
            <a:extLst>
              <a:ext uri="{FF2B5EF4-FFF2-40B4-BE49-F238E27FC236}">
                <a16:creationId xmlns:a16="http://schemas.microsoft.com/office/drawing/2014/main" id="{80073EBB-5E2B-C634-FD8E-0C86B56D3F5D}"/>
              </a:ext>
            </a:extLst>
          </p:cNvPr>
          <p:cNvSpPr txBox="1"/>
          <p:nvPr/>
        </p:nvSpPr>
        <p:spPr>
          <a:xfrm>
            <a:off x="6506092" y="4252676"/>
            <a:ext cx="2333108" cy="441365"/>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zh-CN" altLang="en-US" sz="1800" dirty="0">
                <a:solidFill>
                  <a:srgbClr val="003F88"/>
                </a:solidFill>
                <a:latin typeface="微软雅黑" panose="020B0503020204020204" pitchFamily="34" charset="-122"/>
                <a:ea typeface="微软雅黑" panose="020B0503020204020204" pitchFamily="34" charset="-122"/>
              </a:rPr>
              <a:t>资源边界与决策变量：</a:t>
            </a:r>
          </a:p>
        </p:txBody>
      </p:sp>
      <mc:AlternateContent xmlns:mc="http://schemas.openxmlformats.org/markup-compatibility/2006" xmlns:a14="http://schemas.microsoft.com/office/drawing/2010/main">
        <mc:Choice Requires="a14">
          <p:sp>
            <p:nvSpPr>
              <p:cNvPr id="89" name="文本框 88">
                <a:extLst>
                  <a:ext uri="{FF2B5EF4-FFF2-40B4-BE49-F238E27FC236}">
                    <a16:creationId xmlns:a16="http://schemas.microsoft.com/office/drawing/2014/main" id="{75A67C93-2A68-0737-BE70-668643D5E3E5}"/>
                  </a:ext>
                </a:extLst>
              </p:cNvPr>
              <p:cNvSpPr txBox="1"/>
              <p:nvPr/>
            </p:nvSpPr>
            <p:spPr>
              <a:xfrm>
                <a:off x="2989944" y="2293112"/>
                <a:ext cx="2675246" cy="1051403"/>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14:m>
                  <m:oMathPara xmlns:m="http://schemas.openxmlformats.org/officeDocument/2006/math">
                    <m:oMathParaPr>
                      <m:jc m:val="left"/>
                    </m:oMathParaPr>
                    <m:oMath xmlns:m="http://schemas.openxmlformats.org/officeDocument/2006/math">
                      <m:r>
                        <a:rPr lang="en-US" altLang="zh-CN" sz="1400" b="0" i="1" dirty="0">
                          <a:solidFill>
                            <a:schemeClr val="tx1"/>
                          </a:solidFill>
                          <a:latin typeface="Cambria Math" panose="02040503050406030204" pitchFamily="18" charset="0"/>
                          <a:ea typeface="微软雅黑" panose="020B0503020204020204" pitchFamily="34" charset="-122"/>
                        </a:rPr>
                        <m:t>• </m:t>
                      </m:r>
                      <m:r>
                        <a:rPr lang="zh-CN" altLang="en-US" sz="1400" b="0" i="1" dirty="0">
                          <a:solidFill>
                            <a:schemeClr val="tx1"/>
                          </a:solidFill>
                          <a:latin typeface="Cambria Math" panose="02040503050406030204" pitchFamily="18" charset="0"/>
                          <a:ea typeface="微软雅黑" panose="020B0503020204020204" pitchFamily="34" charset="-122"/>
                        </a:rPr>
                        <m:t>时间</m:t>
                      </m:r>
                      <m:r>
                        <a:rPr lang="en-US" altLang="zh-CN" sz="1400" b="0" i="1" dirty="0">
                          <a:solidFill>
                            <a:schemeClr val="tx1"/>
                          </a:solidFill>
                          <a:latin typeface="Cambria Math" panose="02040503050406030204" pitchFamily="18" charset="0"/>
                          <a:ea typeface="微软雅黑" panose="020B0503020204020204" pitchFamily="34" charset="-122"/>
                        </a:rPr>
                        <m:t>/</m:t>
                      </m:r>
                      <m:r>
                        <a:rPr lang="zh-CN" altLang="en-US" sz="1400" b="0" i="1" dirty="0">
                          <a:solidFill>
                            <a:schemeClr val="tx1"/>
                          </a:solidFill>
                          <a:latin typeface="Cambria Math" panose="02040503050406030204" pitchFamily="18" charset="0"/>
                          <a:ea typeface="微软雅黑" panose="020B0503020204020204" pitchFamily="34" charset="-122"/>
                        </a:rPr>
                        <m:t>决策时刻：</m:t>
                      </m:r>
                      <m:r>
                        <a:rPr lang="en-US" altLang="zh-CN" sz="1400" b="0" i="1" dirty="0">
                          <a:solidFill>
                            <a:schemeClr val="tx1"/>
                          </a:solidFill>
                          <a:latin typeface="Cambria Math" panose="02040503050406030204" pitchFamily="18" charset="0"/>
                          <a:ea typeface="微软雅黑" panose="020B0503020204020204" pitchFamily="34" charset="-122"/>
                        </a:rPr>
                        <m:t>𝑡</m:t>
                      </m:r>
                      <m:r>
                        <a:rPr lang="en-US" altLang="zh-CN" sz="1400" b="0" i="1" dirty="0">
                          <a:solidFill>
                            <a:schemeClr val="tx1"/>
                          </a:solidFill>
                          <a:latin typeface="Cambria Math" panose="02040503050406030204" pitchFamily="18" charset="0"/>
                          <a:ea typeface="微软雅黑" panose="020B0503020204020204" pitchFamily="34" charset="-122"/>
                        </a:rPr>
                        <m:t>• </m:t>
                      </m:r>
                      <m:r>
                        <a:rPr lang="zh-CN" altLang="en-US" sz="1400" b="0" i="1" dirty="0">
                          <a:solidFill>
                            <a:schemeClr val="tx1"/>
                          </a:solidFill>
                          <a:latin typeface="Cambria Math" panose="02040503050406030204" pitchFamily="18" charset="0"/>
                          <a:ea typeface="微软雅黑" panose="020B0503020204020204" pitchFamily="34" charset="-122"/>
                        </a:rPr>
                        <m:t>工序</m:t>
                      </m:r>
                      <m:r>
                        <a:rPr lang="zh-CN" altLang="en-US" sz="1400" b="0" i="1" dirty="0">
                          <a:solidFill>
                            <a:schemeClr val="tx1"/>
                          </a:solidFill>
                          <a:latin typeface="Cambria Math" panose="02040503050406030204" pitchFamily="18" charset="0"/>
                          <a:ea typeface="微软雅黑" panose="020B0503020204020204" pitchFamily="34" charset="-122"/>
                        </a:rPr>
                        <m:t> </m:t>
                      </m:r>
                      <m:r>
                        <a:rPr lang="en-US" altLang="zh-CN" sz="1400" b="0" i="1" dirty="0">
                          <a:solidFill>
                            <a:schemeClr val="tx1"/>
                          </a:solidFill>
                          <a:latin typeface="Cambria Math" panose="02040503050406030204" pitchFamily="18" charset="0"/>
                          <a:ea typeface="微软雅黑" panose="020B0503020204020204" pitchFamily="34" charset="-122"/>
                        </a:rPr>
                        <m:t>𝑗</m:t>
                      </m:r>
                      <m:r>
                        <a:rPr lang="en-US" altLang="zh-CN" sz="1400" b="0" i="1" dirty="0">
                          <a:solidFill>
                            <a:schemeClr val="tx1"/>
                          </a:solidFill>
                          <a:latin typeface="Cambria Math" panose="02040503050406030204" pitchFamily="18" charset="0"/>
                          <a:ea typeface="微软雅黑" panose="020B0503020204020204" pitchFamily="34" charset="-122"/>
                        </a:rPr>
                        <m:t> </m:t>
                      </m:r>
                      <m:r>
                        <a:rPr lang="zh-CN" altLang="en-US" sz="1400" b="0" i="1" dirty="0">
                          <a:solidFill>
                            <a:schemeClr val="tx1"/>
                          </a:solidFill>
                          <a:latin typeface="Cambria Math" panose="02040503050406030204" pitchFamily="18" charset="0"/>
                          <a:ea typeface="微软雅黑" panose="020B0503020204020204" pitchFamily="34" charset="-122"/>
                        </a:rPr>
                        <m:t>所属站位：</m:t>
                      </m:r>
                      <m:r>
                        <a:rPr lang="en-US" altLang="zh-CN" sz="1400" b="0" i="1" dirty="0">
                          <a:solidFill>
                            <a:schemeClr val="tx1"/>
                          </a:solidFill>
                          <a:latin typeface="Cambria Math" panose="02040503050406030204" pitchFamily="18" charset="0"/>
                          <a:ea typeface="微软雅黑" panose="020B0503020204020204" pitchFamily="34" charset="-122"/>
                        </a:rPr>
                        <m:t>𝑠</m:t>
                      </m:r>
                      <m:r>
                        <a:rPr lang="en-US" altLang="zh-CN" sz="1400" b="0" i="1" dirty="0">
                          <a:solidFill>
                            <a:schemeClr val="tx1"/>
                          </a:solidFill>
                          <a:latin typeface="Cambria Math" panose="02040503050406030204" pitchFamily="18" charset="0"/>
                          <a:ea typeface="微软雅黑" panose="020B0503020204020204" pitchFamily="34" charset="-122"/>
                        </a:rPr>
                        <m:t>(</m:t>
                      </m:r>
                      <m:r>
                        <a:rPr lang="en-US" altLang="zh-CN" sz="1400" b="0" i="1" dirty="0">
                          <a:solidFill>
                            <a:schemeClr val="tx1"/>
                          </a:solidFill>
                          <a:latin typeface="Cambria Math" panose="02040503050406030204" pitchFamily="18" charset="0"/>
                          <a:ea typeface="微软雅黑" panose="020B0503020204020204" pitchFamily="34" charset="-122"/>
                        </a:rPr>
                        <m:t>𝑗</m:t>
                      </m:r>
                      <m:r>
                        <a:rPr lang="en-US" altLang="zh-CN" sz="1400" b="0" i="1" dirty="0">
                          <a:solidFill>
                            <a:schemeClr val="tx1"/>
                          </a:solidFill>
                          <a:latin typeface="Cambria Math" panose="02040503050406030204" pitchFamily="18" charset="0"/>
                          <a:ea typeface="微软雅黑" panose="020B0503020204020204" pitchFamily="34" charset="-122"/>
                        </a:rPr>
                        <m:t>)• </m:t>
                      </m:r>
                      <m:r>
                        <a:rPr lang="zh-CN" altLang="en-US" sz="1400" b="0" i="1" dirty="0">
                          <a:solidFill>
                            <a:schemeClr val="tx1"/>
                          </a:solidFill>
                          <a:latin typeface="Cambria Math" panose="02040503050406030204" pitchFamily="18" charset="0"/>
                          <a:ea typeface="微软雅黑" panose="020B0503020204020204" pitchFamily="34" charset="-122"/>
                        </a:rPr>
                        <m:t>工序</m:t>
                      </m:r>
                      <m:r>
                        <a:rPr lang="zh-CN" altLang="en-US" sz="1400" b="0" i="1" dirty="0">
                          <a:solidFill>
                            <a:schemeClr val="tx1"/>
                          </a:solidFill>
                          <a:latin typeface="Cambria Math" panose="02040503050406030204" pitchFamily="18" charset="0"/>
                          <a:ea typeface="微软雅黑" panose="020B0503020204020204" pitchFamily="34" charset="-122"/>
                        </a:rPr>
                        <m:t> </m:t>
                      </m:r>
                      <m:r>
                        <a:rPr lang="en-US" altLang="zh-CN" sz="1400" b="0" i="1" dirty="0">
                          <a:solidFill>
                            <a:schemeClr val="tx1"/>
                          </a:solidFill>
                          <a:latin typeface="Cambria Math" panose="02040503050406030204" pitchFamily="18" charset="0"/>
                          <a:ea typeface="微软雅黑" panose="020B0503020204020204" pitchFamily="34" charset="-122"/>
                        </a:rPr>
                        <m:t>𝑗</m:t>
                      </m:r>
                      <m:r>
                        <a:rPr lang="en-US" altLang="zh-CN" sz="1400" b="0" i="1" dirty="0">
                          <a:solidFill>
                            <a:schemeClr val="tx1"/>
                          </a:solidFill>
                          <a:latin typeface="Cambria Math" panose="02040503050406030204" pitchFamily="18" charset="0"/>
                          <a:ea typeface="微软雅黑" panose="020B0503020204020204" pitchFamily="34" charset="-122"/>
                        </a:rPr>
                        <m:t> </m:t>
                      </m:r>
                      <m:r>
                        <a:rPr lang="zh-CN" altLang="en-US" sz="1400" b="0" i="1" dirty="0">
                          <a:solidFill>
                            <a:schemeClr val="tx1"/>
                          </a:solidFill>
                          <a:latin typeface="Cambria Math" panose="02040503050406030204" pitchFamily="18" charset="0"/>
                          <a:ea typeface="微软雅黑" panose="020B0503020204020204" pitchFamily="34" charset="-122"/>
                        </a:rPr>
                        <m:t>的前驱工序集合：</m:t>
                      </m:r>
                      <m:r>
                        <a:rPr lang="en-US" altLang="zh-CN" sz="1400" b="0" i="1" dirty="0">
                          <a:solidFill>
                            <a:schemeClr val="tx1"/>
                          </a:solidFill>
                          <a:latin typeface="Cambria Math" panose="02040503050406030204" pitchFamily="18" charset="0"/>
                          <a:ea typeface="微软雅黑" panose="020B0503020204020204" pitchFamily="34" charset="-122"/>
                        </a:rPr>
                        <m:t>𝑃</m:t>
                      </m:r>
                      <m:r>
                        <a:rPr lang="en-US" altLang="zh-CN" sz="1400" b="0" i="1" dirty="0">
                          <a:solidFill>
                            <a:schemeClr val="tx1"/>
                          </a:solidFill>
                          <a:latin typeface="Cambria Math" panose="02040503050406030204" pitchFamily="18" charset="0"/>
                          <a:ea typeface="微软雅黑" panose="020B0503020204020204" pitchFamily="34" charset="-122"/>
                        </a:rPr>
                        <m:t>(</m:t>
                      </m:r>
                      <m:r>
                        <a:rPr lang="en-US" altLang="zh-CN" sz="1400" b="0" i="1" dirty="0">
                          <a:solidFill>
                            <a:schemeClr val="tx1"/>
                          </a:solidFill>
                          <a:latin typeface="Cambria Math" panose="02040503050406030204" pitchFamily="18" charset="0"/>
                          <a:ea typeface="微软雅黑" panose="020B0503020204020204" pitchFamily="34" charset="-122"/>
                        </a:rPr>
                        <m:t>𝑗</m:t>
                      </m:r>
                      <m:r>
                        <a:rPr lang="en-US" altLang="zh-CN" sz="1400" b="0" i="1" dirty="0">
                          <a:solidFill>
                            <a:schemeClr val="tx1"/>
                          </a:solidFill>
                          <a:latin typeface="Cambria Math" panose="02040503050406030204" pitchFamily="18" charset="0"/>
                          <a:ea typeface="微软雅黑" panose="020B0503020204020204" pitchFamily="34" charset="-122"/>
                        </a:rPr>
                        <m:t>)</m:t>
                      </m:r>
                    </m:oMath>
                  </m:oMathPara>
                </a14:m>
                <a:endParaRPr lang="en-US" altLang="zh-CN" sz="1400" b="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89" name="文本框 88">
                <a:extLst>
                  <a:ext uri="{FF2B5EF4-FFF2-40B4-BE49-F238E27FC236}">
                    <a16:creationId xmlns:a16="http://schemas.microsoft.com/office/drawing/2014/main" id="{75A67C93-2A68-0737-BE70-668643D5E3E5}"/>
                  </a:ext>
                </a:extLst>
              </p:cNvPr>
              <p:cNvSpPr txBox="1">
                <a:spLocks noRot="1" noChangeAspect="1" noMove="1" noResize="1" noEditPoints="1" noAdjustHandles="1" noChangeArrowheads="1" noChangeShapeType="1" noTextEdit="1"/>
              </p:cNvSpPr>
              <p:nvPr/>
            </p:nvSpPr>
            <p:spPr>
              <a:xfrm>
                <a:off x="2989944" y="2293112"/>
                <a:ext cx="2675246" cy="1051403"/>
              </a:xfrm>
              <a:prstGeom prst="rect">
                <a:avLst/>
              </a:prstGeom>
              <a:blipFill>
                <a:blip r:embed="rId5"/>
                <a:stretch>
                  <a:fillRect/>
                </a:stretch>
              </a:blipFill>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0" name="文本框 89">
                <a:extLst>
                  <a:ext uri="{FF2B5EF4-FFF2-40B4-BE49-F238E27FC236}">
                    <a16:creationId xmlns:a16="http://schemas.microsoft.com/office/drawing/2014/main" id="{0698E373-571B-A630-C95F-69EFA17260E8}"/>
                  </a:ext>
                </a:extLst>
              </p:cNvPr>
              <p:cNvSpPr txBox="1"/>
              <p:nvPr/>
            </p:nvSpPr>
            <p:spPr>
              <a:xfrm>
                <a:off x="683012" y="4644083"/>
                <a:ext cx="3046151" cy="1528329"/>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14:m>
                  <m:oMathPara xmlns:m="http://schemas.openxmlformats.org/officeDocument/2006/math">
                    <m:oMathParaPr>
                      <m:jc m:val="left"/>
                    </m:oMathParaPr>
                    <m:oMath xmlns:m="http://schemas.openxmlformats.org/officeDocument/2006/math">
                      <m:r>
                        <a:rPr lang="en-US" altLang="zh-CN" sz="1400" b="0" i="1" dirty="0" smtClean="0">
                          <a:solidFill>
                            <a:schemeClr val="tx1"/>
                          </a:solidFill>
                          <a:latin typeface="Cambria Math" panose="02040503050406030204" pitchFamily="18" charset="0"/>
                          <a:ea typeface="微软雅黑" panose="020B0503020204020204" pitchFamily="34" charset="-122"/>
                        </a:rPr>
                        <m:t>• </m:t>
                      </m:r>
                      <m:r>
                        <a:rPr lang="zh-CN" altLang="en-US" sz="1400" b="0" i="1" dirty="0">
                          <a:solidFill>
                            <a:schemeClr val="tx1"/>
                          </a:solidFill>
                          <a:latin typeface="Cambria Math" panose="02040503050406030204" pitchFamily="18" charset="0"/>
                          <a:ea typeface="微软雅黑" panose="020B0503020204020204" pitchFamily="34" charset="-122"/>
                        </a:rPr>
                        <m:t>工人可用状态：</m:t>
                      </m:r>
                      <m:sSub>
                        <m:sSubPr>
                          <m:ctrlPr>
                            <a:rPr lang="en-US" altLang="zh-CN" sz="1400" b="0" i="1" dirty="0">
                              <a:solidFill>
                                <a:schemeClr val="tx1"/>
                              </a:solidFill>
                              <a:latin typeface="Cambria Math" panose="02040503050406030204" pitchFamily="18" charset="0"/>
                              <a:ea typeface="微软雅黑" panose="020B0503020204020204" pitchFamily="34" charset="-122"/>
                            </a:rPr>
                          </m:ctrlPr>
                        </m:sSubPr>
                        <m:e>
                          <m:r>
                            <a:rPr lang="en-US" altLang="zh-CN" sz="1400" b="0" i="1" dirty="0">
                              <a:solidFill>
                                <a:schemeClr val="tx1"/>
                              </a:solidFill>
                              <a:latin typeface="Cambria Math" panose="02040503050406030204" pitchFamily="18" charset="0"/>
                              <a:ea typeface="微软雅黑" panose="020B0503020204020204" pitchFamily="34" charset="-122"/>
                            </a:rPr>
                            <m:t>𝑎</m:t>
                          </m:r>
                        </m:e>
                        <m:sub>
                          <m:r>
                            <a:rPr lang="en-US" altLang="zh-CN" sz="1400" b="0" i="1" dirty="0">
                              <a:solidFill>
                                <a:schemeClr val="tx1"/>
                              </a:solidFill>
                              <a:latin typeface="Cambria Math" panose="02040503050406030204" pitchFamily="18" charset="0"/>
                              <a:ea typeface="微软雅黑" panose="020B0503020204020204" pitchFamily="34" charset="-122"/>
                            </a:rPr>
                            <m:t>𝑤</m:t>
                          </m:r>
                          <m:d>
                            <m:dPr>
                              <m:ctrlPr>
                                <a:rPr lang="en-US" altLang="zh-CN" sz="1400" b="0" i="1" dirty="0">
                                  <a:solidFill>
                                    <a:schemeClr val="tx1"/>
                                  </a:solidFill>
                                  <a:latin typeface="Cambria Math" panose="02040503050406030204" pitchFamily="18" charset="0"/>
                                  <a:ea typeface="微软雅黑" panose="020B0503020204020204" pitchFamily="34" charset="-122"/>
                                </a:rPr>
                              </m:ctrlPr>
                            </m:dPr>
                            <m:e>
                              <m:r>
                                <a:rPr lang="en-US" altLang="zh-CN" sz="1400" b="0" i="1" dirty="0">
                                  <a:solidFill>
                                    <a:schemeClr val="tx1"/>
                                  </a:solidFill>
                                  <a:latin typeface="Cambria Math" panose="02040503050406030204" pitchFamily="18" charset="0"/>
                                  <a:ea typeface="微软雅黑" panose="020B0503020204020204" pitchFamily="34" charset="-122"/>
                                </a:rPr>
                                <m:t>𝑡</m:t>
                              </m:r>
                            </m:e>
                          </m:d>
                        </m:sub>
                      </m:sSub>
                      <m:r>
                        <a:rPr lang="en-US" altLang="zh-CN" sz="1400" b="0" i="1" dirty="0">
                          <a:solidFill>
                            <a:schemeClr val="tx1"/>
                          </a:solidFill>
                          <a:latin typeface="Cambria Math" panose="02040503050406030204" pitchFamily="18" charset="0"/>
                          <a:ea typeface="微软雅黑" panose="020B0503020204020204" pitchFamily="34" charset="-122"/>
                        </a:rPr>
                        <m:t>• </m:t>
                      </m:r>
                      <m:r>
                        <a:rPr lang="zh-CN" altLang="en-US" sz="1400" b="0" i="1" dirty="0">
                          <a:solidFill>
                            <a:schemeClr val="tx1"/>
                          </a:solidFill>
                          <a:latin typeface="Cambria Math" panose="02040503050406030204" pitchFamily="18" charset="0"/>
                          <a:ea typeface="微软雅黑" panose="020B0503020204020204" pitchFamily="34" charset="-122"/>
                        </a:rPr>
                        <m:t>设备可用状态：</m:t>
                      </m:r>
                      <m:sSub>
                        <m:sSubPr>
                          <m:ctrlPr>
                            <a:rPr lang="en-US" altLang="zh-CN" sz="1400" b="0" i="1" dirty="0">
                              <a:solidFill>
                                <a:schemeClr val="tx1"/>
                              </a:solidFill>
                              <a:latin typeface="Cambria Math" panose="02040503050406030204" pitchFamily="18" charset="0"/>
                              <a:ea typeface="微软雅黑" panose="020B0503020204020204" pitchFamily="34" charset="-122"/>
                            </a:rPr>
                          </m:ctrlPr>
                        </m:sSubPr>
                        <m:e>
                          <m:r>
                            <a:rPr lang="en-US" altLang="zh-CN" sz="1400" b="0" i="1" dirty="0">
                              <a:solidFill>
                                <a:schemeClr val="tx1"/>
                              </a:solidFill>
                              <a:latin typeface="Cambria Math" panose="02040503050406030204" pitchFamily="18" charset="0"/>
                              <a:ea typeface="微软雅黑" panose="020B0503020204020204" pitchFamily="34" charset="-122"/>
                            </a:rPr>
                            <m:t>𝑎</m:t>
                          </m:r>
                        </m:e>
                        <m:sub>
                          <m:r>
                            <a:rPr lang="en-US" altLang="zh-CN" sz="1400" b="0" i="1" dirty="0">
                              <a:solidFill>
                                <a:schemeClr val="tx1"/>
                              </a:solidFill>
                              <a:latin typeface="Cambria Math" panose="02040503050406030204" pitchFamily="18" charset="0"/>
                              <a:ea typeface="微软雅黑" panose="020B0503020204020204" pitchFamily="34" charset="-122"/>
                            </a:rPr>
                            <m:t>𝑒</m:t>
                          </m:r>
                          <m:d>
                            <m:dPr>
                              <m:ctrlPr>
                                <a:rPr lang="en-US" altLang="zh-CN" sz="1400" b="0" i="1" dirty="0">
                                  <a:solidFill>
                                    <a:schemeClr val="tx1"/>
                                  </a:solidFill>
                                  <a:latin typeface="Cambria Math" panose="02040503050406030204" pitchFamily="18" charset="0"/>
                                  <a:ea typeface="微软雅黑" panose="020B0503020204020204" pitchFamily="34" charset="-122"/>
                                </a:rPr>
                              </m:ctrlPr>
                            </m:dPr>
                            <m:e>
                              <m:r>
                                <a:rPr lang="en-US" altLang="zh-CN" sz="1400" b="0" i="1" dirty="0">
                                  <a:solidFill>
                                    <a:schemeClr val="tx1"/>
                                  </a:solidFill>
                                  <a:latin typeface="Cambria Math" panose="02040503050406030204" pitchFamily="18" charset="0"/>
                                  <a:ea typeface="微软雅黑" panose="020B0503020204020204" pitchFamily="34" charset="-122"/>
                                </a:rPr>
                                <m:t>𝑡</m:t>
                              </m:r>
                            </m:e>
                          </m:d>
                        </m:sub>
                      </m:sSub>
                      <m:r>
                        <a:rPr lang="en-US" altLang="zh-CN" sz="1400" b="0" i="1" dirty="0">
                          <a:solidFill>
                            <a:schemeClr val="tx1"/>
                          </a:solidFill>
                          <a:latin typeface="Cambria Math" panose="02040503050406030204" pitchFamily="18" charset="0"/>
                          <a:ea typeface="微软雅黑" panose="020B0503020204020204" pitchFamily="34" charset="-122"/>
                        </a:rPr>
                        <m:t>• </m:t>
                      </m:r>
                      <m:r>
                        <a:rPr lang="zh-CN" altLang="en-US" sz="1400" b="0" i="1" dirty="0">
                          <a:solidFill>
                            <a:schemeClr val="tx1"/>
                          </a:solidFill>
                          <a:latin typeface="Cambria Math" panose="02040503050406030204" pitchFamily="18" charset="0"/>
                          <a:ea typeface="微软雅黑" panose="020B0503020204020204" pitchFamily="34" charset="-122"/>
                        </a:rPr>
                        <m:t>工人疲劳度：</m:t>
                      </m:r>
                      <m:sSub>
                        <m:sSubPr>
                          <m:ctrlPr>
                            <a:rPr lang="en-US" altLang="zh-CN" sz="1400" b="0" i="1" dirty="0">
                              <a:solidFill>
                                <a:schemeClr val="tx1"/>
                              </a:solidFill>
                              <a:latin typeface="Cambria Math" panose="02040503050406030204" pitchFamily="18" charset="0"/>
                              <a:ea typeface="微软雅黑" panose="020B0503020204020204" pitchFamily="34" charset="-122"/>
                            </a:rPr>
                          </m:ctrlPr>
                        </m:sSubPr>
                        <m:e>
                          <m:r>
                            <a:rPr lang="en-US" altLang="zh-CN" sz="1400" b="0" i="1" dirty="0">
                              <a:solidFill>
                                <a:schemeClr val="tx1"/>
                              </a:solidFill>
                              <a:latin typeface="Cambria Math" panose="02040503050406030204" pitchFamily="18" charset="0"/>
                              <a:ea typeface="微软雅黑" panose="020B0503020204020204" pitchFamily="34" charset="-122"/>
                            </a:rPr>
                            <m:t>𝐹</m:t>
                          </m:r>
                        </m:e>
                        <m:sub>
                          <m:r>
                            <a:rPr lang="en-US" altLang="zh-CN" sz="1400" b="0" i="1" dirty="0">
                              <a:solidFill>
                                <a:schemeClr val="tx1"/>
                              </a:solidFill>
                              <a:latin typeface="Cambria Math" panose="02040503050406030204" pitchFamily="18" charset="0"/>
                              <a:ea typeface="微软雅黑" panose="020B0503020204020204" pitchFamily="34" charset="-122"/>
                            </a:rPr>
                            <m:t>𝑤</m:t>
                          </m:r>
                          <m:d>
                            <m:dPr>
                              <m:ctrlPr>
                                <a:rPr lang="en-US" altLang="zh-CN" sz="1400" b="0" i="1" dirty="0">
                                  <a:solidFill>
                                    <a:schemeClr val="tx1"/>
                                  </a:solidFill>
                                  <a:latin typeface="Cambria Math" panose="02040503050406030204" pitchFamily="18" charset="0"/>
                                  <a:ea typeface="微软雅黑" panose="020B0503020204020204" pitchFamily="34" charset="-122"/>
                                </a:rPr>
                              </m:ctrlPr>
                            </m:dPr>
                            <m:e>
                              <m:r>
                                <a:rPr lang="en-US" altLang="zh-CN" sz="1400" b="0" i="1" dirty="0">
                                  <a:solidFill>
                                    <a:schemeClr val="tx1"/>
                                  </a:solidFill>
                                  <a:latin typeface="Cambria Math" panose="02040503050406030204" pitchFamily="18" charset="0"/>
                                  <a:ea typeface="微软雅黑" panose="020B0503020204020204" pitchFamily="34" charset="-122"/>
                                </a:rPr>
                                <m:t>𝑡</m:t>
                              </m:r>
                            </m:e>
                          </m:d>
                        </m:sub>
                      </m:sSub>
                      <m:r>
                        <a:rPr lang="en-US" altLang="zh-CN" sz="1400" b="0" i="1" dirty="0">
                          <a:solidFill>
                            <a:schemeClr val="tx1"/>
                          </a:solidFill>
                          <a:latin typeface="Cambria Math" panose="02040503050406030204" pitchFamily="18" charset="0"/>
                          <a:ea typeface="微软雅黑" panose="020B0503020204020204" pitchFamily="34" charset="-122"/>
                        </a:rPr>
                        <m:t>• </m:t>
                      </m:r>
                      <m:r>
                        <a:rPr lang="zh-CN" altLang="en-US" sz="1400" b="0" i="1" dirty="0">
                          <a:solidFill>
                            <a:schemeClr val="tx1"/>
                          </a:solidFill>
                          <a:latin typeface="Cambria Math" panose="02040503050406030204" pitchFamily="18" charset="0"/>
                          <a:ea typeface="微软雅黑" panose="020B0503020204020204" pitchFamily="34" charset="-122"/>
                        </a:rPr>
                        <m:t>工人累计工作时间：</m:t>
                      </m:r>
                      <m:sSubSup>
                        <m:sSubSupPr>
                          <m:ctrlPr>
                            <a:rPr lang="en-US" altLang="zh-CN" sz="1400" b="0" i="1" dirty="0">
                              <a:solidFill>
                                <a:schemeClr val="tx1"/>
                              </a:solidFill>
                              <a:latin typeface="Cambria Math" panose="02040503050406030204" pitchFamily="18" charset="0"/>
                              <a:ea typeface="微软雅黑" panose="020B0503020204020204" pitchFamily="34" charset="-122"/>
                            </a:rPr>
                          </m:ctrlPr>
                        </m:sSubSupPr>
                        <m:e>
                          <m:r>
                            <a:rPr lang="en-US" altLang="zh-CN" sz="1400" b="0" i="1" dirty="0">
                              <a:solidFill>
                                <a:schemeClr val="tx1"/>
                              </a:solidFill>
                              <a:latin typeface="Cambria Math" panose="02040503050406030204" pitchFamily="18" charset="0"/>
                              <a:ea typeface="微软雅黑" panose="020B0503020204020204" pitchFamily="34" charset="-122"/>
                            </a:rPr>
                            <m:t>𝑇</m:t>
                          </m:r>
                        </m:e>
                        <m:sub>
                          <m:r>
                            <a:rPr lang="en-US" altLang="zh-CN" sz="1400" b="0" i="1" dirty="0">
                              <a:solidFill>
                                <a:schemeClr val="tx1"/>
                              </a:solidFill>
                              <a:latin typeface="Cambria Math" panose="02040503050406030204" pitchFamily="18" charset="0"/>
                              <a:ea typeface="微软雅黑" panose="020B0503020204020204" pitchFamily="34" charset="-122"/>
                            </a:rPr>
                            <m:t>𝑤</m:t>
                          </m:r>
                        </m:sub>
                        <m:sup>
                          <m:r>
                            <a:rPr lang="en-US" altLang="zh-CN" sz="1400" b="0" i="1" dirty="0">
                              <a:solidFill>
                                <a:schemeClr val="tx1"/>
                              </a:solidFill>
                              <a:latin typeface="Cambria Math" panose="02040503050406030204" pitchFamily="18" charset="0"/>
                              <a:ea typeface="微软雅黑" panose="020B0503020204020204" pitchFamily="34" charset="-122"/>
                            </a:rPr>
                            <m:t>𝑡𝑜𝑡𝑎𝑙</m:t>
                          </m:r>
                          <m:d>
                            <m:dPr>
                              <m:ctrlPr>
                                <a:rPr lang="en-US" altLang="zh-CN" sz="1400" b="0" i="1" dirty="0">
                                  <a:solidFill>
                                    <a:schemeClr val="tx1"/>
                                  </a:solidFill>
                                  <a:latin typeface="Cambria Math" panose="02040503050406030204" pitchFamily="18" charset="0"/>
                                  <a:ea typeface="微软雅黑" panose="020B0503020204020204" pitchFamily="34" charset="-122"/>
                                </a:rPr>
                              </m:ctrlPr>
                            </m:dPr>
                            <m:e>
                              <m:r>
                                <a:rPr lang="en-US" altLang="zh-CN" sz="1400" b="0" i="1" dirty="0">
                                  <a:solidFill>
                                    <a:schemeClr val="tx1"/>
                                  </a:solidFill>
                                  <a:latin typeface="Cambria Math" panose="02040503050406030204" pitchFamily="18" charset="0"/>
                                  <a:ea typeface="微软雅黑" panose="020B0503020204020204" pitchFamily="34" charset="-122"/>
                                </a:rPr>
                                <m:t>𝑡</m:t>
                              </m:r>
                            </m:e>
                          </m:d>
                        </m:sup>
                      </m:sSubSup>
                    </m:oMath>
                  </m:oMathPara>
                </a14:m>
                <a:endParaRPr lang="en-US" altLang="zh-CN" sz="1400" b="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90" name="文本框 89">
                <a:extLst>
                  <a:ext uri="{FF2B5EF4-FFF2-40B4-BE49-F238E27FC236}">
                    <a16:creationId xmlns:a16="http://schemas.microsoft.com/office/drawing/2014/main" id="{0698E373-571B-A630-C95F-69EFA17260E8}"/>
                  </a:ext>
                </a:extLst>
              </p:cNvPr>
              <p:cNvSpPr txBox="1">
                <a:spLocks noRot="1" noChangeAspect="1" noMove="1" noResize="1" noEditPoints="1" noAdjustHandles="1" noChangeArrowheads="1" noChangeShapeType="1" noTextEdit="1"/>
              </p:cNvSpPr>
              <p:nvPr/>
            </p:nvSpPr>
            <p:spPr>
              <a:xfrm>
                <a:off x="683012" y="4644083"/>
                <a:ext cx="3046151" cy="1528329"/>
              </a:xfrm>
              <a:prstGeom prst="rect">
                <a:avLst/>
              </a:prstGeom>
              <a:blipFill>
                <a:blip r:embed="rId6"/>
                <a:stretch>
                  <a:fillRect/>
                </a:stretch>
              </a:blipFill>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1" name="文本框 90">
                <a:extLst>
                  <a:ext uri="{FF2B5EF4-FFF2-40B4-BE49-F238E27FC236}">
                    <a16:creationId xmlns:a16="http://schemas.microsoft.com/office/drawing/2014/main" id="{1FA5FD24-27F8-9871-A9D0-F60712162D67}"/>
                  </a:ext>
                </a:extLst>
              </p:cNvPr>
              <p:cNvSpPr txBox="1"/>
              <p:nvPr/>
            </p:nvSpPr>
            <p:spPr>
              <a:xfrm>
                <a:off x="3149598" y="4598969"/>
                <a:ext cx="2852058" cy="1645347"/>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14:m>
                  <m:oMathPara xmlns:m="http://schemas.openxmlformats.org/officeDocument/2006/math">
                    <m:oMathParaPr>
                      <m:jc m:val="left"/>
                    </m:oMathParaPr>
                    <m:oMath xmlns:m="http://schemas.openxmlformats.org/officeDocument/2006/math">
                      <m:r>
                        <a:rPr lang="en-US" altLang="zh-CN" sz="1400" b="0" i="1" dirty="0" smtClean="0">
                          <a:solidFill>
                            <a:schemeClr val="tx1"/>
                          </a:solidFill>
                          <a:latin typeface="Cambria Math" panose="02040503050406030204" pitchFamily="18" charset="0"/>
                          <a:ea typeface="微软雅黑" panose="020B0503020204020204" pitchFamily="34" charset="-122"/>
                        </a:rPr>
                        <m:t>• </m:t>
                      </m:r>
                      <m:r>
                        <a:rPr lang="zh-CN" altLang="en-US" sz="1400" b="0" i="1" dirty="0">
                          <a:solidFill>
                            <a:schemeClr val="tx1"/>
                          </a:solidFill>
                          <a:latin typeface="Cambria Math" panose="02040503050406030204" pitchFamily="18" charset="0"/>
                          <a:ea typeface="微软雅黑" panose="020B0503020204020204" pitchFamily="34" charset="-122"/>
                        </a:rPr>
                        <m:t>工人连续工作时间：</m:t>
                      </m:r>
                      <m:sSubSup>
                        <m:sSubSupPr>
                          <m:ctrlPr>
                            <a:rPr lang="en-US" altLang="zh-CN" sz="1400" b="0" i="1" dirty="0">
                              <a:solidFill>
                                <a:schemeClr val="tx1"/>
                              </a:solidFill>
                              <a:latin typeface="Cambria Math" panose="02040503050406030204" pitchFamily="18" charset="0"/>
                              <a:ea typeface="微软雅黑" panose="020B0503020204020204" pitchFamily="34" charset="-122"/>
                            </a:rPr>
                          </m:ctrlPr>
                        </m:sSubSupPr>
                        <m:e>
                          <m:r>
                            <a:rPr lang="en-US" altLang="zh-CN" sz="1400" b="0" i="1" dirty="0">
                              <a:solidFill>
                                <a:schemeClr val="tx1"/>
                              </a:solidFill>
                              <a:latin typeface="Cambria Math" panose="02040503050406030204" pitchFamily="18" charset="0"/>
                              <a:ea typeface="微软雅黑" panose="020B0503020204020204" pitchFamily="34" charset="-122"/>
                            </a:rPr>
                            <m:t>𝑇</m:t>
                          </m:r>
                        </m:e>
                        <m:sub>
                          <m:r>
                            <a:rPr lang="en-US" altLang="zh-CN" sz="1400" b="0" i="1" dirty="0">
                              <a:solidFill>
                                <a:schemeClr val="tx1"/>
                              </a:solidFill>
                              <a:latin typeface="Cambria Math" panose="02040503050406030204" pitchFamily="18" charset="0"/>
                              <a:ea typeface="微软雅黑" panose="020B0503020204020204" pitchFamily="34" charset="-122"/>
                            </a:rPr>
                            <m:t>𝑤</m:t>
                          </m:r>
                        </m:sub>
                        <m:sup>
                          <m:r>
                            <a:rPr lang="en-US" altLang="zh-CN" sz="1400" b="0" i="1" dirty="0">
                              <a:solidFill>
                                <a:schemeClr val="tx1"/>
                              </a:solidFill>
                              <a:latin typeface="Cambria Math" panose="02040503050406030204" pitchFamily="18" charset="0"/>
                              <a:ea typeface="微软雅黑" panose="020B0503020204020204" pitchFamily="34" charset="-122"/>
                            </a:rPr>
                            <m:t>𝑐𝑜𝑛𝑡</m:t>
                          </m:r>
                          <m:d>
                            <m:dPr>
                              <m:ctrlPr>
                                <a:rPr lang="en-US" altLang="zh-CN" sz="1400" b="0" i="1" dirty="0">
                                  <a:solidFill>
                                    <a:schemeClr val="tx1"/>
                                  </a:solidFill>
                                  <a:latin typeface="Cambria Math" panose="02040503050406030204" pitchFamily="18" charset="0"/>
                                  <a:ea typeface="微软雅黑" panose="020B0503020204020204" pitchFamily="34" charset="-122"/>
                                </a:rPr>
                              </m:ctrlPr>
                            </m:dPr>
                            <m:e>
                              <m:r>
                                <a:rPr lang="en-US" altLang="zh-CN" sz="1400" b="0" i="1" dirty="0">
                                  <a:solidFill>
                                    <a:schemeClr val="tx1"/>
                                  </a:solidFill>
                                  <a:latin typeface="Cambria Math" panose="02040503050406030204" pitchFamily="18" charset="0"/>
                                  <a:ea typeface="微软雅黑" panose="020B0503020204020204" pitchFamily="34" charset="-122"/>
                                </a:rPr>
                                <m:t>𝑡</m:t>
                              </m:r>
                            </m:e>
                          </m:d>
                        </m:sup>
                      </m:sSubSup>
                      <m:r>
                        <a:rPr lang="en-US" altLang="zh-CN" sz="1400" b="0" i="1" dirty="0">
                          <a:solidFill>
                            <a:schemeClr val="tx1"/>
                          </a:solidFill>
                          <a:latin typeface="Cambria Math" panose="02040503050406030204" pitchFamily="18" charset="0"/>
                          <a:ea typeface="微软雅黑" panose="020B0503020204020204" pitchFamily="34" charset="-122"/>
                        </a:rPr>
                        <m:t>• </m:t>
                      </m:r>
                      <m:r>
                        <a:rPr lang="zh-CN" altLang="en-US" sz="1400" b="0" i="1" dirty="0">
                          <a:solidFill>
                            <a:schemeClr val="tx1"/>
                          </a:solidFill>
                          <a:latin typeface="Cambria Math" panose="02040503050406030204" pitchFamily="18" charset="0"/>
                          <a:ea typeface="微软雅黑" panose="020B0503020204020204" pitchFamily="34" charset="-122"/>
                        </a:rPr>
                        <m:t>已完成工序集合：</m:t>
                      </m:r>
                      <m:sSubSup>
                        <m:sSubSupPr>
                          <m:ctrlPr>
                            <a:rPr lang="en-US" altLang="zh-CN" sz="1400" b="0" i="1" dirty="0">
                              <a:solidFill>
                                <a:schemeClr val="tx1"/>
                              </a:solidFill>
                              <a:latin typeface="Cambria Math" panose="02040503050406030204" pitchFamily="18" charset="0"/>
                              <a:ea typeface="微软雅黑" panose="020B0503020204020204" pitchFamily="34" charset="-122"/>
                            </a:rPr>
                          </m:ctrlPr>
                        </m:sSubSupPr>
                        <m:e>
                          <m:r>
                            <a:rPr lang="en-US" altLang="zh-CN" sz="1400" b="0" i="1" dirty="0">
                              <a:solidFill>
                                <a:schemeClr val="tx1"/>
                              </a:solidFill>
                              <a:latin typeface="Cambria Math" panose="02040503050406030204" pitchFamily="18" charset="0"/>
                              <a:ea typeface="微软雅黑" panose="020B0503020204020204" pitchFamily="34" charset="-122"/>
                            </a:rPr>
                            <m:t>𝐽</m:t>
                          </m:r>
                        </m:e>
                        <m:sub>
                          <m:r>
                            <a:rPr lang="en-US" altLang="zh-CN" sz="1400" b="0" i="1" dirty="0">
                              <a:solidFill>
                                <a:schemeClr val="tx1"/>
                              </a:solidFill>
                              <a:latin typeface="Cambria Math" panose="02040503050406030204" pitchFamily="18" charset="0"/>
                              <a:ea typeface="微软雅黑" panose="020B0503020204020204" pitchFamily="34" charset="-122"/>
                            </a:rPr>
                            <m:t>𝑡</m:t>
                          </m:r>
                        </m:sub>
                        <m:sup>
                          <m:r>
                            <a:rPr lang="en-US" altLang="zh-CN" sz="1400" b="0" i="1" dirty="0">
                              <a:solidFill>
                                <a:schemeClr val="tx1"/>
                              </a:solidFill>
                              <a:latin typeface="Cambria Math" panose="02040503050406030204" pitchFamily="18" charset="0"/>
                              <a:ea typeface="微软雅黑" panose="020B0503020204020204" pitchFamily="34" charset="-122"/>
                            </a:rPr>
                            <m:t>𝑓𝑖𝑛</m:t>
                          </m:r>
                        </m:sup>
                      </m:sSubSup>
                      <m:r>
                        <a:rPr lang="en-US" altLang="zh-CN" sz="1400" b="0" i="1" dirty="0">
                          <a:solidFill>
                            <a:schemeClr val="tx1"/>
                          </a:solidFill>
                          <a:latin typeface="Cambria Math" panose="02040503050406030204" pitchFamily="18" charset="0"/>
                          <a:ea typeface="微软雅黑" panose="020B0503020204020204" pitchFamily="34" charset="-122"/>
                        </a:rPr>
                        <m:t>• </m:t>
                      </m:r>
                      <m:r>
                        <a:rPr lang="zh-CN" altLang="en-US" sz="1400" b="0" i="1" dirty="0">
                          <a:solidFill>
                            <a:schemeClr val="tx1"/>
                          </a:solidFill>
                          <a:latin typeface="Cambria Math" panose="02040503050406030204" pitchFamily="18" charset="0"/>
                          <a:ea typeface="微软雅黑" panose="020B0503020204020204" pitchFamily="34" charset="-122"/>
                        </a:rPr>
                        <m:t>当前可执行工序集合：</m:t>
                      </m:r>
                      <m:sSubSup>
                        <m:sSubSupPr>
                          <m:ctrlPr>
                            <a:rPr lang="en-US" altLang="zh-CN" sz="1400" b="0" i="1" dirty="0">
                              <a:solidFill>
                                <a:schemeClr val="tx1"/>
                              </a:solidFill>
                              <a:latin typeface="Cambria Math" panose="02040503050406030204" pitchFamily="18" charset="0"/>
                              <a:ea typeface="微软雅黑" panose="020B0503020204020204" pitchFamily="34" charset="-122"/>
                            </a:rPr>
                          </m:ctrlPr>
                        </m:sSubSupPr>
                        <m:e>
                          <m:r>
                            <a:rPr lang="en-US" altLang="zh-CN" sz="1400" b="0" i="1" dirty="0">
                              <a:solidFill>
                                <a:schemeClr val="tx1"/>
                              </a:solidFill>
                              <a:latin typeface="Cambria Math" panose="02040503050406030204" pitchFamily="18" charset="0"/>
                              <a:ea typeface="微软雅黑" panose="020B0503020204020204" pitchFamily="34" charset="-122"/>
                            </a:rPr>
                            <m:t>𝐽</m:t>
                          </m:r>
                        </m:e>
                        <m:sub>
                          <m:d>
                            <m:dPr>
                              <m:begChr m:val="{"/>
                              <m:endChr m:val="}"/>
                              <m:ctrlPr>
                                <a:rPr lang="en-US" altLang="zh-CN" sz="1400" b="0" i="1" dirty="0">
                                  <a:solidFill>
                                    <a:schemeClr val="tx1"/>
                                  </a:solidFill>
                                  <a:latin typeface="Cambria Math" panose="02040503050406030204" pitchFamily="18" charset="0"/>
                                  <a:ea typeface="微软雅黑" panose="020B0503020204020204" pitchFamily="34" charset="-122"/>
                                </a:rPr>
                              </m:ctrlPr>
                            </m:dPr>
                            <m:e>
                              <m:r>
                                <a:rPr lang="en-US" altLang="zh-CN" sz="1400" b="0" i="1" dirty="0">
                                  <a:solidFill>
                                    <a:schemeClr val="tx1"/>
                                  </a:solidFill>
                                  <a:latin typeface="Cambria Math" panose="02040503050406030204" pitchFamily="18" charset="0"/>
                                  <a:ea typeface="微软雅黑" panose="020B0503020204020204" pitchFamily="34" charset="-122"/>
                                </a:rPr>
                                <m:t>𝑠</m:t>
                              </m:r>
                              <m:r>
                                <a:rPr lang="en-US" altLang="zh-CN" sz="1400" b="0" i="1" dirty="0">
                                  <a:solidFill>
                                    <a:schemeClr val="tx1"/>
                                  </a:solidFill>
                                  <a:latin typeface="Cambria Math" panose="02040503050406030204" pitchFamily="18" charset="0"/>
                                  <a:ea typeface="微软雅黑" panose="020B0503020204020204" pitchFamily="34" charset="-122"/>
                                </a:rPr>
                                <m:t>,</m:t>
                              </m:r>
                              <m:r>
                                <a:rPr lang="en-US" altLang="zh-CN" sz="1400" b="0" i="1" dirty="0">
                                  <a:solidFill>
                                    <a:schemeClr val="tx1"/>
                                  </a:solidFill>
                                  <a:latin typeface="Cambria Math" panose="02040503050406030204" pitchFamily="18" charset="0"/>
                                  <a:ea typeface="微软雅黑" panose="020B0503020204020204" pitchFamily="34" charset="-122"/>
                                </a:rPr>
                                <m:t>𝑡</m:t>
                              </m:r>
                            </m:e>
                          </m:d>
                        </m:sub>
                        <m:sup>
                          <m:r>
                            <a:rPr lang="en-US" altLang="zh-CN" sz="1400" b="0" i="1" dirty="0">
                              <a:solidFill>
                                <a:schemeClr val="tx1"/>
                              </a:solidFill>
                              <a:latin typeface="Cambria Math" panose="02040503050406030204" pitchFamily="18" charset="0"/>
                              <a:ea typeface="微软雅黑" panose="020B0503020204020204" pitchFamily="34" charset="-122"/>
                            </a:rPr>
                            <m:t>𝑟𝑒𝑎𝑑𝑦</m:t>
                          </m:r>
                        </m:sup>
                      </m:sSubSup>
                      <m:r>
                        <a:rPr lang="en-US" altLang="zh-CN" sz="1400" b="0" i="1" dirty="0">
                          <a:solidFill>
                            <a:schemeClr val="tx1"/>
                          </a:solidFill>
                          <a:latin typeface="Cambria Math" panose="02040503050406030204" pitchFamily="18" charset="0"/>
                          <a:ea typeface="微软雅黑" panose="020B0503020204020204" pitchFamily="34" charset="-122"/>
                        </a:rPr>
                        <m:t>• </m:t>
                      </m:r>
                      <m:r>
                        <a:rPr lang="zh-CN" altLang="en-US" sz="1400" b="0" i="1" dirty="0">
                          <a:solidFill>
                            <a:schemeClr val="tx1"/>
                          </a:solidFill>
                          <a:latin typeface="Cambria Math" panose="02040503050406030204" pitchFamily="18" charset="0"/>
                          <a:ea typeface="微软雅黑" panose="020B0503020204020204" pitchFamily="34" charset="-122"/>
                        </a:rPr>
                        <m:t>站位阻塞状态：</m:t>
                      </m:r>
                      <m:sSub>
                        <m:sSubPr>
                          <m:ctrlPr>
                            <a:rPr lang="en-US" altLang="zh-CN" sz="1400" b="0" i="1" dirty="0">
                              <a:solidFill>
                                <a:schemeClr val="tx1"/>
                              </a:solidFill>
                              <a:latin typeface="Cambria Math" panose="02040503050406030204" pitchFamily="18" charset="0"/>
                              <a:ea typeface="微软雅黑" panose="020B0503020204020204" pitchFamily="34" charset="-122"/>
                            </a:rPr>
                          </m:ctrlPr>
                        </m:sSubPr>
                        <m:e>
                          <m:r>
                            <a:rPr lang="en-US" altLang="zh-CN" sz="1400" b="0" i="1" dirty="0">
                              <a:solidFill>
                                <a:schemeClr val="tx1"/>
                              </a:solidFill>
                              <a:latin typeface="Cambria Math" panose="02040503050406030204" pitchFamily="18" charset="0"/>
                              <a:ea typeface="微软雅黑" panose="020B0503020204020204" pitchFamily="34" charset="-122"/>
                            </a:rPr>
                            <m:t>𝐵</m:t>
                          </m:r>
                        </m:e>
                        <m:sub>
                          <m:r>
                            <a:rPr lang="en-US" altLang="zh-CN" sz="1400" b="0" i="1" dirty="0">
                              <a:solidFill>
                                <a:schemeClr val="tx1"/>
                              </a:solidFill>
                              <a:latin typeface="Cambria Math" panose="02040503050406030204" pitchFamily="18" charset="0"/>
                              <a:ea typeface="微软雅黑" panose="020B0503020204020204" pitchFamily="34" charset="-122"/>
                            </a:rPr>
                            <m:t>𝑠</m:t>
                          </m:r>
                          <m:d>
                            <m:dPr>
                              <m:ctrlPr>
                                <a:rPr lang="en-US" altLang="zh-CN" sz="1400" b="0" i="1" dirty="0">
                                  <a:solidFill>
                                    <a:schemeClr val="tx1"/>
                                  </a:solidFill>
                                  <a:latin typeface="Cambria Math" panose="02040503050406030204" pitchFamily="18" charset="0"/>
                                  <a:ea typeface="微软雅黑" panose="020B0503020204020204" pitchFamily="34" charset="-122"/>
                                </a:rPr>
                              </m:ctrlPr>
                            </m:dPr>
                            <m:e>
                              <m:r>
                                <a:rPr lang="en-US" altLang="zh-CN" sz="1400" b="0" i="1" dirty="0">
                                  <a:solidFill>
                                    <a:schemeClr val="tx1"/>
                                  </a:solidFill>
                                  <a:latin typeface="Cambria Math" panose="02040503050406030204" pitchFamily="18" charset="0"/>
                                  <a:ea typeface="微软雅黑" panose="020B0503020204020204" pitchFamily="34" charset="-122"/>
                                </a:rPr>
                                <m:t>𝑡</m:t>
                              </m:r>
                            </m:e>
                          </m:d>
                        </m:sub>
                      </m:sSub>
                    </m:oMath>
                  </m:oMathPara>
                </a14:m>
                <a:endParaRPr lang="en-US" altLang="zh-CN" sz="1400" b="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91" name="文本框 90">
                <a:extLst>
                  <a:ext uri="{FF2B5EF4-FFF2-40B4-BE49-F238E27FC236}">
                    <a16:creationId xmlns:a16="http://schemas.microsoft.com/office/drawing/2014/main" id="{1FA5FD24-27F8-9871-A9D0-F60712162D67}"/>
                  </a:ext>
                </a:extLst>
              </p:cNvPr>
              <p:cNvSpPr txBox="1">
                <a:spLocks noRot="1" noChangeAspect="1" noMove="1" noResize="1" noEditPoints="1" noAdjustHandles="1" noChangeArrowheads="1" noChangeShapeType="1" noTextEdit="1"/>
              </p:cNvSpPr>
              <p:nvPr/>
            </p:nvSpPr>
            <p:spPr>
              <a:xfrm>
                <a:off x="3149598" y="4598969"/>
                <a:ext cx="2852058" cy="1645347"/>
              </a:xfrm>
              <a:prstGeom prst="rect">
                <a:avLst/>
              </a:prstGeom>
              <a:blipFill>
                <a:blip r:embed="rId7"/>
                <a:stretch>
                  <a:fillRect/>
                </a:stretch>
              </a:blipFill>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2" name="文本框 91">
                <a:extLst>
                  <a:ext uri="{FF2B5EF4-FFF2-40B4-BE49-F238E27FC236}">
                    <a16:creationId xmlns:a16="http://schemas.microsoft.com/office/drawing/2014/main" id="{1883089C-43E2-A6D3-24AB-5C058F3FCEE6}"/>
                  </a:ext>
                </a:extLst>
              </p:cNvPr>
              <p:cNvSpPr txBox="1"/>
              <p:nvPr/>
            </p:nvSpPr>
            <p:spPr>
              <a:xfrm>
                <a:off x="6433520" y="2270400"/>
                <a:ext cx="2675246" cy="1738899"/>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14:m>
                  <m:oMathPara xmlns:m="http://schemas.openxmlformats.org/officeDocument/2006/math">
                    <m:oMathParaPr>
                      <m:jc m:val="left"/>
                    </m:oMathParaPr>
                    <m:oMath xmlns:m="http://schemas.openxmlformats.org/officeDocument/2006/math">
                      <m:r>
                        <a:rPr lang="en-US" altLang="zh-CN" sz="1400" b="0" i="1" dirty="0" smtClean="0">
                          <a:solidFill>
                            <a:schemeClr val="tx1"/>
                          </a:solidFill>
                          <a:latin typeface="Cambria Math" panose="02040503050406030204" pitchFamily="18" charset="0"/>
                          <a:ea typeface="微软雅黑" panose="020B0503020204020204" pitchFamily="34" charset="-122"/>
                        </a:rPr>
                        <m:t>• </m:t>
                      </m:r>
                      <m:r>
                        <a:rPr lang="zh-CN" altLang="en-US" sz="1400" b="0" i="1" dirty="0">
                          <a:solidFill>
                            <a:schemeClr val="tx1"/>
                          </a:solidFill>
                          <a:latin typeface="Cambria Math" panose="02040503050406030204" pitchFamily="18" charset="0"/>
                          <a:ea typeface="微软雅黑" panose="020B0503020204020204" pitchFamily="34" charset="-122"/>
                        </a:rPr>
                        <m:t>工序标准加工时间：</m:t>
                      </m:r>
                      <m:sSub>
                        <m:sSubPr>
                          <m:ctrlPr>
                            <a:rPr lang="en-US" altLang="zh-CN" sz="1400" b="0" i="1" dirty="0">
                              <a:solidFill>
                                <a:schemeClr val="tx1"/>
                              </a:solidFill>
                              <a:latin typeface="Cambria Math" panose="02040503050406030204" pitchFamily="18" charset="0"/>
                              <a:ea typeface="微软雅黑" panose="020B0503020204020204" pitchFamily="34" charset="-122"/>
                            </a:rPr>
                          </m:ctrlPr>
                        </m:sSubPr>
                        <m:e>
                          <m:r>
                            <a:rPr lang="en-US" altLang="zh-CN" sz="1400" b="0" i="1" dirty="0">
                              <a:solidFill>
                                <a:schemeClr val="tx1"/>
                              </a:solidFill>
                              <a:latin typeface="Cambria Math" panose="02040503050406030204" pitchFamily="18" charset="0"/>
                              <a:ea typeface="微软雅黑" panose="020B0503020204020204" pitchFamily="34" charset="-122"/>
                            </a:rPr>
                            <m:t>𝑝</m:t>
                          </m:r>
                        </m:e>
                        <m:sub>
                          <m:r>
                            <a:rPr lang="en-US" altLang="zh-CN" sz="1400" b="0" i="1" dirty="0">
                              <a:solidFill>
                                <a:schemeClr val="tx1"/>
                              </a:solidFill>
                              <a:latin typeface="Cambria Math" panose="02040503050406030204" pitchFamily="18" charset="0"/>
                              <a:ea typeface="微软雅黑" panose="020B0503020204020204" pitchFamily="34" charset="-122"/>
                            </a:rPr>
                            <m:t>𝑗</m:t>
                          </m:r>
                        </m:sub>
                      </m:sSub>
                      <m:r>
                        <a:rPr lang="en-US" altLang="zh-CN" sz="1400" b="0" i="1" dirty="0">
                          <a:solidFill>
                            <a:schemeClr val="tx1"/>
                          </a:solidFill>
                          <a:latin typeface="Cambria Math" panose="02040503050406030204" pitchFamily="18" charset="0"/>
                          <a:ea typeface="微软雅黑" panose="020B0503020204020204" pitchFamily="34" charset="-122"/>
                        </a:rPr>
                        <m:t>• </m:t>
                      </m:r>
                      <m:r>
                        <a:rPr lang="zh-CN" altLang="en-US" sz="1400" b="0" i="1" dirty="0">
                          <a:solidFill>
                            <a:schemeClr val="tx1"/>
                          </a:solidFill>
                          <a:latin typeface="Cambria Math" panose="02040503050406030204" pitchFamily="18" charset="0"/>
                          <a:ea typeface="微软雅黑" panose="020B0503020204020204" pitchFamily="34" charset="-122"/>
                        </a:rPr>
                        <m:t>工序技能需求：</m:t>
                      </m:r>
                      <m:r>
                        <a:rPr lang="en-US" altLang="zh-CN" sz="1400" b="0" i="1" dirty="0">
                          <a:solidFill>
                            <a:schemeClr val="tx1"/>
                          </a:solidFill>
                          <a:latin typeface="Cambria Math" panose="02040503050406030204" pitchFamily="18" charset="0"/>
                          <a:ea typeface="微软雅黑" panose="020B0503020204020204" pitchFamily="34" charset="-122"/>
                        </a:rPr>
                        <m:t>𝐾</m:t>
                      </m:r>
                      <m:d>
                        <m:dPr>
                          <m:ctrlPr>
                            <a:rPr lang="en-US" altLang="zh-CN" sz="1400" b="0" i="1" dirty="0">
                              <a:solidFill>
                                <a:schemeClr val="tx1"/>
                              </a:solidFill>
                              <a:latin typeface="Cambria Math" panose="02040503050406030204" pitchFamily="18" charset="0"/>
                              <a:ea typeface="微软雅黑" panose="020B0503020204020204" pitchFamily="34" charset="-122"/>
                            </a:rPr>
                          </m:ctrlPr>
                        </m:dPr>
                        <m:e>
                          <m:r>
                            <a:rPr lang="en-US" altLang="zh-CN" sz="1400" b="0" i="1" dirty="0">
                              <a:solidFill>
                                <a:schemeClr val="tx1"/>
                              </a:solidFill>
                              <a:latin typeface="Cambria Math" panose="02040503050406030204" pitchFamily="18" charset="0"/>
                              <a:ea typeface="微软雅黑" panose="020B0503020204020204" pitchFamily="34" charset="-122"/>
                            </a:rPr>
                            <m:t>𝑗</m:t>
                          </m:r>
                        </m:e>
                      </m:d>
                      <m:r>
                        <a:rPr lang="en-US" altLang="zh-CN" sz="1400" b="0" i="1" dirty="0">
                          <a:solidFill>
                            <a:schemeClr val="tx1"/>
                          </a:solidFill>
                          <a:latin typeface="Cambria Math" panose="02040503050406030204" pitchFamily="18" charset="0"/>
                          <a:ea typeface="微软雅黑" panose="020B0503020204020204" pitchFamily="34" charset="-122"/>
                        </a:rPr>
                        <m:t>• </m:t>
                      </m:r>
                      <m:r>
                        <a:rPr lang="zh-CN" altLang="en-US" sz="1400" b="0" i="1" dirty="0">
                          <a:solidFill>
                            <a:schemeClr val="tx1"/>
                          </a:solidFill>
                          <a:latin typeface="Cambria Math" panose="02040503050406030204" pitchFamily="18" charset="0"/>
                          <a:ea typeface="微软雅黑" panose="020B0503020204020204" pitchFamily="34" charset="-122"/>
                        </a:rPr>
                        <m:t>工序设备需求：</m:t>
                      </m:r>
                      <m:r>
                        <a:rPr lang="en-US" altLang="zh-CN" sz="1400" b="0" i="1" dirty="0">
                          <a:solidFill>
                            <a:schemeClr val="tx1"/>
                          </a:solidFill>
                          <a:latin typeface="Cambria Math" panose="02040503050406030204" pitchFamily="18" charset="0"/>
                          <a:ea typeface="微软雅黑" panose="020B0503020204020204" pitchFamily="34" charset="-122"/>
                        </a:rPr>
                        <m:t>𝑄</m:t>
                      </m:r>
                      <m:d>
                        <m:dPr>
                          <m:ctrlPr>
                            <a:rPr lang="en-US" altLang="zh-CN" sz="1400" b="0" i="1" dirty="0">
                              <a:solidFill>
                                <a:schemeClr val="tx1"/>
                              </a:solidFill>
                              <a:latin typeface="Cambria Math" panose="02040503050406030204" pitchFamily="18" charset="0"/>
                              <a:ea typeface="微软雅黑" panose="020B0503020204020204" pitchFamily="34" charset="-122"/>
                            </a:rPr>
                          </m:ctrlPr>
                        </m:dPr>
                        <m:e>
                          <m:r>
                            <a:rPr lang="en-US" altLang="zh-CN" sz="1400" b="0" i="1" dirty="0">
                              <a:solidFill>
                                <a:schemeClr val="tx1"/>
                              </a:solidFill>
                              <a:latin typeface="Cambria Math" panose="02040503050406030204" pitchFamily="18" charset="0"/>
                              <a:ea typeface="微软雅黑" panose="020B0503020204020204" pitchFamily="34" charset="-122"/>
                            </a:rPr>
                            <m:t>𝑗</m:t>
                          </m:r>
                        </m:e>
                      </m:d>
                      <m:r>
                        <a:rPr lang="en-US" altLang="zh-CN" sz="1400" b="0" i="1" dirty="0">
                          <a:solidFill>
                            <a:schemeClr val="tx1"/>
                          </a:solidFill>
                          <a:latin typeface="Cambria Math" panose="02040503050406030204" pitchFamily="18" charset="0"/>
                          <a:ea typeface="微软雅黑" panose="020B0503020204020204" pitchFamily="34" charset="-122"/>
                        </a:rPr>
                        <m:t>• </m:t>
                      </m:r>
                      <m:r>
                        <a:rPr lang="zh-CN" altLang="en-US" sz="1400" b="0" i="1" dirty="0">
                          <a:solidFill>
                            <a:schemeClr val="tx1"/>
                          </a:solidFill>
                          <a:latin typeface="Cambria Math" panose="02040503050406030204" pitchFamily="18" charset="0"/>
                          <a:ea typeface="微软雅黑" panose="020B0503020204020204" pitchFamily="34" charset="-122"/>
                        </a:rPr>
                        <m:t>工人技能集合：</m:t>
                      </m:r>
                      <m:r>
                        <a:rPr lang="en-US" altLang="zh-CN" sz="1400" b="0" i="1" dirty="0">
                          <a:solidFill>
                            <a:schemeClr val="tx1"/>
                          </a:solidFill>
                          <a:latin typeface="Cambria Math" panose="02040503050406030204" pitchFamily="18" charset="0"/>
                          <a:ea typeface="微软雅黑" panose="020B0503020204020204" pitchFamily="34" charset="-122"/>
                        </a:rPr>
                        <m:t>𝐾</m:t>
                      </m:r>
                      <m:d>
                        <m:dPr>
                          <m:ctrlPr>
                            <a:rPr lang="en-US" altLang="zh-CN" sz="1400" b="0" i="1" dirty="0">
                              <a:solidFill>
                                <a:schemeClr val="tx1"/>
                              </a:solidFill>
                              <a:latin typeface="Cambria Math" panose="02040503050406030204" pitchFamily="18" charset="0"/>
                              <a:ea typeface="微软雅黑" panose="020B0503020204020204" pitchFamily="34" charset="-122"/>
                            </a:rPr>
                          </m:ctrlPr>
                        </m:dPr>
                        <m:e>
                          <m:r>
                            <a:rPr lang="en-US" altLang="zh-CN" sz="1400" b="0" i="1" dirty="0">
                              <a:solidFill>
                                <a:schemeClr val="tx1"/>
                              </a:solidFill>
                              <a:latin typeface="Cambria Math" panose="02040503050406030204" pitchFamily="18" charset="0"/>
                              <a:ea typeface="微软雅黑" panose="020B0503020204020204" pitchFamily="34" charset="-122"/>
                            </a:rPr>
                            <m:t>𝑤</m:t>
                          </m:r>
                        </m:e>
                      </m:d>
                      <m:r>
                        <a:rPr lang="en-US" altLang="zh-CN" sz="1400" b="0" i="1" dirty="0">
                          <a:solidFill>
                            <a:schemeClr val="tx1"/>
                          </a:solidFill>
                          <a:latin typeface="Cambria Math" panose="02040503050406030204" pitchFamily="18" charset="0"/>
                          <a:ea typeface="微软雅黑" panose="020B0503020204020204" pitchFamily="34" charset="-122"/>
                        </a:rPr>
                        <m:t>• </m:t>
                      </m:r>
                      <m:r>
                        <a:rPr lang="zh-CN" altLang="en-US" sz="1400" b="0" i="1" dirty="0">
                          <a:solidFill>
                            <a:schemeClr val="tx1"/>
                          </a:solidFill>
                          <a:latin typeface="Cambria Math" panose="02040503050406030204" pitchFamily="18" charset="0"/>
                          <a:ea typeface="微软雅黑" panose="020B0503020204020204" pitchFamily="34" charset="-122"/>
                        </a:rPr>
                        <m:t>工人效率</m:t>
                      </m:r>
                      <m:r>
                        <a:rPr lang="en-US" altLang="zh-CN" sz="1400" b="0" i="1" dirty="0" smtClean="0">
                          <a:solidFill>
                            <a:schemeClr val="tx1"/>
                          </a:solidFill>
                          <a:latin typeface="Cambria Math" panose="02040503050406030204" pitchFamily="18" charset="0"/>
                          <a:ea typeface="微软雅黑" panose="020B0503020204020204" pitchFamily="34" charset="-122"/>
                        </a:rPr>
                        <m:t>/</m:t>
                      </m:r>
                      <m:r>
                        <a:rPr lang="zh-CN" altLang="en-US" sz="1400" b="0" i="1" dirty="0">
                          <a:solidFill>
                            <a:schemeClr val="tx1"/>
                          </a:solidFill>
                          <a:latin typeface="Cambria Math" panose="02040503050406030204" pitchFamily="18" charset="0"/>
                          <a:ea typeface="微软雅黑" panose="020B0503020204020204" pitchFamily="34" charset="-122"/>
                        </a:rPr>
                        <m:t>时间修正系数：</m:t>
                      </m:r>
                      <m:sSub>
                        <m:sSubPr>
                          <m:ctrlPr>
                            <a:rPr lang="el-GR" altLang="zh-CN" sz="1400" b="0" i="1" dirty="0">
                              <a:solidFill>
                                <a:schemeClr val="tx1"/>
                              </a:solidFill>
                              <a:latin typeface="Cambria Math" panose="02040503050406030204" pitchFamily="18" charset="0"/>
                              <a:ea typeface="微软雅黑" panose="020B0503020204020204" pitchFamily="34" charset="-122"/>
                            </a:rPr>
                          </m:ctrlPr>
                        </m:sSubPr>
                        <m:e>
                          <m:r>
                            <a:rPr lang="el-GR" altLang="zh-CN" sz="1400" b="0" i="1" dirty="0">
                              <a:solidFill>
                                <a:schemeClr val="tx1"/>
                              </a:solidFill>
                              <a:latin typeface="Cambria Math" panose="02040503050406030204" pitchFamily="18" charset="0"/>
                              <a:ea typeface="微软雅黑" panose="020B0503020204020204" pitchFamily="34" charset="-122"/>
                            </a:rPr>
                            <m:t>𝜂</m:t>
                          </m:r>
                        </m:e>
                        <m:sub>
                          <m:r>
                            <a:rPr lang="en-US" altLang="zh-CN" sz="1400" b="0" i="1" dirty="0">
                              <a:solidFill>
                                <a:schemeClr val="tx1"/>
                              </a:solidFill>
                              <a:latin typeface="Cambria Math" panose="02040503050406030204" pitchFamily="18" charset="0"/>
                              <a:ea typeface="微软雅黑" panose="020B0503020204020204" pitchFamily="34" charset="-122"/>
                            </a:rPr>
                            <m:t>𝑤</m:t>
                          </m:r>
                        </m:sub>
                      </m:sSub>
                    </m:oMath>
                  </m:oMathPara>
                </a14:m>
                <a:endParaRPr lang="en-US" altLang="zh-CN" sz="1400" b="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92" name="文本框 91">
                <a:extLst>
                  <a:ext uri="{FF2B5EF4-FFF2-40B4-BE49-F238E27FC236}">
                    <a16:creationId xmlns:a16="http://schemas.microsoft.com/office/drawing/2014/main" id="{1883089C-43E2-A6D3-24AB-5C058F3FCEE6}"/>
                  </a:ext>
                </a:extLst>
              </p:cNvPr>
              <p:cNvSpPr txBox="1">
                <a:spLocks noRot="1" noChangeAspect="1" noMove="1" noResize="1" noEditPoints="1" noAdjustHandles="1" noChangeArrowheads="1" noChangeShapeType="1" noTextEdit="1"/>
              </p:cNvSpPr>
              <p:nvPr/>
            </p:nvSpPr>
            <p:spPr>
              <a:xfrm>
                <a:off x="6433520" y="2270400"/>
                <a:ext cx="2675246" cy="1738899"/>
              </a:xfrm>
              <a:prstGeom prst="rect">
                <a:avLst/>
              </a:prstGeom>
              <a:blipFill>
                <a:blip r:embed="rId8"/>
                <a:stretch>
                  <a:fillRect/>
                </a:stretch>
              </a:blipFill>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3" name="文本框 92">
                <a:extLst>
                  <a:ext uri="{FF2B5EF4-FFF2-40B4-BE49-F238E27FC236}">
                    <a16:creationId xmlns:a16="http://schemas.microsoft.com/office/drawing/2014/main" id="{7F770F99-DED1-4E5F-B7FA-89EE794681F9}"/>
                  </a:ext>
                </a:extLst>
              </p:cNvPr>
              <p:cNvSpPr txBox="1"/>
              <p:nvPr/>
            </p:nvSpPr>
            <p:spPr>
              <a:xfrm>
                <a:off x="8814527" y="2289077"/>
                <a:ext cx="2931883" cy="1379249"/>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14:m>
                  <m:oMathPara xmlns:m="http://schemas.openxmlformats.org/officeDocument/2006/math">
                    <m:oMathParaPr>
                      <m:jc m:val="left"/>
                    </m:oMathParaPr>
                    <m:oMath xmlns:m="http://schemas.openxmlformats.org/officeDocument/2006/math">
                      <m:r>
                        <a:rPr lang="en-US" altLang="zh-CN" sz="1400" b="0" i="1" dirty="0" smtClean="0">
                          <a:solidFill>
                            <a:schemeClr val="tx1"/>
                          </a:solidFill>
                          <a:latin typeface="Cambria Math" panose="02040503050406030204" pitchFamily="18" charset="0"/>
                          <a:ea typeface="微软雅黑" panose="020B0503020204020204" pitchFamily="34" charset="-122"/>
                        </a:rPr>
                        <m:t>• </m:t>
                      </m:r>
                      <m:r>
                        <a:rPr lang="zh-CN" altLang="en-US" sz="1400" b="0" i="1" dirty="0">
                          <a:solidFill>
                            <a:schemeClr val="tx1"/>
                          </a:solidFill>
                          <a:latin typeface="Cambria Math" panose="02040503050406030204" pitchFamily="18" charset="0"/>
                          <a:ea typeface="微软雅黑" panose="020B0503020204020204" pitchFamily="34" charset="-122"/>
                        </a:rPr>
                        <m:t>设备类型：</m:t>
                      </m:r>
                      <m:r>
                        <a:rPr lang="en-US" altLang="zh-CN" sz="1400" b="0" i="1" dirty="0">
                          <a:solidFill>
                            <a:schemeClr val="tx1"/>
                          </a:solidFill>
                          <a:latin typeface="Cambria Math" panose="02040503050406030204" pitchFamily="18" charset="0"/>
                          <a:ea typeface="微软雅黑" panose="020B0503020204020204" pitchFamily="34" charset="-122"/>
                        </a:rPr>
                        <m:t>𝑞</m:t>
                      </m:r>
                      <m:d>
                        <m:dPr>
                          <m:ctrlPr>
                            <a:rPr lang="en-US" altLang="zh-CN" sz="1400" b="0" i="1" dirty="0">
                              <a:solidFill>
                                <a:schemeClr val="tx1"/>
                              </a:solidFill>
                              <a:latin typeface="Cambria Math" panose="02040503050406030204" pitchFamily="18" charset="0"/>
                              <a:ea typeface="微软雅黑" panose="020B0503020204020204" pitchFamily="34" charset="-122"/>
                            </a:rPr>
                          </m:ctrlPr>
                        </m:dPr>
                        <m:e>
                          <m:r>
                            <a:rPr lang="en-US" altLang="zh-CN" sz="1400" b="0" i="1" dirty="0">
                              <a:solidFill>
                                <a:schemeClr val="tx1"/>
                              </a:solidFill>
                              <a:latin typeface="Cambria Math" panose="02040503050406030204" pitchFamily="18" charset="0"/>
                              <a:ea typeface="微软雅黑" panose="020B0503020204020204" pitchFamily="34" charset="-122"/>
                            </a:rPr>
                            <m:t>𝑒</m:t>
                          </m:r>
                        </m:e>
                      </m:d>
                      <m:r>
                        <a:rPr lang="en-US" altLang="zh-CN" sz="1400" b="0" i="1" dirty="0">
                          <a:solidFill>
                            <a:schemeClr val="tx1"/>
                          </a:solidFill>
                          <a:latin typeface="Cambria Math" panose="02040503050406030204" pitchFamily="18" charset="0"/>
                          <a:ea typeface="微软雅黑" panose="020B0503020204020204" pitchFamily="34" charset="-122"/>
                        </a:rPr>
                        <m:t>• </m:t>
                      </m:r>
                      <m:r>
                        <a:rPr lang="zh-CN" altLang="en-US" sz="1400" b="0" i="1" dirty="0">
                          <a:solidFill>
                            <a:schemeClr val="tx1"/>
                          </a:solidFill>
                          <a:latin typeface="Cambria Math" panose="02040503050406030204" pitchFamily="18" charset="0"/>
                          <a:ea typeface="微软雅黑" panose="020B0503020204020204" pitchFamily="34" charset="-122"/>
                        </a:rPr>
                        <m:t>站位工人容量上限：</m:t>
                      </m:r>
                      <m:r>
                        <a:rPr lang="en-US" altLang="zh-CN" sz="1400" b="0" i="1" dirty="0">
                          <a:solidFill>
                            <a:schemeClr val="tx1"/>
                          </a:solidFill>
                          <a:latin typeface="Cambria Math" panose="02040503050406030204" pitchFamily="18" charset="0"/>
                          <a:ea typeface="微软雅黑" panose="020B0503020204020204" pitchFamily="34" charset="-122"/>
                        </a:rPr>
                        <m:t>𝐶𝑎</m:t>
                      </m:r>
                      <m:sSubSup>
                        <m:sSubSupPr>
                          <m:ctrlPr>
                            <a:rPr lang="en-US" altLang="zh-CN" sz="1400" b="0" i="1" dirty="0">
                              <a:solidFill>
                                <a:schemeClr val="tx1"/>
                              </a:solidFill>
                              <a:latin typeface="Cambria Math" panose="02040503050406030204" pitchFamily="18" charset="0"/>
                              <a:ea typeface="微软雅黑" panose="020B0503020204020204" pitchFamily="34" charset="-122"/>
                            </a:rPr>
                          </m:ctrlPr>
                        </m:sSubSupPr>
                        <m:e>
                          <m:r>
                            <a:rPr lang="en-US" altLang="zh-CN" sz="1400" b="0" i="1" dirty="0">
                              <a:solidFill>
                                <a:schemeClr val="tx1"/>
                              </a:solidFill>
                              <a:latin typeface="Cambria Math" panose="02040503050406030204" pitchFamily="18" charset="0"/>
                              <a:ea typeface="微软雅黑" panose="020B0503020204020204" pitchFamily="34" charset="-122"/>
                            </a:rPr>
                            <m:t>𝑝</m:t>
                          </m:r>
                        </m:e>
                        <m:sub>
                          <m:r>
                            <a:rPr lang="en-US" altLang="zh-CN" sz="1400" b="0" i="1" dirty="0">
                              <a:solidFill>
                                <a:schemeClr val="tx1"/>
                              </a:solidFill>
                              <a:latin typeface="Cambria Math" panose="02040503050406030204" pitchFamily="18" charset="0"/>
                              <a:ea typeface="微软雅黑" panose="020B0503020204020204" pitchFamily="34" charset="-122"/>
                            </a:rPr>
                            <m:t>𝑠</m:t>
                          </m:r>
                        </m:sub>
                        <m:sup>
                          <m:r>
                            <a:rPr lang="en-US" altLang="zh-CN" sz="1400" b="0" i="1" dirty="0">
                              <a:solidFill>
                                <a:schemeClr val="tx1"/>
                              </a:solidFill>
                              <a:latin typeface="Cambria Math" panose="02040503050406030204" pitchFamily="18" charset="0"/>
                              <a:ea typeface="微软雅黑" panose="020B0503020204020204" pitchFamily="34" charset="-122"/>
                            </a:rPr>
                            <m:t>𝑤</m:t>
                          </m:r>
                        </m:sup>
                      </m:sSubSup>
                      <m:r>
                        <a:rPr lang="en-US" altLang="zh-CN" sz="1400" b="0" i="1" dirty="0">
                          <a:solidFill>
                            <a:schemeClr val="tx1"/>
                          </a:solidFill>
                          <a:latin typeface="Cambria Math" panose="02040503050406030204" pitchFamily="18" charset="0"/>
                          <a:ea typeface="微软雅黑" panose="020B0503020204020204" pitchFamily="34" charset="-122"/>
                        </a:rPr>
                        <m:t>• </m:t>
                      </m:r>
                      <m:r>
                        <a:rPr lang="zh-CN" altLang="en-US" sz="1400" b="0" i="1" dirty="0">
                          <a:solidFill>
                            <a:schemeClr val="tx1"/>
                          </a:solidFill>
                          <a:latin typeface="Cambria Math" panose="02040503050406030204" pitchFamily="18" charset="0"/>
                          <a:ea typeface="微软雅黑" panose="020B0503020204020204" pitchFamily="34" charset="-122"/>
                        </a:rPr>
                        <m:t>站位设备容量上限：</m:t>
                      </m:r>
                      <m:r>
                        <a:rPr lang="en-US" altLang="zh-CN" sz="1400" b="0" i="1" dirty="0">
                          <a:solidFill>
                            <a:schemeClr val="tx1"/>
                          </a:solidFill>
                          <a:latin typeface="Cambria Math" panose="02040503050406030204" pitchFamily="18" charset="0"/>
                          <a:ea typeface="微软雅黑" panose="020B0503020204020204" pitchFamily="34" charset="-122"/>
                        </a:rPr>
                        <m:t>𝐶𝑎</m:t>
                      </m:r>
                      <m:sSubSup>
                        <m:sSubSupPr>
                          <m:ctrlPr>
                            <a:rPr lang="en-US" altLang="zh-CN" sz="1400" b="0" i="1" dirty="0">
                              <a:solidFill>
                                <a:schemeClr val="tx1"/>
                              </a:solidFill>
                              <a:latin typeface="Cambria Math" panose="02040503050406030204" pitchFamily="18" charset="0"/>
                              <a:ea typeface="微软雅黑" panose="020B0503020204020204" pitchFamily="34" charset="-122"/>
                            </a:rPr>
                          </m:ctrlPr>
                        </m:sSubSupPr>
                        <m:e>
                          <m:r>
                            <a:rPr lang="en-US" altLang="zh-CN" sz="1400" b="0" i="1" dirty="0">
                              <a:solidFill>
                                <a:schemeClr val="tx1"/>
                              </a:solidFill>
                              <a:latin typeface="Cambria Math" panose="02040503050406030204" pitchFamily="18" charset="0"/>
                              <a:ea typeface="微软雅黑" panose="020B0503020204020204" pitchFamily="34" charset="-122"/>
                            </a:rPr>
                            <m:t>𝑝</m:t>
                          </m:r>
                        </m:e>
                        <m:sub>
                          <m:r>
                            <a:rPr lang="en-US" altLang="zh-CN" sz="1400" b="0" i="1" dirty="0">
                              <a:solidFill>
                                <a:schemeClr val="tx1"/>
                              </a:solidFill>
                              <a:latin typeface="Cambria Math" panose="02040503050406030204" pitchFamily="18" charset="0"/>
                              <a:ea typeface="微软雅黑" panose="020B0503020204020204" pitchFamily="34" charset="-122"/>
                            </a:rPr>
                            <m:t>𝑠</m:t>
                          </m:r>
                        </m:sub>
                        <m:sup>
                          <m:r>
                            <a:rPr lang="en-US" altLang="zh-CN" sz="1400" b="0" i="1" dirty="0">
                              <a:solidFill>
                                <a:schemeClr val="tx1"/>
                              </a:solidFill>
                              <a:latin typeface="Cambria Math" panose="02040503050406030204" pitchFamily="18" charset="0"/>
                              <a:ea typeface="微软雅黑" panose="020B0503020204020204" pitchFamily="34" charset="-122"/>
                            </a:rPr>
                            <m:t>𝑒</m:t>
                          </m:r>
                        </m:sup>
                      </m:sSubSup>
                      <m:r>
                        <a:rPr lang="en-US" altLang="zh-CN" sz="1400" b="0" i="1" dirty="0">
                          <a:solidFill>
                            <a:schemeClr val="tx1"/>
                          </a:solidFill>
                          <a:latin typeface="Cambria Math" panose="02040503050406030204" pitchFamily="18" charset="0"/>
                          <a:ea typeface="微软雅黑" panose="020B0503020204020204" pitchFamily="34" charset="-122"/>
                        </a:rPr>
                        <m:t>• </m:t>
                      </m:r>
                      <m:r>
                        <a:rPr lang="zh-CN" altLang="en-US" sz="1400" b="0" i="1" dirty="0">
                          <a:solidFill>
                            <a:schemeClr val="tx1"/>
                          </a:solidFill>
                          <a:latin typeface="Cambria Math" panose="02040503050406030204" pitchFamily="18" charset="0"/>
                          <a:ea typeface="微软雅黑" panose="020B0503020204020204" pitchFamily="34" charset="-122"/>
                        </a:rPr>
                        <m:t>跨站借调转运时间：</m:t>
                      </m:r>
                      <m:sSup>
                        <m:sSupPr>
                          <m:ctrlPr>
                            <a:rPr lang="el-GR" altLang="zh-CN" sz="1400" b="0" i="1" dirty="0">
                              <a:solidFill>
                                <a:schemeClr val="tx1"/>
                              </a:solidFill>
                              <a:latin typeface="Cambria Math" panose="02040503050406030204" pitchFamily="18" charset="0"/>
                              <a:ea typeface="微软雅黑" panose="020B0503020204020204" pitchFamily="34" charset="-122"/>
                            </a:rPr>
                          </m:ctrlPr>
                        </m:sSupPr>
                        <m:e>
                          <m:r>
                            <a:rPr lang="el-GR" altLang="zh-CN" sz="1400" b="0" i="1" dirty="0">
                              <a:solidFill>
                                <a:schemeClr val="tx1"/>
                              </a:solidFill>
                              <a:latin typeface="Cambria Math" panose="02040503050406030204" pitchFamily="18" charset="0"/>
                              <a:ea typeface="微软雅黑" panose="020B0503020204020204" pitchFamily="34" charset="-122"/>
                            </a:rPr>
                            <m:t>𝜏</m:t>
                          </m:r>
                        </m:e>
                        <m:sup>
                          <m:r>
                            <a:rPr lang="en-US" altLang="zh-CN" sz="1400" b="0" i="1" dirty="0">
                              <a:solidFill>
                                <a:schemeClr val="tx1"/>
                              </a:solidFill>
                              <a:latin typeface="Cambria Math" panose="02040503050406030204" pitchFamily="18" charset="0"/>
                              <a:ea typeface="微软雅黑" panose="020B0503020204020204" pitchFamily="34" charset="-122"/>
                            </a:rPr>
                            <m:t>𝑤</m:t>
                          </m:r>
                        </m:sup>
                      </m:sSup>
                      <m:r>
                        <a:rPr lang="zh-CN" altLang="en-US" sz="1400" b="0" i="1" dirty="0">
                          <a:solidFill>
                            <a:schemeClr val="tx1"/>
                          </a:solidFill>
                          <a:latin typeface="Cambria Math" panose="02040503050406030204" pitchFamily="18" charset="0"/>
                          <a:ea typeface="微软雅黑" panose="020B0503020204020204" pitchFamily="34" charset="-122"/>
                        </a:rPr>
                        <m:t>，</m:t>
                      </m:r>
                      <m:sSup>
                        <m:sSupPr>
                          <m:ctrlPr>
                            <a:rPr lang="el-GR" altLang="zh-CN" sz="1400" b="0" i="1" dirty="0">
                              <a:solidFill>
                                <a:schemeClr val="tx1"/>
                              </a:solidFill>
                              <a:latin typeface="Cambria Math" panose="02040503050406030204" pitchFamily="18" charset="0"/>
                              <a:ea typeface="微软雅黑" panose="020B0503020204020204" pitchFamily="34" charset="-122"/>
                            </a:rPr>
                          </m:ctrlPr>
                        </m:sSupPr>
                        <m:e>
                          <m:r>
                            <a:rPr lang="el-GR" altLang="zh-CN" sz="1400" b="0" i="1" dirty="0">
                              <a:solidFill>
                                <a:schemeClr val="tx1"/>
                              </a:solidFill>
                              <a:latin typeface="Cambria Math" panose="02040503050406030204" pitchFamily="18" charset="0"/>
                              <a:ea typeface="微软雅黑" panose="020B0503020204020204" pitchFamily="34" charset="-122"/>
                            </a:rPr>
                            <m:t>𝜏</m:t>
                          </m:r>
                        </m:e>
                        <m:sup>
                          <m:r>
                            <a:rPr lang="en-US" altLang="zh-CN" sz="1400" b="0" i="1" dirty="0">
                              <a:solidFill>
                                <a:schemeClr val="tx1"/>
                              </a:solidFill>
                              <a:latin typeface="Cambria Math" panose="02040503050406030204" pitchFamily="18" charset="0"/>
                              <a:ea typeface="微软雅黑" panose="020B0503020204020204" pitchFamily="34" charset="-122"/>
                            </a:rPr>
                            <m:t>𝑒</m:t>
                          </m:r>
                        </m:sup>
                      </m:sSup>
                    </m:oMath>
                  </m:oMathPara>
                </a14:m>
                <a:endParaRPr lang="en-US" altLang="zh-CN" sz="1400" b="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93" name="文本框 92">
                <a:extLst>
                  <a:ext uri="{FF2B5EF4-FFF2-40B4-BE49-F238E27FC236}">
                    <a16:creationId xmlns:a16="http://schemas.microsoft.com/office/drawing/2014/main" id="{7F770F99-DED1-4E5F-B7FA-89EE794681F9}"/>
                  </a:ext>
                </a:extLst>
              </p:cNvPr>
              <p:cNvSpPr txBox="1">
                <a:spLocks noRot="1" noChangeAspect="1" noMove="1" noResize="1" noEditPoints="1" noAdjustHandles="1" noChangeArrowheads="1" noChangeShapeType="1" noTextEdit="1"/>
              </p:cNvSpPr>
              <p:nvPr/>
            </p:nvSpPr>
            <p:spPr>
              <a:xfrm>
                <a:off x="8814527" y="2289077"/>
                <a:ext cx="2931883" cy="1379249"/>
              </a:xfrm>
              <a:prstGeom prst="rect">
                <a:avLst/>
              </a:prstGeom>
              <a:blipFill>
                <a:blip r:embed="rId9"/>
                <a:stretch>
                  <a:fillRect/>
                </a:stretch>
              </a:blipFill>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4" name="文本框 93">
                <a:extLst>
                  <a:ext uri="{FF2B5EF4-FFF2-40B4-BE49-F238E27FC236}">
                    <a16:creationId xmlns:a16="http://schemas.microsoft.com/office/drawing/2014/main" id="{E6B47604-8606-AB3E-B88B-037068E29A0E}"/>
                  </a:ext>
                </a:extLst>
              </p:cNvPr>
              <p:cNvSpPr txBox="1"/>
              <p:nvPr/>
            </p:nvSpPr>
            <p:spPr>
              <a:xfrm>
                <a:off x="6433519" y="4658052"/>
                <a:ext cx="2804823" cy="1817382"/>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14:m>
                  <m:oMathPara xmlns:m="http://schemas.openxmlformats.org/officeDocument/2006/math">
                    <m:oMathParaPr>
                      <m:jc m:val="left"/>
                    </m:oMathParaPr>
                    <m:oMath xmlns:m="http://schemas.openxmlformats.org/officeDocument/2006/math">
                      <m:r>
                        <a:rPr lang="en-US" altLang="zh-CN" sz="1400" b="0" i="1" dirty="0" smtClean="0">
                          <a:solidFill>
                            <a:schemeClr val="tx1"/>
                          </a:solidFill>
                          <a:latin typeface="Cambria Math" panose="02040503050406030204" pitchFamily="18" charset="0"/>
                          <a:ea typeface="微软雅黑" panose="020B0503020204020204" pitchFamily="34" charset="-122"/>
                        </a:rPr>
                        <m:t>• </m:t>
                      </m:r>
                      <m:r>
                        <a:rPr lang="zh-CN" altLang="en-US" sz="1400" b="0" i="1" dirty="0">
                          <a:solidFill>
                            <a:schemeClr val="tx1"/>
                          </a:solidFill>
                          <a:latin typeface="Cambria Math" panose="02040503050406030204" pitchFamily="18" charset="0"/>
                          <a:ea typeface="微软雅黑" panose="020B0503020204020204" pitchFamily="34" charset="-122"/>
                        </a:rPr>
                        <m:t>固定工人</m:t>
                      </m:r>
                      <m:r>
                        <a:rPr lang="en-US" altLang="zh-CN" sz="1400" b="0" i="1" dirty="0" smtClean="0">
                          <a:solidFill>
                            <a:schemeClr val="tx1"/>
                          </a:solidFill>
                          <a:latin typeface="Cambria Math" panose="02040503050406030204" pitchFamily="18" charset="0"/>
                          <a:ea typeface="微软雅黑" panose="020B0503020204020204" pitchFamily="34" charset="-122"/>
                        </a:rPr>
                        <m:t>/</m:t>
                      </m:r>
                      <m:r>
                        <a:rPr lang="zh-CN" altLang="en-US" sz="1400" b="0" i="1" dirty="0">
                          <a:solidFill>
                            <a:schemeClr val="tx1"/>
                          </a:solidFill>
                          <a:latin typeface="Cambria Math" panose="02040503050406030204" pitchFamily="18" charset="0"/>
                          <a:ea typeface="微软雅黑" panose="020B0503020204020204" pitchFamily="34" charset="-122"/>
                        </a:rPr>
                        <m:t>设备集合：</m:t>
                      </m:r>
                      <m:sSup>
                        <m:sSupPr>
                          <m:ctrlPr>
                            <a:rPr lang="en-US" altLang="zh-CN" sz="1400" b="0" i="1" dirty="0">
                              <a:solidFill>
                                <a:schemeClr val="tx1"/>
                              </a:solidFill>
                              <a:latin typeface="Cambria Math" panose="02040503050406030204" pitchFamily="18" charset="0"/>
                              <a:ea typeface="微软雅黑" panose="020B0503020204020204" pitchFamily="34" charset="-122"/>
                            </a:rPr>
                          </m:ctrlPr>
                        </m:sSupPr>
                        <m:e>
                          <m:r>
                            <a:rPr lang="en-US" altLang="zh-CN" sz="1400" b="0" i="1" dirty="0">
                              <a:solidFill>
                                <a:schemeClr val="tx1"/>
                              </a:solidFill>
                              <a:latin typeface="Cambria Math" panose="02040503050406030204" pitchFamily="18" charset="0"/>
                              <a:ea typeface="微软雅黑" panose="020B0503020204020204" pitchFamily="34" charset="-122"/>
                            </a:rPr>
                            <m:t>𝑊</m:t>
                          </m:r>
                        </m:e>
                        <m:sup>
                          <m:r>
                            <a:rPr lang="en-US" altLang="zh-CN" sz="1400" b="0" i="1" dirty="0">
                              <a:solidFill>
                                <a:schemeClr val="tx1"/>
                              </a:solidFill>
                              <a:latin typeface="Cambria Math" panose="02040503050406030204" pitchFamily="18" charset="0"/>
                              <a:ea typeface="微软雅黑" panose="020B0503020204020204" pitchFamily="34" charset="-122"/>
                            </a:rPr>
                            <m:t>𝑓</m:t>
                          </m:r>
                        </m:sup>
                      </m:sSup>
                      <m:r>
                        <a:rPr lang="zh-CN" altLang="en-US" sz="1400" b="0" i="1" dirty="0">
                          <a:solidFill>
                            <a:schemeClr val="tx1"/>
                          </a:solidFill>
                          <a:latin typeface="Cambria Math" panose="02040503050406030204" pitchFamily="18" charset="0"/>
                          <a:ea typeface="微软雅黑" panose="020B0503020204020204" pitchFamily="34" charset="-122"/>
                        </a:rPr>
                        <m:t>，</m:t>
                      </m:r>
                      <m:sSup>
                        <m:sSupPr>
                          <m:ctrlPr>
                            <a:rPr lang="en-US" altLang="zh-CN" sz="1400" b="0" i="1" dirty="0">
                              <a:solidFill>
                                <a:schemeClr val="tx1"/>
                              </a:solidFill>
                              <a:latin typeface="Cambria Math" panose="02040503050406030204" pitchFamily="18" charset="0"/>
                              <a:ea typeface="微软雅黑" panose="020B0503020204020204" pitchFamily="34" charset="-122"/>
                            </a:rPr>
                          </m:ctrlPr>
                        </m:sSupPr>
                        <m:e>
                          <m:r>
                            <a:rPr lang="en-US" altLang="zh-CN" sz="1400" b="0" i="1" dirty="0">
                              <a:solidFill>
                                <a:schemeClr val="tx1"/>
                              </a:solidFill>
                              <a:latin typeface="Cambria Math" panose="02040503050406030204" pitchFamily="18" charset="0"/>
                              <a:ea typeface="微软雅黑" panose="020B0503020204020204" pitchFamily="34" charset="-122"/>
                            </a:rPr>
                            <m:t>𝐸</m:t>
                          </m:r>
                        </m:e>
                        <m:sup>
                          <m:r>
                            <a:rPr lang="en-US" altLang="zh-CN" sz="1400" b="0" i="1" dirty="0">
                              <a:solidFill>
                                <a:schemeClr val="tx1"/>
                              </a:solidFill>
                              <a:latin typeface="Cambria Math" panose="02040503050406030204" pitchFamily="18" charset="0"/>
                              <a:ea typeface="微软雅黑" panose="020B0503020204020204" pitchFamily="34" charset="-122"/>
                            </a:rPr>
                            <m:t>𝑓</m:t>
                          </m:r>
                        </m:sup>
                      </m:sSup>
                      <m:r>
                        <a:rPr lang="en-US" altLang="zh-CN" sz="1400" b="0" i="1" dirty="0">
                          <a:solidFill>
                            <a:schemeClr val="tx1"/>
                          </a:solidFill>
                          <a:latin typeface="Cambria Math" panose="02040503050406030204" pitchFamily="18" charset="0"/>
                          <a:ea typeface="微软雅黑" panose="020B0503020204020204" pitchFamily="34" charset="-122"/>
                        </a:rPr>
                        <m:t>• </m:t>
                      </m:r>
                      <m:r>
                        <a:rPr lang="zh-CN" altLang="en-US" sz="1400" b="0" i="1" dirty="0">
                          <a:solidFill>
                            <a:schemeClr val="tx1"/>
                          </a:solidFill>
                          <a:latin typeface="Cambria Math" panose="02040503050406030204" pitchFamily="18" charset="0"/>
                          <a:ea typeface="微软雅黑" panose="020B0503020204020204" pitchFamily="34" charset="-122"/>
                        </a:rPr>
                        <m:t>流动工人</m:t>
                      </m:r>
                      <m:r>
                        <a:rPr lang="en-US" altLang="zh-CN" sz="1400" b="0" i="1" dirty="0" smtClean="0">
                          <a:solidFill>
                            <a:schemeClr val="tx1"/>
                          </a:solidFill>
                          <a:latin typeface="Cambria Math" panose="02040503050406030204" pitchFamily="18" charset="0"/>
                          <a:ea typeface="微软雅黑" panose="020B0503020204020204" pitchFamily="34" charset="-122"/>
                        </a:rPr>
                        <m:t>/</m:t>
                      </m:r>
                      <m:r>
                        <a:rPr lang="zh-CN" altLang="en-US" sz="1400" b="0" i="1" dirty="0">
                          <a:solidFill>
                            <a:schemeClr val="tx1"/>
                          </a:solidFill>
                          <a:latin typeface="Cambria Math" panose="02040503050406030204" pitchFamily="18" charset="0"/>
                          <a:ea typeface="微软雅黑" panose="020B0503020204020204" pitchFamily="34" charset="-122"/>
                        </a:rPr>
                        <m:t>设备候选：</m:t>
                      </m:r>
                      <m:sSup>
                        <m:sSupPr>
                          <m:ctrlPr>
                            <a:rPr lang="en-US" altLang="zh-CN" sz="1400" b="0" i="1" dirty="0">
                              <a:solidFill>
                                <a:schemeClr val="tx1"/>
                              </a:solidFill>
                              <a:latin typeface="Cambria Math" panose="02040503050406030204" pitchFamily="18" charset="0"/>
                              <a:ea typeface="微软雅黑" panose="020B0503020204020204" pitchFamily="34" charset="-122"/>
                            </a:rPr>
                          </m:ctrlPr>
                        </m:sSupPr>
                        <m:e>
                          <m:r>
                            <a:rPr lang="en-US" altLang="zh-CN" sz="1400" b="0" i="1" dirty="0">
                              <a:solidFill>
                                <a:schemeClr val="tx1"/>
                              </a:solidFill>
                              <a:latin typeface="Cambria Math" panose="02040503050406030204" pitchFamily="18" charset="0"/>
                              <a:ea typeface="微软雅黑" panose="020B0503020204020204" pitchFamily="34" charset="-122"/>
                            </a:rPr>
                            <m:t>𝑊</m:t>
                          </m:r>
                        </m:e>
                        <m:sup>
                          <m:r>
                            <a:rPr lang="en-US" altLang="zh-CN" sz="1400" b="0" i="1" dirty="0">
                              <a:solidFill>
                                <a:schemeClr val="tx1"/>
                              </a:solidFill>
                              <a:latin typeface="Cambria Math" panose="02040503050406030204" pitchFamily="18" charset="0"/>
                              <a:ea typeface="微软雅黑" panose="020B0503020204020204" pitchFamily="34" charset="-122"/>
                            </a:rPr>
                            <m:t>𝑚</m:t>
                          </m:r>
                        </m:sup>
                      </m:sSup>
                      <m:r>
                        <a:rPr lang="zh-CN" altLang="en-US" sz="1400" b="0" i="1" dirty="0">
                          <a:solidFill>
                            <a:schemeClr val="tx1"/>
                          </a:solidFill>
                          <a:latin typeface="Cambria Math" panose="02040503050406030204" pitchFamily="18" charset="0"/>
                          <a:ea typeface="微软雅黑" panose="020B0503020204020204" pitchFamily="34" charset="-122"/>
                        </a:rPr>
                        <m:t>，</m:t>
                      </m:r>
                      <m:sSup>
                        <m:sSupPr>
                          <m:ctrlPr>
                            <a:rPr lang="en-US" altLang="zh-CN" sz="1400" b="0" i="1" dirty="0">
                              <a:solidFill>
                                <a:schemeClr val="tx1"/>
                              </a:solidFill>
                              <a:latin typeface="Cambria Math" panose="02040503050406030204" pitchFamily="18" charset="0"/>
                              <a:ea typeface="微软雅黑" panose="020B0503020204020204" pitchFamily="34" charset="-122"/>
                            </a:rPr>
                          </m:ctrlPr>
                        </m:sSupPr>
                        <m:e>
                          <m:r>
                            <a:rPr lang="en-US" altLang="zh-CN" sz="1400" b="0" i="1" dirty="0">
                              <a:solidFill>
                                <a:schemeClr val="tx1"/>
                              </a:solidFill>
                              <a:latin typeface="Cambria Math" panose="02040503050406030204" pitchFamily="18" charset="0"/>
                              <a:ea typeface="微软雅黑" panose="020B0503020204020204" pitchFamily="34" charset="-122"/>
                            </a:rPr>
                            <m:t>𝐸</m:t>
                          </m:r>
                        </m:e>
                        <m:sup>
                          <m:r>
                            <a:rPr lang="en-US" altLang="zh-CN" sz="1400" b="0" i="1" dirty="0">
                              <a:solidFill>
                                <a:schemeClr val="tx1"/>
                              </a:solidFill>
                              <a:latin typeface="Cambria Math" panose="02040503050406030204" pitchFamily="18" charset="0"/>
                              <a:ea typeface="微软雅黑" panose="020B0503020204020204" pitchFamily="34" charset="-122"/>
                            </a:rPr>
                            <m:t>𝑚</m:t>
                          </m:r>
                        </m:sup>
                      </m:sSup>
                      <m:r>
                        <a:rPr lang="en-US" altLang="zh-CN" sz="1400" b="0" i="1" dirty="0">
                          <a:solidFill>
                            <a:schemeClr val="tx1"/>
                          </a:solidFill>
                          <a:latin typeface="Cambria Math" panose="02040503050406030204" pitchFamily="18" charset="0"/>
                          <a:ea typeface="微软雅黑" panose="020B0503020204020204" pitchFamily="34" charset="-122"/>
                        </a:rPr>
                        <m:t>• </m:t>
                      </m:r>
                      <m:r>
                        <a:rPr lang="zh-CN" altLang="en-US" sz="1400" b="0" i="1" dirty="0">
                          <a:solidFill>
                            <a:schemeClr val="tx1"/>
                          </a:solidFill>
                          <a:latin typeface="Cambria Math" panose="02040503050406030204" pitchFamily="18" charset="0"/>
                          <a:ea typeface="微软雅黑" panose="020B0503020204020204" pitchFamily="34" charset="-122"/>
                        </a:rPr>
                        <m:t>系统层动态资源池：</m:t>
                      </m:r>
                      <m:sSub>
                        <m:sSubPr>
                          <m:ctrlPr>
                            <a:rPr lang="en-US" altLang="zh-CN" sz="1400" b="0" i="1" dirty="0">
                              <a:solidFill>
                                <a:schemeClr val="tx1"/>
                              </a:solidFill>
                              <a:latin typeface="Cambria Math" panose="02040503050406030204" pitchFamily="18" charset="0"/>
                              <a:ea typeface="微软雅黑" panose="020B0503020204020204" pitchFamily="34" charset="-122"/>
                            </a:rPr>
                          </m:ctrlPr>
                        </m:sSubPr>
                        <m:e>
                          <m:r>
                            <a:rPr lang="en-US" altLang="zh-CN" sz="1400" b="0" i="1" dirty="0">
                              <a:solidFill>
                                <a:schemeClr val="tx1"/>
                              </a:solidFill>
                              <a:latin typeface="Cambria Math" panose="02040503050406030204" pitchFamily="18" charset="0"/>
                              <a:ea typeface="微软雅黑" panose="020B0503020204020204" pitchFamily="34" charset="-122"/>
                            </a:rPr>
                            <m:t>𝑅</m:t>
                          </m:r>
                        </m:e>
                        <m:sub>
                          <m:r>
                            <a:rPr lang="en-US" altLang="zh-CN" sz="1400" b="0" i="1" dirty="0">
                              <a:solidFill>
                                <a:schemeClr val="tx1"/>
                              </a:solidFill>
                              <a:latin typeface="Cambria Math" panose="02040503050406030204" pitchFamily="18" charset="0"/>
                              <a:ea typeface="微软雅黑" panose="020B0503020204020204" pitchFamily="34" charset="-122"/>
                            </a:rPr>
                            <m:t>𝑡</m:t>
                          </m:r>
                        </m:sub>
                      </m:sSub>
                      <m:r>
                        <a:rPr lang="en-US" altLang="zh-CN" sz="1400" b="0" i="1" dirty="0">
                          <a:solidFill>
                            <a:schemeClr val="tx1"/>
                          </a:solidFill>
                          <a:latin typeface="Cambria Math" panose="02040503050406030204" pitchFamily="18" charset="0"/>
                          <a:ea typeface="微软雅黑" panose="020B0503020204020204" pitchFamily="34" charset="-122"/>
                        </a:rPr>
                        <m:t>• </m:t>
                      </m:r>
                      <m:r>
                        <a:rPr lang="zh-CN" altLang="en-US" sz="1400" b="0" i="1" dirty="0">
                          <a:solidFill>
                            <a:schemeClr val="tx1"/>
                          </a:solidFill>
                          <a:latin typeface="Cambria Math" panose="02040503050406030204" pitchFamily="18" charset="0"/>
                          <a:ea typeface="微软雅黑" panose="020B0503020204020204" pitchFamily="34" charset="-122"/>
                        </a:rPr>
                        <m:t>站位可访问资源集合：</m:t>
                      </m:r>
                      <m:sSubSup>
                        <m:sSubSupPr>
                          <m:ctrlPr>
                            <a:rPr lang="en-US" altLang="zh-CN" sz="1400" b="0" i="1" dirty="0">
                              <a:solidFill>
                                <a:schemeClr val="tx1"/>
                              </a:solidFill>
                              <a:latin typeface="Cambria Math" panose="02040503050406030204" pitchFamily="18" charset="0"/>
                              <a:ea typeface="微软雅黑" panose="020B0503020204020204" pitchFamily="34" charset="-122"/>
                            </a:rPr>
                          </m:ctrlPr>
                        </m:sSubSupPr>
                        <m:e>
                          <m:r>
                            <a:rPr lang="en-US" altLang="zh-CN" sz="1400" b="0" i="1" dirty="0">
                              <a:solidFill>
                                <a:schemeClr val="tx1"/>
                              </a:solidFill>
                              <a:latin typeface="Cambria Math" panose="02040503050406030204" pitchFamily="18" charset="0"/>
                              <a:ea typeface="微软雅黑" panose="020B0503020204020204" pitchFamily="34" charset="-122"/>
                            </a:rPr>
                            <m:t>𝑅</m:t>
                          </m:r>
                        </m:e>
                        <m:sub>
                          <m:d>
                            <m:dPr>
                              <m:begChr m:val="{"/>
                              <m:endChr m:val="}"/>
                              <m:ctrlPr>
                                <a:rPr lang="en-US" altLang="zh-CN" sz="1400" b="0" i="1" dirty="0">
                                  <a:solidFill>
                                    <a:schemeClr val="tx1"/>
                                  </a:solidFill>
                                  <a:latin typeface="Cambria Math" panose="02040503050406030204" pitchFamily="18" charset="0"/>
                                  <a:ea typeface="微软雅黑" panose="020B0503020204020204" pitchFamily="34" charset="-122"/>
                                </a:rPr>
                              </m:ctrlPr>
                            </m:dPr>
                            <m:e>
                              <m:r>
                                <a:rPr lang="en-US" altLang="zh-CN" sz="1400" b="0" i="1" dirty="0">
                                  <a:solidFill>
                                    <a:schemeClr val="tx1"/>
                                  </a:solidFill>
                                  <a:latin typeface="Cambria Math" panose="02040503050406030204" pitchFamily="18" charset="0"/>
                                  <a:ea typeface="微软雅黑" panose="020B0503020204020204" pitchFamily="34" charset="-122"/>
                                </a:rPr>
                                <m:t>𝑠</m:t>
                              </m:r>
                              <m:r>
                                <a:rPr lang="en-US" altLang="zh-CN" sz="1400" b="0" i="1" dirty="0">
                                  <a:solidFill>
                                    <a:schemeClr val="tx1"/>
                                  </a:solidFill>
                                  <a:latin typeface="Cambria Math" panose="02040503050406030204" pitchFamily="18" charset="0"/>
                                  <a:ea typeface="微软雅黑" panose="020B0503020204020204" pitchFamily="34" charset="-122"/>
                                </a:rPr>
                                <m:t>,</m:t>
                              </m:r>
                              <m:r>
                                <a:rPr lang="en-US" altLang="zh-CN" sz="1400" b="0" i="1" dirty="0">
                                  <a:solidFill>
                                    <a:schemeClr val="tx1"/>
                                  </a:solidFill>
                                  <a:latin typeface="Cambria Math" panose="02040503050406030204" pitchFamily="18" charset="0"/>
                                  <a:ea typeface="微软雅黑" panose="020B0503020204020204" pitchFamily="34" charset="-122"/>
                                </a:rPr>
                                <m:t>𝑡</m:t>
                              </m:r>
                            </m:e>
                          </m:d>
                        </m:sub>
                        <m:sup>
                          <m:r>
                            <a:rPr lang="en-US" altLang="zh-CN" sz="1400" b="0" i="1" dirty="0">
                              <a:solidFill>
                                <a:schemeClr val="tx1"/>
                              </a:solidFill>
                              <a:latin typeface="Cambria Math" panose="02040503050406030204" pitchFamily="18" charset="0"/>
                              <a:ea typeface="微软雅黑" panose="020B0503020204020204" pitchFamily="34" charset="-122"/>
                            </a:rPr>
                            <m:t>𝑎𝑣𝑎𝑖𝑙</m:t>
                          </m:r>
                        </m:sup>
                      </m:sSubSup>
                      <m:r>
                        <a:rPr lang="en-US" altLang="zh-CN" sz="1400" b="0" i="1" dirty="0">
                          <a:solidFill>
                            <a:schemeClr val="tx1"/>
                          </a:solidFill>
                          <a:latin typeface="Cambria Math" panose="02040503050406030204" pitchFamily="18" charset="0"/>
                          <a:ea typeface="微软雅黑" panose="020B0503020204020204" pitchFamily="34" charset="-122"/>
                        </a:rPr>
                        <m:t>• </m:t>
                      </m:r>
                      <m:r>
                        <a:rPr lang="zh-CN" altLang="en-US" sz="1400" b="0" i="1" dirty="0">
                          <a:solidFill>
                            <a:schemeClr val="tx1"/>
                          </a:solidFill>
                          <a:latin typeface="Cambria Math" panose="02040503050406030204" pitchFamily="18" charset="0"/>
                          <a:ea typeface="微软雅黑" panose="020B0503020204020204" pitchFamily="34" charset="-122"/>
                        </a:rPr>
                        <m:t>流动资源启用变量：</m:t>
                      </m:r>
                      <m:sSub>
                        <m:sSubPr>
                          <m:ctrlPr>
                            <a:rPr lang="en-US" altLang="zh-CN" sz="1400" b="0" i="1" dirty="0">
                              <a:solidFill>
                                <a:schemeClr val="tx1"/>
                              </a:solidFill>
                              <a:latin typeface="Cambria Math" panose="02040503050406030204" pitchFamily="18" charset="0"/>
                              <a:ea typeface="微软雅黑" panose="020B0503020204020204" pitchFamily="34" charset="-122"/>
                            </a:rPr>
                          </m:ctrlPr>
                        </m:sSubPr>
                        <m:e>
                          <m:r>
                            <a:rPr lang="en-US" altLang="zh-CN" sz="1400" b="0" i="1" dirty="0">
                              <a:solidFill>
                                <a:schemeClr val="tx1"/>
                              </a:solidFill>
                              <a:latin typeface="Cambria Math" panose="02040503050406030204" pitchFamily="18" charset="0"/>
                              <a:ea typeface="微软雅黑" panose="020B0503020204020204" pitchFamily="34" charset="-122"/>
                            </a:rPr>
                            <m:t>𝑔</m:t>
                          </m:r>
                        </m:e>
                        <m:sub>
                          <m:d>
                            <m:dPr>
                              <m:begChr m:val="{"/>
                              <m:endChr m:val="}"/>
                              <m:ctrlPr>
                                <a:rPr lang="en-US" altLang="zh-CN" sz="1400" b="0" i="1" dirty="0">
                                  <a:solidFill>
                                    <a:schemeClr val="tx1"/>
                                  </a:solidFill>
                                  <a:latin typeface="Cambria Math" panose="02040503050406030204" pitchFamily="18" charset="0"/>
                                  <a:ea typeface="微软雅黑" panose="020B0503020204020204" pitchFamily="34" charset="-122"/>
                                </a:rPr>
                              </m:ctrlPr>
                            </m:dPr>
                            <m:e>
                              <m:r>
                                <a:rPr lang="en-US" altLang="zh-CN" sz="1400" b="0" i="1" dirty="0">
                                  <a:solidFill>
                                    <a:schemeClr val="tx1"/>
                                  </a:solidFill>
                                  <a:latin typeface="Cambria Math" panose="02040503050406030204" pitchFamily="18" charset="0"/>
                                  <a:ea typeface="微软雅黑" panose="020B0503020204020204" pitchFamily="34" charset="-122"/>
                                </a:rPr>
                                <m:t>𝑟</m:t>
                              </m:r>
                              <m:r>
                                <a:rPr lang="en-US" altLang="zh-CN" sz="1400" b="0" i="1" dirty="0">
                                  <a:solidFill>
                                    <a:schemeClr val="tx1"/>
                                  </a:solidFill>
                                  <a:latin typeface="Cambria Math" panose="02040503050406030204" pitchFamily="18" charset="0"/>
                                  <a:ea typeface="微软雅黑" panose="020B0503020204020204" pitchFamily="34" charset="-122"/>
                                </a:rPr>
                                <m:t>,</m:t>
                              </m:r>
                              <m:r>
                                <a:rPr lang="en-US" altLang="zh-CN" sz="1400" b="0" i="1" dirty="0">
                                  <a:solidFill>
                                    <a:schemeClr val="tx1"/>
                                  </a:solidFill>
                                  <a:latin typeface="Cambria Math" panose="02040503050406030204" pitchFamily="18" charset="0"/>
                                  <a:ea typeface="微软雅黑" panose="020B0503020204020204" pitchFamily="34" charset="-122"/>
                                </a:rPr>
                                <m:t>𝑡</m:t>
                              </m:r>
                            </m:e>
                          </m:d>
                        </m:sub>
                      </m:sSub>
                    </m:oMath>
                  </m:oMathPara>
                </a14:m>
                <a:endParaRPr lang="en-US" altLang="zh-CN" sz="1400" b="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94" name="文本框 93">
                <a:extLst>
                  <a:ext uri="{FF2B5EF4-FFF2-40B4-BE49-F238E27FC236}">
                    <a16:creationId xmlns:a16="http://schemas.microsoft.com/office/drawing/2014/main" id="{E6B47604-8606-AB3E-B88B-037068E29A0E}"/>
                  </a:ext>
                </a:extLst>
              </p:cNvPr>
              <p:cNvSpPr txBox="1">
                <a:spLocks noRot="1" noChangeAspect="1" noMove="1" noResize="1" noEditPoints="1" noAdjustHandles="1" noChangeArrowheads="1" noChangeShapeType="1" noTextEdit="1"/>
              </p:cNvSpPr>
              <p:nvPr/>
            </p:nvSpPr>
            <p:spPr>
              <a:xfrm>
                <a:off x="6433519" y="4658052"/>
                <a:ext cx="2804823" cy="1817382"/>
              </a:xfrm>
              <a:prstGeom prst="rect">
                <a:avLst/>
              </a:prstGeom>
              <a:blipFill>
                <a:blip r:embed="rId10"/>
                <a:stretch>
                  <a:fillRect/>
                </a:stretch>
              </a:blipFill>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5" name="文本框 94">
                <a:extLst>
                  <a:ext uri="{FF2B5EF4-FFF2-40B4-BE49-F238E27FC236}">
                    <a16:creationId xmlns:a16="http://schemas.microsoft.com/office/drawing/2014/main" id="{9A599659-F67C-B9D5-9044-A231F8FD0BC3}"/>
                  </a:ext>
                </a:extLst>
              </p:cNvPr>
              <p:cNvSpPr txBox="1"/>
              <p:nvPr/>
            </p:nvSpPr>
            <p:spPr>
              <a:xfrm>
                <a:off x="9033313" y="4650795"/>
                <a:ext cx="2675246" cy="1509413"/>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14:m>
                  <m:oMathPara xmlns:m="http://schemas.openxmlformats.org/officeDocument/2006/math">
                    <m:oMathParaPr>
                      <m:jc m:val="left"/>
                    </m:oMathParaPr>
                    <m:oMath xmlns:m="http://schemas.openxmlformats.org/officeDocument/2006/math">
                      <m:r>
                        <a:rPr lang="en-US" altLang="zh-CN" sz="1400" b="0" i="1" dirty="0" smtClean="0">
                          <a:solidFill>
                            <a:schemeClr val="tx1"/>
                          </a:solidFill>
                          <a:latin typeface="Cambria Math" panose="02040503050406030204" pitchFamily="18" charset="0"/>
                          <a:ea typeface="微软雅黑" panose="020B0503020204020204" pitchFamily="34" charset="-122"/>
                        </a:rPr>
                        <m:t>• </m:t>
                      </m:r>
                      <m:r>
                        <a:rPr lang="zh-CN" altLang="en-US" sz="1400" b="0" i="1" dirty="0">
                          <a:solidFill>
                            <a:schemeClr val="tx1"/>
                          </a:solidFill>
                          <a:latin typeface="Cambria Math" panose="02040503050406030204" pitchFamily="18" charset="0"/>
                          <a:ea typeface="微软雅黑" panose="020B0503020204020204" pitchFamily="34" charset="-122"/>
                        </a:rPr>
                        <m:t>站位借入权限变量：</m:t>
                      </m:r>
                      <m:sSub>
                        <m:sSubPr>
                          <m:ctrlPr>
                            <a:rPr lang="en-US" altLang="zh-CN" sz="1400" b="0" i="1" dirty="0">
                              <a:solidFill>
                                <a:schemeClr val="tx1"/>
                              </a:solidFill>
                              <a:latin typeface="Cambria Math" panose="02040503050406030204" pitchFamily="18" charset="0"/>
                              <a:ea typeface="微软雅黑" panose="020B0503020204020204" pitchFamily="34" charset="-122"/>
                            </a:rPr>
                          </m:ctrlPr>
                        </m:sSubPr>
                        <m:e>
                          <m:r>
                            <a:rPr lang="en-US" altLang="zh-CN" sz="1400" b="0" i="1" dirty="0">
                              <a:solidFill>
                                <a:schemeClr val="tx1"/>
                              </a:solidFill>
                              <a:latin typeface="Cambria Math" panose="02040503050406030204" pitchFamily="18" charset="0"/>
                              <a:ea typeface="微软雅黑" panose="020B0503020204020204" pitchFamily="34" charset="-122"/>
                            </a:rPr>
                            <m:t>𝑏</m:t>
                          </m:r>
                        </m:e>
                        <m:sub>
                          <m:r>
                            <a:rPr lang="en-US" altLang="zh-CN" sz="1400" b="0" i="1" dirty="0">
                              <a:solidFill>
                                <a:schemeClr val="tx1"/>
                              </a:solidFill>
                              <a:latin typeface="Cambria Math" panose="02040503050406030204" pitchFamily="18" charset="0"/>
                              <a:ea typeface="微软雅黑" panose="020B0503020204020204" pitchFamily="34" charset="-122"/>
                            </a:rPr>
                            <m:t>𝑠</m:t>
                          </m:r>
                          <m:d>
                            <m:dPr>
                              <m:ctrlPr>
                                <a:rPr lang="en-US" altLang="zh-CN" sz="1400" b="0" i="1" dirty="0">
                                  <a:solidFill>
                                    <a:schemeClr val="tx1"/>
                                  </a:solidFill>
                                  <a:latin typeface="Cambria Math" panose="02040503050406030204" pitchFamily="18" charset="0"/>
                                  <a:ea typeface="微软雅黑" panose="020B0503020204020204" pitchFamily="34" charset="-122"/>
                                </a:rPr>
                              </m:ctrlPr>
                            </m:dPr>
                            <m:e>
                              <m:r>
                                <a:rPr lang="en-US" altLang="zh-CN" sz="1400" b="0" i="1" dirty="0">
                                  <a:solidFill>
                                    <a:schemeClr val="tx1"/>
                                  </a:solidFill>
                                  <a:latin typeface="Cambria Math" panose="02040503050406030204" pitchFamily="18" charset="0"/>
                                  <a:ea typeface="微软雅黑" panose="020B0503020204020204" pitchFamily="34" charset="-122"/>
                                </a:rPr>
                                <m:t>𝑡</m:t>
                              </m:r>
                            </m:e>
                          </m:d>
                        </m:sub>
                      </m:sSub>
                      <m:r>
                        <a:rPr lang="en-US" altLang="zh-CN" sz="1400" b="0" i="1" dirty="0">
                          <a:solidFill>
                            <a:schemeClr val="tx1"/>
                          </a:solidFill>
                          <a:latin typeface="Cambria Math" panose="02040503050406030204" pitchFamily="18" charset="0"/>
                          <a:ea typeface="微软雅黑" panose="020B0503020204020204" pitchFamily="34" charset="-122"/>
                        </a:rPr>
                        <m:t>• </m:t>
                      </m:r>
                      <m:r>
                        <a:rPr lang="zh-CN" altLang="en-US" sz="1400" b="0" i="1" dirty="0">
                          <a:solidFill>
                            <a:schemeClr val="tx1"/>
                          </a:solidFill>
                          <a:latin typeface="Cambria Math" panose="02040503050406030204" pitchFamily="18" charset="0"/>
                          <a:ea typeface="微软雅黑" panose="020B0503020204020204" pitchFamily="34" charset="-122"/>
                        </a:rPr>
                        <m:t>工序触发变量：</m:t>
                      </m:r>
                      <m:sSub>
                        <m:sSubPr>
                          <m:ctrlPr>
                            <a:rPr lang="en-US" altLang="zh-CN" sz="1400" b="0" i="1" dirty="0">
                              <a:solidFill>
                                <a:schemeClr val="tx1"/>
                              </a:solidFill>
                              <a:latin typeface="Cambria Math" panose="02040503050406030204" pitchFamily="18" charset="0"/>
                              <a:ea typeface="微软雅黑" panose="020B0503020204020204" pitchFamily="34" charset="-122"/>
                            </a:rPr>
                          </m:ctrlPr>
                        </m:sSubPr>
                        <m:e>
                          <m:r>
                            <a:rPr lang="en-US" altLang="zh-CN" sz="1400" b="0" i="1" dirty="0">
                              <a:solidFill>
                                <a:schemeClr val="tx1"/>
                              </a:solidFill>
                              <a:latin typeface="Cambria Math" panose="02040503050406030204" pitchFamily="18" charset="0"/>
                              <a:ea typeface="微软雅黑" panose="020B0503020204020204" pitchFamily="34" charset="-122"/>
                            </a:rPr>
                            <m:t>𝑥</m:t>
                          </m:r>
                        </m:e>
                        <m:sub>
                          <m:d>
                            <m:dPr>
                              <m:begChr m:val="{"/>
                              <m:endChr m:val="}"/>
                              <m:ctrlPr>
                                <a:rPr lang="en-US" altLang="zh-CN" sz="1400" b="0" i="1" dirty="0">
                                  <a:solidFill>
                                    <a:schemeClr val="tx1"/>
                                  </a:solidFill>
                                  <a:latin typeface="Cambria Math" panose="02040503050406030204" pitchFamily="18" charset="0"/>
                                  <a:ea typeface="微软雅黑" panose="020B0503020204020204" pitchFamily="34" charset="-122"/>
                                </a:rPr>
                              </m:ctrlPr>
                            </m:dPr>
                            <m:e>
                              <m:r>
                                <a:rPr lang="en-US" altLang="zh-CN" sz="1400" b="0" i="1" dirty="0">
                                  <a:solidFill>
                                    <a:schemeClr val="tx1"/>
                                  </a:solidFill>
                                  <a:latin typeface="Cambria Math" panose="02040503050406030204" pitchFamily="18" charset="0"/>
                                  <a:ea typeface="微软雅黑" panose="020B0503020204020204" pitchFamily="34" charset="-122"/>
                                </a:rPr>
                                <m:t>𝑗</m:t>
                              </m:r>
                              <m:r>
                                <a:rPr lang="en-US" altLang="zh-CN" sz="1400" b="0" i="1" dirty="0">
                                  <a:solidFill>
                                    <a:schemeClr val="tx1"/>
                                  </a:solidFill>
                                  <a:latin typeface="Cambria Math" panose="02040503050406030204" pitchFamily="18" charset="0"/>
                                  <a:ea typeface="微软雅黑" panose="020B0503020204020204" pitchFamily="34" charset="-122"/>
                                </a:rPr>
                                <m:t>,</m:t>
                              </m:r>
                              <m:r>
                                <a:rPr lang="en-US" altLang="zh-CN" sz="1400" b="0" i="1" dirty="0">
                                  <a:solidFill>
                                    <a:schemeClr val="tx1"/>
                                  </a:solidFill>
                                  <a:latin typeface="Cambria Math" panose="02040503050406030204" pitchFamily="18" charset="0"/>
                                  <a:ea typeface="微软雅黑" panose="020B0503020204020204" pitchFamily="34" charset="-122"/>
                                </a:rPr>
                                <m:t>𝑡</m:t>
                              </m:r>
                            </m:e>
                          </m:d>
                        </m:sub>
                      </m:sSub>
                      <m:r>
                        <a:rPr lang="en-US" altLang="zh-CN" sz="1400" b="0" i="1" dirty="0">
                          <a:solidFill>
                            <a:schemeClr val="tx1"/>
                          </a:solidFill>
                          <a:latin typeface="Cambria Math" panose="02040503050406030204" pitchFamily="18" charset="0"/>
                          <a:ea typeface="微软雅黑" panose="020B0503020204020204" pitchFamily="34" charset="-122"/>
                        </a:rPr>
                        <m:t>• </m:t>
                      </m:r>
                      <m:r>
                        <a:rPr lang="zh-CN" altLang="en-US" sz="1400" b="0" i="1" dirty="0">
                          <a:solidFill>
                            <a:schemeClr val="tx1"/>
                          </a:solidFill>
                          <a:latin typeface="Cambria Math" panose="02040503050406030204" pitchFamily="18" charset="0"/>
                          <a:ea typeface="微软雅黑" panose="020B0503020204020204" pitchFamily="34" charset="-122"/>
                        </a:rPr>
                        <m:t>工序</m:t>
                      </m:r>
                      <m:r>
                        <a:rPr lang="en-US" altLang="zh-CN" sz="1400" b="0" i="1" dirty="0">
                          <a:solidFill>
                            <a:schemeClr val="tx1"/>
                          </a:solidFill>
                          <a:latin typeface="Cambria Math" panose="02040503050406030204" pitchFamily="18" charset="0"/>
                          <a:ea typeface="微软雅黑" panose="020B0503020204020204" pitchFamily="34" charset="-122"/>
                        </a:rPr>
                        <m:t>—</m:t>
                      </m:r>
                      <m:r>
                        <a:rPr lang="zh-CN" altLang="en-US" sz="1400" b="0" i="1" dirty="0">
                          <a:solidFill>
                            <a:schemeClr val="tx1"/>
                          </a:solidFill>
                          <a:latin typeface="Cambria Math" panose="02040503050406030204" pitchFamily="18" charset="0"/>
                          <a:ea typeface="微软雅黑" panose="020B0503020204020204" pitchFamily="34" charset="-122"/>
                        </a:rPr>
                        <m:t>工人匹配变量：</m:t>
                      </m:r>
                      <m:sSub>
                        <m:sSubPr>
                          <m:ctrlPr>
                            <a:rPr lang="en-US" altLang="zh-CN" sz="1400" b="0" i="1" dirty="0">
                              <a:solidFill>
                                <a:schemeClr val="tx1"/>
                              </a:solidFill>
                              <a:latin typeface="Cambria Math" panose="02040503050406030204" pitchFamily="18" charset="0"/>
                              <a:ea typeface="微软雅黑" panose="020B0503020204020204" pitchFamily="34" charset="-122"/>
                            </a:rPr>
                          </m:ctrlPr>
                        </m:sSubPr>
                        <m:e>
                          <m:r>
                            <a:rPr lang="en-US" altLang="zh-CN" sz="1400" b="0" i="1" dirty="0">
                              <a:solidFill>
                                <a:schemeClr val="tx1"/>
                              </a:solidFill>
                              <a:latin typeface="Cambria Math" panose="02040503050406030204" pitchFamily="18" charset="0"/>
                              <a:ea typeface="微软雅黑" panose="020B0503020204020204" pitchFamily="34" charset="-122"/>
                            </a:rPr>
                            <m:t>𝑦</m:t>
                          </m:r>
                        </m:e>
                        <m:sub>
                          <m:d>
                            <m:dPr>
                              <m:begChr m:val="{"/>
                              <m:endChr m:val="}"/>
                              <m:ctrlPr>
                                <a:rPr lang="en-US" altLang="zh-CN" sz="1400" b="0" i="1" dirty="0">
                                  <a:solidFill>
                                    <a:schemeClr val="tx1"/>
                                  </a:solidFill>
                                  <a:latin typeface="Cambria Math" panose="02040503050406030204" pitchFamily="18" charset="0"/>
                                  <a:ea typeface="微软雅黑" panose="020B0503020204020204" pitchFamily="34" charset="-122"/>
                                </a:rPr>
                              </m:ctrlPr>
                            </m:dPr>
                            <m:e>
                              <m:r>
                                <a:rPr lang="en-US" altLang="zh-CN" sz="1400" b="0" i="1" dirty="0">
                                  <a:solidFill>
                                    <a:schemeClr val="tx1"/>
                                  </a:solidFill>
                                  <a:latin typeface="Cambria Math" panose="02040503050406030204" pitchFamily="18" charset="0"/>
                                  <a:ea typeface="微软雅黑" panose="020B0503020204020204" pitchFamily="34" charset="-122"/>
                                </a:rPr>
                                <m:t>𝑗</m:t>
                              </m:r>
                              <m:r>
                                <a:rPr lang="en-US" altLang="zh-CN" sz="1400" b="0" i="1" dirty="0">
                                  <a:solidFill>
                                    <a:schemeClr val="tx1"/>
                                  </a:solidFill>
                                  <a:latin typeface="Cambria Math" panose="02040503050406030204" pitchFamily="18" charset="0"/>
                                  <a:ea typeface="微软雅黑" panose="020B0503020204020204" pitchFamily="34" charset="-122"/>
                                </a:rPr>
                                <m:t>,</m:t>
                              </m:r>
                              <m:r>
                                <a:rPr lang="en-US" altLang="zh-CN" sz="1400" b="0" i="1" dirty="0">
                                  <a:solidFill>
                                    <a:schemeClr val="tx1"/>
                                  </a:solidFill>
                                  <a:latin typeface="Cambria Math" panose="02040503050406030204" pitchFamily="18" charset="0"/>
                                  <a:ea typeface="微软雅黑" panose="020B0503020204020204" pitchFamily="34" charset="-122"/>
                                </a:rPr>
                                <m:t>𝑤</m:t>
                              </m:r>
                              <m:r>
                                <a:rPr lang="en-US" altLang="zh-CN" sz="1400" b="0" i="1" dirty="0">
                                  <a:solidFill>
                                    <a:schemeClr val="tx1"/>
                                  </a:solidFill>
                                  <a:latin typeface="Cambria Math" panose="02040503050406030204" pitchFamily="18" charset="0"/>
                                  <a:ea typeface="微软雅黑" panose="020B0503020204020204" pitchFamily="34" charset="-122"/>
                                </a:rPr>
                                <m:t>,</m:t>
                              </m:r>
                              <m:r>
                                <a:rPr lang="en-US" altLang="zh-CN" sz="1400" b="0" i="1" dirty="0">
                                  <a:solidFill>
                                    <a:schemeClr val="tx1"/>
                                  </a:solidFill>
                                  <a:latin typeface="Cambria Math" panose="02040503050406030204" pitchFamily="18" charset="0"/>
                                  <a:ea typeface="微软雅黑" panose="020B0503020204020204" pitchFamily="34" charset="-122"/>
                                </a:rPr>
                                <m:t>𝑡</m:t>
                              </m:r>
                            </m:e>
                          </m:d>
                        </m:sub>
                      </m:sSub>
                      <m:r>
                        <a:rPr lang="en-US" altLang="zh-CN" sz="1400" b="0" i="1" dirty="0">
                          <a:solidFill>
                            <a:schemeClr val="tx1"/>
                          </a:solidFill>
                          <a:latin typeface="Cambria Math" panose="02040503050406030204" pitchFamily="18" charset="0"/>
                          <a:ea typeface="微软雅黑" panose="020B0503020204020204" pitchFamily="34" charset="-122"/>
                        </a:rPr>
                        <m:t>• </m:t>
                      </m:r>
                      <m:r>
                        <a:rPr lang="zh-CN" altLang="en-US" sz="1400" b="0" i="1" dirty="0">
                          <a:solidFill>
                            <a:schemeClr val="tx1"/>
                          </a:solidFill>
                          <a:latin typeface="Cambria Math" panose="02040503050406030204" pitchFamily="18" charset="0"/>
                          <a:ea typeface="微软雅黑" panose="020B0503020204020204" pitchFamily="34" charset="-122"/>
                        </a:rPr>
                        <m:t>工序</m:t>
                      </m:r>
                      <m:r>
                        <a:rPr lang="en-US" altLang="zh-CN" sz="1400" b="0" i="1" dirty="0">
                          <a:solidFill>
                            <a:schemeClr val="tx1"/>
                          </a:solidFill>
                          <a:latin typeface="Cambria Math" panose="02040503050406030204" pitchFamily="18" charset="0"/>
                          <a:ea typeface="微软雅黑" panose="020B0503020204020204" pitchFamily="34" charset="-122"/>
                        </a:rPr>
                        <m:t>—</m:t>
                      </m:r>
                      <m:r>
                        <a:rPr lang="zh-CN" altLang="en-US" sz="1400" b="0" i="1" dirty="0">
                          <a:solidFill>
                            <a:schemeClr val="tx1"/>
                          </a:solidFill>
                          <a:latin typeface="Cambria Math" panose="02040503050406030204" pitchFamily="18" charset="0"/>
                          <a:ea typeface="微软雅黑" panose="020B0503020204020204" pitchFamily="34" charset="-122"/>
                        </a:rPr>
                        <m:t>设备匹配变量：</m:t>
                      </m:r>
                      <m:sSub>
                        <m:sSubPr>
                          <m:ctrlPr>
                            <a:rPr lang="en-US" altLang="zh-CN" sz="1400" b="0" i="1" dirty="0">
                              <a:solidFill>
                                <a:schemeClr val="tx1"/>
                              </a:solidFill>
                              <a:latin typeface="Cambria Math" panose="02040503050406030204" pitchFamily="18" charset="0"/>
                              <a:ea typeface="微软雅黑" panose="020B0503020204020204" pitchFamily="34" charset="-122"/>
                            </a:rPr>
                          </m:ctrlPr>
                        </m:sSubPr>
                        <m:e>
                          <m:r>
                            <a:rPr lang="en-US" altLang="zh-CN" sz="1400" b="0" i="1" dirty="0">
                              <a:solidFill>
                                <a:schemeClr val="tx1"/>
                              </a:solidFill>
                              <a:latin typeface="Cambria Math" panose="02040503050406030204" pitchFamily="18" charset="0"/>
                              <a:ea typeface="微软雅黑" panose="020B0503020204020204" pitchFamily="34" charset="-122"/>
                            </a:rPr>
                            <m:t>𝑧</m:t>
                          </m:r>
                        </m:e>
                        <m:sub>
                          <m:d>
                            <m:dPr>
                              <m:begChr m:val="{"/>
                              <m:endChr m:val="}"/>
                              <m:ctrlPr>
                                <a:rPr lang="en-US" altLang="zh-CN" sz="1400" b="0" i="1" dirty="0">
                                  <a:solidFill>
                                    <a:schemeClr val="tx1"/>
                                  </a:solidFill>
                                  <a:latin typeface="Cambria Math" panose="02040503050406030204" pitchFamily="18" charset="0"/>
                                  <a:ea typeface="微软雅黑" panose="020B0503020204020204" pitchFamily="34" charset="-122"/>
                                </a:rPr>
                              </m:ctrlPr>
                            </m:dPr>
                            <m:e>
                              <m:r>
                                <a:rPr lang="en-US" altLang="zh-CN" sz="1400" b="0" i="1" dirty="0">
                                  <a:solidFill>
                                    <a:schemeClr val="tx1"/>
                                  </a:solidFill>
                                  <a:latin typeface="Cambria Math" panose="02040503050406030204" pitchFamily="18" charset="0"/>
                                  <a:ea typeface="微软雅黑" panose="020B0503020204020204" pitchFamily="34" charset="-122"/>
                                </a:rPr>
                                <m:t>𝑗</m:t>
                              </m:r>
                              <m:r>
                                <a:rPr lang="en-US" altLang="zh-CN" sz="1400" b="0" i="1" dirty="0">
                                  <a:solidFill>
                                    <a:schemeClr val="tx1"/>
                                  </a:solidFill>
                                  <a:latin typeface="Cambria Math" panose="02040503050406030204" pitchFamily="18" charset="0"/>
                                  <a:ea typeface="微软雅黑" panose="020B0503020204020204" pitchFamily="34" charset="-122"/>
                                </a:rPr>
                                <m:t>,</m:t>
                              </m:r>
                              <m:r>
                                <a:rPr lang="en-US" altLang="zh-CN" sz="1400" b="0" i="1" dirty="0">
                                  <a:solidFill>
                                    <a:schemeClr val="tx1"/>
                                  </a:solidFill>
                                  <a:latin typeface="Cambria Math" panose="02040503050406030204" pitchFamily="18" charset="0"/>
                                  <a:ea typeface="微软雅黑" panose="020B0503020204020204" pitchFamily="34" charset="-122"/>
                                </a:rPr>
                                <m:t>𝑒</m:t>
                              </m:r>
                              <m:r>
                                <a:rPr lang="en-US" altLang="zh-CN" sz="1400" b="0" i="1" dirty="0">
                                  <a:solidFill>
                                    <a:schemeClr val="tx1"/>
                                  </a:solidFill>
                                  <a:latin typeface="Cambria Math" panose="02040503050406030204" pitchFamily="18" charset="0"/>
                                  <a:ea typeface="微软雅黑" panose="020B0503020204020204" pitchFamily="34" charset="-122"/>
                                </a:rPr>
                                <m:t>,</m:t>
                              </m:r>
                              <m:r>
                                <a:rPr lang="en-US" altLang="zh-CN" sz="1400" b="0" i="1" dirty="0">
                                  <a:solidFill>
                                    <a:schemeClr val="tx1"/>
                                  </a:solidFill>
                                  <a:latin typeface="Cambria Math" panose="02040503050406030204" pitchFamily="18" charset="0"/>
                                  <a:ea typeface="微软雅黑" panose="020B0503020204020204" pitchFamily="34" charset="-122"/>
                                </a:rPr>
                                <m:t>𝑡</m:t>
                              </m:r>
                            </m:e>
                          </m:d>
                        </m:sub>
                      </m:sSub>
                    </m:oMath>
                  </m:oMathPara>
                </a14:m>
                <a:endParaRPr lang="en-US" altLang="zh-CN" sz="1400" b="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95" name="文本框 94">
                <a:extLst>
                  <a:ext uri="{FF2B5EF4-FFF2-40B4-BE49-F238E27FC236}">
                    <a16:creationId xmlns:a16="http://schemas.microsoft.com/office/drawing/2014/main" id="{9A599659-F67C-B9D5-9044-A231F8FD0BC3}"/>
                  </a:ext>
                </a:extLst>
              </p:cNvPr>
              <p:cNvSpPr txBox="1">
                <a:spLocks noRot="1" noChangeAspect="1" noMove="1" noResize="1" noEditPoints="1" noAdjustHandles="1" noChangeArrowheads="1" noChangeShapeType="1" noTextEdit="1"/>
              </p:cNvSpPr>
              <p:nvPr/>
            </p:nvSpPr>
            <p:spPr>
              <a:xfrm>
                <a:off x="9033313" y="4650795"/>
                <a:ext cx="2675246" cy="1509413"/>
              </a:xfrm>
              <a:prstGeom prst="rect">
                <a:avLst/>
              </a:prstGeom>
              <a:blipFill>
                <a:blip r:embed="rId11"/>
                <a:stretch>
                  <a:fillRect/>
                </a:stretch>
              </a:blipFill>
              <a:effectLst/>
            </p:spPr>
            <p:txBody>
              <a:bodyPr/>
              <a:lstStyle/>
              <a:p>
                <a:r>
                  <a:rPr lang="zh-CN" altLang="en-US">
                    <a:noFill/>
                  </a:rPr>
                  <a:t> </a:t>
                </a:r>
              </a:p>
            </p:txBody>
          </p:sp>
        </mc:Fallback>
      </mc:AlternateContent>
    </p:spTree>
    <p:extLst>
      <p:ext uri="{BB962C8B-B14F-4D97-AF65-F5344CB8AC3E}">
        <p14:creationId xmlns:p14="http://schemas.microsoft.com/office/powerpoint/2010/main" val="178617802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9216CF-8A68-1B3C-B7E9-C73CE6805B3A}"/>
            </a:ext>
          </a:extLst>
        </p:cNvPr>
        <p:cNvGrpSpPr/>
        <p:nvPr/>
      </p:nvGrpSpPr>
      <p:grpSpPr>
        <a:xfrm>
          <a:off x="0" y="0"/>
          <a:ext cx="0" cy="0"/>
          <a:chOff x="0" y="0"/>
          <a:chExt cx="0" cy="0"/>
        </a:xfrm>
      </p:grpSpPr>
      <p:cxnSp>
        <p:nvCxnSpPr>
          <p:cNvPr id="7" name="直接连接符 6">
            <a:extLst>
              <a:ext uri="{FF2B5EF4-FFF2-40B4-BE49-F238E27FC236}">
                <a16:creationId xmlns:a16="http://schemas.microsoft.com/office/drawing/2014/main" id="{FE8EBDE5-C959-E999-1B61-F53157291FF0}"/>
              </a:ext>
            </a:extLst>
          </p:cNvPr>
          <p:cNvCxnSpPr>
            <a:cxnSpLocks/>
          </p:cNvCxnSpPr>
          <p:nvPr/>
        </p:nvCxnSpPr>
        <p:spPr>
          <a:xfrm>
            <a:off x="337132" y="774574"/>
            <a:ext cx="11567001" cy="0"/>
          </a:xfrm>
          <a:prstGeom prst="line">
            <a:avLst/>
          </a:prstGeom>
          <a:ln w="19050">
            <a:solidFill>
              <a:srgbClr val="133C7A">
                <a:alpha val="80000"/>
              </a:srgbClr>
            </a:solidFill>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D262E253-DB21-AB85-DC69-9C39B1DD8CBE}"/>
              </a:ext>
            </a:extLst>
          </p:cNvPr>
          <p:cNvSpPr txBox="1"/>
          <p:nvPr/>
        </p:nvSpPr>
        <p:spPr>
          <a:xfrm>
            <a:off x="683012" y="256087"/>
            <a:ext cx="9510123" cy="505676"/>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r>
              <a:rPr lang="en-US" altLang="zh-CN" sz="2800" dirty="0">
                <a:solidFill>
                  <a:schemeClr val="tx2">
                    <a:lumMod val="75000"/>
                  </a:schemeClr>
                </a:solidFill>
                <a:latin typeface="微软雅黑" panose="020B0503020204020204" pitchFamily="34" charset="-122"/>
                <a:ea typeface="微软雅黑" panose="020B0503020204020204" pitchFamily="34" charset="-122"/>
              </a:rPr>
              <a:t>2 </a:t>
            </a:r>
            <a:r>
              <a:rPr lang="zh-CN" altLang="en-US" sz="2800" dirty="0">
                <a:solidFill>
                  <a:schemeClr val="tx2">
                    <a:lumMod val="75000"/>
                  </a:schemeClr>
                </a:solidFill>
                <a:latin typeface="微软雅黑" panose="020B0503020204020204" pitchFamily="34" charset="-122"/>
                <a:ea typeface="微软雅黑" panose="020B0503020204020204" pitchFamily="34" charset="-122"/>
              </a:rPr>
              <a:t>问题描述</a:t>
            </a:r>
          </a:p>
        </p:txBody>
      </p:sp>
      <p:sp>
        <p:nvSpPr>
          <p:cNvPr id="9" name="矩形 8">
            <a:extLst>
              <a:ext uri="{FF2B5EF4-FFF2-40B4-BE49-F238E27FC236}">
                <a16:creationId xmlns:a16="http://schemas.microsoft.com/office/drawing/2014/main" id="{77269665-7CC1-70FF-FD3A-B553E8A5BB54}"/>
              </a:ext>
            </a:extLst>
          </p:cNvPr>
          <p:cNvSpPr/>
          <p:nvPr/>
        </p:nvSpPr>
        <p:spPr>
          <a:xfrm>
            <a:off x="337132" y="268900"/>
            <a:ext cx="195295" cy="50567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4440ADFE-55C8-D17F-4FCD-B9208B35F41F}"/>
              </a:ext>
            </a:extLst>
          </p:cNvPr>
          <p:cNvSpPr/>
          <p:nvPr/>
        </p:nvSpPr>
        <p:spPr>
          <a:xfrm>
            <a:off x="337132" y="268900"/>
            <a:ext cx="276318" cy="505674"/>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EB2C1C92-84E0-6700-BEB4-940DEF7F65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66776" y="256087"/>
            <a:ext cx="1788092" cy="431989"/>
          </a:xfrm>
          <a:prstGeom prst="rect">
            <a:avLst/>
          </a:prstGeom>
        </p:spPr>
      </p:pic>
      <p:sp>
        <p:nvSpPr>
          <p:cNvPr id="2" name="文本框 1">
            <a:extLst>
              <a:ext uri="{FF2B5EF4-FFF2-40B4-BE49-F238E27FC236}">
                <a16:creationId xmlns:a16="http://schemas.microsoft.com/office/drawing/2014/main" id="{7088D605-49E1-8439-B554-F27BA822E3A1}"/>
              </a:ext>
            </a:extLst>
          </p:cNvPr>
          <p:cNvSpPr txBox="1"/>
          <p:nvPr/>
        </p:nvSpPr>
        <p:spPr>
          <a:xfrm>
            <a:off x="299410" y="862073"/>
            <a:ext cx="9510123" cy="444121"/>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r>
              <a:rPr lang="en-US" altLang="zh-CN" sz="2400" dirty="0">
                <a:solidFill>
                  <a:schemeClr val="tx2">
                    <a:lumMod val="75000"/>
                  </a:schemeClr>
                </a:solidFill>
                <a:latin typeface="微软雅黑" panose="020B0503020204020204" pitchFamily="34" charset="-122"/>
                <a:ea typeface="微软雅黑" panose="020B0503020204020204" pitchFamily="34" charset="-122"/>
              </a:rPr>
              <a:t>• 2.4 </a:t>
            </a:r>
            <a:r>
              <a:rPr lang="zh-CN" altLang="en-US" sz="2400" dirty="0">
                <a:solidFill>
                  <a:schemeClr val="tx2">
                    <a:lumMod val="75000"/>
                  </a:schemeClr>
                </a:solidFill>
                <a:latin typeface="微软雅黑" panose="020B0503020204020204" pitchFamily="34" charset="-122"/>
                <a:ea typeface="微软雅黑" panose="020B0503020204020204" pitchFamily="34" charset="-122"/>
              </a:rPr>
              <a:t>问题建模</a:t>
            </a:r>
          </a:p>
        </p:txBody>
      </p:sp>
      <p:sp>
        <p:nvSpPr>
          <p:cNvPr id="4" name="矩形: 圆角 3">
            <a:extLst>
              <a:ext uri="{FF2B5EF4-FFF2-40B4-BE49-F238E27FC236}">
                <a16:creationId xmlns:a16="http://schemas.microsoft.com/office/drawing/2014/main" id="{1F921B38-4327-9722-7EB1-4BE5EC0F2292}"/>
              </a:ext>
            </a:extLst>
          </p:cNvPr>
          <p:cNvSpPr/>
          <p:nvPr/>
        </p:nvSpPr>
        <p:spPr>
          <a:xfrm flipH="1">
            <a:off x="337129" y="1393692"/>
            <a:ext cx="11517738" cy="5268365"/>
          </a:xfrm>
          <a:prstGeom prst="roundRect">
            <a:avLst>
              <a:gd name="adj" fmla="val 3858"/>
            </a:avLst>
          </a:prstGeom>
          <a:no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15" name="矩形: 圆角 209">
            <a:extLst>
              <a:ext uri="{FF2B5EF4-FFF2-40B4-BE49-F238E27FC236}">
                <a16:creationId xmlns:a16="http://schemas.microsoft.com/office/drawing/2014/main" id="{0C44026E-4DE2-9748-A977-9C517E7B767D}"/>
              </a:ext>
            </a:extLst>
          </p:cNvPr>
          <p:cNvSpPr/>
          <p:nvPr/>
        </p:nvSpPr>
        <p:spPr>
          <a:xfrm>
            <a:off x="4296228" y="1173096"/>
            <a:ext cx="3606801" cy="460860"/>
          </a:xfrm>
          <a:prstGeom prst="round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Microsoft YaHei" panose="020B0503020204020204" pitchFamily="34" charset="-122"/>
                <a:ea typeface="Microsoft YaHei" panose="020B0503020204020204" pitchFamily="34" charset="-122"/>
              </a:rPr>
              <a:t>优化目标与关键约束</a:t>
            </a:r>
          </a:p>
        </p:txBody>
      </p:sp>
      <p:sp>
        <p:nvSpPr>
          <p:cNvPr id="3" name="矩形: 圆角 2">
            <a:extLst>
              <a:ext uri="{FF2B5EF4-FFF2-40B4-BE49-F238E27FC236}">
                <a16:creationId xmlns:a16="http://schemas.microsoft.com/office/drawing/2014/main" id="{E8810D62-D1FE-39C8-9979-61905AD0B5E6}"/>
              </a:ext>
            </a:extLst>
          </p:cNvPr>
          <p:cNvSpPr/>
          <p:nvPr/>
        </p:nvSpPr>
        <p:spPr>
          <a:xfrm>
            <a:off x="588671" y="1836059"/>
            <a:ext cx="5253329" cy="2235200"/>
          </a:xfrm>
          <a:prstGeom prst="roundRect">
            <a:avLst>
              <a:gd name="adj" fmla="val 3510"/>
            </a:avLst>
          </a:prstGeom>
          <a:solidFill>
            <a:srgbClr val="3192F2">
              <a:alpha val="10000"/>
            </a:srgbClr>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12" name="矩形: 圆角 11">
            <a:extLst>
              <a:ext uri="{FF2B5EF4-FFF2-40B4-BE49-F238E27FC236}">
                <a16:creationId xmlns:a16="http://schemas.microsoft.com/office/drawing/2014/main" id="{58F7BA58-4F87-2376-8105-DB4F2CC8BA69}"/>
              </a:ext>
            </a:extLst>
          </p:cNvPr>
          <p:cNvSpPr/>
          <p:nvPr/>
        </p:nvSpPr>
        <p:spPr>
          <a:xfrm>
            <a:off x="6349998" y="1836059"/>
            <a:ext cx="5253329" cy="2235200"/>
          </a:xfrm>
          <a:prstGeom prst="roundRect">
            <a:avLst>
              <a:gd name="adj" fmla="val 3510"/>
            </a:avLst>
          </a:prstGeom>
          <a:solidFill>
            <a:srgbClr val="3192F2">
              <a:alpha val="10000"/>
            </a:srgbClr>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13" name="矩形: 圆角 12">
            <a:extLst>
              <a:ext uri="{FF2B5EF4-FFF2-40B4-BE49-F238E27FC236}">
                <a16:creationId xmlns:a16="http://schemas.microsoft.com/office/drawing/2014/main" id="{36510DA6-B9E2-8022-52CF-06CA1EF65768}"/>
              </a:ext>
            </a:extLst>
          </p:cNvPr>
          <p:cNvSpPr/>
          <p:nvPr/>
        </p:nvSpPr>
        <p:spPr>
          <a:xfrm>
            <a:off x="588671" y="4249058"/>
            <a:ext cx="5253329" cy="2235200"/>
          </a:xfrm>
          <a:prstGeom prst="roundRect">
            <a:avLst>
              <a:gd name="adj" fmla="val 3510"/>
            </a:avLst>
          </a:prstGeom>
          <a:solidFill>
            <a:srgbClr val="3192F2">
              <a:alpha val="10000"/>
            </a:srgbClr>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19" name="矩形: 圆角 18">
            <a:extLst>
              <a:ext uri="{FF2B5EF4-FFF2-40B4-BE49-F238E27FC236}">
                <a16:creationId xmlns:a16="http://schemas.microsoft.com/office/drawing/2014/main" id="{02BA1A86-7339-2F1F-0358-F564BABE1958}"/>
              </a:ext>
            </a:extLst>
          </p:cNvPr>
          <p:cNvSpPr/>
          <p:nvPr/>
        </p:nvSpPr>
        <p:spPr>
          <a:xfrm>
            <a:off x="6349998" y="4249058"/>
            <a:ext cx="5253331" cy="2235200"/>
          </a:xfrm>
          <a:prstGeom prst="roundRect">
            <a:avLst>
              <a:gd name="adj" fmla="val 3510"/>
            </a:avLst>
          </a:prstGeom>
          <a:solidFill>
            <a:srgbClr val="3192F2">
              <a:alpha val="10000"/>
            </a:srgbClr>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22" name="文本框 21">
            <a:extLst>
              <a:ext uri="{FF2B5EF4-FFF2-40B4-BE49-F238E27FC236}">
                <a16:creationId xmlns:a16="http://schemas.microsoft.com/office/drawing/2014/main" id="{25D9D8EF-639F-1512-37CB-8ACECD7C041A}"/>
              </a:ext>
            </a:extLst>
          </p:cNvPr>
          <p:cNvSpPr txBox="1"/>
          <p:nvPr/>
        </p:nvSpPr>
        <p:spPr>
          <a:xfrm>
            <a:off x="765690" y="1847943"/>
            <a:ext cx="1396939" cy="441365"/>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zh-CN" altLang="en-US" sz="1800" dirty="0">
                <a:solidFill>
                  <a:srgbClr val="003F88"/>
                </a:solidFill>
                <a:latin typeface="微软雅黑" panose="020B0503020204020204" pitchFamily="34" charset="-122"/>
                <a:ea typeface="微软雅黑" panose="020B0503020204020204" pitchFamily="34" charset="-122"/>
              </a:rPr>
              <a:t>优化目标：</a:t>
            </a:r>
          </a:p>
        </p:txBody>
      </p:sp>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F2B9B9A9-2590-11CD-FA8E-5504E6331D5E}"/>
                  </a:ext>
                </a:extLst>
              </p:cNvPr>
              <p:cNvSpPr txBox="1"/>
              <p:nvPr/>
            </p:nvSpPr>
            <p:spPr>
              <a:xfrm>
                <a:off x="690269" y="2385611"/>
                <a:ext cx="4730817" cy="1497999"/>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14:m>
                  <m:oMathPara xmlns:m="http://schemas.openxmlformats.org/officeDocument/2006/math">
                    <m:oMathParaPr>
                      <m:jc m:val="left"/>
                    </m:oMathParaPr>
                    <m:oMath xmlns:m="http://schemas.openxmlformats.org/officeDocument/2006/math">
                      <m:r>
                        <a:rPr lang="en-US" altLang="zh-CN" sz="1400" b="0" i="1" dirty="0" smtClean="0">
                          <a:solidFill>
                            <a:schemeClr val="tx1"/>
                          </a:solidFill>
                          <a:latin typeface="Cambria Math" panose="02040503050406030204" pitchFamily="18" charset="0"/>
                          <a:ea typeface="微软雅黑" panose="020B0503020204020204" pitchFamily="34" charset="-122"/>
                        </a:rPr>
                        <m:t>• </m:t>
                      </m:r>
                      <m:r>
                        <a:rPr lang="zh-CN" altLang="en-US" sz="1400" b="0" i="1" dirty="0">
                          <a:solidFill>
                            <a:schemeClr val="tx1"/>
                          </a:solidFill>
                          <a:latin typeface="Cambria Math" panose="02040503050406030204" pitchFamily="18" charset="0"/>
                          <a:ea typeface="微软雅黑" panose="020B0503020204020204" pitchFamily="34" charset="-122"/>
                        </a:rPr>
                        <m:t>最小化装配</m:t>
                      </m:r>
                      <m:r>
                        <a:rPr lang="zh-CN" altLang="en-US" sz="1400" b="0" i="1" dirty="0" smtClean="0">
                          <a:solidFill>
                            <a:schemeClr val="tx1"/>
                          </a:solidFill>
                          <a:latin typeface="Cambria Math" panose="02040503050406030204" pitchFamily="18" charset="0"/>
                          <a:ea typeface="微软雅黑" panose="020B0503020204020204" pitchFamily="34" charset="-122"/>
                        </a:rPr>
                        <m:t>节拍</m:t>
                      </m:r>
                      <m:sSub>
                        <m:sSubPr>
                          <m:ctrlPr>
                            <a:rPr lang="en-US" altLang="zh-CN" sz="1400" b="0" i="1" dirty="0">
                              <a:solidFill>
                                <a:schemeClr val="tx1"/>
                              </a:solidFill>
                              <a:latin typeface="Cambria Math" panose="02040503050406030204" pitchFamily="18" charset="0"/>
                              <a:ea typeface="微软雅黑" panose="020B0503020204020204" pitchFamily="34" charset="-122"/>
                            </a:rPr>
                          </m:ctrlPr>
                        </m:sSubPr>
                        <m:e>
                          <m:r>
                            <a:rPr lang="zh-CN" altLang="en-US" sz="1400" b="0" i="1" dirty="0" smtClean="0">
                              <a:solidFill>
                                <a:schemeClr val="tx1"/>
                              </a:solidFill>
                              <a:latin typeface="Cambria Math" panose="02040503050406030204" pitchFamily="18" charset="0"/>
                              <a:ea typeface="微软雅黑" panose="020B0503020204020204" pitchFamily="34" charset="-122"/>
                            </a:rPr>
                            <m:t>：</m:t>
                          </m:r>
                          <m:r>
                            <a:rPr lang="en-US" altLang="zh-CN" sz="1400" b="0" i="1" dirty="0">
                              <a:solidFill>
                                <a:schemeClr val="tx1"/>
                              </a:solidFill>
                              <a:latin typeface="Cambria Math" panose="02040503050406030204" pitchFamily="18" charset="0"/>
                              <a:ea typeface="微软雅黑" panose="020B0503020204020204" pitchFamily="34" charset="-122"/>
                            </a:rPr>
                            <m:t>𝐶</m:t>
                          </m:r>
                        </m:e>
                        <m:sub>
                          <m:r>
                            <a:rPr lang="en-US" altLang="zh-CN" sz="1400" b="0" i="1" dirty="0">
                              <a:solidFill>
                                <a:schemeClr val="tx1"/>
                              </a:solidFill>
                              <a:latin typeface="Cambria Math" panose="02040503050406030204" pitchFamily="18" charset="0"/>
                              <a:ea typeface="微软雅黑" panose="020B0503020204020204" pitchFamily="34" charset="-122"/>
                            </a:rPr>
                            <m:t>𝑡𝑎𝑘𝑡</m:t>
                          </m:r>
                        </m:sub>
                      </m:sSub>
                      <m:r>
                        <a:rPr lang="en-US" altLang="zh-CN" sz="1400" b="0" i="1" dirty="0">
                          <a:solidFill>
                            <a:schemeClr val="tx1"/>
                          </a:solidFill>
                          <a:latin typeface="Cambria Math" panose="02040503050406030204" pitchFamily="18" charset="0"/>
                          <a:ea typeface="微软雅黑" panose="020B0503020204020204" pitchFamily="34" charset="-122"/>
                        </a:rPr>
                        <m:t>=</m:t>
                      </m:r>
                      <m:func>
                        <m:funcPr>
                          <m:ctrlPr>
                            <a:rPr lang="en-US" altLang="zh-CN" sz="1400" b="0" i="1" dirty="0">
                              <a:solidFill>
                                <a:schemeClr val="tx1"/>
                              </a:solidFill>
                              <a:latin typeface="Cambria Math" panose="02040503050406030204" pitchFamily="18" charset="0"/>
                              <a:ea typeface="微软雅黑" panose="020B0503020204020204" pitchFamily="34" charset="-122"/>
                            </a:rPr>
                          </m:ctrlPr>
                        </m:funcPr>
                        <m:fName>
                          <m:limLow>
                            <m:limLowPr>
                              <m:ctrlPr>
                                <a:rPr lang="en-US" altLang="zh-CN" sz="1400" b="0" i="1" dirty="0">
                                  <a:solidFill>
                                    <a:schemeClr val="tx1"/>
                                  </a:solidFill>
                                  <a:latin typeface="Cambria Math" panose="02040503050406030204" pitchFamily="18" charset="0"/>
                                  <a:ea typeface="微软雅黑" panose="020B0503020204020204" pitchFamily="34" charset="-122"/>
                                </a:rPr>
                              </m:ctrlPr>
                            </m:limLowPr>
                            <m:e>
                              <m:r>
                                <m:rPr>
                                  <m:sty m:val="p"/>
                                </m:rPr>
                                <a:rPr lang="en-US" altLang="zh-CN" sz="1400" b="0" dirty="0">
                                  <a:solidFill>
                                    <a:schemeClr val="tx1"/>
                                  </a:solidFill>
                                  <a:latin typeface="Cambria Math" panose="02040503050406030204" pitchFamily="18" charset="0"/>
                                  <a:ea typeface="微软雅黑" panose="020B0503020204020204" pitchFamily="34" charset="-122"/>
                                </a:rPr>
                                <m:t>max</m:t>
                              </m:r>
                            </m:e>
                            <m:lim>
                              <m:d>
                                <m:dPr>
                                  <m:begChr m:val="{"/>
                                  <m:endChr m:val="}"/>
                                  <m:ctrlPr>
                                    <a:rPr lang="en-US" altLang="zh-CN" sz="1400" b="0" i="1" dirty="0">
                                      <a:solidFill>
                                        <a:schemeClr val="tx1"/>
                                      </a:solidFill>
                                      <a:latin typeface="Cambria Math" panose="02040503050406030204" pitchFamily="18" charset="0"/>
                                      <a:ea typeface="微软雅黑" panose="020B0503020204020204" pitchFamily="34" charset="-122"/>
                                    </a:rPr>
                                  </m:ctrlPr>
                                </m:dPr>
                                <m:e>
                                  <m:r>
                                    <a:rPr lang="en-US" altLang="zh-CN" sz="1400" b="0" i="1" dirty="0">
                                      <a:solidFill>
                                        <a:schemeClr val="tx1"/>
                                      </a:solidFill>
                                      <a:latin typeface="Cambria Math" panose="02040503050406030204" pitchFamily="18" charset="0"/>
                                      <a:ea typeface="微软雅黑" panose="020B0503020204020204" pitchFamily="34" charset="-122"/>
                                    </a:rPr>
                                    <m:t>𝑠</m:t>
                                  </m:r>
                                  <m:r>
                                    <a:rPr lang="en-US" altLang="zh-CN" sz="1400" b="0" i="1" dirty="0">
                                      <a:solidFill>
                                        <a:schemeClr val="tx1"/>
                                      </a:solidFill>
                                      <a:latin typeface="Cambria Math" panose="02040503050406030204" pitchFamily="18" charset="0"/>
                                      <a:ea typeface="微软雅黑" panose="020B0503020204020204" pitchFamily="34" charset="-122"/>
                                    </a:rPr>
                                    <m:t>∈</m:t>
                                  </m:r>
                                  <m:r>
                                    <a:rPr lang="en-US" altLang="zh-CN" sz="1400" b="0" i="1" dirty="0">
                                      <a:solidFill>
                                        <a:schemeClr val="tx1"/>
                                      </a:solidFill>
                                      <a:latin typeface="Cambria Math" panose="02040503050406030204" pitchFamily="18" charset="0"/>
                                      <a:ea typeface="微软雅黑" panose="020B0503020204020204" pitchFamily="34" charset="-122"/>
                                    </a:rPr>
                                    <m:t>𝑆</m:t>
                                  </m:r>
                                </m:e>
                              </m:d>
                            </m:lim>
                          </m:limLow>
                        </m:fName>
                        <m:e>
                          <m:sSub>
                            <m:sSubPr>
                              <m:ctrlPr>
                                <a:rPr lang="en-US" altLang="zh-CN" sz="1400" b="0" i="1" dirty="0">
                                  <a:solidFill>
                                    <a:schemeClr val="tx1"/>
                                  </a:solidFill>
                                  <a:latin typeface="Cambria Math" panose="02040503050406030204" pitchFamily="18" charset="0"/>
                                  <a:ea typeface="微软雅黑" panose="020B0503020204020204" pitchFamily="34" charset="-122"/>
                                </a:rPr>
                              </m:ctrlPr>
                            </m:sSubPr>
                            <m:e>
                              <m:r>
                                <a:rPr lang="en-US" altLang="zh-CN" sz="1400" b="0" i="1" dirty="0">
                                  <a:solidFill>
                                    <a:schemeClr val="tx1"/>
                                  </a:solidFill>
                                  <a:latin typeface="Cambria Math" panose="02040503050406030204" pitchFamily="18" charset="0"/>
                                  <a:ea typeface="微软雅黑" panose="020B0503020204020204" pitchFamily="34" charset="-122"/>
                                </a:rPr>
                                <m:t>𝐶</m:t>
                              </m:r>
                            </m:e>
                            <m:sub>
                              <m:r>
                                <a:rPr lang="en-US" altLang="zh-CN" sz="1400" b="0" i="1" dirty="0">
                                  <a:solidFill>
                                    <a:schemeClr val="tx1"/>
                                  </a:solidFill>
                                  <a:latin typeface="Cambria Math" panose="02040503050406030204" pitchFamily="18" charset="0"/>
                                  <a:ea typeface="微软雅黑" panose="020B0503020204020204" pitchFamily="34" charset="-122"/>
                                </a:rPr>
                                <m:t>𝑠</m:t>
                              </m:r>
                            </m:sub>
                          </m:sSub>
                        </m:e>
                      </m:func>
                    </m:oMath>
                  </m:oMathPara>
                </a14:m>
                <a:endParaRPr lang="en-US" altLang="zh-CN" sz="1400" b="0" i="1" dirty="0">
                  <a:solidFill>
                    <a:schemeClr val="tx1"/>
                  </a:solidFill>
                  <a:latin typeface="Cambria Math" panose="02040503050406030204" pitchFamily="18" charset="0"/>
                  <a:ea typeface="微软雅黑" panose="020B0503020204020204" pitchFamily="34" charset="-122"/>
                </a:endParaRPr>
              </a:p>
              <a:p>
                <a:pPr>
                  <a:lnSpc>
                    <a:spcPct val="150000"/>
                  </a:lnSpc>
                </a:pPr>
                <a14:m>
                  <m:oMathPara xmlns:m="http://schemas.openxmlformats.org/officeDocument/2006/math">
                    <m:oMathParaPr>
                      <m:jc m:val="left"/>
                    </m:oMathParaPr>
                    <m:oMath xmlns:m="http://schemas.openxmlformats.org/officeDocument/2006/math">
                      <m:r>
                        <a:rPr lang="en-US" altLang="zh-CN" sz="1400" b="0" i="1" dirty="0">
                          <a:solidFill>
                            <a:schemeClr val="tx1"/>
                          </a:solidFill>
                          <a:latin typeface="Cambria Math" panose="02040503050406030204" pitchFamily="18" charset="0"/>
                          <a:ea typeface="微软雅黑" panose="020B0503020204020204" pitchFamily="34" charset="-122"/>
                        </a:rPr>
                        <m:t>• </m:t>
                      </m:r>
                      <m:r>
                        <a:rPr lang="zh-CN" altLang="en-US" sz="1400" b="0" i="1" dirty="0" smtClean="0">
                          <a:solidFill>
                            <a:schemeClr val="tx1"/>
                          </a:solidFill>
                          <a:latin typeface="Cambria Math" panose="02040503050406030204" pitchFamily="18" charset="0"/>
                          <a:ea typeface="微软雅黑" panose="020B0503020204020204" pitchFamily="34" charset="-122"/>
                        </a:rPr>
                        <m:t>最小化</m:t>
                      </m:r>
                      <m:r>
                        <a:rPr lang="zh-CN" altLang="en-US" sz="1400" b="0" i="1" dirty="0">
                          <a:solidFill>
                            <a:schemeClr val="tx1"/>
                          </a:solidFill>
                          <a:latin typeface="Cambria Math" panose="02040503050406030204" pitchFamily="18" charset="0"/>
                          <a:ea typeface="微软雅黑" panose="020B0503020204020204" pitchFamily="34" charset="-122"/>
                        </a:rPr>
                        <m:t>平滑指数</m:t>
                      </m:r>
                      <m:r>
                        <a:rPr lang="zh-CN" altLang="en-US" sz="1400" b="0" i="1" dirty="0" smtClean="0">
                          <a:solidFill>
                            <a:schemeClr val="tx1"/>
                          </a:solidFill>
                          <a:latin typeface="Cambria Math" panose="02040503050406030204" pitchFamily="18" charset="0"/>
                          <a:ea typeface="微软雅黑" panose="020B0503020204020204" pitchFamily="34" charset="-122"/>
                        </a:rPr>
                        <m:t>：</m:t>
                      </m:r>
                      <m:sSub>
                        <m:sSubPr>
                          <m:ctrlPr>
                            <a:rPr lang="en-US" altLang="zh-CN" sz="1400" b="0" i="1" dirty="0">
                              <a:solidFill>
                                <a:schemeClr val="tx1"/>
                              </a:solidFill>
                              <a:latin typeface="Cambria Math" panose="02040503050406030204" pitchFamily="18" charset="0"/>
                              <a:ea typeface="微软雅黑" panose="020B0503020204020204" pitchFamily="34" charset="-122"/>
                            </a:rPr>
                          </m:ctrlPr>
                        </m:sSubPr>
                        <m:e>
                          <m:r>
                            <a:rPr lang="en-US" altLang="zh-CN" sz="1400" b="0" i="1" dirty="0">
                              <a:solidFill>
                                <a:schemeClr val="tx1"/>
                              </a:solidFill>
                              <a:latin typeface="Cambria Math" panose="02040503050406030204" pitchFamily="18" charset="0"/>
                              <a:ea typeface="微软雅黑" panose="020B0503020204020204" pitchFamily="34" charset="-122"/>
                            </a:rPr>
                            <m:t>𝐼</m:t>
                          </m:r>
                        </m:e>
                        <m:sub>
                          <m:r>
                            <a:rPr lang="en-US" altLang="zh-CN" sz="1400" b="0" i="1" dirty="0">
                              <a:solidFill>
                                <a:schemeClr val="tx1"/>
                              </a:solidFill>
                              <a:latin typeface="Cambria Math" panose="02040503050406030204" pitchFamily="18" charset="0"/>
                              <a:ea typeface="微软雅黑" panose="020B0503020204020204" pitchFamily="34" charset="-122"/>
                            </a:rPr>
                            <m:t>𝑠𝑚𝑜𝑜𝑡h</m:t>
                          </m:r>
                        </m:sub>
                      </m:sSub>
                      <m:r>
                        <a:rPr lang="en-US" altLang="zh-CN" sz="1400" b="0" i="1" dirty="0">
                          <a:solidFill>
                            <a:schemeClr val="tx1"/>
                          </a:solidFill>
                          <a:latin typeface="Cambria Math" panose="02040503050406030204" pitchFamily="18" charset="0"/>
                          <a:ea typeface="微软雅黑" panose="020B0503020204020204" pitchFamily="34" charset="-122"/>
                        </a:rPr>
                        <m:t>=</m:t>
                      </m:r>
                      <m:rad>
                        <m:radPr>
                          <m:degHide m:val="on"/>
                          <m:ctrlPr>
                            <a:rPr lang="en-US" altLang="zh-CN" sz="1400" b="0" i="1" dirty="0">
                              <a:solidFill>
                                <a:schemeClr val="tx1"/>
                              </a:solidFill>
                              <a:latin typeface="Cambria Math" panose="02040503050406030204" pitchFamily="18" charset="0"/>
                              <a:ea typeface="微软雅黑" panose="020B0503020204020204" pitchFamily="34" charset="-122"/>
                            </a:rPr>
                          </m:ctrlPr>
                        </m:radPr>
                        <m:deg/>
                        <m:e>
                          <m:nary>
                            <m:naryPr>
                              <m:chr m:val="∑"/>
                              <m:supHide m:val="on"/>
                              <m:ctrlPr>
                                <a:rPr lang="en-US" altLang="zh-CN" sz="1400" b="0" i="1" dirty="0">
                                  <a:solidFill>
                                    <a:schemeClr val="tx1"/>
                                  </a:solidFill>
                                  <a:latin typeface="Cambria Math" panose="02040503050406030204" pitchFamily="18" charset="0"/>
                                  <a:ea typeface="微软雅黑" panose="020B0503020204020204" pitchFamily="34" charset="-122"/>
                                </a:rPr>
                              </m:ctrlPr>
                            </m:naryPr>
                            <m:sub>
                              <m:d>
                                <m:dPr>
                                  <m:begChr m:val="{"/>
                                  <m:endChr m:val="}"/>
                                  <m:ctrlPr>
                                    <a:rPr lang="en-US" altLang="zh-CN" sz="1400" b="0" i="1" dirty="0">
                                      <a:solidFill>
                                        <a:schemeClr val="tx1"/>
                                      </a:solidFill>
                                      <a:latin typeface="Cambria Math" panose="02040503050406030204" pitchFamily="18" charset="0"/>
                                      <a:ea typeface="微软雅黑" panose="020B0503020204020204" pitchFamily="34" charset="-122"/>
                                    </a:rPr>
                                  </m:ctrlPr>
                                </m:dPr>
                                <m:e>
                                  <m:r>
                                    <a:rPr lang="en-US" altLang="zh-CN" sz="1400" b="0" i="1" dirty="0">
                                      <a:solidFill>
                                        <a:schemeClr val="tx1"/>
                                      </a:solidFill>
                                      <a:latin typeface="Cambria Math" panose="02040503050406030204" pitchFamily="18" charset="0"/>
                                      <a:ea typeface="微软雅黑" panose="020B0503020204020204" pitchFamily="34" charset="-122"/>
                                    </a:rPr>
                                    <m:t>𝑠</m:t>
                                  </m:r>
                                  <m:r>
                                    <a:rPr lang="en-US" altLang="zh-CN" sz="1400" b="0" i="1" dirty="0">
                                      <a:solidFill>
                                        <a:schemeClr val="tx1"/>
                                      </a:solidFill>
                                      <a:latin typeface="Cambria Math" panose="02040503050406030204" pitchFamily="18" charset="0"/>
                                      <a:ea typeface="微软雅黑" panose="020B0503020204020204" pitchFamily="34" charset="-122"/>
                                    </a:rPr>
                                    <m:t>∈</m:t>
                                  </m:r>
                                  <m:r>
                                    <a:rPr lang="en-US" altLang="zh-CN" sz="1400" b="0" i="1" dirty="0">
                                      <a:solidFill>
                                        <a:schemeClr val="tx1"/>
                                      </a:solidFill>
                                      <a:latin typeface="Cambria Math" panose="02040503050406030204" pitchFamily="18" charset="0"/>
                                      <a:ea typeface="微软雅黑" panose="020B0503020204020204" pitchFamily="34" charset="-122"/>
                                    </a:rPr>
                                    <m:t>𝑆</m:t>
                                  </m:r>
                                </m:e>
                              </m:d>
                            </m:sub>
                            <m:sup/>
                            <m:e>
                              <m:sSup>
                                <m:sSupPr>
                                  <m:ctrlPr>
                                    <a:rPr lang="en-US" altLang="zh-CN" sz="1400" b="0" i="1" dirty="0">
                                      <a:solidFill>
                                        <a:schemeClr val="tx1"/>
                                      </a:solidFill>
                                      <a:latin typeface="Cambria Math" panose="02040503050406030204" pitchFamily="18" charset="0"/>
                                      <a:ea typeface="微软雅黑" panose="020B0503020204020204" pitchFamily="34" charset="-122"/>
                                    </a:rPr>
                                  </m:ctrlPr>
                                </m:sSupPr>
                                <m:e>
                                  <m:d>
                                    <m:dPr>
                                      <m:ctrlPr>
                                        <a:rPr lang="en-US" altLang="zh-CN" sz="1400" b="0" i="1" dirty="0">
                                          <a:solidFill>
                                            <a:schemeClr val="tx1"/>
                                          </a:solidFill>
                                          <a:latin typeface="Cambria Math" panose="02040503050406030204" pitchFamily="18" charset="0"/>
                                          <a:ea typeface="微软雅黑" panose="020B0503020204020204" pitchFamily="34" charset="-122"/>
                                        </a:rPr>
                                      </m:ctrlPr>
                                    </m:dPr>
                                    <m:e>
                                      <m:sSub>
                                        <m:sSubPr>
                                          <m:ctrlPr>
                                            <a:rPr lang="en-US" altLang="zh-CN" sz="1400" b="0" i="1" dirty="0">
                                              <a:solidFill>
                                                <a:schemeClr val="tx1"/>
                                              </a:solidFill>
                                              <a:latin typeface="Cambria Math" panose="02040503050406030204" pitchFamily="18" charset="0"/>
                                              <a:ea typeface="微软雅黑" panose="020B0503020204020204" pitchFamily="34" charset="-122"/>
                                            </a:rPr>
                                          </m:ctrlPr>
                                        </m:sSubPr>
                                        <m:e>
                                          <m:r>
                                            <a:rPr lang="zh-CN" altLang="en-US" sz="1400" b="0" i="1" dirty="0">
                                              <a:solidFill>
                                                <a:schemeClr val="tx1"/>
                                              </a:solidFill>
                                              <a:latin typeface="Cambria Math" panose="02040503050406030204" pitchFamily="18" charset="0"/>
                                              <a:ea typeface="微软雅黑" panose="020B0503020204020204" pitchFamily="34" charset="-122"/>
                                            </a:rPr>
                                            <m:t>𝐶</m:t>
                                          </m:r>
                                        </m:e>
                                        <m:sub>
                                          <m:r>
                                            <a:rPr lang="en-US" altLang="zh-CN" sz="1400" b="0" i="1" dirty="0">
                                              <a:solidFill>
                                                <a:schemeClr val="tx1"/>
                                              </a:solidFill>
                                              <a:latin typeface="Cambria Math" panose="02040503050406030204" pitchFamily="18" charset="0"/>
                                              <a:ea typeface="微软雅黑" panose="020B0503020204020204" pitchFamily="34" charset="-122"/>
                                            </a:rPr>
                                            <m:t>𝑡𝑎𝑘𝑡</m:t>
                                          </m:r>
                                        </m:sub>
                                      </m:sSub>
                                      <m:r>
                                        <a:rPr lang="en-US" altLang="zh-CN" sz="1400" b="0" i="1" dirty="0">
                                          <a:solidFill>
                                            <a:schemeClr val="tx1"/>
                                          </a:solidFill>
                                          <a:latin typeface="Cambria Math" panose="02040503050406030204" pitchFamily="18" charset="0"/>
                                          <a:ea typeface="微软雅黑" panose="020B0503020204020204" pitchFamily="34" charset="-122"/>
                                        </a:rPr>
                                        <m:t>−</m:t>
                                      </m:r>
                                      <m:sSub>
                                        <m:sSubPr>
                                          <m:ctrlPr>
                                            <a:rPr lang="en-US" altLang="zh-CN" sz="1400" b="0" i="1" dirty="0">
                                              <a:solidFill>
                                                <a:schemeClr val="tx1"/>
                                              </a:solidFill>
                                              <a:latin typeface="Cambria Math" panose="02040503050406030204" pitchFamily="18" charset="0"/>
                                              <a:ea typeface="微软雅黑" panose="020B0503020204020204" pitchFamily="34" charset="-122"/>
                                            </a:rPr>
                                          </m:ctrlPr>
                                        </m:sSubPr>
                                        <m:e>
                                          <m:r>
                                            <a:rPr lang="zh-CN" altLang="en-US" sz="1400" b="0" i="1" dirty="0">
                                              <a:solidFill>
                                                <a:schemeClr val="tx1"/>
                                              </a:solidFill>
                                              <a:latin typeface="Cambria Math" panose="02040503050406030204" pitchFamily="18" charset="0"/>
                                              <a:ea typeface="微软雅黑" panose="020B0503020204020204" pitchFamily="34" charset="-122"/>
                                            </a:rPr>
                                            <m:t>𝐶</m:t>
                                          </m:r>
                                        </m:e>
                                        <m:sub>
                                          <m:r>
                                            <a:rPr lang="zh-CN" altLang="en-US" sz="1400" b="0" i="1" dirty="0">
                                              <a:solidFill>
                                                <a:schemeClr val="tx1"/>
                                              </a:solidFill>
                                              <a:latin typeface="Cambria Math" panose="02040503050406030204" pitchFamily="18" charset="0"/>
                                              <a:ea typeface="微软雅黑" panose="020B0503020204020204" pitchFamily="34" charset="-122"/>
                                            </a:rPr>
                                            <m:t>𝑠</m:t>
                                          </m:r>
                                        </m:sub>
                                      </m:sSub>
                                    </m:e>
                                  </m:d>
                                </m:e>
                                <m:sup>
                                  <m:r>
                                    <a:rPr lang="en-US" altLang="zh-CN" sz="1400" b="0" i="1" dirty="0">
                                      <a:solidFill>
                                        <a:schemeClr val="tx1"/>
                                      </a:solidFill>
                                      <a:latin typeface="Cambria Math" panose="02040503050406030204" pitchFamily="18" charset="0"/>
                                      <a:ea typeface="微软雅黑" panose="020B0503020204020204" pitchFamily="34" charset="-122"/>
                                    </a:rPr>
                                    <m:t>2</m:t>
                                  </m:r>
                                </m:sup>
                              </m:sSup>
                            </m:e>
                          </m:nary>
                        </m:e>
                      </m:rad>
                    </m:oMath>
                  </m:oMathPara>
                </a14:m>
                <a:endParaRPr lang="en-US" altLang="zh-CN" sz="1400" b="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24" name="文本框 23">
                <a:extLst>
                  <a:ext uri="{FF2B5EF4-FFF2-40B4-BE49-F238E27FC236}">
                    <a16:creationId xmlns:a16="http://schemas.microsoft.com/office/drawing/2014/main" id="{F2B9B9A9-2590-11CD-FA8E-5504E6331D5E}"/>
                  </a:ext>
                </a:extLst>
              </p:cNvPr>
              <p:cNvSpPr txBox="1">
                <a:spLocks noRot="1" noChangeAspect="1" noMove="1" noResize="1" noEditPoints="1" noAdjustHandles="1" noChangeArrowheads="1" noChangeShapeType="1" noTextEdit="1"/>
              </p:cNvSpPr>
              <p:nvPr/>
            </p:nvSpPr>
            <p:spPr>
              <a:xfrm>
                <a:off x="690269" y="2385611"/>
                <a:ext cx="4730817" cy="1497999"/>
              </a:xfrm>
              <a:prstGeom prst="rect">
                <a:avLst/>
              </a:prstGeom>
              <a:blipFill>
                <a:blip r:embed="rId4"/>
                <a:stretch>
                  <a:fillRect/>
                </a:stretch>
              </a:blipFill>
              <a:effectLst/>
            </p:spPr>
            <p:txBody>
              <a:bodyPr/>
              <a:lstStyle/>
              <a:p>
                <a:r>
                  <a:rPr lang="zh-CN" altLang="en-US">
                    <a:noFill/>
                  </a:rPr>
                  <a:t> </a:t>
                </a:r>
              </a:p>
            </p:txBody>
          </p:sp>
        </mc:Fallback>
      </mc:AlternateContent>
      <p:sp>
        <p:nvSpPr>
          <p:cNvPr id="68" name="文本框 67">
            <a:extLst>
              <a:ext uri="{FF2B5EF4-FFF2-40B4-BE49-F238E27FC236}">
                <a16:creationId xmlns:a16="http://schemas.microsoft.com/office/drawing/2014/main" id="{C76360E1-D1C2-404D-B56B-3EEF9E61A5E6}"/>
              </a:ext>
            </a:extLst>
          </p:cNvPr>
          <p:cNvSpPr txBox="1"/>
          <p:nvPr/>
        </p:nvSpPr>
        <p:spPr>
          <a:xfrm>
            <a:off x="6506090" y="1836059"/>
            <a:ext cx="2420196" cy="441365"/>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zh-CN" altLang="en-US" sz="1800" dirty="0">
                <a:solidFill>
                  <a:srgbClr val="003F88"/>
                </a:solidFill>
                <a:latin typeface="微软雅黑" panose="020B0503020204020204" pitchFamily="34" charset="-122"/>
                <a:ea typeface="微软雅黑" panose="020B0503020204020204" pitchFamily="34" charset="-122"/>
              </a:rPr>
              <a:t>工艺与资源匹配约束：</a:t>
            </a:r>
          </a:p>
        </p:txBody>
      </p:sp>
      <p:sp>
        <p:nvSpPr>
          <p:cNvPr id="87" name="文本框 86">
            <a:extLst>
              <a:ext uri="{FF2B5EF4-FFF2-40B4-BE49-F238E27FC236}">
                <a16:creationId xmlns:a16="http://schemas.microsoft.com/office/drawing/2014/main" id="{4E5B1226-C3F6-020B-D35A-490E359EB369}"/>
              </a:ext>
            </a:extLst>
          </p:cNvPr>
          <p:cNvSpPr txBox="1"/>
          <p:nvPr/>
        </p:nvSpPr>
        <p:spPr>
          <a:xfrm>
            <a:off x="765692" y="4264560"/>
            <a:ext cx="2976271" cy="441365"/>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zh-CN" altLang="en-US" sz="1800" dirty="0">
                <a:solidFill>
                  <a:srgbClr val="003F88"/>
                </a:solidFill>
                <a:latin typeface="微软雅黑" panose="020B0503020204020204" pitchFamily="34" charset="-122"/>
                <a:ea typeface="微软雅黑" panose="020B0503020204020204" pitchFamily="34" charset="-122"/>
              </a:rPr>
              <a:t>资源可用性与站位容量约束</a:t>
            </a:r>
            <a:r>
              <a:rPr lang="zh-CN" altLang="en-US" sz="1600" dirty="0">
                <a:solidFill>
                  <a:srgbClr val="003F88"/>
                </a:solidFill>
                <a:latin typeface="微软雅黑" panose="020B0503020204020204" pitchFamily="34" charset="-122"/>
                <a:ea typeface="微软雅黑" panose="020B0503020204020204" pitchFamily="34" charset="-122"/>
              </a:rPr>
              <a:t>：</a:t>
            </a:r>
          </a:p>
        </p:txBody>
      </p:sp>
      <p:sp>
        <p:nvSpPr>
          <p:cNvPr id="88" name="文本框 87">
            <a:extLst>
              <a:ext uri="{FF2B5EF4-FFF2-40B4-BE49-F238E27FC236}">
                <a16:creationId xmlns:a16="http://schemas.microsoft.com/office/drawing/2014/main" id="{DEF218B4-D209-FD66-7B86-9CA24D496BB0}"/>
              </a:ext>
            </a:extLst>
          </p:cNvPr>
          <p:cNvSpPr txBox="1"/>
          <p:nvPr/>
        </p:nvSpPr>
        <p:spPr>
          <a:xfrm>
            <a:off x="6506092" y="4252676"/>
            <a:ext cx="2333108" cy="441365"/>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zh-CN" altLang="en-US" sz="1800" dirty="0">
                <a:solidFill>
                  <a:srgbClr val="003F88"/>
                </a:solidFill>
                <a:latin typeface="微软雅黑" panose="020B0503020204020204" pitchFamily="34" charset="-122"/>
                <a:ea typeface="微软雅黑" panose="020B0503020204020204" pitchFamily="34" charset="-122"/>
              </a:rPr>
              <a:t>动态恢复与疲劳约束：</a:t>
            </a:r>
          </a:p>
        </p:txBody>
      </p:sp>
      <mc:AlternateContent xmlns:mc="http://schemas.openxmlformats.org/markup-compatibility/2006" xmlns:a14="http://schemas.microsoft.com/office/drawing/2010/main">
        <mc:Choice Requires="a14">
          <p:sp>
            <p:nvSpPr>
              <p:cNvPr id="90" name="文本框 89">
                <a:extLst>
                  <a:ext uri="{FF2B5EF4-FFF2-40B4-BE49-F238E27FC236}">
                    <a16:creationId xmlns:a16="http://schemas.microsoft.com/office/drawing/2014/main" id="{C75D8068-2A46-9A53-3D9C-9619FB5B4B2A}"/>
                  </a:ext>
                </a:extLst>
              </p:cNvPr>
              <p:cNvSpPr txBox="1"/>
              <p:nvPr/>
            </p:nvSpPr>
            <p:spPr>
              <a:xfrm>
                <a:off x="690269" y="4685142"/>
                <a:ext cx="3997845" cy="1704787"/>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14:m>
                  <m:oMathPara xmlns:m="http://schemas.openxmlformats.org/officeDocument/2006/math">
                    <m:oMathParaPr>
                      <m:jc m:val="left"/>
                    </m:oMathParaPr>
                    <m:oMath xmlns:m="http://schemas.openxmlformats.org/officeDocument/2006/math">
                      <m:r>
                        <a:rPr lang="en-US" altLang="zh-CN" sz="1400" b="0" i="1" dirty="0" smtClean="0">
                          <a:solidFill>
                            <a:schemeClr val="tx1"/>
                          </a:solidFill>
                          <a:latin typeface="Cambria Math" panose="02040503050406030204" pitchFamily="18" charset="0"/>
                          <a:ea typeface="微软雅黑" panose="020B0503020204020204" pitchFamily="34" charset="-122"/>
                        </a:rPr>
                        <m:t>• </m:t>
                      </m:r>
                      <m:r>
                        <a:rPr lang="zh-CN" altLang="en-US" sz="1400" b="0" i="1" dirty="0">
                          <a:solidFill>
                            <a:schemeClr val="tx1"/>
                          </a:solidFill>
                          <a:latin typeface="Cambria Math" panose="02040503050406030204" pitchFamily="18" charset="0"/>
                          <a:ea typeface="微软雅黑" panose="020B0503020204020204" pitchFamily="34" charset="-122"/>
                        </a:rPr>
                        <m:t>缺勤工人不可调用</m:t>
                      </m:r>
                    </m:oMath>
                  </m:oMathPara>
                </a14:m>
                <a:endParaRPr lang="en-US" altLang="zh-CN" sz="1400" b="0" i="1" dirty="0">
                  <a:solidFill>
                    <a:schemeClr val="tx1"/>
                  </a:solidFill>
                  <a:latin typeface="Cambria Math" panose="02040503050406030204" pitchFamily="18" charset="0"/>
                  <a:ea typeface="微软雅黑" panose="020B0503020204020204" pitchFamily="34" charset="-122"/>
                </a:endParaRPr>
              </a:p>
              <a:p>
                <a:pPr>
                  <a:lnSpc>
                    <a:spcPct val="150000"/>
                  </a:lnSpc>
                </a:pPr>
                <a14:m>
                  <m:oMathPara xmlns:m="http://schemas.openxmlformats.org/officeDocument/2006/math">
                    <m:oMathParaPr>
                      <m:jc m:val="left"/>
                    </m:oMathParaPr>
                    <m:oMath xmlns:m="http://schemas.openxmlformats.org/officeDocument/2006/math">
                      <m:r>
                        <a:rPr lang="en-US" altLang="zh-CN" sz="1400" b="0" i="1" dirty="0">
                          <a:solidFill>
                            <a:schemeClr val="tx1"/>
                          </a:solidFill>
                          <a:latin typeface="Cambria Math" panose="02040503050406030204" pitchFamily="18" charset="0"/>
                          <a:ea typeface="微软雅黑" panose="020B0503020204020204" pitchFamily="34" charset="-122"/>
                        </a:rPr>
                        <m:t>• </m:t>
                      </m:r>
                      <m:r>
                        <a:rPr lang="zh-CN" altLang="en-US" sz="1400" b="0" i="1" dirty="0">
                          <a:solidFill>
                            <a:schemeClr val="tx1"/>
                          </a:solidFill>
                          <a:latin typeface="Cambria Math" panose="02040503050406030204" pitchFamily="18" charset="0"/>
                          <a:ea typeface="微软雅黑" panose="020B0503020204020204" pitchFamily="34" charset="-122"/>
                        </a:rPr>
                        <m:t>故障设备不可调用</m:t>
                      </m:r>
                    </m:oMath>
                  </m:oMathPara>
                </a14:m>
                <a:endParaRPr lang="en-US" altLang="zh-CN" sz="1400" b="0" i="1" dirty="0">
                  <a:solidFill>
                    <a:schemeClr val="tx1"/>
                  </a:solidFill>
                  <a:latin typeface="Cambria Math" panose="02040503050406030204" pitchFamily="18" charset="0"/>
                  <a:ea typeface="微软雅黑" panose="020B0503020204020204" pitchFamily="34" charset="-122"/>
                </a:endParaRPr>
              </a:p>
              <a:p>
                <a:pPr>
                  <a:lnSpc>
                    <a:spcPct val="150000"/>
                  </a:lnSpc>
                </a:pPr>
                <a14:m>
                  <m:oMathPara xmlns:m="http://schemas.openxmlformats.org/officeDocument/2006/math">
                    <m:oMathParaPr>
                      <m:jc m:val="left"/>
                    </m:oMathParaPr>
                    <m:oMath xmlns:m="http://schemas.openxmlformats.org/officeDocument/2006/math">
                      <m:r>
                        <a:rPr lang="en-US" altLang="zh-CN" sz="1400" b="0" i="1" dirty="0">
                          <a:solidFill>
                            <a:schemeClr val="tx1"/>
                          </a:solidFill>
                          <a:latin typeface="Cambria Math" panose="02040503050406030204" pitchFamily="18" charset="0"/>
                          <a:ea typeface="微软雅黑" panose="020B0503020204020204" pitchFamily="34" charset="-122"/>
                        </a:rPr>
                        <m:t>• </m:t>
                      </m:r>
                      <m:r>
                        <a:rPr lang="zh-CN" altLang="en-US" sz="1400" b="0" i="1" dirty="0">
                          <a:solidFill>
                            <a:schemeClr val="tx1"/>
                          </a:solidFill>
                          <a:latin typeface="Cambria Math" panose="02040503050406030204" pitchFamily="18" charset="0"/>
                          <a:ea typeface="微软雅黑" panose="020B0503020204020204" pitchFamily="34" charset="-122"/>
                        </a:rPr>
                        <m:t>忙碌资源不可重复使用</m:t>
                      </m:r>
                      <m:r>
                        <a:rPr lang="en-US" altLang="zh-CN" sz="1400" b="0" i="1" dirty="0">
                          <a:solidFill>
                            <a:schemeClr val="tx1"/>
                          </a:solidFill>
                          <a:latin typeface="Cambria Math" panose="02040503050406030204" pitchFamily="18" charset="0"/>
                          <a:ea typeface="微软雅黑" panose="020B0503020204020204" pitchFamily="34" charset="-122"/>
                        </a:rPr>
                        <m:t>• </m:t>
                      </m:r>
                      <m:r>
                        <a:rPr lang="zh-CN" altLang="en-US" sz="1400" b="0" i="1" dirty="0">
                          <a:solidFill>
                            <a:schemeClr val="tx1"/>
                          </a:solidFill>
                          <a:latin typeface="Cambria Math" panose="02040503050406030204" pitchFamily="18" charset="0"/>
                          <a:ea typeface="微软雅黑" panose="020B0503020204020204" pitchFamily="34" charset="-122"/>
                        </a:rPr>
                        <m:t>流动资源</m:t>
                      </m:r>
                      <m:r>
                        <a:rPr lang="zh-CN" altLang="en-US" sz="1400" b="0" i="1" dirty="0" smtClean="0">
                          <a:solidFill>
                            <a:schemeClr val="tx1"/>
                          </a:solidFill>
                          <a:latin typeface="Cambria Math" panose="02040503050406030204" pitchFamily="18" charset="0"/>
                          <a:ea typeface="微软雅黑" panose="020B0503020204020204" pitchFamily="34" charset="-122"/>
                        </a:rPr>
                        <m:t>使用</m:t>
                      </m:r>
                      <m:r>
                        <a:rPr lang="zh-CN" altLang="en-US" sz="1400" b="0" i="1" dirty="0">
                          <a:solidFill>
                            <a:schemeClr val="tx1"/>
                          </a:solidFill>
                          <a:latin typeface="Cambria Math" panose="02040503050406030204" pitchFamily="18" charset="0"/>
                          <a:ea typeface="微软雅黑" panose="020B0503020204020204" pitchFamily="34" charset="-122"/>
                        </a:rPr>
                        <m:t>需处于启用且可访问状态</m:t>
                      </m:r>
                      <m:r>
                        <a:rPr lang="en-US" altLang="zh-CN" sz="1400" b="0" i="1" dirty="0">
                          <a:solidFill>
                            <a:schemeClr val="tx1"/>
                          </a:solidFill>
                          <a:latin typeface="Cambria Math" panose="02040503050406030204" pitchFamily="18" charset="0"/>
                          <a:ea typeface="微软雅黑" panose="020B0503020204020204" pitchFamily="34" charset="-122"/>
                        </a:rPr>
                        <m:t>• </m:t>
                      </m:r>
                      <m:r>
                        <a:rPr lang="zh-CN" altLang="en-US" sz="1400" b="0" i="1" dirty="0">
                          <a:solidFill>
                            <a:schemeClr val="tx1"/>
                          </a:solidFill>
                          <a:latin typeface="Cambria Math" panose="02040503050406030204" pitchFamily="18" charset="0"/>
                          <a:ea typeface="微软雅黑" panose="020B0503020204020204" pitchFamily="34" charset="-122"/>
                        </a:rPr>
                        <m:t>站位内</m:t>
                      </m:r>
                      <m:r>
                        <a:rPr lang="zh-CN" altLang="en-US" sz="1400" b="0" i="1" dirty="0" smtClean="0">
                          <a:solidFill>
                            <a:schemeClr val="tx1"/>
                          </a:solidFill>
                          <a:latin typeface="Cambria Math" panose="02040503050406030204" pitchFamily="18" charset="0"/>
                          <a:ea typeface="微软雅黑" panose="020B0503020204020204" pitchFamily="34" charset="-122"/>
                        </a:rPr>
                        <m:t>资源</m:t>
                      </m:r>
                      <m:r>
                        <a:rPr lang="zh-CN" altLang="en-US" sz="1400" b="0" i="1" dirty="0">
                          <a:solidFill>
                            <a:schemeClr val="tx1"/>
                          </a:solidFill>
                          <a:latin typeface="Cambria Math" panose="02040503050406030204" pitchFamily="18" charset="0"/>
                          <a:ea typeface="微软雅黑" panose="020B0503020204020204" pitchFamily="34" charset="-122"/>
                        </a:rPr>
                        <m:t>占用不超过容量上限</m:t>
                      </m:r>
                    </m:oMath>
                  </m:oMathPara>
                </a14:m>
                <a:endParaRPr lang="en-US" altLang="zh-CN" sz="1400" b="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90" name="文本框 89">
                <a:extLst>
                  <a:ext uri="{FF2B5EF4-FFF2-40B4-BE49-F238E27FC236}">
                    <a16:creationId xmlns:a16="http://schemas.microsoft.com/office/drawing/2014/main" id="{C75D8068-2A46-9A53-3D9C-9619FB5B4B2A}"/>
                  </a:ext>
                </a:extLst>
              </p:cNvPr>
              <p:cNvSpPr txBox="1">
                <a:spLocks noRot="1" noChangeAspect="1" noMove="1" noResize="1" noEditPoints="1" noAdjustHandles="1" noChangeArrowheads="1" noChangeShapeType="1" noTextEdit="1"/>
              </p:cNvSpPr>
              <p:nvPr/>
            </p:nvSpPr>
            <p:spPr>
              <a:xfrm>
                <a:off x="690269" y="4685142"/>
                <a:ext cx="3997845" cy="1704787"/>
              </a:xfrm>
              <a:prstGeom prst="rect">
                <a:avLst/>
              </a:prstGeom>
              <a:blipFill>
                <a:blip r:embed="rId5"/>
                <a:stretch>
                  <a:fillRect/>
                </a:stretch>
              </a:blipFill>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2" name="文本框 91">
                <a:extLst>
                  <a:ext uri="{FF2B5EF4-FFF2-40B4-BE49-F238E27FC236}">
                    <a16:creationId xmlns:a16="http://schemas.microsoft.com/office/drawing/2014/main" id="{E0082D74-89CE-948E-2925-FCD47CCCE8A3}"/>
                  </a:ext>
                </a:extLst>
              </p:cNvPr>
              <p:cNvSpPr txBox="1"/>
              <p:nvPr/>
            </p:nvSpPr>
            <p:spPr>
              <a:xfrm>
                <a:off x="6484322" y="2263143"/>
                <a:ext cx="3907909" cy="1706518"/>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14:m>
                  <m:oMathPara xmlns:m="http://schemas.openxmlformats.org/officeDocument/2006/math">
                    <m:oMathParaPr>
                      <m:jc m:val="left"/>
                    </m:oMathParaPr>
                    <m:oMath xmlns:m="http://schemas.openxmlformats.org/officeDocument/2006/math">
                      <m:r>
                        <a:rPr lang="en-US" altLang="zh-CN" sz="1400" b="0" i="1" dirty="0">
                          <a:solidFill>
                            <a:schemeClr val="tx1"/>
                          </a:solidFill>
                          <a:latin typeface="Cambria Math" panose="02040503050406030204" pitchFamily="18" charset="0"/>
                          <a:ea typeface="微软雅黑" panose="020B0503020204020204" pitchFamily="34" charset="-122"/>
                        </a:rPr>
                        <m:t>• </m:t>
                      </m:r>
                      <m:r>
                        <a:rPr lang="zh-CN" altLang="en-US" sz="1400" b="0" i="1" dirty="0">
                          <a:solidFill>
                            <a:schemeClr val="tx1"/>
                          </a:solidFill>
                          <a:latin typeface="Cambria Math" panose="02040503050406030204" pitchFamily="18" charset="0"/>
                          <a:ea typeface="微软雅黑" panose="020B0503020204020204" pitchFamily="34" charset="-122"/>
                        </a:rPr>
                        <m:t>前驱工序完成后，当前工序才可触发</m:t>
                      </m:r>
                      <m:r>
                        <a:rPr lang="en-US" altLang="zh-CN" sz="1400" b="0" i="1" dirty="0">
                          <a:solidFill>
                            <a:schemeClr val="tx1"/>
                          </a:solidFill>
                          <a:latin typeface="Cambria Math" panose="02040503050406030204" pitchFamily="18" charset="0"/>
                          <a:ea typeface="微软雅黑" panose="020B0503020204020204" pitchFamily="34" charset="-122"/>
                        </a:rPr>
                        <m:t>• </m:t>
                      </m:r>
                      <m:r>
                        <a:rPr lang="zh-CN" altLang="en-US" sz="1400" b="0" i="1" dirty="0">
                          <a:solidFill>
                            <a:schemeClr val="tx1"/>
                          </a:solidFill>
                          <a:latin typeface="Cambria Math" panose="02040503050406030204" pitchFamily="18" charset="0"/>
                          <a:ea typeface="微软雅黑" panose="020B0503020204020204" pitchFamily="34" charset="-122"/>
                        </a:rPr>
                        <m:t>工序在所属站位内执行</m:t>
                      </m:r>
                      <m:r>
                        <a:rPr lang="en-US" altLang="zh-CN" sz="1400" b="0" i="1" dirty="0">
                          <a:solidFill>
                            <a:schemeClr val="tx1"/>
                          </a:solidFill>
                          <a:latin typeface="Cambria Math" panose="02040503050406030204" pitchFamily="18" charset="0"/>
                          <a:ea typeface="微软雅黑" panose="020B0503020204020204" pitchFamily="34" charset="-122"/>
                        </a:rPr>
                        <m:t>• </m:t>
                      </m:r>
                      <m:r>
                        <a:rPr lang="zh-CN" altLang="en-US" sz="1400" b="0" i="1" dirty="0">
                          <a:solidFill>
                            <a:schemeClr val="tx1"/>
                          </a:solidFill>
                          <a:latin typeface="Cambria Math" panose="02040503050406030204" pitchFamily="18" charset="0"/>
                          <a:ea typeface="微软雅黑" panose="020B0503020204020204" pitchFamily="34" charset="-122"/>
                        </a:rPr>
                        <m:t>工人技能满足工序技能需求</m:t>
                      </m:r>
                      <m:r>
                        <a:rPr lang="en-US" altLang="zh-CN" sz="1400" b="0" i="1" dirty="0">
                          <a:solidFill>
                            <a:schemeClr val="tx1"/>
                          </a:solidFill>
                          <a:latin typeface="Cambria Math" panose="02040503050406030204" pitchFamily="18" charset="0"/>
                          <a:ea typeface="微软雅黑" panose="020B0503020204020204" pitchFamily="34" charset="-122"/>
                        </a:rPr>
                        <m:t>• </m:t>
                      </m:r>
                      <m:r>
                        <a:rPr lang="zh-CN" altLang="en-US" sz="1400" b="0" i="1" dirty="0">
                          <a:solidFill>
                            <a:schemeClr val="tx1"/>
                          </a:solidFill>
                          <a:latin typeface="Cambria Math" panose="02040503050406030204" pitchFamily="18" charset="0"/>
                          <a:ea typeface="微软雅黑" panose="020B0503020204020204" pitchFamily="34" charset="-122"/>
                        </a:rPr>
                        <m:t>设备类型满足工序设备需求</m:t>
                      </m:r>
                      <m:r>
                        <a:rPr lang="en-US" altLang="zh-CN" sz="1400" b="0" i="1" dirty="0">
                          <a:solidFill>
                            <a:schemeClr val="tx1"/>
                          </a:solidFill>
                          <a:latin typeface="Cambria Math" panose="02040503050406030204" pitchFamily="18" charset="0"/>
                          <a:ea typeface="微软雅黑" panose="020B0503020204020204" pitchFamily="34" charset="-122"/>
                        </a:rPr>
                        <m:t>• </m:t>
                      </m:r>
                      <m:r>
                        <a:rPr lang="zh-CN" altLang="en-US" sz="1400" b="0" i="1" dirty="0">
                          <a:solidFill>
                            <a:schemeClr val="tx1"/>
                          </a:solidFill>
                          <a:latin typeface="Cambria Math" panose="02040503050406030204" pitchFamily="18" charset="0"/>
                          <a:ea typeface="微软雅黑" panose="020B0503020204020204" pitchFamily="34" charset="-122"/>
                        </a:rPr>
                        <m:t>同一工人或设备同一时刻不可重复分配</m:t>
                      </m:r>
                    </m:oMath>
                  </m:oMathPara>
                </a14:m>
                <a:endParaRPr lang="en-US" altLang="zh-CN" sz="1400" b="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92" name="文本框 91">
                <a:extLst>
                  <a:ext uri="{FF2B5EF4-FFF2-40B4-BE49-F238E27FC236}">
                    <a16:creationId xmlns:a16="http://schemas.microsoft.com/office/drawing/2014/main" id="{E0082D74-89CE-948E-2925-FCD47CCCE8A3}"/>
                  </a:ext>
                </a:extLst>
              </p:cNvPr>
              <p:cNvSpPr txBox="1">
                <a:spLocks noRot="1" noChangeAspect="1" noMove="1" noResize="1" noEditPoints="1" noAdjustHandles="1" noChangeArrowheads="1" noChangeShapeType="1" noTextEdit="1"/>
              </p:cNvSpPr>
              <p:nvPr/>
            </p:nvSpPr>
            <p:spPr>
              <a:xfrm>
                <a:off x="6484322" y="2263143"/>
                <a:ext cx="3907909" cy="1706518"/>
              </a:xfrm>
              <a:prstGeom prst="rect">
                <a:avLst/>
              </a:prstGeom>
              <a:blipFill>
                <a:blip r:embed="rId6"/>
                <a:stretch>
                  <a:fillRect/>
                </a:stretch>
              </a:blipFill>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4" name="文本框 93">
                <a:extLst>
                  <a:ext uri="{FF2B5EF4-FFF2-40B4-BE49-F238E27FC236}">
                    <a16:creationId xmlns:a16="http://schemas.microsoft.com/office/drawing/2014/main" id="{13E4AB58-BC44-0F09-A639-393A080B75D6}"/>
                  </a:ext>
                </a:extLst>
              </p:cNvPr>
              <p:cNvSpPr txBox="1"/>
              <p:nvPr/>
            </p:nvSpPr>
            <p:spPr>
              <a:xfrm>
                <a:off x="6484320" y="4658052"/>
                <a:ext cx="3929681" cy="1704466"/>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14:m>
                  <m:oMathPara xmlns:m="http://schemas.openxmlformats.org/officeDocument/2006/math">
                    <m:oMathParaPr>
                      <m:jc m:val="left"/>
                    </m:oMathParaPr>
                    <m:oMath xmlns:m="http://schemas.openxmlformats.org/officeDocument/2006/math">
                      <m:r>
                        <a:rPr lang="en-US" altLang="zh-CN" sz="1400" b="0" i="1" dirty="0">
                          <a:solidFill>
                            <a:schemeClr val="tx1"/>
                          </a:solidFill>
                          <a:latin typeface="Cambria Math" panose="02040503050406030204" pitchFamily="18" charset="0"/>
                          <a:ea typeface="微软雅黑" panose="020B0503020204020204" pitchFamily="34" charset="-122"/>
                        </a:rPr>
                        <m:t>• </m:t>
                      </m:r>
                      <m:r>
                        <a:rPr lang="zh-CN" altLang="en-US" sz="1400" b="0" i="1" dirty="0">
                          <a:solidFill>
                            <a:schemeClr val="tx1"/>
                          </a:solidFill>
                          <a:latin typeface="Cambria Math" panose="02040503050406030204" pitchFamily="18" charset="0"/>
                          <a:ea typeface="微软雅黑" panose="020B0503020204020204" pitchFamily="34" charset="-122"/>
                        </a:rPr>
                        <m:t>外部资源调用需满足站位借入权限</m:t>
                      </m:r>
                      <m:r>
                        <a:rPr lang="en-US" altLang="zh-CN" sz="1400" b="0" i="1" dirty="0">
                          <a:solidFill>
                            <a:schemeClr val="tx1"/>
                          </a:solidFill>
                          <a:latin typeface="Cambria Math" panose="02040503050406030204" pitchFamily="18" charset="0"/>
                          <a:ea typeface="微软雅黑" panose="020B0503020204020204" pitchFamily="34" charset="-122"/>
                        </a:rPr>
                        <m:t>• </m:t>
                      </m:r>
                      <m:r>
                        <a:rPr lang="zh-CN" altLang="en-US" sz="1400" b="0" i="1" dirty="0">
                          <a:solidFill>
                            <a:schemeClr val="tx1"/>
                          </a:solidFill>
                          <a:latin typeface="Cambria Math" panose="02040503050406030204" pitchFamily="18" charset="0"/>
                          <a:ea typeface="微软雅黑" panose="020B0503020204020204" pitchFamily="34" charset="-122"/>
                        </a:rPr>
                        <m:t>关键资源保护限制跨站访问</m:t>
                      </m:r>
                      <m:r>
                        <a:rPr lang="en-US" altLang="zh-CN" sz="1400" b="0" i="1" dirty="0">
                          <a:solidFill>
                            <a:schemeClr val="tx1"/>
                          </a:solidFill>
                          <a:latin typeface="Cambria Math" panose="02040503050406030204" pitchFamily="18" charset="0"/>
                          <a:ea typeface="微软雅黑" panose="020B0503020204020204" pitchFamily="34" charset="-122"/>
                        </a:rPr>
                        <m:t>• </m:t>
                      </m:r>
                      <m:r>
                        <a:rPr lang="zh-CN" altLang="en-US" sz="1400" b="0" i="1" dirty="0">
                          <a:solidFill>
                            <a:schemeClr val="tx1"/>
                          </a:solidFill>
                          <a:latin typeface="Cambria Math" panose="02040503050406030204" pitchFamily="18" charset="0"/>
                          <a:ea typeface="微软雅黑" panose="020B0503020204020204" pitchFamily="34" charset="-122"/>
                        </a:rPr>
                        <m:t>借调资源引入转运时间</m:t>
                      </m:r>
                      <m:r>
                        <a:rPr lang="en-US" altLang="zh-CN" sz="1400" b="0" i="1" dirty="0">
                          <a:solidFill>
                            <a:schemeClr val="tx1"/>
                          </a:solidFill>
                          <a:latin typeface="Cambria Math" panose="02040503050406030204" pitchFamily="18" charset="0"/>
                          <a:ea typeface="微软雅黑" panose="020B0503020204020204" pitchFamily="34" charset="-122"/>
                        </a:rPr>
                        <m:t>• </m:t>
                      </m:r>
                      <m:r>
                        <a:rPr lang="zh-CN" altLang="en-US" sz="1400" b="0" i="1" dirty="0">
                          <a:solidFill>
                            <a:schemeClr val="tx1"/>
                          </a:solidFill>
                          <a:latin typeface="Cambria Math" panose="02040503050406030204" pitchFamily="18" charset="0"/>
                          <a:ea typeface="微软雅黑" panose="020B0503020204020204" pitchFamily="34" charset="-122"/>
                        </a:rPr>
                        <m:t>扰动恢复后释放资源失效约束度</m:t>
                      </m:r>
                      <m:r>
                        <a:rPr lang="en-US" altLang="zh-CN" sz="1400" b="0" i="1" dirty="0">
                          <a:solidFill>
                            <a:schemeClr val="tx1"/>
                          </a:solidFill>
                          <a:latin typeface="Cambria Math" panose="02040503050406030204" pitchFamily="18" charset="0"/>
                          <a:ea typeface="微软雅黑" panose="020B0503020204020204" pitchFamily="34" charset="-122"/>
                        </a:rPr>
                        <m:t>• </m:t>
                      </m:r>
                      <m:r>
                        <a:rPr lang="zh-CN" altLang="en-US" sz="1400" b="0" i="1" dirty="0">
                          <a:solidFill>
                            <a:schemeClr val="tx1"/>
                          </a:solidFill>
                          <a:latin typeface="Cambria Math" panose="02040503050406030204" pitchFamily="18" charset="0"/>
                          <a:ea typeface="微软雅黑" panose="020B0503020204020204" pitchFamily="34" charset="-122"/>
                        </a:rPr>
                        <m:t>疲劳度通过修正实际加工时间影响调度结果</m:t>
                      </m:r>
                    </m:oMath>
                  </m:oMathPara>
                </a14:m>
                <a:endParaRPr lang="en-US" altLang="zh-CN" sz="1400" b="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94" name="文本框 93">
                <a:extLst>
                  <a:ext uri="{FF2B5EF4-FFF2-40B4-BE49-F238E27FC236}">
                    <a16:creationId xmlns:a16="http://schemas.microsoft.com/office/drawing/2014/main" id="{13E4AB58-BC44-0F09-A639-393A080B75D6}"/>
                  </a:ext>
                </a:extLst>
              </p:cNvPr>
              <p:cNvSpPr txBox="1">
                <a:spLocks noRot="1" noChangeAspect="1" noMove="1" noResize="1" noEditPoints="1" noAdjustHandles="1" noChangeArrowheads="1" noChangeShapeType="1" noTextEdit="1"/>
              </p:cNvSpPr>
              <p:nvPr/>
            </p:nvSpPr>
            <p:spPr>
              <a:xfrm>
                <a:off x="6484320" y="4658052"/>
                <a:ext cx="3929681" cy="1704466"/>
              </a:xfrm>
              <a:prstGeom prst="rect">
                <a:avLst/>
              </a:prstGeom>
              <a:blipFill>
                <a:blip r:embed="rId7"/>
                <a:stretch>
                  <a:fillRect/>
                </a:stretch>
              </a:blipFill>
              <a:effectLst/>
            </p:spPr>
            <p:txBody>
              <a:bodyPr/>
              <a:lstStyle/>
              <a:p>
                <a:r>
                  <a:rPr lang="zh-CN" altLang="en-US">
                    <a:noFill/>
                  </a:rPr>
                  <a:t> </a:t>
                </a:r>
              </a:p>
            </p:txBody>
          </p:sp>
        </mc:Fallback>
      </mc:AlternateContent>
    </p:spTree>
    <p:extLst>
      <p:ext uri="{BB962C8B-B14F-4D97-AF65-F5344CB8AC3E}">
        <p14:creationId xmlns:p14="http://schemas.microsoft.com/office/powerpoint/2010/main" val="53397304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850B1-C70C-C6B1-CA34-348E0B905DB9}"/>
            </a:ext>
          </a:extLst>
        </p:cNvPr>
        <p:cNvGrpSpPr/>
        <p:nvPr/>
      </p:nvGrpSpPr>
      <p:grpSpPr>
        <a:xfrm>
          <a:off x="0" y="0"/>
          <a:ext cx="0" cy="0"/>
          <a:chOff x="0" y="0"/>
          <a:chExt cx="0" cy="0"/>
        </a:xfrm>
      </p:grpSpPr>
      <p:grpSp>
        <p:nvGrpSpPr>
          <p:cNvPr id="46" name="组合 45">
            <a:extLst>
              <a:ext uri="{FF2B5EF4-FFF2-40B4-BE49-F238E27FC236}">
                <a16:creationId xmlns:a16="http://schemas.microsoft.com/office/drawing/2014/main" id="{A16614EF-5375-F7CD-29EF-27D48B5B7BF7}"/>
              </a:ext>
            </a:extLst>
          </p:cNvPr>
          <p:cNvGrpSpPr/>
          <p:nvPr/>
        </p:nvGrpSpPr>
        <p:grpSpPr>
          <a:xfrm>
            <a:off x="4084664" y="882471"/>
            <a:ext cx="7815738" cy="5279326"/>
            <a:chOff x="3746159" y="646062"/>
            <a:chExt cx="7815738" cy="5279326"/>
          </a:xfrm>
        </p:grpSpPr>
        <p:sp>
          <p:nvSpPr>
            <p:cNvPr id="2" name="椭圆 1">
              <a:extLst>
                <a:ext uri="{FF2B5EF4-FFF2-40B4-BE49-F238E27FC236}">
                  <a16:creationId xmlns:a16="http://schemas.microsoft.com/office/drawing/2014/main" id="{EB2F23F9-1FAC-AFE3-C700-15CF48A0E750}"/>
                </a:ext>
              </a:extLst>
            </p:cNvPr>
            <p:cNvSpPr/>
            <p:nvPr/>
          </p:nvSpPr>
          <p:spPr>
            <a:xfrm>
              <a:off x="3746159" y="656441"/>
              <a:ext cx="554005" cy="554005"/>
            </a:xfrm>
            <a:prstGeom prst="ellipse">
              <a:avLst/>
            </a:prstGeom>
            <a:solidFill>
              <a:srgbClr val="9D9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a:extLst>
                <a:ext uri="{FF2B5EF4-FFF2-40B4-BE49-F238E27FC236}">
                  <a16:creationId xmlns:a16="http://schemas.microsoft.com/office/drawing/2014/main" id="{A2EC2528-03D0-8D79-19B5-1CF86727FB54}"/>
                </a:ext>
              </a:extLst>
            </p:cNvPr>
            <p:cNvSpPr/>
            <p:nvPr/>
          </p:nvSpPr>
          <p:spPr>
            <a:xfrm>
              <a:off x="4412724" y="656441"/>
              <a:ext cx="2172085" cy="5643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zh-CN" altLang="en-US" sz="2200" b="1" i="0" u="none" strike="noStrike" kern="1200" cap="none" spc="0" normalizeH="0" baseline="0" noProof="0" dirty="0">
                  <a:ln>
                    <a:noFill/>
                  </a:ln>
                  <a:solidFill>
                    <a:srgbClr val="9D90A0"/>
                  </a:solidFill>
                  <a:effectLst/>
                  <a:uLnTx/>
                  <a:uFillTx/>
                  <a:latin typeface="Times New Roman" panose="02020603050405020304" pitchFamily="18" charset="0"/>
                  <a:ea typeface="微软雅黑"/>
                  <a:cs typeface="Times New Roman" panose="02020603050405020304" pitchFamily="18" charset="0"/>
                </a:rPr>
                <a:t>研究背景与现状</a:t>
              </a:r>
            </a:p>
          </p:txBody>
        </p:sp>
        <p:sp>
          <p:nvSpPr>
            <p:cNvPr id="10" name="矩形 9">
              <a:extLst>
                <a:ext uri="{FF2B5EF4-FFF2-40B4-BE49-F238E27FC236}">
                  <a16:creationId xmlns:a16="http://schemas.microsoft.com/office/drawing/2014/main" id="{2EBCA252-4325-B2A6-D53F-EDBF98EF927D}"/>
                </a:ext>
              </a:extLst>
            </p:cNvPr>
            <p:cNvSpPr/>
            <p:nvPr/>
          </p:nvSpPr>
          <p:spPr>
            <a:xfrm>
              <a:off x="3760762" y="646062"/>
              <a:ext cx="642405" cy="5643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altLang="zh-CN" sz="2600" b="1" i="0" u="none" strike="noStrike" kern="1200" cap="none" spc="0" normalizeH="0" baseline="0" noProof="0" dirty="0">
                  <a:ln>
                    <a:noFill/>
                  </a:ln>
                  <a:solidFill>
                    <a:schemeClr val="bg1"/>
                  </a:solidFill>
                  <a:effectLst/>
                  <a:uLnTx/>
                  <a:uFillTx/>
                  <a:latin typeface="Times New Roman" panose="02020603050405020304" pitchFamily="18" charset="0"/>
                  <a:ea typeface="微软雅黑"/>
                  <a:cs typeface="Times New Roman" panose="02020603050405020304" pitchFamily="18" charset="0"/>
                </a:rPr>
                <a:t>01</a:t>
              </a:r>
              <a:endParaRPr kumimoji="0" lang="zh-CN" altLang="en-US" sz="2600" b="1" i="0" u="none" strike="noStrike" kern="1200" cap="none" spc="0" normalizeH="0" baseline="0" noProof="0" dirty="0">
                <a:ln>
                  <a:noFill/>
                </a:ln>
                <a:solidFill>
                  <a:schemeClr val="bg1"/>
                </a:solidFill>
                <a:effectLst/>
                <a:uLnTx/>
                <a:uFillTx/>
                <a:latin typeface="Times New Roman" panose="02020603050405020304" pitchFamily="18" charset="0"/>
                <a:ea typeface="微软雅黑"/>
                <a:cs typeface="Times New Roman" panose="02020603050405020304" pitchFamily="18" charset="0"/>
              </a:endParaRPr>
            </a:p>
          </p:txBody>
        </p:sp>
        <p:sp>
          <p:nvSpPr>
            <p:cNvPr id="4" name="椭圆 3">
              <a:extLst>
                <a:ext uri="{FF2B5EF4-FFF2-40B4-BE49-F238E27FC236}">
                  <a16:creationId xmlns:a16="http://schemas.microsoft.com/office/drawing/2014/main" id="{1CA7B1CA-8CA2-AD34-935F-D025B311F173}"/>
                </a:ext>
              </a:extLst>
            </p:cNvPr>
            <p:cNvSpPr/>
            <p:nvPr/>
          </p:nvSpPr>
          <p:spPr>
            <a:xfrm>
              <a:off x="3746159" y="1767768"/>
              <a:ext cx="554005" cy="554005"/>
            </a:xfrm>
            <a:prstGeom prst="ellipse">
              <a:avLst/>
            </a:prstGeom>
            <a:solidFill>
              <a:srgbClr val="9D9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矩形 8">
              <a:extLst>
                <a:ext uri="{FF2B5EF4-FFF2-40B4-BE49-F238E27FC236}">
                  <a16:creationId xmlns:a16="http://schemas.microsoft.com/office/drawing/2014/main" id="{AE7B749A-F1E4-F6DD-8EBF-2EC8321715E7}"/>
                </a:ext>
              </a:extLst>
            </p:cNvPr>
            <p:cNvSpPr/>
            <p:nvPr/>
          </p:nvSpPr>
          <p:spPr>
            <a:xfrm>
              <a:off x="4403166" y="1777352"/>
              <a:ext cx="7119967" cy="5643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zh-CN" altLang="en-US" sz="2200" b="1" i="0" u="none" strike="noStrike" kern="1200" cap="none" spc="0" normalizeH="0" baseline="0" noProof="0" dirty="0">
                  <a:ln>
                    <a:noFill/>
                  </a:ln>
                  <a:solidFill>
                    <a:srgbClr val="9D90A0"/>
                  </a:solidFill>
                  <a:effectLst/>
                  <a:uLnTx/>
                  <a:uFillTx/>
                  <a:latin typeface="Times New Roman" panose="02020603050405020304" pitchFamily="18" charset="0"/>
                  <a:ea typeface="微软雅黑"/>
                  <a:cs typeface="Times New Roman" panose="02020603050405020304" pitchFamily="18" charset="0"/>
                </a:rPr>
                <a:t>问题描述</a:t>
              </a:r>
            </a:p>
          </p:txBody>
        </p:sp>
        <p:sp>
          <p:nvSpPr>
            <p:cNvPr id="14" name="矩形 13">
              <a:extLst>
                <a:ext uri="{FF2B5EF4-FFF2-40B4-BE49-F238E27FC236}">
                  <a16:creationId xmlns:a16="http://schemas.microsoft.com/office/drawing/2014/main" id="{AB5A1587-C767-8CB6-554D-8726307D3DD2}"/>
                </a:ext>
              </a:extLst>
            </p:cNvPr>
            <p:cNvSpPr/>
            <p:nvPr/>
          </p:nvSpPr>
          <p:spPr>
            <a:xfrm>
              <a:off x="3760762" y="1764641"/>
              <a:ext cx="642405" cy="5643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altLang="zh-CN" sz="2600" b="1" i="0" u="none" strike="noStrike" kern="1200" cap="none" spc="0" normalizeH="0" baseline="0" noProof="0" dirty="0">
                  <a:ln>
                    <a:noFill/>
                  </a:ln>
                  <a:solidFill>
                    <a:schemeClr val="bg1"/>
                  </a:solidFill>
                  <a:effectLst/>
                  <a:uLnTx/>
                  <a:uFillTx/>
                  <a:latin typeface="Times New Roman" panose="02020603050405020304" pitchFamily="18" charset="0"/>
                  <a:ea typeface="微软雅黑"/>
                  <a:cs typeface="Times New Roman" panose="02020603050405020304" pitchFamily="18" charset="0"/>
                </a:rPr>
                <a:t>02</a:t>
              </a:r>
              <a:endParaRPr kumimoji="0" lang="zh-CN" altLang="en-US" sz="2600" b="1" i="0" u="none" strike="noStrike" kern="1200" cap="none" spc="0" normalizeH="0" baseline="0" noProof="0" dirty="0">
                <a:ln>
                  <a:noFill/>
                </a:ln>
                <a:solidFill>
                  <a:schemeClr val="bg1"/>
                </a:solidFill>
                <a:effectLst/>
                <a:uLnTx/>
                <a:uFillTx/>
                <a:latin typeface="Times New Roman" panose="02020603050405020304" pitchFamily="18" charset="0"/>
                <a:ea typeface="微软雅黑"/>
                <a:cs typeface="Times New Roman" panose="02020603050405020304" pitchFamily="18" charset="0"/>
              </a:endParaRPr>
            </a:p>
          </p:txBody>
        </p:sp>
        <p:sp>
          <p:nvSpPr>
            <p:cNvPr id="33" name="椭圆 32">
              <a:extLst>
                <a:ext uri="{FF2B5EF4-FFF2-40B4-BE49-F238E27FC236}">
                  <a16:creationId xmlns:a16="http://schemas.microsoft.com/office/drawing/2014/main" id="{B4EB1E26-7E6E-65F1-EB68-10930E3332C1}"/>
                </a:ext>
              </a:extLst>
            </p:cNvPr>
            <p:cNvSpPr/>
            <p:nvPr/>
          </p:nvSpPr>
          <p:spPr>
            <a:xfrm>
              <a:off x="3760762" y="2952069"/>
              <a:ext cx="554005" cy="554005"/>
            </a:xfrm>
            <a:prstGeom prst="ellipse">
              <a:avLst/>
            </a:prstGeom>
            <a:solidFill>
              <a:srgbClr val="003F8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a:extLst>
                <a:ext uri="{FF2B5EF4-FFF2-40B4-BE49-F238E27FC236}">
                  <a16:creationId xmlns:a16="http://schemas.microsoft.com/office/drawing/2014/main" id="{47A1FEAE-6720-1BBE-80CA-19340DD0A97C}"/>
                </a:ext>
              </a:extLst>
            </p:cNvPr>
            <p:cNvSpPr/>
            <p:nvPr/>
          </p:nvSpPr>
          <p:spPr>
            <a:xfrm>
              <a:off x="4427327" y="2952069"/>
              <a:ext cx="7119967" cy="5643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zh-CN" altLang="en-US" sz="2200" b="1" i="0" u="none" strike="noStrike" kern="120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方法框架</a:t>
              </a:r>
            </a:p>
          </p:txBody>
        </p:sp>
        <p:sp>
          <p:nvSpPr>
            <p:cNvPr id="35" name="矩形 34">
              <a:extLst>
                <a:ext uri="{FF2B5EF4-FFF2-40B4-BE49-F238E27FC236}">
                  <a16:creationId xmlns:a16="http://schemas.microsoft.com/office/drawing/2014/main" id="{519F6B8C-EDC0-33E2-386B-961B941186BD}"/>
                </a:ext>
              </a:extLst>
            </p:cNvPr>
            <p:cNvSpPr/>
            <p:nvPr/>
          </p:nvSpPr>
          <p:spPr>
            <a:xfrm>
              <a:off x="3775365" y="2941690"/>
              <a:ext cx="642405" cy="5643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altLang="zh-CN" sz="2600" b="1" i="0" u="none" strike="noStrike" kern="1200" cap="none" spc="0" normalizeH="0" baseline="0" noProof="0" dirty="0">
                  <a:ln>
                    <a:noFill/>
                  </a:ln>
                  <a:solidFill>
                    <a:schemeClr val="bg1"/>
                  </a:solidFill>
                  <a:effectLst/>
                  <a:uLnTx/>
                  <a:uFillTx/>
                  <a:latin typeface="Times New Roman" panose="02020603050405020304" pitchFamily="18" charset="0"/>
                  <a:ea typeface="微软雅黑"/>
                  <a:cs typeface="Times New Roman" panose="02020603050405020304" pitchFamily="18" charset="0"/>
                </a:rPr>
                <a:t>03</a:t>
              </a:r>
              <a:endParaRPr kumimoji="0" lang="zh-CN" altLang="en-US" sz="2600" b="1" i="0" u="none" strike="noStrike" kern="1200" cap="none" spc="0" normalizeH="0" baseline="0" noProof="0" dirty="0">
                <a:ln>
                  <a:noFill/>
                </a:ln>
                <a:solidFill>
                  <a:schemeClr val="bg1"/>
                </a:solidFill>
                <a:effectLst/>
                <a:uLnTx/>
                <a:uFillTx/>
                <a:latin typeface="Times New Roman" panose="02020603050405020304" pitchFamily="18" charset="0"/>
                <a:ea typeface="微软雅黑"/>
                <a:cs typeface="Times New Roman" panose="02020603050405020304" pitchFamily="18" charset="0"/>
              </a:endParaRPr>
            </a:p>
          </p:txBody>
        </p:sp>
        <p:sp>
          <p:nvSpPr>
            <p:cNvPr id="40" name="椭圆 39">
              <a:extLst>
                <a:ext uri="{FF2B5EF4-FFF2-40B4-BE49-F238E27FC236}">
                  <a16:creationId xmlns:a16="http://schemas.microsoft.com/office/drawing/2014/main" id="{EAFAABAE-939D-65AC-D0AF-737C8EDA683C}"/>
                </a:ext>
              </a:extLst>
            </p:cNvPr>
            <p:cNvSpPr/>
            <p:nvPr/>
          </p:nvSpPr>
          <p:spPr>
            <a:xfrm>
              <a:off x="3775365" y="4155415"/>
              <a:ext cx="554005" cy="554005"/>
            </a:xfrm>
            <a:prstGeom prst="ellipse">
              <a:avLst/>
            </a:prstGeom>
            <a:solidFill>
              <a:srgbClr val="9D9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1" name="矩形 40">
              <a:extLst>
                <a:ext uri="{FF2B5EF4-FFF2-40B4-BE49-F238E27FC236}">
                  <a16:creationId xmlns:a16="http://schemas.microsoft.com/office/drawing/2014/main" id="{7D1826FD-AD89-DDBB-4931-15CFBC827B19}"/>
                </a:ext>
              </a:extLst>
            </p:cNvPr>
            <p:cNvSpPr/>
            <p:nvPr/>
          </p:nvSpPr>
          <p:spPr>
            <a:xfrm>
              <a:off x="4441930" y="4140899"/>
              <a:ext cx="7119967" cy="5643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zh-CN" altLang="en-US" sz="2200" b="1" i="0" u="none" strike="noStrike" kern="1200" cap="none" spc="0" normalizeH="0" baseline="0" noProof="0" dirty="0">
                  <a:ln>
                    <a:noFill/>
                  </a:ln>
                  <a:solidFill>
                    <a:srgbClr val="9D90A0"/>
                  </a:solidFill>
                  <a:effectLst/>
                  <a:uLnTx/>
                  <a:uFillTx/>
                  <a:latin typeface="Times New Roman" panose="02020603050405020304" pitchFamily="18" charset="0"/>
                  <a:ea typeface="微软雅黑"/>
                  <a:cs typeface="Times New Roman" panose="02020603050405020304" pitchFamily="18" charset="0"/>
                </a:rPr>
                <a:t>实验验证</a:t>
              </a:r>
            </a:p>
          </p:txBody>
        </p:sp>
        <p:sp>
          <p:nvSpPr>
            <p:cNvPr id="42" name="矩形 41">
              <a:extLst>
                <a:ext uri="{FF2B5EF4-FFF2-40B4-BE49-F238E27FC236}">
                  <a16:creationId xmlns:a16="http://schemas.microsoft.com/office/drawing/2014/main" id="{EA369031-2D1D-ECC6-4622-47BA7A033554}"/>
                </a:ext>
              </a:extLst>
            </p:cNvPr>
            <p:cNvSpPr/>
            <p:nvPr/>
          </p:nvSpPr>
          <p:spPr>
            <a:xfrm>
              <a:off x="3789968" y="4137781"/>
              <a:ext cx="642405" cy="5643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altLang="zh-CN" sz="2600" b="1" i="0" u="none" strike="noStrike" kern="1200" cap="none" spc="0" normalizeH="0" baseline="0" noProof="0" dirty="0">
                  <a:ln>
                    <a:noFill/>
                  </a:ln>
                  <a:solidFill>
                    <a:schemeClr val="bg1"/>
                  </a:solidFill>
                  <a:effectLst/>
                  <a:uLnTx/>
                  <a:uFillTx/>
                  <a:latin typeface="Times New Roman" panose="02020603050405020304" pitchFamily="18" charset="0"/>
                  <a:ea typeface="微软雅黑"/>
                  <a:cs typeface="Times New Roman" panose="02020603050405020304" pitchFamily="18" charset="0"/>
                </a:rPr>
                <a:t>04</a:t>
              </a:r>
              <a:endParaRPr kumimoji="0" lang="zh-CN" altLang="en-US" sz="2600" b="1" i="0" u="none" strike="noStrike" kern="1200" cap="none" spc="0" normalizeH="0" baseline="0" noProof="0" dirty="0">
                <a:ln>
                  <a:noFill/>
                </a:ln>
                <a:solidFill>
                  <a:schemeClr val="bg1"/>
                </a:solidFill>
                <a:effectLst/>
                <a:uLnTx/>
                <a:uFillTx/>
                <a:latin typeface="Times New Roman" panose="02020603050405020304" pitchFamily="18" charset="0"/>
                <a:ea typeface="微软雅黑"/>
                <a:cs typeface="Times New Roman" panose="02020603050405020304" pitchFamily="18" charset="0"/>
              </a:endParaRPr>
            </a:p>
          </p:txBody>
        </p:sp>
        <p:sp>
          <p:nvSpPr>
            <p:cNvPr id="43" name="椭圆 42">
              <a:extLst>
                <a:ext uri="{FF2B5EF4-FFF2-40B4-BE49-F238E27FC236}">
                  <a16:creationId xmlns:a16="http://schemas.microsoft.com/office/drawing/2014/main" id="{F24FF403-39A3-0B6A-AC51-619C411A7245}"/>
                </a:ext>
              </a:extLst>
            </p:cNvPr>
            <p:cNvSpPr/>
            <p:nvPr/>
          </p:nvSpPr>
          <p:spPr>
            <a:xfrm>
              <a:off x="3775365" y="5361004"/>
              <a:ext cx="554005" cy="554005"/>
            </a:xfrm>
            <a:prstGeom prst="ellipse">
              <a:avLst/>
            </a:prstGeom>
            <a:solidFill>
              <a:srgbClr val="9D9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4" name="矩形 43">
              <a:extLst>
                <a:ext uri="{FF2B5EF4-FFF2-40B4-BE49-F238E27FC236}">
                  <a16:creationId xmlns:a16="http://schemas.microsoft.com/office/drawing/2014/main" id="{8DCEC63B-2C01-3847-8D16-AEB814D723D1}"/>
                </a:ext>
              </a:extLst>
            </p:cNvPr>
            <p:cNvSpPr/>
            <p:nvPr/>
          </p:nvSpPr>
          <p:spPr>
            <a:xfrm>
              <a:off x="4441930" y="5361004"/>
              <a:ext cx="7119967" cy="5643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zh-CN" altLang="en-US" sz="2200" b="1" i="0" u="none" strike="noStrike" kern="1200" cap="none" spc="0" normalizeH="0" baseline="0" noProof="0" dirty="0">
                  <a:ln>
                    <a:noFill/>
                  </a:ln>
                  <a:solidFill>
                    <a:srgbClr val="9D90A0"/>
                  </a:solidFill>
                  <a:effectLst/>
                  <a:uLnTx/>
                  <a:uFillTx/>
                  <a:latin typeface="Times New Roman" panose="02020603050405020304" pitchFamily="18" charset="0"/>
                  <a:ea typeface="微软雅黑"/>
                  <a:cs typeface="Times New Roman" panose="02020603050405020304" pitchFamily="18" charset="0"/>
                </a:rPr>
                <a:t>总结与展望</a:t>
              </a:r>
            </a:p>
          </p:txBody>
        </p:sp>
        <p:sp>
          <p:nvSpPr>
            <p:cNvPr id="45" name="矩形 44">
              <a:extLst>
                <a:ext uri="{FF2B5EF4-FFF2-40B4-BE49-F238E27FC236}">
                  <a16:creationId xmlns:a16="http://schemas.microsoft.com/office/drawing/2014/main" id="{1DCFCCF8-73DD-95B5-1EDC-0CDB8218A4E2}"/>
                </a:ext>
              </a:extLst>
            </p:cNvPr>
            <p:cNvSpPr/>
            <p:nvPr/>
          </p:nvSpPr>
          <p:spPr>
            <a:xfrm>
              <a:off x="3789968" y="5350625"/>
              <a:ext cx="642405" cy="5643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altLang="zh-CN" sz="2600" b="1" i="0" u="none" strike="noStrike" kern="1200" cap="none" spc="0" normalizeH="0" baseline="0" noProof="0" dirty="0">
                  <a:ln>
                    <a:noFill/>
                  </a:ln>
                  <a:solidFill>
                    <a:schemeClr val="bg1"/>
                  </a:solidFill>
                  <a:effectLst/>
                  <a:uLnTx/>
                  <a:uFillTx/>
                  <a:latin typeface="Times New Roman" panose="02020603050405020304" pitchFamily="18" charset="0"/>
                  <a:ea typeface="微软雅黑"/>
                  <a:cs typeface="Times New Roman" panose="02020603050405020304" pitchFamily="18" charset="0"/>
                </a:rPr>
                <a:t>05</a:t>
              </a:r>
              <a:endParaRPr kumimoji="0" lang="zh-CN" altLang="en-US" sz="2600" b="1" i="0" u="none" strike="noStrike" kern="1200" cap="none" spc="0" normalizeH="0" baseline="0" noProof="0" dirty="0">
                <a:ln>
                  <a:noFill/>
                </a:ln>
                <a:solidFill>
                  <a:schemeClr val="bg1"/>
                </a:solidFill>
                <a:effectLst/>
                <a:uLnTx/>
                <a:uFillTx/>
                <a:latin typeface="Times New Roman" panose="02020603050405020304" pitchFamily="18" charset="0"/>
                <a:ea typeface="微软雅黑"/>
                <a:cs typeface="Times New Roman" panose="02020603050405020304" pitchFamily="18" charset="0"/>
              </a:endParaRPr>
            </a:p>
          </p:txBody>
        </p:sp>
      </p:grpSp>
      <p:pic>
        <p:nvPicPr>
          <p:cNvPr id="47" name="图片 46">
            <a:extLst>
              <a:ext uri="{FF2B5EF4-FFF2-40B4-BE49-F238E27FC236}">
                <a16:creationId xmlns:a16="http://schemas.microsoft.com/office/drawing/2014/main" id="{95F2FE59-5554-ADBE-F797-9F9174AE2430}"/>
              </a:ext>
            </a:extLst>
          </p:cNvPr>
          <p:cNvPicPr>
            <a:picLocks noChangeAspect="1"/>
          </p:cNvPicPr>
          <p:nvPr/>
        </p:nvPicPr>
        <p:blipFill>
          <a:blip r:embed="rId3">
            <a:extLst>
              <a:ext uri="{28A0092B-C50C-407E-A947-70E740481C1C}">
                <a14:useLocalDpi xmlns:a14="http://schemas.microsoft.com/office/drawing/2010/main" val="0"/>
              </a:ext>
            </a:extLst>
          </a:blip>
          <a:srcRect l="44043" t="-7039" r="30763" b="50"/>
          <a:stretch>
            <a:fillRect/>
          </a:stretch>
        </p:blipFill>
        <p:spPr>
          <a:xfrm>
            <a:off x="0" y="-482958"/>
            <a:ext cx="3071613" cy="7340958"/>
          </a:xfrm>
          <a:custGeom>
            <a:avLst/>
            <a:gdLst>
              <a:gd name="connsiteX0" fmla="*/ 0 w 9144000"/>
              <a:gd name="connsiteY0" fmla="*/ 0 h 1896177"/>
              <a:gd name="connsiteX1" fmla="*/ 9144000 w 9144000"/>
              <a:gd name="connsiteY1" fmla="*/ 0 h 1896177"/>
              <a:gd name="connsiteX2" fmla="*/ 9144000 w 9144000"/>
              <a:gd name="connsiteY2" fmla="*/ 1896177 h 1896177"/>
              <a:gd name="connsiteX3" fmla="*/ 0 w 9144000"/>
              <a:gd name="connsiteY3" fmla="*/ 1896177 h 1896177"/>
            </a:gdLst>
            <a:ahLst/>
            <a:cxnLst>
              <a:cxn ang="0">
                <a:pos x="connsiteX0" y="connsiteY0"/>
              </a:cxn>
              <a:cxn ang="0">
                <a:pos x="connsiteX1" y="connsiteY1"/>
              </a:cxn>
              <a:cxn ang="0">
                <a:pos x="connsiteX2" y="connsiteY2"/>
              </a:cxn>
              <a:cxn ang="0">
                <a:pos x="connsiteX3" y="connsiteY3"/>
              </a:cxn>
            </a:cxnLst>
            <a:rect l="l" t="t" r="r" b="b"/>
            <a:pathLst>
              <a:path w="9144000" h="1896177">
                <a:moveTo>
                  <a:pt x="0" y="0"/>
                </a:moveTo>
                <a:lnTo>
                  <a:pt x="9144000" y="0"/>
                </a:lnTo>
                <a:lnTo>
                  <a:pt x="9144000" y="1896177"/>
                </a:lnTo>
                <a:lnTo>
                  <a:pt x="0" y="1896177"/>
                </a:lnTo>
                <a:close/>
              </a:path>
            </a:pathLst>
          </a:custGeom>
        </p:spPr>
      </p:pic>
      <p:sp>
        <p:nvSpPr>
          <p:cNvPr id="48" name="矩形 47">
            <a:extLst>
              <a:ext uri="{FF2B5EF4-FFF2-40B4-BE49-F238E27FC236}">
                <a16:creationId xmlns:a16="http://schemas.microsoft.com/office/drawing/2014/main" id="{3BD00759-4BC7-C9DC-B402-251F002BD79A}"/>
              </a:ext>
            </a:extLst>
          </p:cNvPr>
          <p:cNvSpPr/>
          <p:nvPr/>
        </p:nvSpPr>
        <p:spPr>
          <a:xfrm>
            <a:off x="-1" y="0"/>
            <a:ext cx="3071613" cy="6858000"/>
          </a:xfrm>
          <a:prstGeom prst="rect">
            <a:avLst/>
          </a:prstGeom>
          <a:gradFill flip="none" rotWithShape="1">
            <a:gsLst>
              <a:gs pos="0">
                <a:schemeClr val="accent1">
                  <a:alpha val="20000"/>
                </a:schemeClr>
              </a:gs>
              <a:gs pos="100000">
                <a:schemeClr val="accent1"/>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grpSp>
        <p:nvGrpSpPr>
          <p:cNvPr id="49" name="组合 48">
            <a:extLst>
              <a:ext uri="{FF2B5EF4-FFF2-40B4-BE49-F238E27FC236}">
                <a16:creationId xmlns:a16="http://schemas.microsoft.com/office/drawing/2014/main" id="{8DC94DF1-0E77-AA62-200A-65A08E54F571}"/>
              </a:ext>
            </a:extLst>
          </p:cNvPr>
          <p:cNvGrpSpPr/>
          <p:nvPr/>
        </p:nvGrpSpPr>
        <p:grpSpPr>
          <a:xfrm>
            <a:off x="475740" y="2536644"/>
            <a:ext cx="2708433" cy="1784713"/>
            <a:chOff x="456177" y="2436885"/>
            <a:chExt cx="2708433" cy="1784713"/>
          </a:xfrm>
        </p:grpSpPr>
        <p:sp>
          <p:nvSpPr>
            <p:cNvPr id="50" name="文本框 49" descr="e7d195523061f1c09e9d68d7cf438b91ef959ecb14fc25d26BBA7F7DBC18E55DFF4014AF651F0BF2569D4B6C1DA7F1A4683A481403BD872FC687266AD13265C1DE7C373772FD8728ABDD69ADD03BFF5BE2862BC891DBB79EB73C15828F0DF1DC2F0B1C670C38CB84D872D3C6C609B3C2C95C34232EA5F7BBA4BF190274E430E03C02613D2AC7931007E66AA5AE319EC6">
              <a:extLst>
                <a:ext uri="{FF2B5EF4-FFF2-40B4-BE49-F238E27FC236}">
                  <a16:creationId xmlns:a16="http://schemas.microsoft.com/office/drawing/2014/main" id="{78136042-3A9E-CAF9-F14F-14B3C67BFA49}"/>
                </a:ext>
              </a:extLst>
            </p:cNvPr>
            <p:cNvSpPr txBox="1"/>
            <p:nvPr/>
          </p:nvSpPr>
          <p:spPr>
            <a:xfrm>
              <a:off x="456177" y="2436885"/>
              <a:ext cx="2708433" cy="1200329"/>
            </a:xfrm>
            <a:prstGeom prst="rect">
              <a:avLst/>
            </a:prstGeom>
            <a:noFill/>
          </p:spPr>
          <p:txBody>
            <a:bodyPr vert="horz"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7200" b="1" i="0" u="none" strike="noStrike" kern="1200" cap="none" spc="3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目录</a:t>
              </a:r>
              <a:endParaRPr kumimoji="0" lang="en-US" altLang="zh-CN" sz="7200" b="1" i="0" u="none" strike="noStrike" kern="1200" cap="none" spc="3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1" name="文本框 50" descr="e7d195523061f1c09e9d68d7cf438b91ef959ecb14fc25d26BBA7F7DBC18E55DFF4014AF651F0BF2569D4B6C1DA7F1A4683A481403BD872FC687266AD13265C1DE7C373772FD8728ABDD69ADD03BFF5BE2862BC891DBB79E384CBA2AD7BD29318610FEDF51B3FEE05FEC5A091F42846D822380C7930B8446232BAEF97A5CF8EFA5006F9FB7A0D65F653EDA17F6F433D1">
              <a:extLst>
                <a:ext uri="{FF2B5EF4-FFF2-40B4-BE49-F238E27FC236}">
                  <a16:creationId xmlns:a16="http://schemas.microsoft.com/office/drawing/2014/main" id="{7BDFD8CB-657E-E6B5-214B-3F6E563ED2D8}"/>
                </a:ext>
              </a:extLst>
            </p:cNvPr>
            <p:cNvSpPr txBox="1"/>
            <p:nvPr/>
          </p:nvSpPr>
          <p:spPr>
            <a:xfrm>
              <a:off x="456177" y="3718832"/>
              <a:ext cx="2708433" cy="502766"/>
            </a:xfrm>
            <a:prstGeom prst="rect">
              <a:avLst/>
            </a:prstGeom>
            <a:noFill/>
          </p:spPr>
          <p:txBody>
            <a:bodyPr wrap="square" rtlCol="0">
              <a:spAutoFit/>
            </a:bodyPr>
            <a:lstStyle>
              <a:defPPr>
                <a:defRPr lang="en-US"/>
              </a:defPPr>
              <a:lvl1pPr algn="ctr">
                <a:defRPr sz="4800" b="1">
                  <a:solidFill>
                    <a:schemeClr val="bg1"/>
                  </a:solidFill>
                  <a:effectLst>
                    <a:outerShdw blurRad="101600" dist="101600" dir="2700000" algn="tl">
                      <a:srgbClr val="000000">
                        <a:alpha val="43137"/>
                      </a:srgbClr>
                    </a:outerShdw>
                  </a:effectLst>
                  <a:latin typeface="+mj-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667"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CONTENTS</a:t>
              </a:r>
            </a:p>
          </p:txBody>
        </p:sp>
      </p:grpSp>
    </p:spTree>
    <p:extLst>
      <p:ext uri="{BB962C8B-B14F-4D97-AF65-F5344CB8AC3E}">
        <p14:creationId xmlns:p14="http://schemas.microsoft.com/office/powerpoint/2010/main" val="288432772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33E2E1-F56A-88B6-2D59-4A65E2E5B1E0}"/>
            </a:ext>
          </a:extLst>
        </p:cNvPr>
        <p:cNvGrpSpPr/>
        <p:nvPr/>
      </p:nvGrpSpPr>
      <p:grpSpPr>
        <a:xfrm>
          <a:off x="0" y="0"/>
          <a:ext cx="0" cy="0"/>
          <a:chOff x="0" y="0"/>
          <a:chExt cx="0" cy="0"/>
        </a:xfrm>
      </p:grpSpPr>
      <p:cxnSp>
        <p:nvCxnSpPr>
          <p:cNvPr id="7" name="直接连接符 6">
            <a:extLst>
              <a:ext uri="{FF2B5EF4-FFF2-40B4-BE49-F238E27FC236}">
                <a16:creationId xmlns:a16="http://schemas.microsoft.com/office/drawing/2014/main" id="{709DC215-7669-D5A9-F836-64DA25BB7388}"/>
              </a:ext>
            </a:extLst>
          </p:cNvPr>
          <p:cNvCxnSpPr>
            <a:cxnSpLocks/>
          </p:cNvCxnSpPr>
          <p:nvPr/>
        </p:nvCxnSpPr>
        <p:spPr>
          <a:xfrm>
            <a:off x="337132" y="774574"/>
            <a:ext cx="11567001" cy="0"/>
          </a:xfrm>
          <a:prstGeom prst="line">
            <a:avLst/>
          </a:prstGeom>
          <a:ln w="19050">
            <a:solidFill>
              <a:srgbClr val="133C7A">
                <a:alpha val="80000"/>
              </a:srgbClr>
            </a:solidFill>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ED9B4AC7-4DAF-53D0-A4D1-D0ADB0367DB3}"/>
              </a:ext>
            </a:extLst>
          </p:cNvPr>
          <p:cNvSpPr txBox="1"/>
          <p:nvPr/>
        </p:nvSpPr>
        <p:spPr>
          <a:xfrm>
            <a:off x="683012" y="256087"/>
            <a:ext cx="9510123" cy="505676"/>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r>
              <a:rPr lang="en-US" altLang="zh-CN" sz="2800" dirty="0">
                <a:solidFill>
                  <a:schemeClr val="tx2">
                    <a:lumMod val="75000"/>
                  </a:schemeClr>
                </a:solidFill>
                <a:latin typeface="微软雅黑" panose="020B0503020204020204" pitchFamily="34" charset="-122"/>
                <a:ea typeface="微软雅黑" panose="020B0503020204020204" pitchFamily="34" charset="-122"/>
              </a:rPr>
              <a:t>3 </a:t>
            </a:r>
            <a:r>
              <a:rPr lang="zh-CN" altLang="en-US" sz="2800" dirty="0">
                <a:solidFill>
                  <a:schemeClr val="tx2">
                    <a:lumMod val="75000"/>
                  </a:schemeClr>
                </a:solidFill>
                <a:latin typeface="微软雅黑" panose="020B0503020204020204" pitchFamily="34" charset="-122"/>
                <a:ea typeface="微软雅黑" panose="020B0503020204020204" pitchFamily="34" charset="-122"/>
              </a:rPr>
              <a:t>方法框架</a:t>
            </a:r>
          </a:p>
        </p:txBody>
      </p:sp>
      <p:sp>
        <p:nvSpPr>
          <p:cNvPr id="9" name="矩形 8">
            <a:extLst>
              <a:ext uri="{FF2B5EF4-FFF2-40B4-BE49-F238E27FC236}">
                <a16:creationId xmlns:a16="http://schemas.microsoft.com/office/drawing/2014/main" id="{C22FC337-14DB-7C96-29B9-3570A5E883E8}"/>
              </a:ext>
            </a:extLst>
          </p:cNvPr>
          <p:cNvSpPr/>
          <p:nvPr/>
        </p:nvSpPr>
        <p:spPr>
          <a:xfrm>
            <a:off x="337132" y="268900"/>
            <a:ext cx="195295" cy="50567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1737FD58-DEE7-21D2-0BCE-0AA8E478BF82}"/>
              </a:ext>
            </a:extLst>
          </p:cNvPr>
          <p:cNvSpPr/>
          <p:nvPr/>
        </p:nvSpPr>
        <p:spPr>
          <a:xfrm>
            <a:off x="337132" y="268900"/>
            <a:ext cx="276318" cy="505674"/>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DCA2A3DE-4829-985B-2783-66AEEE1E9E3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66776" y="256087"/>
            <a:ext cx="1788092" cy="431989"/>
          </a:xfrm>
          <a:prstGeom prst="rect">
            <a:avLst/>
          </a:prstGeom>
        </p:spPr>
      </p:pic>
      <p:sp>
        <p:nvSpPr>
          <p:cNvPr id="4" name="文本框 3">
            <a:extLst>
              <a:ext uri="{FF2B5EF4-FFF2-40B4-BE49-F238E27FC236}">
                <a16:creationId xmlns:a16="http://schemas.microsoft.com/office/drawing/2014/main" id="{EF2ED3A3-B4E8-7B09-550C-7F64CBB870F5}"/>
              </a:ext>
            </a:extLst>
          </p:cNvPr>
          <p:cNvSpPr txBox="1"/>
          <p:nvPr/>
        </p:nvSpPr>
        <p:spPr>
          <a:xfrm>
            <a:off x="299410" y="862073"/>
            <a:ext cx="9510123" cy="444121"/>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r>
              <a:rPr lang="en-US" altLang="zh-CN" sz="2400" dirty="0">
                <a:solidFill>
                  <a:schemeClr val="tx2">
                    <a:lumMod val="75000"/>
                  </a:schemeClr>
                </a:solidFill>
                <a:latin typeface="微软雅黑" panose="020B0503020204020204" pitchFamily="34" charset="-122"/>
                <a:ea typeface="微软雅黑" panose="020B0503020204020204" pitchFamily="34" charset="-122"/>
              </a:rPr>
              <a:t>• 3.1 </a:t>
            </a:r>
            <a:r>
              <a:rPr lang="zh-CN" altLang="en-US" sz="2400" dirty="0">
                <a:solidFill>
                  <a:schemeClr val="tx2">
                    <a:lumMod val="75000"/>
                  </a:schemeClr>
                </a:solidFill>
                <a:latin typeface="微软雅黑" panose="020B0503020204020204" pitchFamily="34" charset="-122"/>
                <a:ea typeface="微软雅黑" panose="020B0503020204020204" pitchFamily="34" charset="-122"/>
              </a:rPr>
              <a:t>框架总图</a:t>
            </a:r>
          </a:p>
        </p:txBody>
      </p:sp>
      <p:pic>
        <p:nvPicPr>
          <p:cNvPr id="6" name="图片 5">
            <a:extLst>
              <a:ext uri="{FF2B5EF4-FFF2-40B4-BE49-F238E27FC236}">
                <a16:creationId xmlns:a16="http://schemas.microsoft.com/office/drawing/2014/main" id="{B568BDFE-F022-F674-4E8F-9E278A61ED55}"/>
              </a:ext>
            </a:extLst>
          </p:cNvPr>
          <p:cNvPicPr>
            <a:picLocks noChangeAspect="1"/>
          </p:cNvPicPr>
          <p:nvPr/>
        </p:nvPicPr>
        <p:blipFill>
          <a:blip r:embed="rId4"/>
          <a:srcRect t="16031" b="3734"/>
          <a:stretch>
            <a:fillRect/>
          </a:stretch>
        </p:blipFill>
        <p:spPr>
          <a:xfrm>
            <a:off x="3239" y="1306193"/>
            <a:ext cx="12185522" cy="5502551"/>
          </a:xfrm>
          <a:prstGeom prst="rect">
            <a:avLst/>
          </a:prstGeom>
        </p:spPr>
      </p:pic>
    </p:spTree>
    <p:extLst>
      <p:ext uri="{BB962C8B-B14F-4D97-AF65-F5344CB8AC3E}">
        <p14:creationId xmlns:p14="http://schemas.microsoft.com/office/powerpoint/2010/main" val="720708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64F748-22E5-1555-A28A-DF75D4CDF13B}"/>
            </a:ext>
          </a:extLst>
        </p:cNvPr>
        <p:cNvGrpSpPr/>
        <p:nvPr/>
      </p:nvGrpSpPr>
      <p:grpSpPr>
        <a:xfrm>
          <a:off x="0" y="0"/>
          <a:ext cx="0" cy="0"/>
          <a:chOff x="0" y="0"/>
          <a:chExt cx="0" cy="0"/>
        </a:xfrm>
      </p:grpSpPr>
      <p:sp>
        <p:nvSpPr>
          <p:cNvPr id="41" name="矩形: 圆角 40">
            <a:extLst>
              <a:ext uri="{FF2B5EF4-FFF2-40B4-BE49-F238E27FC236}">
                <a16:creationId xmlns:a16="http://schemas.microsoft.com/office/drawing/2014/main" id="{5318787B-C520-AFCC-D5C7-A9B74E11906A}"/>
              </a:ext>
            </a:extLst>
          </p:cNvPr>
          <p:cNvSpPr/>
          <p:nvPr/>
        </p:nvSpPr>
        <p:spPr>
          <a:xfrm>
            <a:off x="8816790" y="1395495"/>
            <a:ext cx="3048325" cy="488498"/>
          </a:xfrm>
          <a:prstGeom prst="roundRect">
            <a:avLst>
              <a:gd name="adj" fmla="val 21337"/>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40" name="矩形: 圆角 39">
            <a:extLst>
              <a:ext uri="{FF2B5EF4-FFF2-40B4-BE49-F238E27FC236}">
                <a16:creationId xmlns:a16="http://schemas.microsoft.com/office/drawing/2014/main" id="{5FD05717-7159-7E03-191D-88990FAA35C5}"/>
              </a:ext>
            </a:extLst>
          </p:cNvPr>
          <p:cNvSpPr/>
          <p:nvPr/>
        </p:nvSpPr>
        <p:spPr>
          <a:xfrm>
            <a:off x="3722593" y="1393691"/>
            <a:ext cx="4772024" cy="488498"/>
          </a:xfrm>
          <a:prstGeom prst="roundRect">
            <a:avLst>
              <a:gd name="adj" fmla="val 21337"/>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39" name="矩形: 圆角 38">
            <a:extLst>
              <a:ext uri="{FF2B5EF4-FFF2-40B4-BE49-F238E27FC236}">
                <a16:creationId xmlns:a16="http://schemas.microsoft.com/office/drawing/2014/main" id="{EF1C1ADC-8909-EBE1-8BF8-2475FEA3C180}"/>
              </a:ext>
            </a:extLst>
          </p:cNvPr>
          <p:cNvSpPr/>
          <p:nvPr/>
        </p:nvSpPr>
        <p:spPr>
          <a:xfrm>
            <a:off x="337132" y="1393691"/>
            <a:ext cx="3048325" cy="488498"/>
          </a:xfrm>
          <a:prstGeom prst="roundRect">
            <a:avLst>
              <a:gd name="adj" fmla="val 21337"/>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cxnSp>
        <p:nvCxnSpPr>
          <p:cNvPr id="7" name="直接连接符 6">
            <a:extLst>
              <a:ext uri="{FF2B5EF4-FFF2-40B4-BE49-F238E27FC236}">
                <a16:creationId xmlns:a16="http://schemas.microsoft.com/office/drawing/2014/main" id="{58EDB0A2-9011-B9C5-7FC4-4A56CB289E41}"/>
              </a:ext>
            </a:extLst>
          </p:cNvPr>
          <p:cNvCxnSpPr>
            <a:cxnSpLocks/>
          </p:cNvCxnSpPr>
          <p:nvPr/>
        </p:nvCxnSpPr>
        <p:spPr>
          <a:xfrm>
            <a:off x="337132" y="774574"/>
            <a:ext cx="11567001" cy="0"/>
          </a:xfrm>
          <a:prstGeom prst="line">
            <a:avLst/>
          </a:prstGeom>
          <a:ln w="19050">
            <a:solidFill>
              <a:srgbClr val="133C7A">
                <a:alpha val="80000"/>
              </a:srgbClr>
            </a:solidFill>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FDDF4359-A843-7A24-668D-247B8409AD17}"/>
              </a:ext>
            </a:extLst>
          </p:cNvPr>
          <p:cNvSpPr txBox="1"/>
          <p:nvPr/>
        </p:nvSpPr>
        <p:spPr>
          <a:xfrm>
            <a:off x="683012" y="256087"/>
            <a:ext cx="9510123" cy="505676"/>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r>
              <a:rPr lang="en-US" altLang="zh-CN" sz="2800" dirty="0">
                <a:solidFill>
                  <a:schemeClr val="tx2">
                    <a:lumMod val="75000"/>
                  </a:schemeClr>
                </a:solidFill>
                <a:latin typeface="微软雅黑" panose="020B0503020204020204" pitchFamily="34" charset="-122"/>
                <a:ea typeface="微软雅黑" panose="020B0503020204020204" pitchFamily="34" charset="-122"/>
              </a:rPr>
              <a:t>3 </a:t>
            </a:r>
            <a:r>
              <a:rPr lang="zh-CN" altLang="en-US" sz="2800" dirty="0">
                <a:solidFill>
                  <a:schemeClr val="tx2">
                    <a:lumMod val="75000"/>
                  </a:schemeClr>
                </a:solidFill>
                <a:latin typeface="微软雅黑" panose="020B0503020204020204" pitchFamily="34" charset="-122"/>
                <a:ea typeface="微软雅黑" panose="020B0503020204020204" pitchFamily="34" charset="-122"/>
              </a:rPr>
              <a:t>方法框架</a:t>
            </a:r>
          </a:p>
        </p:txBody>
      </p:sp>
      <p:sp>
        <p:nvSpPr>
          <p:cNvPr id="9" name="矩形 8">
            <a:extLst>
              <a:ext uri="{FF2B5EF4-FFF2-40B4-BE49-F238E27FC236}">
                <a16:creationId xmlns:a16="http://schemas.microsoft.com/office/drawing/2014/main" id="{C64179BC-FA77-E79F-9C30-856EB8719BE8}"/>
              </a:ext>
            </a:extLst>
          </p:cNvPr>
          <p:cNvSpPr/>
          <p:nvPr/>
        </p:nvSpPr>
        <p:spPr>
          <a:xfrm>
            <a:off x="337132" y="268900"/>
            <a:ext cx="195295" cy="50567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E24838D5-6A1E-56C2-81A1-5B58E264D3A9}"/>
              </a:ext>
            </a:extLst>
          </p:cNvPr>
          <p:cNvSpPr/>
          <p:nvPr/>
        </p:nvSpPr>
        <p:spPr>
          <a:xfrm>
            <a:off x="337132" y="268900"/>
            <a:ext cx="276318" cy="505674"/>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B211786F-095A-0A3F-2ED7-92B7CC4B97E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66776" y="256087"/>
            <a:ext cx="1788092" cy="431989"/>
          </a:xfrm>
          <a:prstGeom prst="rect">
            <a:avLst/>
          </a:prstGeom>
        </p:spPr>
      </p:pic>
      <p:sp>
        <p:nvSpPr>
          <p:cNvPr id="4" name="文本框 3">
            <a:extLst>
              <a:ext uri="{FF2B5EF4-FFF2-40B4-BE49-F238E27FC236}">
                <a16:creationId xmlns:a16="http://schemas.microsoft.com/office/drawing/2014/main" id="{5162DFA4-9EC5-F46A-0BBF-6A43F75D9E42}"/>
              </a:ext>
            </a:extLst>
          </p:cNvPr>
          <p:cNvSpPr txBox="1"/>
          <p:nvPr/>
        </p:nvSpPr>
        <p:spPr>
          <a:xfrm>
            <a:off x="299410" y="862073"/>
            <a:ext cx="9510123" cy="444121"/>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r>
              <a:rPr lang="en-US" altLang="zh-CN" sz="2400" dirty="0">
                <a:solidFill>
                  <a:schemeClr val="tx2">
                    <a:lumMod val="75000"/>
                  </a:schemeClr>
                </a:solidFill>
                <a:latin typeface="微软雅黑" panose="020B0503020204020204" pitchFamily="34" charset="-122"/>
                <a:ea typeface="微软雅黑" panose="020B0503020204020204" pitchFamily="34" charset="-122"/>
              </a:rPr>
              <a:t>• 3.2 </a:t>
            </a:r>
            <a:r>
              <a:rPr lang="zh-CN" altLang="en-US" sz="2400" dirty="0">
                <a:solidFill>
                  <a:schemeClr val="tx2">
                    <a:lumMod val="75000"/>
                  </a:schemeClr>
                </a:solidFill>
                <a:latin typeface="微软雅黑" panose="020B0503020204020204" pitchFamily="34" charset="-122"/>
                <a:ea typeface="微软雅黑" panose="020B0503020204020204" pitchFamily="34" charset="-122"/>
              </a:rPr>
              <a:t>离线阶段：静态资源配置与初始化调度</a:t>
            </a:r>
          </a:p>
        </p:txBody>
      </p:sp>
      <p:sp>
        <p:nvSpPr>
          <p:cNvPr id="6" name="矩形: 圆角 5">
            <a:extLst>
              <a:ext uri="{FF2B5EF4-FFF2-40B4-BE49-F238E27FC236}">
                <a16:creationId xmlns:a16="http://schemas.microsoft.com/office/drawing/2014/main" id="{8EC9110A-4B86-B3CF-0858-1E70FFBBD3D5}"/>
              </a:ext>
            </a:extLst>
          </p:cNvPr>
          <p:cNvSpPr/>
          <p:nvPr/>
        </p:nvSpPr>
        <p:spPr>
          <a:xfrm>
            <a:off x="337132" y="6302146"/>
            <a:ext cx="11512984" cy="461156"/>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离线阶段生成静态资源底座与初始调度结果，支撑在线扰动恢复</a:t>
            </a:r>
          </a:p>
        </p:txBody>
      </p:sp>
      <p:sp>
        <p:nvSpPr>
          <p:cNvPr id="12" name="矩形: 圆角 11">
            <a:extLst>
              <a:ext uri="{FF2B5EF4-FFF2-40B4-BE49-F238E27FC236}">
                <a16:creationId xmlns:a16="http://schemas.microsoft.com/office/drawing/2014/main" id="{028CD9AC-9D55-7296-E5D4-C7A497FFBBD2}"/>
              </a:ext>
            </a:extLst>
          </p:cNvPr>
          <p:cNvSpPr/>
          <p:nvPr/>
        </p:nvSpPr>
        <p:spPr>
          <a:xfrm>
            <a:off x="337132" y="1393692"/>
            <a:ext cx="3048325" cy="4689733"/>
          </a:xfrm>
          <a:prstGeom prst="roundRect">
            <a:avLst>
              <a:gd name="adj" fmla="val 3510"/>
            </a:avLst>
          </a:prstGeom>
          <a:no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13" name="矩形: 圆角 12">
            <a:extLst>
              <a:ext uri="{FF2B5EF4-FFF2-40B4-BE49-F238E27FC236}">
                <a16:creationId xmlns:a16="http://schemas.microsoft.com/office/drawing/2014/main" id="{9298F629-CAF2-C6CA-BA8D-AB28A7E35800}"/>
              </a:ext>
            </a:extLst>
          </p:cNvPr>
          <p:cNvSpPr/>
          <p:nvPr/>
        </p:nvSpPr>
        <p:spPr>
          <a:xfrm>
            <a:off x="8801791" y="1393691"/>
            <a:ext cx="3048325" cy="4689733"/>
          </a:xfrm>
          <a:prstGeom prst="roundRect">
            <a:avLst>
              <a:gd name="adj" fmla="val 3510"/>
            </a:avLst>
          </a:prstGeom>
          <a:no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14" name="矩形: 圆角 13">
            <a:extLst>
              <a:ext uri="{FF2B5EF4-FFF2-40B4-BE49-F238E27FC236}">
                <a16:creationId xmlns:a16="http://schemas.microsoft.com/office/drawing/2014/main" id="{1EB3CF6B-A833-761E-E061-29E21B1AAA17}"/>
              </a:ext>
            </a:extLst>
          </p:cNvPr>
          <p:cNvSpPr/>
          <p:nvPr/>
        </p:nvSpPr>
        <p:spPr>
          <a:xfrm>
            <a:off x="3722593" y="1393690"/>
            <a:ext cx="4772024" cy="4689733"/>
          </a:xfrm>
          <a:prstGeom prst="roundRect">
            <a:avLst>
              <a:gd name="adj" fmla="val 3510"/>
            </a:avLst>
          </a:prstGeom>
          <a:no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15" name="文本框 14">
            <a:extLst>
              <a:ext uri="{FF2B5EF4-FFF2-40B4-BE49-F238E27FC236}">
                <a16:creationId xmlns:a16="http://schemas.microsoft.com/office/drawing/2014/main" id="{BFDC72D1-4EC2-4BFB-3193-37C7B0FB11AB}"/>
              </a:ext>
            </a:extLst>
          </p:cNvPr>
          <p:cNvSpPr txBox="1"/>
          <p:nvPr/>
        </p:nvSpPr>
        <p:spPr>
          <a:xfrm>
            <a:off x="1006446" y="1372235"/>
            <a:ext cx="1709696" cy="482080"/>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gn="ctr">
              <a:lnSpc>
                <a:spcPct val="150000"/>
              </a:lnSpc>
            </a:pPr>
            <a:r>
              <a:rPr lang="zh-CN" altLang="en-US" sz="2000" dirty="0">
                <a:solidFill>
                  <a:schemeClr val="bg1"/>
                </a:solidFill>
                <a:latin typeface="微软雅黑" panose="020B0503020204020204" pitchFamily="34" charset="-122"/>
                <a:ea typeface="微软雅黑" panose="020B0503020204020204" pitchFamily="34" charset="-122"/>
              </a:rPr>
              <a:t>离线阶段输入</a:t>
            </a:r>
          </a:p>
        </p:txBody>
      </p:sp>
      <p:sp>
        <p:nvSpPr>
          <p:cNvPr id="18" name="文本框 17">
            <a:extLst>
              <a:ext uri="{FF2B5EF4-FFF2-40B4-BE49-F238E27FC236}">
                <a16:creationId xmlns:a16="http://schemas.microsoft.com/office/drawing/2014/main" id="{2488F335-0A20-5A79-4273-061F27F4E0C8}"/>
              </a:ext>
            </a:extLst>
          </p:cNvPr>
          <p:cNvSpPr txBox="1"/>
          <p:nvPr/>
        </p:nvSpPr>
        <p:spPr>
          <a:xfrm>
            <a:off x="4484602" y="1371917"/>
            <a:ext cx="3233043" cy="482080"/>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gn="ctr">
              <a:lnSpc>
                <a:spcPct val="150000"/>
              </a:lnSpc>
            </a:pPr>
            <a:r>
              <a:rPr lang="zh-CN" altLang="en-US" sz="2000" dirty="0">
                <a:solidFill>
                  <a:schemeClr val="bg1"/>
                </a:solidFill>
                <a:latin typeface="微软雅黑" panose="020B0503020204020204" pitchFamily="34" charset="-122"/>
                <a:ea typeface="微软雅黑" panose="020B0503020204020204" pitchFamily="34" charset="-122"/>
              </a:rPr>
              <a:t>分层多智能体强化学习算法</a:t>
            </a:r>
          </a:p>
        </p:txBody>
      </p:sp>
      <p:sp>
        <p:nvSpPr>
          <p:cNvPr id="20" name="文本框 19">
            <a:extLst>
              <a:ext uri="{FF2B5EF4-FFF2-40B4-BE49-F238E27FC236}">
                <a16:creationId xmlns:a16="http://schemas.microsoft.com/office/drawing/2014/main" id="{9F2473FD-AEB2-0589-7852-F5BC293D790C}"/>
              </a:ext>
            </a:extLst>
          </p:cNvPr>
          <p:cNvSpPr txBox="1"/>
          <p:nvPr/>
        </p:nvSpPr>
        <p:spPr>
          <a:xfrm>
            <a:off x="9084653" y="1371917"/>
            <a:ext cx="2482600" cy="482080"/>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gn="ctr">
              <a:lnSpc>
                <a:spcPct val="150000"/>
              </a:lnSpc>
            </a:pPr>
            <a:r>
              <a:rPr lang="zh-CN" altLang="en-US" sz="2000" dirty="0">
                <a:solidFill>
                  <a:schemeClr val="bg1"/>
                </a:solidFill>
                <a:latin typeface="微软雅黑" panose="020B0503020204020204" pitchFamily="34" charset="-122"/>
                <a:ea typeface="微软雅黑" panose="020B0503020204020204" pitchFamily="34" charset="-122"/>
              </a:rPr>
              <a:t>离线阶段输出</a:t>
            </a:r>
          </a:p>
        </p:txBody>
      </p:sp>
      <p:sp>
        <p:nvSpPr>
          <p:cNvPr id="22" name="矩形: 圆角 21">
            <a:extLst>
              <a:ext uri="{FF2B5EF4-FFF2-40B4-BE49-F238E27FC236}">
                <a16:creationId xmlns:a16="http://schemas.microsoft.com/office/drawing/2014/main" id="{4ABF9A03-AB91-1BE9-6B86-75757CE7E15D}"/>
              </a:ext>
            </a:extLst>
          </p:cNvPr>
          <p:cNvSpPr/>
          <p:nvPr/>
        </p:nvSpPr>
        <p:spPr>
          <a:xfrm>
            <a:off x="600476" y="2100912"/>
            <a:ext cx="2521636" cy="1045059"/>
          </a:xfrm>
          <a:prstGeom prst="roundRect">
            <a:avLst>
              <a:gd name="adj" fmla="val 3510"/>
            </a:avLst>
          </a:prstGeom>
          <a:no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28" name="矩形: 圆角 27">
            <a:extLst>
              <a:ext uri="{FF2B5EF4-FFF2-40B4-BE49-F238E27FC236}">
                <a16:creationId xmlns:a16="http://schemas.microsoft.com/office/drawing/2014/main" id="{0A6CD032-D903-8CFF-4A5E-5A9A8D8A995D}"/>
              </a:ext>
            </a:extLst>
          </p:cNvPr>
          <p:cNvSpPr/>
          <p:nvPr/>
        </p:nvSpPr>
        <p:spPr>
          <a:xfrm>
            <a:off x="600476" y="3320140"/>
            <a:ext cx="2521636" cy="1045059"/>
          </a:xfrm>
          <a:prstGeom prst="roundRect">
            <a:avLst>
              <a:gd name="adj" fmla="val 3510"/>
            </a:avLst>
          </a:prstGeom>
          <a:no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29" name="矩形: 圆角 28">
            <a:extLst>
              <a:ext uri="{FF2B5EF4-FFF2-40B4-BE49-F238E27FC236}">
                <a16:creationId xmlns:a16="http://schemas.microsoft.com/office/drawing/2014/main" id="{C11066F2-B4F1-CC75-359B-87F55FC28CDF}"/>
              </a:ext>
            </a:extLst>
          </p:cNvPr>
          <p:cNvSpPr/>
          <p:nvPr/>
        </p:nvSpPr>
        <p:spPr>
          <a:xfrm>
            <a:off x="610921" y="4538492"/>
            <a:ext cx="2521636" cy="1045059"/>
          </a:xfrm>
          <a:prstGeom prst="roundRect">
            <a:avLst>
              <a:gd name="adj" fmla="val 3510"/>
            </a:avLst>
          </a:prstGeom>
          <a:no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30" name="矩形: 圆角 29">
            <a:extLst>
              <a:ext uri="{FF2B5EF4-FFF2-40B4-BE49-F238E27FC236}">
                <a16:creationId xmlns:a16="http://schemas.microsoft.com/office/drawing/2014/main" id="{376FE2F9-5B3B-73C6-3110-F472FE118376}"/>
              </a:ext>
            </a:extLst>
          </p:cNvPr>
          <p:cNvSpPr/>
          <p:nvPr/>
        </p:nvSpPr>
        <p:spPr>
          <a:xfrm>
            <a:off x="613449" y="5713867"/>
            <a:ext cx="2519108" cy="313191"/>
          </a:xfrm>
          <a:prstGeom prst="roundRect">
            <a:avLst>
              <a:gd name="adj" fmla="val 3510"/>
            </a:avLst>
          </a:prstGeom>
          <a:solidFill>
            <a:srgbClr val="3192F2">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rgbClr val="003F88"/>
                </a:solidFill>
                <a:latin typeface="微软雅黑" panose="020B0503020204020204" pitchFamily="34" charset="-122"/>
                <a:ea typeface="微软雅黑" panose="020B0503020204020204" pitchFamily="34" charset="-122"/>
              </a:rPr>
              <a:t>已知静态生产数据</a:t>
            </a:r>
          </a:p>
        </p:txBody>
      </p:sp>
      <p:sp>
        <p:nvSpPr>
          <p:cNvPr id="31" name="矩形: 圆角 30">
            <a:extLst>
              <a:ext uri="{FF2B5EF4-FFF2-40B4-BE49-F238E27FC236}">
                <a16:creationId xmlns:a16="http://schemas.microsoft.com/office/drawing/2014/main" id="{7B721E5F-B54F-32D8-47B4-C359039D2F7E}"/>
              </a:ext>
            </a:extLst>
          </p:cNvPr>
          <p:cNvSpPr/>
          <p:nvPr/>
        </p:nvSpPr>
        <p:spPr>
          <a:xfrm>
            <a:off x="9058666" y="2100912"/>
            <a:ext cx="2521636" cy="1045059"/>
          </a:xfrm>
          <a:prstGeom prst="roundRect">
            <a:avLst>
              <a:gd name="adj" fmla="val 3510"/>
            </a:avLst>
          </a:prstGeom>
          <a:no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32" name="矩形: 圆角 31">
            <a:extLst>
              <a:ext uri="{FF2B5EF4-FFF2-40B4-BE49-F238E27FC236}">
                <a16:creationId xmlns:a16="http://schemas.microsoft.com/office/drawing/2014/main" id="{B4F51D3F-299A-B2AD-4357-E5CC6C5C1CCA}"/>
              </a:ext>
            </a:extLst>
          </p:cNvPr>
          <p:cNvSpPr/>
          <p:nvPr/>
        </p:nvSpPr>
        <p:spPr>
          <a:xfrm>
            <a:off x="9058666" y="3320140"/>
            <a:ext cx="2521636" cy="1045059"/>
          </a:xfrm>
          <a:prstGeom prst="roundRect">
            <a:avLst>
              <a:gd name="adj" fmla="val 3510"/>
            </a:avLst>
          </a:prstGeom>
          <a:no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33" name="矩形: 圆角 32">
            <a:extLst>
              <a:ext uri="{FF2B5EF4-FFF2-40B4-BE49-F238E27FC236}">
                <a16:creationId xmlns:a16="http://schemas.microsoft.com/office/drawing/2014/main" id="{97D76B52-BE87-4E00-CD98-A1CC89A48307}"/>
              </a:ext>
            </a:extLst>
          </p:cNvPr>
          <p:cNvSpPr/>
          <p:nvPr/>
        </p:nvSpPr>
        <p:spPr>
          <a:xfrm>
            <a:off x="9069111" y="4538492"/>
            <a:ext cx="2521636" cy="1045059"/>
          </a:xfrm>
          <a:prstGeom prst="roundRect">
            <a:avLst>
              <a:gd name="adj" fmla="val 3510"/>
            </a:avLst>
          </a:prstGeom>
          <a:no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34" name="矩形: 圆角 33">
            <a:extLst>
              <a:ext uri="{FF2B5EF4-FFF2-40B4-BE49-F238E27FC236}">
                <a16:creationId xmlns:a16="http://schemas.microsoft.com/office/drawing/2014/main" id="{B3115EA7-B878-3B69-B7FD-096AD956AB41}"/>
              </a:ext>
            </a:extLst>
          </p:cNvPr>
          <p:cNvSpPr/>
          <p:nvPr/>
        </p:nvSpPr>
        <p:spPr>
          <a:xfrm>
            <a:off x="9071639" y="5713867"/>
            <a:ext cx="2519108" cy="313191"/>
          </a:xfrm>
          <a:prstGeom prst="roundRect">
            <a:avLst>
              <a:gd name="adj" fmla="val 3510"/>
            </a:avLst>
          </a:prstGeom>
          <a:solidFill>
            <a:srgbClr val="3192F2">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rgbClr val="003F88"/>
                </a:solidFill>
                <a:latin typeface="微软雅黑" panose="020B0503020204020204" pitchFamily="34" charset="-122"/>
                <a:ea typeface="微软雅黑" panose="020B0503020204020204" pitchFamily="34" charset="-122"/>
              </a:rPr>
              <a:t>为在线阶段提供初始基础</a:t>
            </a:r>
          </a:p>
        </p:txBody>
      </p:sp>
      <p:sp>
        <p:nvSpPr>
          <p:cNvPr id="35" name="矩形: 圆角 34">
            <a:extLst>
              <a:ext uri="{FF2B5EF4-FFF2-40B4-BE49-F238E27FC236}">
                <a16:creationId xmlns:a16="http://schemas.microsoft.com/office/drawing/2014/main" id="{16E48D91-606D-5ABC-4BEE-581682826E9B}"/>
              </a:ext>
            </a:extLst>
          </p:cNvPr>
          <p:cNvSpPr/>
          <p:nvPr/>
        </p:nvSpPr>
        <p:spPr>
          <a:xfrm>
            <a:off x="3934359" y="2100912"/>
            <a:ext cx="2521636" cy="1502257"/>
          </a:xfrm>
          <a:prstGeom prst="roundRect">
            <a:avLst>
              <a:gd name="adj" fmla="val 3510"/>
            </a:avLst>
          </a:prstGeom>
          <a:no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36" name="矩形: 圆角 35">
            <a:extLst>
              <a:ext uri="{FF2B5EF4-FFF2-40B4-BE49-F238E27FC236}">
                <a16:creationId xmlns:a16="http://schemas.microsoft.com/office/drawing/2014/main" id="{55A4A308-0FC9-8949-44DA-224BBE339000}"/>
              </a:ext>
            </a:extLst>
          </p:cNvPr>
          <p:cNvSpPr/>
          <p:nvPr/>
        </p:nvSpPr>
        <p:spPr>
          <a:xfrm>
            <a:off x="3934359" y="3821890"/>
            <a:ext cx="2521636" cy="1502257"/>
          </a:xfrm>
          <a:prstGeom prst="roundRect">
            <a:avLst>
              <a:gd name="adj" fmla="val 3510"/>
            </a:avLst>
          </a:prstGeom>
          <a:no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cxnSp>
        <p:nvCxnSpPr>
          <p:cNvPr id="37" name="直接连接符 36">
            <a:extLst>
              <a:ext uri="{FF2B5EF4-FFF2-40B4-BE49-F238E27FC236}">
                <a16:creationId xmlns:a16="http://schemas.microsoft.com/office/drawing/2014/main" id="{F49F6E8B-B865-8BF8-A06E-58AC8E621C43}"/>
              </a:ext>
            </a:extLst>
          </p:cNvPr>
          <p:cNvCxnSpPr>
            <a:cxnSpLocks/>
          </p:cNvCxnSpPr>
          <p:nvPr/>
        </p:nvCxnSpPr>
        <p:spPr>
          <a:xfrm>
            <a:off x="3919802" y="5583551"/>
            <a:ext cx="4401659" cy="0"/>
          </a:xfrm>
          <a:prstGeom prst="line">
            <a:avLst/>
          </a:prstGeom>
          <a:ln w="25400">
            <a:prstDash val="dash"/>
          </a:ln>
        </p:spPr>
        <p:style>
          <a:lnRef idx="1">
            <a:schemeClr val="accent1"/>
          </a:lnRef>
          <a:fillRef idx="0">
            <a:schemeClr val="accent1"/>
          </a:fillRef>
          <a:effectRef idx="0">
            <a:schemeClr val="accent1"/>
          </a:effectRef>
          <a:fontRef idx="minor">
            <a:schemeClr val="tx1"/>
          </a:fontRef>
        </p:style>
      </p:cxnSp>
      <p:sp>
        <p:nvSpPr>
          <p:cNvPr id="38" name="矩形: 圆角 37">
            <a:extLst>
              <a:ext uri="{FF2B5EF4-FFF2-40B4-BE49-F238E27FC236}">
                <a16:creationId xmlns:a16="http://schemas.microsoft.com/office/drawing/2014/main" id="{56C980FB-5A2C-3F85-25D0-C3CF84B32A1E}"/>
              </a:ext>
            </a:extLst>
          </p:cNvPr>
          <p:cNvSpPr/>
          <p:nvPr/>
        </p:nvSpPr>
        <p:spPr>
          <a:xfrm>
            <a:off x="6763169" y="2704786"/>
            <a:ext cx="1480196" cy="1992085"/>
          </a:xfrm>
          <a:prstGeom prst="roundRect">
            <a:avLst>
              <a:gd name="adj" fmla="val 3510"/>
            </a:avLst>
          </a:prstGeom>
          <a:no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42" name="文本框 41">
            <a:extLst>
              <a:ext uri="{FF2B5EF4-FFF2-40B4-BE49-F238E27FC236}">
                <a16:creationId xmlns:a16="http://schemas.microsoft.com/office/drawing/2014/main" id="{9BD64B90-3C2A-739D-8ED5-6FFF656B9507}"/>
              </a:ext>
            </a:extLst>
          </p:cNvPr>
          <p:cNvSpPr txBox="1"/>
          <p:nvPr/>
        </p:nvSpPr>
        <p:spPr>
          <a:xfrm>
            <a:off x="638699" y="2372857"/>
            <a:ext cx="1287948" cy="400648"/>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zh-CN" altLang="en-US" sz="1600" dirty="0">
                <a:solidFill>
                  <a:srgbClr val="003F88"/>
                </a:solidFill>
                <a:latin typeface="微软雅黑" panose="020B0503020204020204" pitchFamily="34" charset="-122"/>
                <a:ea typeface="微软雅黑" panose="020B0503020204020204" pitchFamily="34" charset="-122"/>
              </a:rPr>
              <a:t>工艺信息</a:t>
            </a:r>
          </a:p>
        </p:txBody>
      </p:sp>
      <p:sp>
        <p:nvSpPr>
          <p:cNvPr id="43" name="文本框 42">
            <a:extLst>
              <a:ext uri="{FF2B5EF4-FFF2-40B4-BE49-F238E27FC236}">
                <a16:creationId xmlns:a16="http://schemas.microsoft.com/office/drawing/2014/main" id="{02AB447B-AC61-80B3-9ED6-B2F4E710A52D}"/>
              </a:ext>
            </a:extLst>
          </p:cNvPr>
          <p:cNvSpPr txBox="1"/>
          <p:nvPr/>
        </p:nvSpPr>
        <p:spPr>
          <a:xfrm>
            <a:off x="1525707" y="2194089"/>
            <a:ext cx="1699943" cy="873149"/>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en-US" altLang="zh-CN" sz="1200" b="0" dirty="0">
                <a:solidFill>
                  <a:schemeClr val="tx1"/>
                </a:solidFill>
                <a:latin typeface="微软雅黑" panose="020B0503020204020204" pitchFamily="34" charset="-122"/>
                <a:ea typeface="微软雅黑" panose="020B0503020204020204" pitchFamily="34" charset="-122"/>
              </a:rPr>
              <a:t>• </a:t>
            </a:r>
            <a:r>
              <a:rPr lang="zh-CN" altLang="en-US" sz="1200" b="0" dirty="0">
                <a:solidFill>
                  <a:schemeClr val="tx1"/>
                </a:solidFill>
                <a:latin typeface="微软雅黑" panose="020B0503020204020204" pitchFamily="34" charset="-122"/>
                <a:ea typeface="微软雅黑" panose="020B0503020204020204" pitchFamily="34" charset="-122"/>
              </a:rPr>
              <a:t>工序集合与前驱关系</a:t>
            </a:r>
            <a:endParaRPr lang="en-US" altLang="zh-CN" sz="1200" b="0" dirty="0">
              <a:solidFill>
                <a:schemeClr val="tx1"/>
              </a:solidFill>
              <a:latin typeface="微软雅黑" panose="020B0503020204020204" pitchFamily="34" charset="-122"/>
              <a:ea typeface="微软雅黑" panose="020B0503020204020204" pitchFamily="34" charset="-122"/>
            </a:endParaRPr>
          </a:p>
          <a:p>
            <a:pPr>
              <a:lnSpc>
                <a:spcPct val="150000"/>
              </a:lnSpc>
            </a:pPr>
            <a:r>
              <a:rPr lang="en-US" altLang="zh-CN" sz="1200" b="0" dirty="0">
                <a:solidFill>
                  <a:schemeClr val="tx1"/>
                </a:solidFill>
                <a:latin typeface="微软雅黑" panose="020B0503020204020204" pitchFamily="34" charset="-122"/>
                <a:ea typeface="微软雅黑" panose="020B0503020204020204" pitchFamily="34" charset="-122"/>
              </a:rPr>
              <a:t>• </a:t>
            </a:r>
            <a:r>
              <a:rPr lang="zh-CN" altLang="en-US" sz="1200" b="0" dirty="0">
                <a:solidFill>
                  <a:schemeClr val="tx1"/>
                </a:solidFill>
                <a:latin typeface="微软雅黑" panose="020B0503020204020204" pitchFamily="34" charset="-122"/>
                <a:ea typeface="微软雅黑" panose="020B0503020204020204" pitchFamily="34" charset="-122"/>
              </a:rPr>
              <a:t>工序可分配站位</a:t>
            </a:r>
            <a:endParaRPr lang="en-US" altLang="zh-CN" sz="1200" b="0" dirty="0">
              <a:solidFill>
                <a:schemeClr val="tx1"/>
              </a:solidFill>
              <a:latin typeface="微软雅黑" panose="020B0503020204020204" pitchFamily="34" charset="-122"/>
              <a:ea typeface="微软雅黑" panose="020B0503020204020204" pitchFamily="34" charset="-122"/>
            </a:endParaRPr>
          </a:p>
          <a:p>
            <a:pPr>
              <a:lnSpc>
                <a:spcPct val="150000"/>
              </a:lnSpc>
            </a:pPr>
            <a:r>
              <a:rPr lang="en-US" altLang="zh-CN" sz="1200" b="0" dirty="0">
                <a:solidFill>
                  <a:schemeClr val="tx1"/>
                </a:solidFill>
                <a:latin typeface="微软雅黑" panose="020B0503020204020204" pitchFamily="34" charset="-122"/>
                <a:ea typeface="微软雅黑" panose="020B0503020204020204" pitchFamily="34" charset="-122"/>
              </a:rPr>
              <a:t>• </a:t>
            </a:r>
            <a:r>
              <a:rPr lang="zh-CN" altLang="en-US" sz="1200" b="0" dirty="0">
                <a:solidFill>
                  <a:schemeClr val="tx1"/>
                </a:solidFill>
                <a:latin typeface="微软雅黑" panose="020B0503020204020204" pitchFamily="34" charset="-122"/>
                <a:ea typeface="微软雅黑" panose="020B0503020204020204" pitchFamily="34" charset="-122"/>
              </a:rPr>
              <a:t>工时需求与节拍要求</a:t>
            </a:r>
            <a:endParaRPr lang="en-US" altLang="zh-CN" sz="1200" b="0" dirty="0">
              <a:solidFill>
                <a:schemeClr val="tx1"/>
              </a:solidFill>
              <a:latin typeface="微软雅黑" panose="020B0503020204020204" pitchFamily="34" charset="-122"/>
              <a:ea typeface="微软雅黑" panose="020B0503020204020204" pitchFamily="34" charset="-122"/>
            </a:endParaRPr>
          </a:p>
        </p:txBody>
      </p:sp>
      <p:sp>
        <p:nvSpPr>
          <p:cNvPr id="44" name="文本框 43">
            <a:extLst>
              <a:ext uri="{FF2B5EF4-FFF2-40B4-BE49-F238E27FC236}">
                <a16:creationId xmlns:a16="http://schemas.microsoft.com/office/drawing/2014/main" id="{E87673CF-2EEC-31F3-88B5-874916F67B58}"/>
              </a:ext>
            </a:extLst>
          </p:cNvPr>
          <p:cNvSpPr txBox="1"/>
          <p:nvPr/>
        </p:nvSpPr>
        <p:spPr>
          <a:xfrm>
            <a:off x="638700" y="3570287"/>
            <a:ext cx="1287948" cy="400648"/>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zh-CN" altLang="en-US" sz="1600" dirty="0">
                <a:solidFill>
                  <a:srgbClr val="003F88"/>
                </a:solidFill>
                <a:latin typeface="微软雅黑" panose="020B0503020204020204" pitchFamily="34" charset="-122"/>
                <a:ea typeface="微软雅黑" panose="020B0503020204020204" pitchFamily="34" charset="-122"/>
              </a:rPr>
              <a:t>资源信息</a:t>
            </a:r>
          </a:p>
        </p:txBody>
      </p:sp>
      <p:sp>
        <p:nvSpPr>
          <p:cNvPr id="45" name="文本框 44">
            <a:extLst>
              <a:ext uri="{FF2B5EF4-FFF2-40B4-BE49-F238E27FC236}">
                <a16:creationId xmlns:a16="http://schemas.microsoft.com/office/drawing/2014/main" id="{222AFF0E-1061-631E-F11E-99783DE836DC}"/>
              </a:ext>
            </a:extLst>
          </p:cNvPr>
          <p:cNvSpPr txBox="1"/>
          <p:nvPr/>
        </p:nvSpPr>
        <p:spPr>
          <a:xfrm>
            <a:off x="1525708" y="3391519"/>
            <a:ext cx="1699943" cy="873149"/>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en-US" altLang="zh-CN" sz="1200" b="0" dirty="0">
                <a:solidFill>
                  <a:schemeClr val="tx1"/>
                </a:solidFill>
                <a:latin typeface="微软雅黑" panose="020B0503020204020204" pitchFamily="34" charset="-122"/>
                <a:ea typeface="微软雅黑" panose="020B0503020204020204" pitchFamily="34" charset="-122"/>
              </a:rPr>
              <a:t>• </a:t>
            </a:r>
            <a:r>
              <a:rPr lang="zh-CN" altLang="en-US" sz="1200" b="0" dirty="0">
                <a:solidFill>
                  <a:schemeClr val="tx1"/>
                </a:solidFill>
                <a:latin typeface="微软雅黑" panose="020B0503020204020204" pitchFamily="34" charset="-122"/>
                <a:ea typeface="微软雅黑" panose="020B0503020204020204" pitchFamily="34" charset="-122"/>
              </a:rPr>
              <a:t>工人技能与数量</a:t>
            </a:r>
            <a:endParaRPr lang="en-US" altLang="zh-CN" sz="1200" b="0" dirty="0">
              <a:solidFill>
                <a:schemeClr val="tx1"/>
              </a:solidFill>
              <a:latin typeface="微软雅黑" panose="020B0503020204020204" pitchFamily="34" charset="-122"/>
              <a:ea typeface="微软雅黑" panose="020B0503020204020204" pitchFamily="34" charset="-122"/>
            </a:endParaRPr>
          </a:p>
          <a:p>
            <a:pPr>
              <a:lnSpc>
                <a:spcPct val="150000"/>
              </a:lnSpc>
            </a:pPr>
            <a:r>
              <a:rPr lang="en-US" altLang="zh-CN" sz="1200" b="0" dirty="0">
                <a:solidFill>
                  <a:schemeClr val="tx1"/>
                </a:solidFill>
                <a:latin typeface="微软雅黑" panose="020B0503020204020204" pitchFamily="34" charset="-122"/>
                <a:ea typeface="微软雅黑" panose="020B0503020204020204" pitchFamily="34" charset="-122"/>
              </a:rPr>
              <a:t>• </a:t>
            </a:r>
            <a:r>
              <a:rPr lang="zh-CN" altLang="en-US" sz="1200" b="0" dirty="0">
                <a:solidFill>
                  <a:schemeClr val="tx1"/>
                </a:solidFill>
                <a:latin typeface="微软雅黑" panose="020B0503020204020204" pitchFamily="34" charset="-122"/>
                <a:ea typeface="微软雅黑" panose="020B0503020204020204" pitchFamily="34" charset="-122"/>
              </a:rPr>
              <a:t>设备类型与数量</a:t>
            </a:r>
            <a:endParaRPr lang="en-US" altLang="zh-CN" sz="1200" b="0" dirty="0">
              <a:solidFill>
                <a:schemeClr val="tx1"/>
              </a:solidFill>
              <a:latin typeface="微软雅黑" panose="020B0503020204020204" pitchFamily="34" charset="-122"/>
              <a:ea typeface="微软雅黑" panose="020B0503020204020204" pitchFamily="34" charset="-122"/>
            </a:endParaRPr>
          </a:p>
          <a:p>
            <a:pPr>
              <a:lnSpc>
                <a:spcPct val="150000"/>
              </a:lnSpc>
            </a:pPr>
            <a:r>
              <a:rPr lang="en-US" altLang="zh-CN" sz="1200" b="0" dirty="0">
                <a:solidFill>
                  <a:schemeClr val="tx1"/>
                </a:solidFill>
                <a:latin typeface="微软雅黑" panose="020B0503020204020204" pitchFamily="34" charset="-122"/>
                <a:ea typeface="微软雅黑" panose="020B0503020204020204" pitchFamily="34" charset="-122"/>
              </a:rPr>
              <a:t>• </a:t>
            </a:r>
            <a:r>
              <a:rPr lang="zh-CN" altLang="en-US" sz="1200" b="0" dirty="0">
                <a:solidFill>
                  <a:schemeClr val="tx1"/>
                </a:solidFill>
                <a:latin typeface="微软雅黑" panose="020B0503020204020204" pitchFamily="34" charset="-122"/>
                <a:ea typeface="微软雅黑" panose="020B0503020204020204" pitchFamily="34" charset="-122"/>
              </a:rPr>
              <a:t>资源适配关系</a:t>
            </a:r>
            <a:endParaRPr lang="en-US" altLang="zh-CN" sz="1200" b="0" dirty="0">
              <a:solidFill>
                <a:schemeClr val="tx1"/>
              </a:solidFill>
              <a:latin typeface="微软雅黑" panose="020B0503020204020204" pitchFamily="34" charset="-122"/>
              <a:ea typeface="微软雅黑" panose="020B0503020204020204" pitchFamily="34" charset="-122"/>
            </a:endParaRPr>
          </a:p>
        </p:txBody>
      </p:sp>
      <p:sp>
        <p:nvSpPr>
          <p:cNvPr id="46" name="文本框 45">
            <a:extLst>
              <a:ext uri="{FF2B5EF4-FFF2-40B4-BE49-F238E27FC236}">
                <a16:creationId xmlns:a16="http://schemas.microsoft.com/office/drawing/2014/main" id="{C797A90F-6A7B-4E01-F4EC-47D00B34C589}"/>
              </a:ext>
            </a:extLst>
          </p:cNvPr>
          <p:cNvSpPr txBox="1"/>
          <p:nvPr/>
        </p:nvSpPr>
        <p:spPr>
          <a:xfrm>
            <a:off x="638699" y="4800370"/>
            <a:ext cx="1287948" cy="400648"/>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zh-CN" altLang="en-US" sz="1600" dirty="0">
                <a:solidFill>
                  <a:srgbClr val="003F88"/>
                </a:solidFill>
                <a:latin typeface="微软雅黑" panose="020B0503020204020204" pitchFamily="34" charset="-122"/>
                <a:ea typeface="微软雅黑" panose="020B0503020204020204" pitchFamily="34" charset="-122"/>
              </a:rPr>
              <a:t>系统约束</a:t>
            </a:r>
          </a:p>
        </p:txBody>
      </p:sp>
      <p:sp>
        <p:nvSpPr>
          <p:cNvPr id="47" name="文本框 46">
            <a:extLst>
              <a:ext uri="{FF2B5EF4-FFF2-40B4-BE49-F238E27FC236}">
                <a16:creationId xmlns:a16="http://schemas.microsoft.com/office/drawing/2014/main" id="{345DAC14-61A3-E852-1C9B-FAC7013FEF2C}"/>
              </a:ext>
            </a:extLst>
          </p:cNvPr>
          <p:cNvSpPr txBox="1"/>
          <p:nvPr/>
        </p:nvSpPr>
        <p:spPr>
          <a:xfrm>
            <a:off x="1525707" y="4621602"/>
            <a:ext cx="1699943" cy="873149"/>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en-US" altLang="zh-CN" sz="1200" b="0" dirty="0">
                <a:solidFill>
                  <a:schemeClr val="tx1"/>
                </a:solidFill>
                <a:latin typeface="微软雅黑" panose="020B0503020204020204" pitchFamily="34" charset="-122"/>
                <a:ea typeface="微软雅黑" panose="020B0503020204020204" pitchFamily="34" charset="-122"/>
              </a:rPr>
              <a:t>• </a:t>
            </a:r>
            <a:r>
              <a:rPr lang="zh-CN" altLang="en-US" sz="1200" b="0" dirty="0">
                <a:solidFill>
                  <a:schemeClr val="tx1"/>
                </a:solidFill>
                <a:latin typeface="微软雅黑" panose="020B0503020204020204" pitchFamily="34" charset="-122"/>
                <a:ea typeface="微软雅黑" panose="020B0503020204020204" pitchFamily="34" charset="-122"/>
              </a:rPr>
              <a:t>站位容量约束</a:t>
            </a:r>
            <a:endParaRPr lang="en-US" altLang="zh-CN" sz="1200" b="0" dirty="0">
              <a:solidFill>
                <a:schemeClr val="tx1"/>
              </a:solidFill>
              <a:latin typeface="微软雅黑" panose="020B0503020204020204" pitchFamily="34" charset="-122"/>
              <a:ea typeface="微软雅黑" panose="020B0503020204020204" pitchFamily="34" charset="-122"/>
            </a:endParaRPr>
          </a:p>
          <a:p>
            <a:pPr>
              <a:lnSpc>
                <a:spcPct val="150000"/>
              </a:lnSpc>
            </a:pPr>
            <a:r>
              <a:rPr lang="en-US" altLang="zh-CN" sz="1200" b="0" dirty="0">
                <a:solidFill>
                  <a:schemeClr val="tx1"/>
                </a:solidFill>
                <a:latin typeface="微软雅黑" panose="020B0503020204020204" pitchFamily="34" charset="-122"/>
                <a:ea typeface="微软雅黑" panose="020B0503020204020204" pitchFamily="34" charset="-122"/>
              </a:rPr>
              <a:t>• </a:t>
            </a:r>
            <a:r>
              <a:rPr lang="zh-CN" altLang="en-US" sz="1200" b="0" dirty="0">
                <a:solidFill>
                  <a:schemeClr val="tx1"/>
                </a:solidFill>
                <a:latin typeface="微软雅黑" panose="020B0503020204020204" pitchFamily="34" charset="-122"/>
                <a:ea typeface="微软雅黑" panose="020B0503020204020204" pitchFamily="34" charset="-122"/>
              </a:rPr>
              <a:t>资源容量约束</a:t>
            </a:r>
            <a:endParaRPr lang="en-US" altLang="zh-CN" sz="1200" b="0" dirty="0">
              <a:solidFill>
                <a:schemeClr val="tx1"/>
              </a:solidFill>
              <a:latin typeface="微软雅黑" panose="020B0503020204020204" pitchFamily="34" charset="-122"/>
              <a:ea typeface="微软雅黑" panose="020B0503020204020204" pitchFamily="34" charset="-122"/>
            </a:endParaRPr>
          </a:p>
          <a:p>
            <a:pPr>
              <a:lnSpc>
                <a:spcPct val="150000"/>
              </a:lnSpc>
            </a:pPr>
            <a:r>
              <a:rPr lang="en-US" altLang="zh-CN" sz="1200" b="0" dirty="0">
                <a:solidFill>
                  <a:schemeClr val="tx1"/>
                </a:solidFill>
                <a:latin typeface="微软雅黑" panose="020B0503020204020204" pitchFamily="34" charset="-122"/>
                <a:ea typeface="微软雅黑" panose="020B0503020204020204" pitchFamily="34" charset="-122"/>
              </a:rPr>
              <a:t>• </a:t>
            </a:r>
            <a:r>
              <a:rPr lang="zh-CN" altLang="en-US" sz="1200" b="0" dirty="0">
                <a:solidFill>
                  <a:schemeClr val="tx1"/>
                </a:solidFill>
                <a:latin typeface="微软雅黑" panose="020B0503020204020204" pitchFamily="34" charset="-122"/>
                <a:ea typeface="微软雅黑" panose="020B0503020204020204" pitchFamily="34" charset="-122"/>
              </a:rPr>
              <a:t>初始生产参数</a:t>
            </a:r>
            <a:endParaRPr lang="en-US" altLang="zh-CN" sz="1200" b="0" dirty="0">
              <a:solidFill>
                <a:schemeClr val="tx1"/>
              </a:solidFill>
              <a:latin typeface="微软雅黑" panose="020B0503020204020204" pitchFamily="34" charset="-122"/>
              <a:ea typeface="微软雅黑" panose="020B0503020204020204" pitchFamily="34" charset="-122"/>
            </a:endParaRPr>
          </a:p>
        </p:txBody>
      </p:sp>
      <p:sp>
        <p:nvSpPr>
          <p:cNvPr id="48" name="文本框 47">
            <a:extLst>
              <a:ext uri="{FF2B5EF4-FFF2-40B4-BE49-F238E27FC236}">
                <a16:creationId xmlns:a16="http://schemas.microsoft.com/office/drawing/2014/main" id="{C5DCD90F-9600-B2AD-A5EC-91E1BAEEA5C2}"/>
              </a:ext>
            </a:extLst>
          </p:cNvPr>
          <p:cNvSpPr txBox="1"/>
          <p:nvPr/>
        </p:nvSpPr>
        <p:spPr>
          <a:xfrm>
            <a:off x="3934360" y="2070548"/>
            <a:ext cx="2521636" cy="400648"/>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gn="ctr">
              <a:lnSpc>
                <a:spcPct val="150000"/>
              </a:lnSpc>
            </a:pPr>
            <a:r>
              <a:rPr lang="zh-CN" altLang="en-US" sz="1600" dirty="0">
                <a:solidFill>
                  <a:srgbClr val="003F88"/>
                </a:solidFill>
                <a:latin typeface="微软雅黑" panose="020B0503020204020204" pitchFamily="34" charset="-122"/>
                <a:ea typeface="微软雅黑" panose="020B0503020204020204" pitchFamily="34" charset="-122"/>
              </a:rPr>
              <a:t>上层：资源配置</a:t>
            </a:r>
          </a:p>
        </p:txBody>
      </p:sp>
      <p:sp>
        <p:nvSpPr>
          <p:cNvPr id="49" name="文本框 48">
            <a:extLst>
              <a:ext uri="{FF2B5EF4-FFF2-40B4-BE49-F238E27FC236}">
                <a16:creationId xmlns:a16="http://schemas.microsoft.com/office/drawing/2014/main" id="{C7982E40-084B-08B8-17E7-711CC989EBDB}"/>
              </a:ext>
            </a:extLst>
          </p:cNvPr>
          <p:cNvSpPr txBox="1"/>
          <p:nvPr/>
        </p:nvSpPr>
        <p:spPr>
          <a:xfrm>
            <a:off x="3930246" y="3782482"/>
            <a:ext cx="2521636" cy="400648"/>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gn="ctr">
              <a:lnSpc>
                <a:spcPct val="150000"/>
              </a:lnSpc>
            </a:pPr>
            <a:r>
              <a:rPr lang="zh-CN" altLang="en-US" sz="1600" dirty="0">
                <a:solidFill>
                  <a:srgbClr val="003F88"/>
                </a:solidFill>
                <a:latin typeface="微软雅黑" panose="020B0503020204020204" pitchFamily="34" charset="-122"/>
                <a:ea typeface="微软雅黑" panose="020B0503020204020204" pitchFamily="34" charset="-122"/>
              </a:rPr>
              <a:t>下层：初始化调度</a:t>
            </a:r>
          </a:p>
        </p:txBody>
      </p:sp>
      <p:sp>
        <p:nvSpPr>
          <p:cNvPr id="50" name="文本框 49">
            <a:extLst>
              <a:ext uri="{FF2B5EF4-FFF2-40B4-BE49-F238E27FC236}">
                <a16:creationId xmlns:a16="http://schemas.microsoft.com/office/drawing/2014/main" id="{989370A2-5D39-C2DE-D64B-74139E03A18C}"/>
              </a:ext>
            </a:extLst>
          </p:cNvPr>
          <p:cNvSpPr txBox="1"/>
          <p:nvPr/>
        </p:nvSpPr>
        <p:spPr>
          <a:xfrm>
            <a:off x="4115304" y="2463940"/>
            <a:ext cx="2165753" cy="1150148"/>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en-US" altLang="zh-CN" sz="1200" b="0" dirty="0">
                <a:solidFill>
                  <a:schemeClr val="tx1"/>
                </a:solidFill>
                <a:latin typeface="微软雅黑" panose="020B0503020204020204" pitchFamily="34" charset="-122"/>
                <a:ea typeface="微软雅黑" panose="020B0503020204020204" pitchFamily="34" charset="-122"/>
              </a:rPr>
              <a:t>• </a:t>
            </a:r>
            <a:r>
              <a:rPr lang="zh-CN" altLang="en-US" sz="1200" b="0" dirty="0">
                <a:solidFill>
                  <a:schemeClr val="tx1"/>
                </a:solidFill>
                <a:latin typeface="微软雅黑" panose="020B0503020204020204" pitchFamily="34" charset="-122"/>
                <a:ea typeface="微软雅黑" panose="020B0503020204020204" pitchFamily="34" charset="-122"/>
              </a:rPr>
              <a:t>以站位为对象分配资源</a:t>
            </a:r>
            <a:endParaRPr lang="en-US" altLang="zh-CN" sz="1200" b="0" dirty="0">
              <a:solidFill>
                <a:schemeClr val="tx1"/>
              </a:solidFill>
              <a:latin typeface="微软雅黑" panose="020B0503020204020204" pitchFamily="34" charset="-122"/>
              <a:ea typeface="微软雅黑" panose="020B0503020204020204" pitchFamily="34" charset="-122"/>
            </a:endParaRPr>
          </a:p>
          <a:p>
            <a:pPr>
              <a:lnSpc>
                <a:spcPct val="150000"/>
              </a:lnSpc>
            </a:pPr>
            <a:r>
              <a:rPr lang="en-US" altLang="zh-CN" sz="1200" b="0" dirty="0">
                <a:solidFill>
                  <a:schemeClr val="tx1"/>
                </a:solidFill>
                <a:latin typeface="微软雅黑" panose="020B0503020204020204" pitchFamily="34" charset="-122"/>
                <a:ea typeface="微软雅黑" panose="020B0503020204020204" pitchFamily="34" charset="-122"/>
              </a:rPr>
              <a:t>• </a:t>
            </a:r>
            <a:r>
              <a:rPr lang="zh-CN" altLang="en-US" sz="1200" b="0" dirty="0">
                <a:solidFill>
                  <a:schemeClr val="tx1"/>
                </a:solidFill>
                <a:latin typeface="微软雅黑" panose="020B0503020204020204" pitchFamily="34" charset="-122"/>
                <a:ea typeface="微软雅黑" panose="020B0503020204020204" pitchFamily="34" charset="-122"/>
              </a:rPr>
              <a:t>采用编码方式将工序 </a:t>
            </a:r>
            <a:r>
              <a:rPr lang="en-US" altLang="zh-CN" sz="1200" b="0" dirty="0">
                <a:solidFill>
                  <a:schemeClr val="tx1"/>
                </a:solidFill>
                <a:latin typeface="微软雅黑" panose="020B0503020204020204" pitchFamily="34" charset="-122"/>
                <a:ea typeface="微软雅黑" panose="020B0503020204020204" pitchFamily="34" charset="-122"/>
              </a:rPr>
              <a:t>/ </a:t>
            </a:r>
            <a:r>
              <a:rPr lang="zh-CN" altLang="en-US" sz="1200" b="0" dirty="0">
                <a:solidFill>
                  <a:schemeClr val="tx1"/>
                </a:solidFill>
                <a:latin typeface="微软雅黑" panose="020B0503020204020204" pitchFamily="34" charset="-122"/>
                <a:ea typeface="微软雅黑" panose="020B0503020204020204" pitchFamily="34" charset="-122"/>
              </a:rPr>
              <a:t>资源</a:t>
            </a:r>
            <a:endParaRPr lang="en-US" altLang="zh-CN" sz="1200" b="0" dirty="0">
              <a:solidFill>
                <a:schemeClr val="tx1"/>
              </a:solidFill>
              <a:latin typeface="微软雅黑" panose="020B0503020204020204" pitchFamily="34" charset="-122"/>
              <a:ea typeface="微软雅黑" panose="020B0503020204020204" pitchFamily="34" charset="-122"/>
            </a:endParaRPr>
          </a:p>
          <a:p>
            <a:pPr>
              <a:lnSpc>
                <a:spcPct val="150000"/>
              </a:lnSpc>
            </a:pPr>
            <a:r>
              <a:rPr lang="zh-CN" altLang="en-US" sz="1200" b="0" dirty="0">
                <a:solidFill>
                  <a:schemeClr val="tx1"/>
                </a:solidFill>
                <a:latin typeface="微软雅黑" panose="020B0503020204020204" pitchFamily="34" charset="-122"/>
                <a:ea typeface="微软雅黑" panose="020B0503020204020204" pitchFamily="34" charset="-122"/>
              </a:rPr>
              <a:t>  配置到各站位</a:t>
            </a:r>
            <a:endParaRPr lang="en-US" altLang="zh-CN" sz="1200" b="0" dirty="0">
              <a:solidFill>
                <a:schemeClr val="tx1"/>
              </a:solidFill>
              <a:latin typeface="微软雅黑" panose="020B0503020204020204" pitchFamily="34" charset="-122"/>
              <a:ea typeface="微软雅黑" panose="020B0503020204020204" pitchFamily="34" charset="-122"/>
            </a:endParaRPr>
          </a:p>
          <a:p>
            <a:pPr>
              <a:lnSpc>
                <a:spcPct val="150000"/>
              </a:lnSpc>
            </a:pPr>
            <a:r>
              <a:rPr lang="en-US" altLang="zh-CN" sz="1200" b="0" dirty="0">
                <a:solidFill>
                  <a:schemeClr val="tx1"/>
                </a:solidFill>
                <a:latin typeface="微软雅黑" panose="020B0503020204020204" pitchFamily="34" charset="-122"/>
                <a:ea typeface="微软雅黑" panose="020B0503020204020204" pitchFamily="34" charset="-122"/>
              </a:rPr>
              <a:t>• </a:t>
            </a:r>
            <a:r>
              <a:rPr lang="zh-CN" altLang="en-US" sz="1200" b="0" dirty="0">
                <a:solidFill>
                  <a:schemeClr val="tx1"/>
                </a:solidFill>
                <a:latin typeface="微软雅黑" panose="020B0503020204020204" pitchFamily="34" charset="-122"/>
                <a:ea typeface="微软雅黑" panose="020B0503020204020204" pitchFamily="34" charset="-122"/>
              </a:rPr>
              <a:t>生成站位级资源配置结果</a:t>
            </a:r>
            <a:endParaRPr lang="en-US" altLang="zh-CN" sz="1200" b="0" dirty="0">
              <a:solidFill>
                <a:schemeClr val="tx1"/>
              </a:solidFill>
              <a:latin typeface="微软雅黑" panose="020B0503020204020204" pitchFamily="34" charset="-122"/>
              <a:ea typeface="微软雅黑" panose="020B0503020204020204" pitchFamily="34" charset="-122"/>
            </a:endParaRPr>
          </a:p>
        </p:txBody>
      </p:sp>
      <p:sp>
        <p:nvSpPr>
          <p:cNvPr id="51" name="文本框 50">
            <a:extLst>
              <a:ext uri="{FF2B5EF4-FFF2-40B4-BE49-F238E27FC236}">
                <a16:creationId xmlns:a16="http://schemas.microsoft.com/office/drawing/2014/main" id="{77DF7E4A-BE47-03F5-D035-1165760C0B9C}"/>
              </a:ext>
            </a:extLst>
          </p:cNvPr>
          <p:cNvSpPr txBox="1"/>
          <p:nvPr/>
        </p:nvSpPr>
        <p:spPr>
          <a:xfrm>
            <a:off x="4115304" y="4172996"/>
            <a:ext cx="2165753" cy="1150148"/>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en-US" altLang="zh-CN" sz="1200" b="0" dirty="0">
                <a:solidFill>
                  <a:schemeClr val="tx1"/>
                </a:solidFill>
                <a:latin typeface="微软雅黑" panose="020B0503020204020204" pitchFamily="34" charset="-122"/>
                <a:ea typeface="微软雅黑" panose="020B0503020204020204" pitchFamily="34" charset="-122"/>
              </a:rPr>
              <a:t>• </a:t>
            </a:r>
            <a:r>
              <a:rPr lang="zh-CN" altLang="en-US" sz="1200" b="0" dirty="0">
                <a:solidFill>
                  <a:schemeClr val="tx1"/>
                </a:solidFill>
                <a:latin typeface="微软雅黑" panose="020B0503020204020204" pitchFamily="34" charset="-122"/>
                <a:ea typeface="微软雅黑" panose="020B0503020204020204" pitchFamily="34" charset="-122"/>
              </a:rPr>
              <a:t>基于资源配置结果</a:t>
            </a:r>
            <a:endParaRPr lang="en-US" altLang="zh-CN" sz="1200" b="0" dirty="0">
              <a:solidFill>
                <a:schemeClr val="tx1"/>
              </a:solidFill>
              <a:latin typeface="微软雅黑" panose="020B0503020204020204" pitchFamily="34" charset="-122"/>
              <a:ea typeface="微软雅黑" panose="020B0503020204020204" pitchFamily="34" charset="-122"/>
            </a:endParaRPr>
          </a:p>
          <a:p>
            <a:pPr>
              <a:lnSpc>
                <a:spcPct val="150000"/>
              </a:lnSpc>
            </a:pPr>
            <a:r>
              <a:rPr lang="en-US" altLang="zh-CN" sz="1200" b="0" dirty="0">
                <a:solidFill>
                  <a:schemeClr val="tx1"/>
                </a:solidFill>
                <a:latin typeface="微软雅黑" panose="020B0503020204020204" pitchFamily="34" charset="-122"/>
                <a:ea typeface="微软雅黑" panose="020B0503020204020204" pitchFamily="34" charset="-122"/>
              </a:rPr>
              <a:t>• </a:t>
            </a:r>
            <a:r>
              <a:rPr lang="zh-CN" altLang="en-US" sz="1200" b="0" dirty="0">
                <a:solidFill>
                  <a:schemeClr val="tx1"/>
                </a:solidFill>
                <a:latin typeface="微软雅黑" panose="020B0503020204020204" pitchFamily="34" charset="-122"/>
                <a:ea typeface="微软雅黑" panose="020B0503020204020204" pitchFamily="34" charset="-122"/>
              </a:rPr>
              <a:t>生成各站位初始工序执行顺序</a:t>
            </a:r>
            <a:endParaRPr lang="en-US" altLang="zh-CN" sz="1200" b="0" dirty="0">
              <a:solidFill>
                <a:schemeClr val="tx1"/>
              </a:solidFill>
              <a:latin typeface="微软雅黑" panose="020B0503020204020204" pitchFamily="34" charset="-122"/>
              <a:ea typeface="微软雅黑" panose="020B0503020204020204" pitchFamily="34" charset="-122"/>
            </a:endParaRPr>
          </a:p>
          <a:p>
            <a:pPr>
              <a:lnSpc>
                <a:spcPct val="150000"/>
              </a:lnSpc>
            </a:pPr>
            <a:r>
              <a:rPr lang="en-US" altLang="zh-CN" sz="1200" b="0" dirty="0">
                <a:solidFill>
                  <a:schemeClr val="tx1"/>
                </a:solidFill>
                <a:latin typeface="微软雅黑" panose="020B0503020204020204" pitchFamily="34" charset="-122"/>
                <a:ea typeface="微软雅黑" panose="020B0503020204020204" pitchFamily="34" charset="-122"/>
              </a:rPr>
              <a:t>• </a:t>
            </a:r>
            <a:r>
              <a:rPr lang="zh-CN" altLang="en-US" sz="1200" b="0" dirty="0">
                <a:solidFill>
                  <a:schemeClr val="tx1"/>
                </a:solidFill>
                <a:latin typeface="微软雅黑" panose="020B0503020204020204" pitchFamily="34" charset="-122"/>
                <a:ea typeface="微软雅黑" panose="020B0503020204020204" pitchFamily="34" charset="-122"/>
              </a:rPr>
              <a:t>形成初始调度方案</a:t>
            </a:r>
            <a:endParaRPr lang="en-US" altLang="zh-CN" sz="1200" b="0" dirty="0">
              <a:solidFill>
                <a:schemeClr val="tx1"/>
              </a:solidFill>
              <a:latin typeface="微软雅黑" panose="020B0503020204020204" pitchFamily="34" charset="-122"/>
              <a:ea typeface="微软雅黑" panose="020B0503020204020204" pitchFamily="34" charset="-122"/>
            </a:endParaRPr>
          </a:p>
        </p:txBody>
      </p:sp>
      <p:sp>
        <p:nvSpPr>
          <p:cNvPr id="52" name="文本框 51">
            <a:extLst>
              <a:ext uri="{FF2B5EF4-FFF2-40B4-BE49-F238E27FC236}">
                <a16:creationId xmlns:a16="http://schemas.microsoft.com/office/drawing/2014/main" id="{87AD61F7-F6F6-6A36-E4E5-AF834BAC5421}"/>
              </a:ext>
            </a:extLst>
          </p:cNvPr>
          <p:cNvSpPr txBox="1"/>
          <p:nvPr/>
        </p:nvSpPr>
        <p:spPr>
          <a:xfrm>
            <a:off x="6763169" y="2694768"/>
            <a:ext cx="1480196" cy="400648"/>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gn="ctr">
              <a:lnSpc>
                <a:spcPct val="150000"/>
              </a:lnSpc>
            </a:pPr>
            <a:r>
              <a:rPr lang="zh-CN" altLang="en-US" sz="1600" dirty="0">
                <a:solidFill>
                  <a:srgbClr val="003F88"/>
                </a:solidFill>
                <a:latin typeface="微软雅黑" panose="020B0503020204020204" pitchFamily="34" charset="-122"/>
                <a:ea typeface="微软雅黑" panose="020B0503020204020204" pitchFamily="34" charset="-122"/>
              </a:rPr>
              <a:t>优化目标</a:t>
            </a:r>
          </a:p>
        </p:txBody>
      </p:sp>
      <p:cxnSp>
        <p:nvCxnSpPr>
          <p:cNvPr id="53" name="直接连接符 52">
            <a:extLst>
              <a:ext uri="{FF2B5EF4-FFF2-40B4-BE49-F238E27FC236}">
                <a16:creationId xmlns:a16="http://schemas.microsoft.com/office/drawing/2014/main" id="{24DB752E-6A9C-A310-C0E0-4E0A0A257E56}"/>
              </a:ext>
            </a:extLst>
          </p:cNvPr>
          <p:cNvCxnSpPr>
            <a:cxnSpLocks/>
          </p:cNvCxnSpPr>
          <p:nvPr/>
        </p:nvCxnSpPr>
        <p:spPr>
          <a:xfrm>
            <a:off x="6763169" y="3145971"/>
            <a:ext cx="1480196" cy="0"/>
          </a:xfrm>
          <a:prstGeom prst="line">
            <a:avLst/>
          </a:prstGeom>
          <a:ln w="25400">
            <a:prstDash val="dash"/>
          </a:ln>
        </p:spPr>
        <p:style>
          <a:lnRef idx="1">
            <a:schemeClr val="accent1"/>
          </a:lnRef>
          <a:fillRef idx="0">
            <a:schemeClr val="accent1"/>
          </a:fillRef>
          <a:effectRef idx="0">
            <a:schemeClr val="accent1"/>
          </a:effectRef>
          <a:fontRef idx="minor">
            <a:schemeClr val="tx1"/>
          </a:fontRef>
        </p:style>
      </p:cxnSp>
      <p:sp>
        <p:nvSpPr>
          <p:cNvPr id="55" name="矩形: 圆角 54">
            <a:extLst>
              <a:ext uri="{FF2B5EF4-FFF2-40B4-BE49-F238E27FC236}">
                <a16:creationId xmlns:a16="http://schemas.microsoft.com/office/drawing/2014/main" id="{11ABAD11-85E4-6A15-95CD-5A72A2BA460E}"/>
              </a:ext>
            </a:extLst>
          </p:cNvPr>
          <p:cNvSpPr/>
          <p:nvPr/>
        </p:nvSpPr>
        <p:spPr>
          <a:xfrm>
            <a:off x="6994820" y="3296762"/>
            <a:ext cx="1049723" cy="556803"/>
          </a:xfrm>
          <a:prstGeom prst="roundRect">
            <a:avLst>
              <a:gd name="adj" fmla="val 3510"/>
            </a:avLst>
          </a:prstGeom>
          <a:solidFill>
            <a:srgbClr val="3192F2">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微软雅黑" panose="020B0503020204020204" pitchFamily="34" charset="-122"/>
                <a:ea typeface="微软雅黑" panose="020B0503020204020204" pitchFamily="34" charset="-122"/>
              </a:rPr>
              <a:t>最小化站位节拍</a:t>
            </a:r>
          </a:p>
        </p:txBody>
      </p:sp>
      <p:sp>
        <p:nvSpPr>
          <p:cNvPr id="56" name="矩形: 圆角 55">
            <a:extLst>
              <a:ext uri="{FF2B5EF4-FFF2-40B4-BE49-F238E27FC236}">
                <a16:creationId xmlns:a16="http://schemas.microsoft.com/office/drawing/2014/main" id="{B47EA25A-F4CF-20CD-47FC-4B0EFDC2FC97}"/>
              </a:ext>
            </a:extLst>
          </p:cNvPr>
          <p:cNvSpPr/>
          <p:nvPr/>
        </p:nvSpPr>
        <p:spPr>
          <a:xfrm>
            <a:off x="6994816" y="3993450"/>
            <a:ext cx="1049723" cy="556803"/>
          </a:xfrm>
          <a:prstGeom prst="roundRect">
            <a:avLst>
              <a:gd name="adj" fmla="val 3510"/>
            </a:avLst>
          </a:prstGeom>
          <a:solidFill>
            <a:srgbClr val="3192F2">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微软雅黑" panose="020B0503020204020204" pitchFamily="34" charset="-122"/>
                <a:ea typeface="微软雅黑" panose="020B0503020204020204" pitchFamily="34" charset="-122"/>
              </a:rPr>
              <a:t>最小化平滑指数</a:t>
            </a:r>
          </a:p>
        </p:txBody>
      </p:sp>
      <p:sp>
        <p:nvSpPr>
          <p:cNvPr id="57" name="文本框 56">
            <a:extLst>
              <a:ext uri="{FF2B5EF4-FFF2-40B4-BE49-F238E27FC236}">
                <a16:creationId xmlns:a16="http://schemas.microsoft.com/office/drawing/2014/main" id="{397124F5-0273-60A5-EED6-65CB7C9DBC2E}"/>
              </a:ext>
            </a:extLst>
          </p:cNvPr>
          <p:cNvSpPr txBox="1"/>
          <p:nvPr/>
        </p:nvSpPr>
        <p:spPr>
          <a:xfrm>
            <a:off x="3722593" y="5661608"/>
            <a:ext cx="4772024" cy="359867"/>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gn="ctr">
              <a:lnSpc>
                <a:spcPct val="150000"/>
              </a:lnSpc>
            </a:pPr>
            <a:r>
              <a:rPr lang="zh-CN" altLang="en-US" sz="1400" dirty="0">
                <a:solidFill>
                  <a:schemeClr val="tx1"/>
                </a:solidFill>
                <a:latin typeface="微软雅黑" panose="020B0503020204020204" pitchFamily="34" charset="-122"/>
                <a:ea typeface="微软雅黑" panose="020B0503020204020204" pitchFamily="34" charset="-122"/>
              </a:rPr>
              <a:t>输出满足工艺与资源约束的静态初始方案</a:t>
            </a:r>
            <a:endParaRPr lang="en-US" altLang="zh-CN" sz="1400" dirty="0">
              <a:solidFill>
                <a:schemeClr val="tx1"/>
              </a:solidFill>
              <a:latin typeface="微软雅黑" panose="020B0503020204020204" pitchFamily="34" charset="-122"/>
              <a:ea typeface="微软雅黑" panose="020B0503020204020204" pitchFamily="34" charset="-122"/>
            </a:endParaRPr>
          </a:p>
        </p:txBody>
      </p:sp>
      <p:sp>
        <p:nvSpPr>
          <p:cNvPr id="58" name="文本框 57">
            <a:extLst>
              <a:ext uri="{FF2B5EF4-FFF2-40B4-BE49-F238E27FC236}">
                <a16:creationId xmlns:a16="http://schemas.microsoft.com/office/drawing/2014/main" id="{7D317321-29AE-C44E-4477-FF44D4BF80C9}"/>
              </a:ext>
            </a:extLst>
          </p:cNvPr>
          <p:cNvSpPr txBox="1"/>
          <p:nvPr/>
        </p:nvSpPr>
        <p:spPr>
          <a:xfrm>
            <a:off x="9042465" y="2242228"/>
            <a:ext cx="1035197" cy="769980"/>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zh-CN" altLang="en-US" sz="1600" dirty="0">
                <a:solidFill>
                  <a:srgbClr val="003F88"/>
                </a:solidFill>
                <a:latin typeface="微软雅黑" panose="020B0503020204020204" pitchFamily="34" charset="-122"/>
                <a:ea typeface="微软雅黑" panose="020B0503020204020204" pitchFamily="34" charset="-122"/>
              </a:rPr>
              <a:t>固定资源配置结果</a:t>
            </a:r>
          </a:p>
        </p:txBody>
      </p:sp>
      <p:sp>
        <p:nvSpPr>
          <p:cNvPr id="59" name="文本框 58">
            <a:extLst>
              <a:ext uri="{FF2B5EF4-FFF2-40B4-BE49-F238E27FC236}">
                <a16:creationId xmlns:a16="http://schemas.microsoft.com/office/drawing/2014/main" id="{678508C3-8FD3-5BE1-DF81-D732DF5D67A2}"/>
              </a:ext>
            </a:extLst>
          </p:cNvPr>
          <p:cNvSpPr txBox="1"/>
          <p:nvPr/>
        </p:nvSpPr>
        <p:spPr>
          <a:xfrm>
            <a:off x="9962131" y="2215860"/>
            <a:ext cx="1699943" cy="757733"/>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200000"/>
              </a:lnSpc>
            </a:pPr>
            <a:r>
              <a:rPr lang="en-US" altLang="zh-CN" sz="1200" b="0" dirty="0">
                <a:solidFill>
                  <a:schemeClr val="tx1"/>
                </a:solidFill>
                <a:latin typeface="微软雅黑" panose="020B0503020204020204" pitchFamily="34" charset="-122"/>
                <a:ea typeface="微软雅黑" panose="020B0503020204020204" pitchFamily="34" charset="-122"/>
              </a:rPr>
              <a:t>• </a:t>
            </a:r>
            <a:r>
              <a:rPr lang="zh-CN" altLang="en-US" sz="1200" b="0" dirty="0">
                <a:solidFill>
                  <a:schemeClr val="tx1"/>
                </a:solidFill>
                <a:latin typeface="微软雅黑" panose="020B0503020204020204" pitchFamily="34" charset="-122"/>
                <a:ea typeface="微软雅黑" panose="020B0503020204020204" pitchFamily="34" charset="-122"/>
              </a:rPr>
              <a:t>站位固定工人集合</a:t>
            </a:r>
            <a:endParaRPr lang="en-US" altLang="zh-CN" sz="1200" b="0" dirty="0">
              <a:solidFill>
                <a:schemeClr val="tx1"/>
              </a:solidFill>
              <a:latin typeface="微软雅黑" panose="020B0503020204020204" pitchFamily="34" charset="-122"/>
              <a:ea typeface="微软雅黑" panose="020B0503020204020204" pitchFamily="34" charset="-122"/>
            </a:endParaRPr>
          </a:p>
          <a:p>
            <a:pPr>
              <a:lnSpc>
                <a:spcPct val="200000"/>
              </a:lnSpc>
            </a:pPr>
            <a:r>
              <a:rPr lang="en-US" altLang="zh-CN" sz="1200" b="0" dirty="0">
                <a:solidFill>
                  <a:schemeClr val="tx1"/>
                </a:solidFill>
                <a:latin typeface="微软雅黑" panose="020B0503020204020204" pitchFamily="34" charset="-122"/>
                <a:ea typeface="微软雅黑" panose="020B0503020204020204" pitchFamily="34" charset="-122"/>
              </a:rPr>
              <a:t>• </a:t>
            </a:r>
            <a:r>
              <a:rPr lang="zh-CN" altLang="en-US" sz="1200" b="0" dirty="0">
                <a:solidFill>
                  <a:schemeClr val="tx1"/>
                </a:solidFill>
                <a:latin typeface="微软雅黑" panose="020B0503020204020204" pitchFamily="34" charset="-122"/>
                <a:ea typeface="微软雅黑" panose="020B0503020204020204" pitchFamily="34" charset="-122"/>
              </a:rPr>
              <a:t>站位固定设备集合</a:t>
            </a:r>
            <a:endParaRPr lang="en-US" altLang="zh-CN" sz="1200" b="0" dirty="0">
              <a:solidFill>
                <a:schemeClr val="tx1"/>
              </a:solidFill>
              <a:latin typeface="微软雅黑" panose="020B0503020204020204" pitchFamily="34" charset="-122"/>
              <a:ea typeface="微软雅黑" panose="020B0503020204020204" pitchFamily="34" charset="-122"/>
            </a:endParaRPr>
          </a:p>
        </p:txBody>
      </p:sp>
      <p:sp>
        <p:nvSpPr>
          <p:cNvPr id="60" name="文本框 59">
            <a:extLst>
              <a:ext uri="{FF2B5EF4-FFF2-40B4-BE49-F238E27FC236}">
                <a16:creationId xmlns:a16="http://schemas.microsoft.com/office/drawing/2014/main" id="{7D950425-3CA4-B48D-CEB1-01728B934589}"/>
              </a:ext>
            </a:extLst>
          </p:cNvPr>
          <p:cNvSpPr txBox="1"/>
          <p:nvPr/>
        </p:nvSpPr>
        <p:spPr>
          <a:xfrm>
            <a:off x="9053349" y="3472313"/>
            <a:ext cx="1035197" cy="769980"/>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zh-CN" altLang="en-US" sz="1600" dirty="0">
                <a:solidFill>
                  <a:srgbClr val="003F88"/>
                </a:solidFill>
                <a:latin typeface="微软雅黑" panose="020B0503020204020204" pitchFamily="34" charset="-122"/>
                <a:ea typeface="微软雅黑" panose="020B0503020204020204" pitchFamily="34" charset="-122"/>
              </a:rPr>
              <a:t>流动资源候选结果</a:t>
            </a:r>
          </a:p>
        </p:txBody>
      </p:sp>
      <p:sp>
        <p:nvSpPr>
          <p:cNvPr id="61" name="文本框 60">
            <a:extLst>
              <a:ext uri="{FF2B5EF4-FFF2-40B4-BE49-F238E27FC236}">
                <a16:creationId xmlns:a16="http://schemas.microsoft.com/office/drawing/2014/main" id="{B803027C-5022-50F5-2E1A-66C2BE433BF6}"/>
              </a:ext>
            </a:extLst>
          </p:cNvPr>
          <p:cNvSpPr txBox="1"/>
          <p:nvPr/>
        </p:nvSpPr>
        <p:spPr>
          <a:xfrm>
            <a:off x="9973015" y="3445945"/>
            <a:ext cx="1699943" cy="757733"/>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200000"/>
              </a:lnSpc>
            </a:pPr>
            <a:r>
              <a:rPr lang="en-US" altLang="zh-CN" sz="1200" b="0" dirty="0">
                <a:solidFill>
                  <a:schemeClr val="tx1"/>
                </a:solidFill>
                <a:latin typeface="微软雅黑" panose="020B0503020204020204" pitchFamily="34" charset="-122"/>
                <a:ea typeface="微软雅黑" panose="020B0503020204020204" pitchFamily="34" charset="-122"/>
              </a:rPr>
              <a:t>• </a:t>
            </a:r>
            <a:r>
              <a:rPr lang="zh-CN" altLang="en-US" sz="1200" b="0" dirty="0">
                <a:solidFill>
                  <a:schemeClr val="tx1"/>
                </a:solidFill>
                <a:latin typeface="微软雅黑" panose="020B0503020204020204" pitchFamily="34" charset="-122"/>
                <a:ea typeface="微软雅黑" panose="020B0503020204020204" pitchFamily="34" charset="-122"/>
              </a:rPr>
              <a:t>流动工人候选集合</a:t>
            </a:r>
            <a:endParaRPr lang="en-US" altLang="zh-CN" sz="1200" b="0" dirty="0">
              <a:solidFill>
                <a:schemeClr val="tx1"/>
              </a:solidFill>
              <a:latin typeface="微软雅黑" panose="020B0503020204020204" pitchFamily="34" charset="-122"/>
              <a:ea typeface="微软雅黑" panose="020B0503020204020204" pitchFamily="34" charset="-122"/>
            </a:endParaRPr>
          </a:p>
          <a:p>
            <a:pPr>
              <a:lnSpc>
                <a:spcPct val="200000"/>
              </a:lnSpc>
            </a:pPr>
            <a:r>
              <a:rPr lang="en-US" altLang="zh-CN" sz="1200" b="0" dirty="0">
                <a:solidFill>
                  <a:schemeClr val="tx1"/>
                </a:solidFill>
                <a:latin typeface="微软雅黑" panose="020B0503020204020204" pitchFamily="34" charset="-122"/>
                <a:ea typeface="微软雅黑" panose="020B0503020204020204" pitchFamily="34" charset="-122"/>
              </a:rPr>
              <a:t>• </a:t>
            </a:r>
            <a:r>
              <a:rPr lang="zh-CN" altLang="en-US" sz="1200" b="0" dirty="0">
                <a:solidFill>
                  <a:schemeClr val="tx1"/>
                </a:solidFill>
                <a:latin typeface="微软雅黑" panose="020B0503020204020204" pitchFamily="34" charset="-122"/>
                <a:ea typeface="微软雅黑" panose="020B0503020204020204" pitchFamily="34" charset="-122"/>
              </a:rPr>
              <a:t>流动设备候选集合</a:t>
            </a:r>
            <a:endParaRPr lang="en-US" altLang="zh-CN" sz="1200" b="0" dirty="0">
              <a:solidFill>
                <a:schemeClr val="tx1"/>
              </a:solidFill>
              <a:latin typeface="微软雅黑" panose="020B0503020204020204" pitchFamily="34" charset="-122"/>
              <a:ea typeface="微软雅黑" panose="020B0503020204020204" pitchFamily="34" charset="-122"/>
            </a:endParaRPr>
          </a:p>
        </p:txBody>
      </p:sp>
      <p:sp>
        <p:nvSpPr>
          <p:cNvPr id="62" name="文本框 61">
            <a:extLst>
              <a:ext uri="{FF2B5EF4-FFF2-40B4-BE49-F238E27FC236}">
                <a16:creationId xmlns:a16="http://schemas.microsoft.com/office/drawing/2014/main" id="{4EC8AE48-685C-5736-B84C-9D0882A129D5}"/>
              </a:ext>
            </a:extLst>
          </p:cNvPr>
          <p:cNvSpPr txBox="1"/>
          <p:nvPr/>
        </p:nvSpPr>
        <p:spPr>
          <a:xfrm>
            <a:off x="9042464" y="4669742"/>
            <a:ext cx="1035197" cy="769980"/>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gn="ctr">
              <a:lnSpc>
                <a:spcPct val="150000"/>
              </a:lnSpc>
            </a:pPr>
            <a:r>
              <a:rPr lang="zh-CN" altLang="en-US" sz="1600" dirty="0">
                <a:solidFill>
                  <a:srgbClr val="003F88"/>
                </a:solidFill>
                <a:latin typeface="微软雅黑" panose="020B0503020204020204" pitchFamily="34" charset="-122"/>
                <a:ea typeface="微软雅黑" panose="020B0503020204020204" pitchFamily="34" charset="-122"/>
              </a:rPr>
              <a:t>初始调</a:t>
            </a:r>
            <a:endParaRPr lang="en-US" altLang="zh-CN" sz="1600" dirty="0">
              <a:solidFill>
                <a:srgbClr val="003F88"/>
              </a:solidFill>
              <a:latin typeface="微软雅黑" panose="020B0503020204020204" pitchFamily="34" charset="-122"/>
              <a:ea typeface="微软雅黑" panose="020B0503020204020204" pitchFamily="34" charset="-122"/>
            </a:endParaRPr>
          </a:p>
          <a:p>
            <a:pPr algn="ctr">
              <a:lnSpc>
                <a:spcPct val="150000"/>
              </a:lnSpc>
            </a:pPr>
            <a:r>
              <a:rPr lang="zh-CN" altLang="en-US" sz="1600" dirty="0">
                <a:solidFill>
                  <a:srgbClr val="003F88"/>
                </a:solidFill>
                <a:latin typeface="微软雅黑" panose="020B0503020204020204" pitchFamily="34" charset="-122"/>
                <a:ea typeface="微软雅黑" panose="020B0503020204020204" pitchFamily="34" charset="-122"/>
              </a:rPr>
              <a:t>度结果</a:t>
            </a:r>
          </a:p>
        </p:txBody>
      </p:sp>
      <p:sp>
        <p:nvSpPr>
          <p:cNvPr id="63" name="文本框 62">
            <a:extLst>
              <a:ext uri="{FF2B5EF4-FFF2-40B4-BE49-F238E27FC236}">
                <a16:creationId xmlns:a16="http://schemas.microsoft.com/office/drawing/2014/main" id="{69289575-D8C2-0FBC-3121-ADB83C8AE64A}"/>
              </a:ext>
            </a:extLst>
          </p:cNvPr>
          <p:cNvSpPr txBox="1"/>
          <p:nvPr/>
        </p:nvSpPr>
        <p:spPr>
          <a:xfrm>
            <a:off x="9962130" y="4643374"/>
            <a:ext cx="1699943" cy="873149"/>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en-US" altLang="zh-CN" sz="1200" b="0" dirty="0">
                <a:solidFill>
                  <a:schemeClr val="tx1"/>
                </a:solidFill>
                <a:latin typeface="微软雅黑" panose="020B0503020204020204" pitchFamily="34" charset="-122"/>
                <a:ea typeface="微软雅黑" panose="020B0503020204020204" pitchFamily="34" charset="-122"/>
              </a:rPr>
              <a:t>• </a:t>
            </a:r>
            <a:r>
              <a:rPr lang="zh-CN" altLang="en-US" sz="1200" b="0" dirty="0">
                <a:solidFill>
                  <a:schemeClr val="tx1"/>
                </a:solidFill>
                <a:latin typeface="微软雅黑" panose="020B0503020204020204" pitchFamily="34" charset="-122"/>
                <a:ea typeface="微软雅黑" panose="020B0503020204020204" pitchFamily="34" charset="-122"/>
              </a:rPr>
              <a:t>初始工序执行顺序</a:t>
            </a:r>
            <a:endParaRPr lang="en-US" altLang="zh-CN" sz="1200" b="0" dirty="0">
              <a:solidFill>
                <a:schemeClr val="tx1"/>
              </a:solidFill>
              <a:latin typeface="微软雅黑" panose="020B0503020204020204" pitchFamily="34" charset="-122"/>
              <a:ea typeface="微软雅黑" panose="020B0503020204020204" pitchFamily="34" charset="-122"/>
            </a:endParaRPr>
          </a:p>
          <a:p>
            <a:pPr>
              <a:lnSpc>
                <a:spcPct val="150000"/>
              </a:lnSpc>
            </a:pPr>
            <a:r>
              <a:rPr lang="en-US" altLang="zh-CN" sz="1200" b="0" dirty="0">
                <a:solidFill>
                  <a:schemeClr val="tx1"/>
                </a:solidFill>
                <a:latin typeface="微软雅黑" panose="020B0503020204020204" pitchFamily="34" charset="-122"/>
                <a:ea typeface="微软雅黑" panose="020B0503020204020204" pitchFamily="34" charset="-122"/>
              </a:rPr>
              <a:t>• </a:t>
            </a:r>
            <a:r>
              <a:rPr lang="zh-CN" altLang="en-US" sz="1200" b="0" dirty="0">
                <a:solidFill>
                  <a:schemeClr val="tx1"/>
                </a:solidFill>
                <a:latin typeface="微软雅黑" panose="020B0503020204020204" pitchFamily="34" charset="-122"/>
                <a:ea typeface="微软雅黑" panose="020B0503020204020204" pitchFamily="34" charset="-122"/>
              </a:rPr>
              <a:t>初始资源占用状态</a:t>
            </a:r>
            <a:endParaRPr lang="en-US" altLang="zh-CN" sz="1200" b="0" dirty="0">
              <a:solidFill>
                <a:schemeClr val="tx1"/>
              </a:solidFill>
              <a:latin typeface="微软雅黑" panose="020B0503020204020204" pitchFamily="34" charset="-122"/>
              <a:ea typeface="微软雅黑" panose="020B0503020204020204" pitchFamily="34" charset="-122"/>
            </a:endParaRPr>
          </a:p>
          <a:p>
            <a:pPr>
              <a:lnSpc>
                <a:spcPct val="150000"/>
              </a:lnSpc>
            </a:pPr>
            <a:r>
              <a:rPr lang="en-US" altLang="zh-CN" sz="1200" b="0" dirty="0">
                <a:solidFill>
                  <a:schemeClr val="tx1"/>
                </a:solidFill>
                <a:latin typeface="微软雅黑" panose="020B0503020204020204" pitchFamily="34" charset="-122"/>
                <a:ea typeface="微软雅黑" panose="020B0503020204020204" pitchFamily="34" charset="-122"/>
              </a:rPr>
              <a:t>• </a:t>
            </a:r>
            <a:r>
              <a:rPr lang="zh-CN" altLang="en-US" sz="1200" b="0" dirty="0">
                <a:solidFill>
                  <a:schemeClr val="tx1"/>
                </a:solidFill>
                <a:latin typeface="微软雅黑" panose="020B0503020204020204" pitchFamily="34" charset="-122"/>
                <a:ea typeface="微软雅黑" panose="020B0503020204020204" pitchFamily="34" charset="-122"/>
              </a:rPr>
              <a:t>静态资源底座</a:t>
            </a:r>
            <a:endParaRPr lang="en-US" altLang="zh-CN" sz="1200" b="0" dirty="0">
              <a:solidFill>
                <a:schemeClr val="tx1"/>
              </a:solidFill>
              <a:latin typeface="微软雅黑" panose="020B0503020204020204" pitchFamily="34" charset="-122"/>
              <a:ea typeface="微软雅黑" panose="020B0503020204020204" pitchFamily="34" charset="-122"/>
            </a:endParaRPr>
          </a:p>
        </p:txBody>
      </p:sp>
      <p:sp>
        <p:nvSpPr>
          <p:cNvPr id="73" name="箭头: 右 72">
            <a:extLst>
              <a:ext uri="{FF2B5EF4-FFF2-40B4-BE49-F238E27FC236}">
                <a16:creationId xmlns:a16="http://schemas.microsoft.com/office/drawing/2014/main" id="{0C031680-6F40-4994-BE1F-DB0A7CE8636D}"/>
              </a:ext>
            </a:extLst>
          </p:cNvPr>
          <p:cNvSpPr/>
          <p:nvPr/>
        </p:nvSpPr>
        <p:spPr>
          <a:xfrm>
            <a:off x="3485445" y="3526772"/>
            <a:ext cx="195030" cy="339478"/>
          </a:xfrm>
          <a:prstGeom prst="rightArrow">
            <a:avLst/>
          </a:prstGeom>
          <a:solidFill>
            <a:srgbClr val="003F8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箭头: 右 73">
            <a:extLst>
              <a:ext uri="{FF2B5EF4-FFF2-40B4-BE49-F238E27FC236}">
                <a16:creationId xmlns:a16="http://schemas.microsoft.com/office/drawing/2014/main" id="{C85EDE47-B5C7-5F34-35B0-2F4DB618D357}"/>
              </a:ext>
            </a:extLst>
          </p:cNvPr>
          <p:cNvSpPr/>
          <p:nvPr/>
        </p:nvSpPr>
        <p:spPr>
          <a:xfrm>
            <a:off x="8575839" y="3531089"/>
            <a:ext cx="195030" cy="339478"/>
          </a:xfrm>
          <a:prstGeom prst="rightArrow">
            <a:avLst/>
          </a:prstGeom>
          <a:solidFill>
            <a:srgbClr val="003F8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箭头: 右 74">
            <a:extLst>
              <a:ext uri="{FF2B5EF4-FFF2-40B4-BE49-F238E27FC236}">
                <a16:creationId xmlns:a16="http://schemas.microsoft.com/office/drawing/2014/main" id="{537F282B-738C-C0FA-D99B-91F321621CD4}"/>
              </a:ext>
            </a:extLst>
          </p:cNvPr>
          <p:cNvSpPr/>
          <p:nvPr/>
        </p:nvSpPr>
        <p:spPr>
          <a:xfrm rot="5400000">
            <a:off x="5069757" y="3537471"/>
            <a:ext cx="195030" cy="339478"/>
          </a:xfrm>
          <a:prstGeom prst="rightArrow">
            <a:avLst/>
          </a:prstGeom>
          <a:solidFill>
            <a:srgbClr val="003F8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83311352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339B62-BB8E-21EC-5052-E6CB03BE452F}"/>
            </a:ext>
          </a:extLst>
        </p:cNvPr>
        <p:cNvGrpSpPr/>
        <p:nvPr/>
      </p:nvGrpSpPr>
      <p:grpSpPr>
        <a:xfrm>
          <a:off x="0" y="0"/>
          <a:ext cx="0" cy="0"/>
          <a:chOff x="0" y="0"/>
          <a:chExt cx="0" cy="0"/>
        </a:xfrm>
      </p:grpSpPr>
      <p:cxnSp>
        <p:nvCxnSpPr>
          <p:cNvPr id="7" name="直接连接符 6">
            <a:extLst>
              <a:ext uri="{FF2B5EF4-FFF2-40B4-BE49-F238E27FC236}">
                <a16:creationId xmlns:a16="http://schemas.microsoft.com/office/drawing/2014/main" id="{327762BA-2799-F859-81C6-D14603738A66}"/>
              </a:ext>
            </a:extLst>
          </p:cNvPr>
          <p:cNvCxnSpPr>
            <a:cxnSpLocks/>
          </p:cNvCxnSpPr>
          <p:nvPr/>
        </p:nvCxnSpPr>
        <p:spPr>
          <a:xfrm>
            <a:off x="337132" y="774574"/>
            <a:ext cx="11567001" cy="0"/>
          </a:xfrm>
          <a:prstGeom prst="line">
            <a:avLst/>
          </a:prstGeom>
          <a:ln w="19050">
            <a:solidFill>
              <a:srgbClr val="133C7A">
                <a:alpha val="80000"/>
              </a:srgbClr>
            </a:solidFill>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76BA840E-1AF0-5047-4AF0-DEAF62532822}"/>
              </a:ext>
            </a:extLst>
          </p:cNvPr>
          <p:cNvSpPr txBox="1"/>
          <p:nvPr/>
        </p:nvSpPr>
        <p:spPr>
          <a:xfrm>
            <a:off x="683012" y="256087"/>
            <a:ext cx="9510123" cy="505676"/>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r>
              <a:rPr lang="en-US" altLang="zh-CN" sz="2800" dirty="0">
                <a:solidFill>
                  <a:schemeClr val="tx2">
                    <a:lumMod val="75000"/>
                  </a:schemeClr>
                </a:solidFill>
                <a:latin typeface="微软雅黑" panose="020B0503020204020204" pitchFamily="34" charset="-122"/>
                <a:ea typeface="微软雅黑" panose="020B0503020204020204" pitchFamily="34" charset="-122"/>
              </a:rPr>
              <a:t>3 </a:t>
            </a:r>
            <a:r>
              <a:rPr lang="zh-CN" altLang="en-US" sz="2800" dirty="0">
                <a:solidFill>
                  <a:schemeClr val="tx2">
                    <a:lumMod val="75000"/>
                  </a:schemeClr>
                </a:solidFill>
                <a:latin typeface="微软雅黑" panose="020B0503020204020204" pitchFamily="34" charset="-122"/>
                <a:ea typeface="微软雅黑" panose="020B0503020204020204" pitchFamily="34" charset="-122"/>
              </a:rPr>
              <a:t>方法框架</a:t>
            </a:r>
          </a:p>
        </p:txBody>
      </p:sp>
      <p:sp>
        <p:nvSpPr>
          <p:cNvPr id="9" name="矩形 8">
            <a:extLst>
              <a:ext uri="{FF2B5EF4-FFF2-40B4-BE49-F238E27FC236}">
                <a16:creationId xmlns:a16="http://schemas.microsoft.com/office/drawing/2014/main" id="{AA894EA3-CA37-9478-2A24-22DB64000792}"/>
              </a:ext>
            </a:extLst>
          </p:cNvPr>
          <p:cNvSpPr/>
          <p:nvPr/>
        </p:nvSpPr>
        <p:spPr>
          <a:xfrm>
            <a:off x="337132" y="268900"/>
            <a:ext cx="195295" cy="50567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C6F0CD9D-07AA-5632-369B-2B4C971C1F52}"/>
              </a:ext>
            </a:extLst>
          </p:cNvPr>
          <p:cNvSpPr/>
          <p:nvPr/>
        </p:nvSpPr>
        <p:spPr>
          <a:xfrm>
            <a:off x="337132" y="268900"/>
            <a:ext cx="276318" cy="505674"/>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4908393A-C224-6551-C014-62526C674C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66776" y="256087"/>
            <a:ext cx="1788092" cy="431989"/>
          </a:xfrm>
          <a:prstGeom prst="rect">
            <a:avLst/>
          </a:prstGeom>
        </p:spPr>
      </p:pic>
      <p:sp>
        <p:nvSpPr>
          <p:cNvPr id="4" name="文本框 3">
            <a:extLst>
              <a:ext uri="{FF2B5EF4-FFF2-40B4-BE49-F238E27FC236}">
                <a16:creationId xmlns:a16="http://schemas.microsoft.com/office/drawing/2014/main" id="{8B119041-5102-637F-2EF7-5ED9C163DC0F}"/>
              </a:ext>
            </a:extLst>
          </p:cNvPr>
          <p:cNvSpPr txBox="1"/>
          <p:nvPr/>
        </p:nvSpPr>
        <p:spPr>
          <a:xfrm>
            <a:off x="299410" y="862073"/>
            <a:ext cx="9510123" cy="444121"/>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r>
              <a:rPr lang="en-US" altLang="zh-CN" sz="2400" dirty="0">
                <a:solidFill>
                  <a:schemeClr val="tx2">
                    <a:lumMod val="75000"/>
                  </a:schemeClr>
                </a:solidFill>
                <a:latin typeface="微软雅黑" panose="020B0503020204020204" pitchFamily="34" charset="-122"/>
                <a:ea typeface="微软雅黑" panose="020B0503020204020204" pitchFamily="34" charset="-122"/>
              </a:rPr>
              <a:t>• 3.3 </a:t>
            </a:r>
            <a:r>
              <a:rPr lang="zh-CN" altLang="en-US" sz="2400" dirty="0">
                <a:solidFill>
                  <a:schemeClr val="tx2">
                    <a:lumMod val="75000"/>
                  </a:schemeClr>
                </a:solidFill>
                <a:latin typeface="微软雅黑" panose="020B0503020204020204" pitchFamily="34" charset="-122"/>
                <a:ea typeface="微软雅黑" panose="020B0503020204020204" pitchFamily="34" charset="-122"/>
              </a:rPr>
              <a:t>多关系图状态表达图</a:t>
            </a:r>
          </a:p>
        </p:txBody>
      </p:sp>
      <p:pic>
        <p:nvPicPr>
          <p:cNvPr id="3" name="图片 2">
            <a:extLst>
              <a:ext uri="{FF2B5EF4-FFF2-40B4-BE49-F238E27FC236}">
                <a16:creationId xmlns:a16="http://schemas.microsoft.com/office/drawing/2014/main" id="{6068BA0A-1448-B396-FE35-09F4E11EAB3D}"/>
              </a:ext>
            </a:extLst>
          </p:cNvPr>
          <p:cNvPicPr>
            <a:picLocks noChangeAspect="1"/>
          </p:cNvPicPr>
          <p:nvPr/>
        </p:nvPicPr>
        <p:blipFill>
          <a:blip r:embed="rId4"/>
          <a:srcRect t="19045" b="11296"/>
          <a:stretch>
            <a:fillRect/>
          </a:stretch>
        </p:blipFill>
        <p:spPr>
          <a:xfrm>
            <a:off x="3239" y="1306194"/>
            <a:ext cx="12185522" cy="4777231"/>
          </a:xfrm>
          <a:prstGeom prst="rect">
            <a:avLst/>
          </a:prstGeom>
        </p:spPr>
      </p:pic>
      <p:sp>
        <p:nvSpPr>
          <p:cNvPr id="6" name="矩形: 圆角 5">
            <a:extLst>
              <a:ext uri="{FF2B5EF4-FFF2-40B4-BE49-F238E27FC236}">
                <a16:creationId xmlns:a16="http://schemas.microsoft.com/office/drawing/2014/main" id="{5D4AD38B-FB1A-E306-824E-EE5CF2B29840}"/>
              </a:ext>
            </a:extLst>
          </p:cNvPr>
          <p:cNvSpPr/>
          <p:nvPr/>
        </p:nvSpPr>
        <p:spPr>
          <a:xfrm>
            <a:off x="337132" y="6302146"/>
            <a:ext cx="11512984" cy="461156"/>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将扰动状态、资源可达性与站位关系编码为图表示，为分层策略提供结构化状态输入</a:t>
            </a:r>
          </a:p>
        </p:txBody>
      </p:sp>
    </p:spTree>
    <p:extLst>
      <p:ext uri="{BB962C8B-B14F-4D97-AF65-F5344CB8AC3E}">
        <p14:creationId xmlns:p14="http://schemas.microsoft.com/office/powerpoint/2010/main" val="271000017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6701E7-27A7-9F51-6492-65DA585DC4C1}"/>
            </a:ext>
          </a:extLst>
        </p:cNvPr>
        <p:cNvGrpSpPr/>
        <p:nvPr/>
      </p:nvGrpSpPr>
      <p:grpSpPr>
        <a:xfrm>
          <a:off x="0" y="0"/>
          <a:ext cx="0" cy="0"/>
          <a:chOff x="0" y="0"/>
          <a:chExt cx="0" cy="0"/>
        </a:xfrm>
      </p:grpSpPr>
      <p:cxnSp>
        <p:nvCxnSpPr>
          <p:cNvPr id="7" name="直接连接符 6">
            <a:extLst>
              <a:ext uri="{FF2B5EF4-FFF2-40B4-BE49-F238E27FC236}">
                <a16:creationId xmlns:a16="http://schemas.microsoft.com/office/drawing/2014/main" id="{C8094C3C-2611-D9D9-745D-4E016595716B}"/>
              </a:ext>
            </a:extLst>
          </p:cNvPr>
          <p:cNvCxnSpPr>
            <a:cxnSpLocks/>
          </p:cNvCxnSpPr>
          <p:nvPr/>
        </p:nvCxnSpPr>
        <p:spPr>
          <a:xfrm>
            <a:off x="337132" y="774574"/>
            <a:ext cx="11567001" cy="0"/>
          </a:xfrm>
          <a:prstGeom prst="line">
            <a:avLst/>
          </a:prstGeom>
          <a:ln w="19050">
            <a:solidFill>
              <a:srgbClr val="133C7A">
                <a:alpha val="80000"/>
              </a:srgbClr>
            </a:solidFill>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5D940B06-8560-9E89-657A-2DE0D6B5C4E0}"/>
              </a:ext>
            </a:extLst>
          </p:cNvPr>
          <p:cNvSpPr txBox="1"/>
          <p:nvPr/>
        </p:nvSpPr>
        <p:spPr>
          <a:xfrm>
            <a:off x="683012" y="256087"/>
            <a:ext cx="9510123" cy="505676"/>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r>
              <a:rPr lang="en-US" altLang="zh-CN" sz="2800" dirty="0">
                <a:solidFill>
                  <a:schemeClr val="tx2">
                    <a:lumMod val="75000"/>
                  </a:schemeClr>
                </a:solidFill>
                <a:latin typeface="微软雅黑" panose="020B0503020204020204" pitchFamily="34" charset="-122"/>
                <a:ea typeface="微软雅黑" panose="020B0503020204020204" pitchFamily="34" charset="-122"/>
              </a:rPr>
              <a:t>3 </a:t>
            </a:r>
            <a:r>
              <a:rPr lang="zh-CN" altLang="en-US" sz="2800" dirty="0">
                <a:solidFill>
                  <a:schemeClr val="tx2">
                    <a:lumMod val="75000"/>
                  </a:schemeClr>
                </a:solidFill>
                <a:latin typeface="微软雅黑" panose="020B0503020204020204" pitchFamily="34" charset="-122"/>
                <a:ea typeface="微软雅黑" panose="020B0503020204020204" pitchFamily="34" charset="-122"/>
              </a:rPr>
              <a:t>方法框架</a:t>
            </a:r>
          </a:p>
        </p:txBody>
      </p:sp>
      <p:sp>
        <p:nvSpPr>
          <p:cNvPr id="9" name="矩形 8">
            <a:extLst>
              <a:ext uri="{FF2B5EF4-FFF2-40B4-BE49-F238E27FC236}">
                <a16:creationId xmlns:a16="http://schemas.microsoft.com/office/drawing/2014/main" id="{453CE5A4-3BD9-6B0E-A925-388FF5DF1371}"/>
              </a:ext>
            </a:extLst>
          </p:cNvPr>
          <p:cNvSpPr/>
          <p:nvPr/>
        </p:nvSpPr>
        <p:spPr>
          <a:xfrm>
            <a:off x="337132" y="268900"/>
            <a:ext cx="195295" cy="50567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5176E65F-1A61-39FC-5836-0E39C58D0B35}"/>
              </a:ext>
            </a:extLst>
          </p:cNvPr>
          <p:cNvSpPr/>
          <p:nvPr/>
        </p:nvSpPr>
        <p:spPr>
          <a:xfrm>
            <a:off x="337132" y="268900"/>
            <a:ext cx="276318" cy="505674"/>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896E92BE-25C6-EF82-C461-520B5F1A56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66776" y="256087"/>
            <a:ext cx="1788092" cy="431989"/>
          </a:xfrm>
          <a:prstGeom prst="rect">
            <a:avLst/>
          </a:prstGeom>
        </p:spPr>
      </p:pic>
      <p:sp>
        <p:nvSpPr>
          <p:cNvPr id="4" name="文本框 3">
            <a:extLst>
              <a:ext uri="{FF2B5EF4-FFF2-40B4-BE49-F238E27FC236}">
                <a16:creationId xmlns:a16="http://schemas.microsoft.com/office/drawing/2014/main" id="{30D5E5A5-4D15-4979-49E3-B572E72D1074}"/>
              </a:ext>
            </a:extLst>
          </p:cNvPr>
          <p:cNvSpPr txBox="1"/>
          <p:nvPr/>
        </p:nvSpPr>
        <p:spPr>
          <a:xfrm>
            <a:off x="299410" y="862073"/>
            <a:ext cx="9510123" cy="444121"/>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r>
              <a:rPr lang="en-US" altLang="zh-CN" sz="2400" dirty="0">
                <a:solidFill>
                  <a:schemeClr val="tx2">
                    <a:lumMod val="75000"/>
                  </a:schemeClr>
                </a:solidFill>
                <a:latin typeface="微软雅黑" panose="020B0503020204020204" pitchFamily="34" charset="-122"/>
                <a:ea typeface="微软雅黑" panose="020B0503020204020204" pitchFamily="34" charset="-122"/>
              </a:rPr>
              <a:t>• 3.4 MRG-HMARL</a:t>
            </a:r>
            <a:r>
              <a:rPr lang="zh-CN" altLang="en-US" sz="2400" dirty="0">
                <a:solidFill>
                  <a:schemeClr val="tx2">
                    <a:lumMod val="75000"/>
                  </a:schemeClr>
                </a:solidFill>
                <a:latin typeface="微软雅黑" panose="020B0503020204020204" pitchFamily="34" charset="-122"/>
                <a:ea typeface="微软雅黑" panose="020B0503020204020204" pitchFamily="34" charset="-122"/>
              </a:rPr>
              <a:t>算法图</a:t>
            </a:r>
          </a:p>
        </p:txBody>
      </p:sp>
      <p:pic>
        <p:nvPicPr>
          <p:cNvPr id="12" name="图片 11">
            <a:extLst>
              <a:ext uri="{FF2B5EF4-FFF2-40B4-BE49-F238E27FC236}">
                <a16:creationId xmlns:a16="http://schemas.microsoft.com/office/drawing/2014/main" id="{B3A50ABA-40B6-7F62-29D4-4CC9AC24A451}"/>
              </a:ext>
            </a:extLst>
          </p:cNvPr>
          <p:cNvPicPr>
            <a:picLocks noChangeAspect="1"/>
          </p:cNvPicPr>
          <p:nvPr/>
        </p:nvPicPr>
        <p:blipFill>
          <a:blip r:embed="rId4"/>
          <a:srcRect t="17407" b="15238"/>
          <a:stretch>
            <a:fillRect/>
          </a:stretch>
        </p:blipFill>
        <p:spPr>
          <a:xfrm>
            <a:off x="3239" y="1411465"/>
            <a:ext cx="12185522" cy="4619220"/>
          </a:xfrm>
          <a:prstGeom prst="rect">
            <a:avLst/>
          </a:prstGeom>
        </p:spPr>
      </p:pic>
      <p:sp>
        <p:nvSpPr>
          <p:cNvPr id="13" name="矩形: 圆角 12">
            <a:extLst>
              <a:ext uri="{FF2B5EF4-FFF2-40B4-BE49-F238E27FC236}">
                <a16:creationId xmlns:a16="http://schemas.microsoft.com/office/drawing/2014/main" id="{E2F90AB2-75F9-4DDD-C7B0-A766B89E2440}"/>
              </a:ext>
            </a:extLst>
          </p:cNvPr>
          <p:cNvSpPr/>
          <p:nvPr/>
        </p:nvSpPr>
        <p:spPr>
          <a:xfrm>
            <a:off x="337132" y="6302146"/>
            <a:ext cx="11512984" cy="461156"/>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图编码器提供结构化状态，分层策略在约束检验下完成动态资源恢复与资源学习</a:t>
            </a:r>
          </a:p>
        </p:txBody>
      </p:sp>
    </p:spTree>
    <p:extLst>
      <p:ext uri="{BB962C8B-B14F-4D97-AF65-F5344CB8AC3E}">
        <p14:creationId xmlns:p14="http://schemas.microsoft.com/office/powerpoint/2010/main" val="118407783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6C25D2-F546-5475-7EF4-55FC1233DA06}"/>
            </a:ext>
          </a:extLst>
        </p:cNvPr>
        <p:cNvGrpSpPr/>
        <p:nvPr/>
      </p:nvGrpSpPr>
      <p:grpSpPr>
        <a:xfrm>
          <a:off x="0" y="0"/>
          <a:ext cx="0" cy="0"/>
          <a:chOff x="0" y="0"/>
          <a:chExt cx="0" cy="0"/>
        </a:xfrm>
      </p:grpSpPr>
      <p:sp>
        <p:nvSpPr>
          <p:cNvPr id="22" name="矩形: 圆角 21">
            <a:extLst>
              <a:ext uri="{FF2B5EF4-FFF2-40B4-BE49-F238E27FC236}">
                <a16:creationId xmlns:a16="http://schemas.microsoft.com/office/drawing/2014/main" id="{723FCECC-8368-7E83-7736-286DE71E9351}"/>
              </a:ext>
            </a:extLst>
          </p:cNvPr>
          <p:cNvSpPr/>
          <p:nvPr/>
        </p:nvSpPr>
        <p:spPr>
          <a:xfrm>
            <a:off x="337132" y="3417669"/>
            <a:ext cx="2362525" cy="488498"/>
          </a:xfrm>
          <a:prstGeom prst="roundRect">
            <a:avLst>
              <a:gd name="adj" fmla="val 21337"/>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13" name="矩形: 圆角 12">
            <a:extLst>
              <a:ext uri="{FF2B5EF4-FFF2-40B4-BE49-F238E27FC236}">
                <a16:creationId xmlns:a16="http://schemas.microsoft.com/office/drawing/2014/main" id="{545162D8-789D-DC41-C5A3-023776649A39}"/>
              </a:ext>
            </a:extLst>
          </p:cNvPr>
          <p:cNvSpPr/>
          <p:nvPr/>
        </p:nvSpPr>
        <p:spPr>
          <a:xfrm>
            <a:off x="6721648" y="1393691"/>
            <a:ext cx="2283681" cy="488498"/>
          </a:xfrm>
          <a:prstGeom prst="roundRect">
            <a:avLst>
              <a:gd name="adj" fmla="val 21337"/>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12" name="矩形: 圆角 11">
            <a:extLst>
              <a:ext uri="{FF2B5EF4-FFF2-40B4-BE49-F238E27FC236}">
                <a16:creationId xmlns:a16="http://schemas.microsoft.com/office/drawing/2014/main" id="{EED069A2-3D92-3E80-A379-CF6A96F5B4E7}"/>
              </a:ext>
            </a:extLst>
          </p:cNvPr>
          <p:cNvSpPr/>
          <p:nvPr/>
        </p:nvSpPr>
        <p:spPr>
          <a:xfrm>
            <a:off x="9347200" y="1393691"/>
            <a:ext cx="2502916" cy="488498"/>
          </a:xfrm>
          <a:prstGeom prst="roundRect">
            <a:avLst>
              <a:gd name="adj" fmla="val 21337"/>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6" name="矩形: 圆角 5">
            <a:extLst>
              <a:ext uri="{FF2B5EF4-FFF2-40B4-BE49-F238E27FC236}">
                <a16:creationId xmlns:a16="http://schemas.microsoft.com/office/drawing/2014/main" id="{66BE7200-8F4D-A649-5921-66AA3BB803AE}"/>
              </a:ext>
            </a:extLst>
          </p:cNvPr>
          <p:cNvSpPr/>
          <p:nvPr/>
        </p:nvSpPr>
        <p:spPr>
          <a:xfrm>
            <a:off x="3036792" y="1393691"/>
            <a:ext cx="3314749" cy="488498"/>
          </a:xfrm>
          <a:prstGeom prst="roundRect">
            <a:avLst>
              <a:gd name="adj" fmla="val 21337"/>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5" name="矩形: 圆角 4">
            <a:extLst>
              <a:ext uri="{FF2B5EF4-FFF2-40B4-BE49-F238E27FC236}">
                <a16:creationId xmlns:a16="http://schemas.microsoft.com/office/drawing/2014/main" id="{72ECD895-8D3E-5C3E-484B-4F95E77E5F7B}"/>
              </a:ext>
            </a:extLst>
          </p:cNvPr>
          <p:cNvSpPr/>
          <p:nvPr/>
        </p:nvSpPr>
        <p:spPr>
          <a:xfrm>
            <a:off x="337132" y="1393691"/>
            <a:ext cx="2362525" cy="488498"/>
          </a:xfrm>
          <a:prstGeom prst="roundRect">
            <a:avLst>
              <a:gd name="adj" fmla="val 21337"/>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cxnSp>
        <p:nvCxnSpPr>
          <p:cNvPr id="7" name="直接连接符 6">
            <a:extLst>
              <a:ext uri="{FF2B5EF4-FFF2-40B4-BE49-F238E27FC236}">
                <a16:creationId xmlns:a16="http://schemas.microsoft.com/office/drawing/2014/main" id="{1A96461B-1092-6642-33CC-8782F6CC841E}"/>
              </a:ext>
            </a:extLst>
          </p:cNvPr>
          <p:cNvCxnSpPr>
            <a:cxnSpLocks/>
          </p:cNvCxnSpPr>
          <p:nvPr/>
        </p:nvCxnSpPr>
        <p:spPr>
          <a:xfrm>
            <a:off x="337132" y="774574"/>
            <a:ext cx="11567001" cy="0"/>
          </a:xfrm>
          <a:prstGeom prst="line">
            <a:avLst/>
          </a:prstGeom>
          <a:ln w="19050">
            <a:solidFill>
              <a:srgbClr val="133C7A">
                <a:alpha val="80000"/>
              </a:srgbClr>
            </a:solidFill>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7A4FDB14-23FA-36A1-C384-3D92EE192016}"/>
              </a:ext>
            </a:extLst>
          </p:cNvPr>
          <p:cNvSpPr txBox="1"/>
          <p:nvPr/>
        </p:nvSpPr>
        <p:spPr>
          <a:xfrm>
            <a:off x="683012" y="256087"/>
            <a:ext cx="9510123" cy="505676"/>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r>
              <a:rPr lang="en-US" altLang="zh-CN" sz="2800" dirty="0">
                <a:solidFill>
                  <a:schemeClr val="tx2">
                    <a:lumMod val="75000"/>
                  </a:schemeClr>
                </a:solidFill>
                <a:latin typeface="微软雅黑" panose="020B0503020204020204" pitchFamily="34" charset="-122"/>
                <a:ea typeface="微软雅黑" panose="020B0503020204020204" pitchFamily="34" charset="-122"/>
              </a:rPr>
              <a:t>3 </a:t>
            </a:r>
            <a:r>
              <a:rPr lang="zh-CN" altLang="en-US" sz="2800" dirty="0">
                <a:solidFill>
                  <a:schemeClr val="tx2">
                    <a:lumMod val="75000"/>
                  </a:schemeClr>
                </a:solidFill>
                <a:latin typeface="微软雅黑" panose="020B0503020204020204" pitchFamily="34" charset="-122"/>
                <a:ea typeface="微软雅黑" panose="020B0503020204020204" pitchFamily="34" charset="-122"/>
              </a:rPr>
              <a:t>方法框架</a:t>
            </a:r>
          </a:p>
        </p:txBody>
      </p:sp>
      <p:sp>
        <p:nvSpPr>
          <p:cNvPr id="9" name="矩形 8">
            <a:extLst>
              <a:ext uri="{FF2B5EF4-FFF2-40B4-BE49-F238E27FC236}">
                <a16:creationId xmlns:a16="http://schemas.microsoft.com/office/drawing/2014/main" id="{0B3FF932-20E9-08BB-7674-124054CF7764}"/>
              </a:ext>
            </a:extLst>
          </p:cNvPr>
          <p:cNvSpPr/>
          <p:nvPr/>
        </p:nvSpPr>
        <p:spPr>
          <a:xfrm>
            <a:off x="337132" y="268900"/>
            <a:ext cx="195295" cy="50567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8977323B-7F88-86BF-1EF3-40B9E7ABA213}"/>
              </a:ext>
            </a:extLst>
          </p:cNvPr>
          <p:cNvSpPr/>
          <p:nvPr/>
        </p:nvSpPr>
        <p:spPr>
          <a:xfrm>
            <a:off x="337132" y="268900"/>
            <a:ext cx="276318" cy="505674"/>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A120BAC9-7988-3943-0368-4B71F8A15A4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66776" y="256087"/>
            <a:ext cx="1788092" cy="431989"/>
          </a:xfrm>
          <a:prstGeom prst="rect">
            <a:avLst/>
          </a:prstGeom>
        </p:spPr>
      </p:pic>
      <p:sp>
        <p:nvSpPr>
          <p:cNvPr id="4" name="文本框 3">
            <a:extLst>
              <a:ext uri="{FF2B5EF4-FFF2-40B4-BE49-F238E27FC236}">
                <a16:creationId xmlns:a16="http://schemas.microsoft.com/office/drawing/2014/main" id="{D8CFF8D4-B33F-27FB-2E9A-4F890C2EC9D7}"/>
              </a:ext>
            </a:extLst>
          </p:cNvPr>
          <p:cNvSpPr txBox="1"/>
          <p:nvPr/>
        </p:nvSpPr>
        <p:spPr>
          <a:xfrm>
            <a:off x="299410" y="862073"/>
            <a:ext cx="9510123" cy="444121"/>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r>
              <a:rPr lang="en-US" altLang="zh-CN" sz="2400" dirty="0">
                <a:solidFill>
                  <a:schemeClr val="tx2">
                    <a:lumMod val="75000"/>
                  </a:schemeClr>
                </a:solidFill>
                <a:latin typeface="微软雅黑" panose="020B0503020204020204" pitchFamily="34" charset="-122"/>
                <a:ea typeface="微软雅黑" panose="020B0503020204020204" pitchFamily="34" charset="-122"/>
              </a:rPr>
              <a:t>• 3.5 </a:t>
            </a:r>
            <a:r>
              <a:rPr lang="zh-CN" altLang="en-US" sz="2400" dirty="0">
                <a:solidFill>
                  <a:schemeClr val="tx2">
                    <a:lumMod val="75000"/>
                  </a:schemeClr>
                </a:solidFill>
                <a:latin typeface="微软雅黑" panose="020B0503020204020204" pitchFamily="34" charset="-122"/>
                <a:ea typeface="微软雅黑" panose="020B0503020204020204" pitchFamily="34" charset="-122"/>
              </a:rPr>
              <a:t>动态资源池与资源访问边界建模</a:t>
            </a:r>
            <a:r>
              <a:rPr lang="en-US" altLang="zh-CN" sz="2400" dirty="0">
                <a:solidFill>
                  <a:schemeClr val="tx2">
                    <a:lumMod val="75000"/>
                  </a:schemeClr>
                </a:solidFill>
                <a:latin typeface="微软雅黑" panose="020B0503020204020204" pitchFamily="34" charset="-122"/>
                <a:ea typeface="微软雅黑" panose="020B0503020204020204" pitchFamily="34" charset="-122"/>
              </a:rPr>
              <a:t> </a:t>
            </a:r>
            <a:endParaRPr lang="zh-CN" altLang="en-US" sz="2400" dirty="0">
              <a:solidFill>
                <a:schemeClr val="tx2">
                  <a:lumMod val="75000"/>
                </a:schemeClr>
              </a:solidFill>
              <a:latin typeface="微软雅黑" panose="020B0503020204020204" pitchFamily="34" charset="-122"/>
              <a:ea typeface="微软雅黑" panose="020B0503020204020204" pitchFamily="34" charset="-122"/>
            </a:endParaRPr>
          </a:p>
        </p:txBody>
      </p:sp>
      <p:sp>
        <p:nvSpPr>
          <p:cNvPr id="2" name="矩形: 圆角 1">
            <a:extLst>
              <a:ext uri="{FF2B5EF4-FFF2-40B4-BE49-F238E27FC236}">
                <a16:creationId xmlns:a16="http://schemas.microsoft.com/office/drawing/2014/main" id="{240E0FCD-543E-2ECB-55A6-7537E5E6168F}"/>
              </a:ext>
            </a:extLst>
          </p:cNvPr>
          <p:cNvSpPr/>
          <p:nvPr/>
        </p:nvSpPr>
        <p:spPr>
          <a:xfrm>
            <a:off x="337132" y="1393693"/>
            <a:ext cx="2362525" cy="1911784"/>
          </a:xfrm>
          <a:prstGeom prst="roundRect">
            <a:avLst>
              <a:gd name="adj" fmla="val 3510"/>
            </a:avLst>
          </a:prstGeom>
          <a:no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3" name="矩形: 圆角 2">
            <a:extLst>
              <a:ext uri="{FF2B5EF4-FFF2-40B4-BE49-F238E27FC236}">
                <a16:creationId xmlns:a16="http://schemas.microsoft.com/office/drawing/2014/main" id="{5FC3720A-6608-8F73-BEDF-F01208DA8536}"/>
              </a:ext>
            </a:extLst>
          </p:cNvPr>
          <p:cNvSpPr/>
          <p:nvPr/>
        </p:nvSpPr>
        <p:spPr>
          <a:xfrm>
            <a:off x="337132" y="3432632"/>
            <a:ext cx="2362525" cy="1911784"/>
          </a:xfrm>
          <a:prstGeom prst="roundRect">
            <a:avLst>
              <a:gd name="adj" fmla="val 3510"/>
            </a:avLst>
          </a:prstGeom>
          <a:no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14" name="矩形: 圆角 13">
            <a:extLst>
              <a:ext uri="{FF2B5EF4-FFF2-40B4-BE49-F238E27FC236}">
                <a16:creationId xmlns:a16="http://schemas.microsoft.com/office/drawing/2014/main" id="{302A48DD-E7DC-103C-AF45-7A777659A563}"/>
              </a:ext>
            </a:extLst>
          </p:cNvPr>
          <p:cNvSpPr/>
          <p:nvPr/>
        </p:nvSpPr>
        <p:spPr>
          <a:xfrm>
            <a:off x="6721649" y="1393690"/>
            <a:ext cx="2283681" cy="3950722"/>
          </a:xfrm>
          <a:prstGeom prst="roundRect">
            <a:avLst>
              <a:gd name="adj" fmla="val 3510"/>
            </a:avLst>
          </a:prstGeom>
          <a:no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15" name="矩形: 圆角 14">
            <a:extLst>
              <a:ext uri="{FF2B5EF4-FFF2-40B4-BE49-F238E27FC236}">
                <a16:creationId xmlns:a16="http://schemas.microsoft.com/office/drawing/2014/main" id="{5BF13CC8-28FC-D4AD-3C45-45767C90228F}"/>
              </a:ext>
            </a:extLst>
          </p:cNvPr>
          <p:cNvSpPr/>
          <p:nvPr/>
        </p:nvSpPr>
        <p:spPr>
          <a:xfrm>
            <a:off x="337132" y="6302146"/>
            <a:ext cx="11512984" cy="461156"/>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动态资源池将静态资源底座转化为扰动环境下可学习、可筛选、可访问的资源边界。</a:t>
            </a:r>
          </a:p>
        </p:txBody>
      </p:sp>
      <p:sp>
        <p:nvSpPr>
          <p:cNvPr id="16" name="文本框 15">
            <a:extLst>
              <a:ext uri="{FF2B5EF4-FFF2-40B4-BE49-F238E27FC236}">
                <a16:creationId xmlns:a16="http://schemas.microsoft.com/office/drawing/2014/main" id="{4698DD0E-9304-6FF1-09DB-6EBBB6CA86FE}"/>
              </a:ext>
            </a:extLst>
          </p:cNvPr>
          <p:cNvSpPr txBox="1"/>
          <p:nvPr/>
        </p:nvSpPr>
        <p:spPr>
          <a:xfrm>
            <a:off x="674267" y="1393690"/>
            <a:ext cx="1709696" cy="441365"/>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gn="ctr">
              <a:lnSpc>
                <a:spcPct val="150000"/>
              </a:lnSpc>
            </a:pPr>
            <a:r>
              <a:rPr lang="zh-CN" altLang="en-US" sz="1800" dirty="0">
                <a:solidFill>
                  <a:schemeClr val="bg1"/>
                </a:solidFill>
                <a:latin typeface="微软雅黑" panose="020B0503020204020204" pitchFamily="34" charset="-122"/>
                <a:ea typeface="微软雅黑" panose="020B0503020204020204" pitchFamily="34" charset="-122"/>
              </a:rPr>
              <a:t>静态资源底座</a:t>
            </a:r>
          </a:p>
        </p:txBody>
      </p:sp>
      <p:sp>
        <p:nvSpPr>
          <p:cNvPr id="19" name="文本框 18">
            <a:extLst>
              <a:ext uri="{FF2B5EF4-FFF2-40B4-BE49-F238E27FC236}">
                <a16:creationId xmlns:a16="http://schemas.microsoft.com/office/drawing/2014/main" id="{D71A6476-2D5F-D808-25F9-41FC25BF74D8}"/>
              </a:ext>
            </a:extLst>
          </p:cNvPr>
          <p:cNvSpPr txBox="1"/>
          <p:nvPr/>
        </p:nvSpPr>
        <p:spPr>
          <a:xfrm>
            <a:off x="395463" y="3406552"/>
            <a:ext cx="2247211" cy="441365"/>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gn="ctr">
              <a:lnSpc>
                <a:spcPct val="150000"/>
              </a:lnSpc>
            </a:pPr>
            <a:r>
              <a:rPr lang="zh-CN" altLang="en-US" sz="1800" dirty="0">
                <a:solidFill>
                  <a:schemeClr val="bg1"/>
                </a:solidFill>
                <a:latin typeface="微软雅黑" panose="020B0503020204020204" pitchFamily="34" charset="-122"/>
                <a:ea typeface="微软雅黑" panose="020B0503020204020204" pitchFamily="34" charset="-122"/>
              </a:rPr>
              <a:t>扰动与资源启用条件</a:t>
            </a:r>
          </a:p>
        </p:txBody>
      </p:sp>
      <p:sp>
        <p:nvSpPr>
          <p:cNvPr id="32" name="文本框 31">
            <a:extLst>
              <a:ext uri="{FF2B5EF4-FFF2-40B4-BE49-F238E27FC236}">
                <a16:creationId xmlns:a16="http://schemas.microsoft.com/office/drawing/2014/main" id="{6F1AC897-61DB-B86F-533D-2958BC6B03F1}"/>
              </a:ext>
            </a:extLst>
          </p:cNvPr>
          <p:cNvSpPr txBox="1"/>
          <p:nvPr/>
        </p:nvSpPr>
        <p:spPr>
          <a:xfrm>
            <a:off x="6721649" y="1400110"/>
            <a:ext cx="2283681" cy="441365"/>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gn="ctr">
              <a:lnSpc>
                <a:spcPct val="150000"/>
              </a:lnSpc>
            </a:pPr>
            <a:r>
              <a:rPr lang="zh-CN" altLang="en-US" sz="1800" dirty="0">
                <a:solidFill>
                  <a:schemeClr val="bg1"/>
                </a:solidFill>
                <a:latin typeface="微软雅黑" panose="020B0503020204020204" pitchFamily="34" charset="-122"/>
                <a:ea typeface="微软雅黑" panose="020B0503020204020204" pitchFamily="34" charset="-122"/>
              </a:rPr>
              <a:t>资源访问门控机制</a:t>
            </a:r>
          </a:p>
        </p:txBody>
      </p:sp>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99C83D03-587E-B0BE-36AB-F3B1B12B2648}"/>
                  </a:ext>
                </a:extLst>
              </p:cNvPr>
              <p:cNvSpPr txBox="1"/>
              <p:nvPr/>
            </p:nvSpPr>
            <p:spPr>
              <a:xfrm>
                <a:off x="463145" y="1886632"/>
                <a:ext cx="2076858" cy="319152"/>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14:m>
                  <m:oMath xmlns:m="http://schemas.openxmlformats.org/officeDocument/2006/math">
                    <m:r>
                      <a:rPr lang="en-US" altLang="zh-CN" sz="1200" i="1" dirty="0" smtClean="0">
                        <a:solidFill>
                          <a:schemeClr val="tx1"/>
                        </a:solidFill>
                        <a:latin typeface="Cambria Math" panose="02040503050406030204" pitchFamily="18" charset="0"/>
                        <a:ea typeface="微软雅黑" panose="020B0503020204020204" pitchFamily="34" charset="-122"/>
                      </a:rPr>
                      <m:t>•</m:t>
                    </m:r>
                  </m:oMath>
                </a14:m>
                <a:r>
                  <a:rPr lang="zh-CN" altLang="en-US" sz="1200" b="0" dirty="0">
                    <a:solidFill>
                      <a:schemeClr val="tx1"/>
                    </a:solidFill>
                    <a:latin typeface="微软雅黑" panose="020B0503020204020204" pitchFamily="34" charset="-122"/>
                    <a:ea typeface="微软雅黑" panose="020B0503020204020204" pitchFamily="34" charset="-122"/>
                  </a:rPr>
                  <a:t> 流动工人候选 </a:t>
                </a:r>
                <a14:m>
                  <m:oMath xmlns:m="http://schemas.openxmlformats.org/officeDocument/2006/math">
                    <m:sSup>
                      <m:sSupPr>
                        <m:ctrlPr>
                          <a:rPr lang="en-US" altLang="zh-CN" sz="1200" i="1" dirty="0">
                            <a:solidFill>
                              <a:schemeClr val="tx1"/>
                            </a:solidFill>
                            <a:latin typeface="Cambria Math" panose="02040503050406030204" pitchFamily="18" charset="0"/>
                            <a:ea typeface="微软雅黑" panose="020B0503020204020204" pitchFamily="34" charset="-122"/>
                          </a:rPr>
                        </m:ctrlPr>
                      </m:sSupPr>
                      <m:e>
                        <m:r>
                          <a:rPr lang="en-US" altLang="zh-CN" sz="1200" i="1" dirty="0">
                            <a:solidFill>
                              <a:schemeClr val="tx1"/>
                            </a:solidFill>
                            <a:latin typeface="Cambria Math" panose="02040503050406030204" pitchFamily="18" charset="0"/>
                            <a:ea typeface="微软雅黑" panose="020B0503020204020204" pitchFamily="34" charset="-122"/>
                          </a:rPr>
                          <m:t> </m:t>
                        </m:r>
                        <m:r>
                          <a:rPr lang="en-US" altLang="zh-CN" sz="1200" i="1" dirty="0">
                            <a:solidFill>
                              <a:schemeClr val="tx1"/>
                            </a:solidFill>
                            <a:latin typeface="Cambria Math" panose="02040503050406030204" pitchFamily="18" charset="0"/>
                            <a:ea typeface="微软雅黑" panose="020B0503020204020204" pitchFamily="34" charset="-122"/>
                          </a:rPr>
                          <m:t>𝑾</m:t>
                        </m:r>
                      </m:e>
                      <m:sup>
                        <m:r>
                          <a:rPr lang="en-US" altLang="zh-CN" sz="1200" i="1" dirty="0">
                            <a:solidFill>
                              <a:schemeClr val="tx1"/>
                            </a:solidFill>
                            <a:latin typeface="Cambria Math" panose="02040503050406030204" pitchFamily="18" charset="0"/>
                            <a:ea typeface="微软雅黑" panose="020B0503020204020204" pitchFamily="34" charset="-122"/>
                          </a:rPr>
                          <m:t>𝒎</m:t>
                        </m:r>
                      </m:sup>
                    </m:sSup>
                  </m:oMath>
                </a14:m>
                <a:endParaRPr lang="zh-CN" altLang="en-US" sz="1200" b="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17" name="文本框 16">
                <a:extLst>
                  <a:ext uri="{FF2B5EF4-FFF2-40B4-BE49-F238E27FC236}">
                    <a16:creationId xmlns:a16="http://schemas.microsoft.com/office/drawing/2014/main" id="{99C83D03-587E-B0BE-36AB-F3B1B12B2648}"/>
                  </a:ext>
                </a:extLst>
              </p:cNvPr>
              <p:cNvSpPr txBox="1">
                <a:spLocks noRot="1" noChangeAspect="1" noMove="1" noResize="1" noEditPoints="1" noAdjustHandles="1" noChangeArrowheads="1" noChangeShapeType="1" noTextEdit="1"/>
              </p:cNvSpPr>
              <p:nvPr/>
            </p:nvSpPr>
            <p:spPr>
              <a:xfrm>
                <a:off x="463145" y="1886632"/>
                <a:ext cx="2076858" cy="319152"/>
              </a:xfrm>
              <a:prstGeom prst="rect">
                <a:avLst/>
              </a:prstGeom>
              <a:blipFill>
                <a:blip r:embed="rId4"/>
                <a:stretch>
                  <a:fillRect b="-16981"/>
                </a:stretch>
              </a:blipFill>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05A13F81-C4AD-AD0E-51F6-A28CF8B9B202}"/>
                  </a:ext>
                </a:extLst>
              </p:cNvPr>
              <p:cNvSpPr txBox="1"/>
              <p:nvPr/>
            </p:nvSpPr>
            <p:spPr>
              <a:xfrm>
                <a:off x="463148" y="2234973"/>
                <a:ext cx="1975255" cy="326781"/>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14:m>
                  <m:oMath xmlns:m="http://schemas.openxmlformats.org/officeDocument/2006/math">
                    <m:r>
                      <a:rPr lang="en-US" altLang="zh-CN" sz="1200" i="1" dirty="0" smtClean="0">
                        <a:solidFill>
                          <a:schemeClr val="tx1"/>
                        </a:solidFill>
                        <a:latin typeface="Cambria Math" panose="02040503050406030204" pitchFamily="18" charset="0"/>
                        <a:ea typeface="微软雅黑" panose="020B0503020204020204" pitchFamily="34" charset="-122"/>
                      </a:rPr>
                      <m:t>•</m:t>
                    </m:r>
                  </m:oMath>
                </a14:m>
                <a:r>
                  <a:rPr lang="zh-CN" altLang="en-US" sz="1200" b="0" dirty="0">
                    <a:solidFill>
                      <a:schemeClr val="tx1"/>
                    </a:solidFill>
                    <a:latin typeface="微软雅黑" panose="020B0503020204020204" pitchFamily="34" charset="-122"/>
                    <a:ea typeface="微软雅黑" panose="020B0503020204020204" pitchFamily="34" charset="-122"/>
                  </a:rPr>
                  <a:t> 固定工人        </a:t>
                </a:r>
                <a14:m>
                  <m:oMath xmlns:m="http://schemas.openxmlformats.org/officeDocument/2006/math">
                    <m:sSup>
                      <m:sSupPr>
                        <m:ctrlPr>
                          <a:rPr lang="en-US" altLang="zh-CN" sz="1200" i="1" dirty="0">
                            <a:solidFill>
                              <a:schemeClr val="tx1"/>
                            </a:solidFill>
                            <a:latin typeface="Cambria Math" panose="02040503050406030204" pitchFamily="18" charset="0"/>
                            <a:ea typeface="微软雅黑" panose="020B0503020204020204" pitchFamily="34" charset="-122"/>
                          </a:rPr>
                        </m:ctrlPr>
                      </m:sSupPr>
                      <m:e>
                        <m:r>
                          <a:rPr lang="en-US" altLang="zh-CN" sz="1200" i="1" dirty="0">
                            <a:solidFill>
                              <a:schemeClr val="tx1"/>
                            </a:solidFill>
                            <a:latin typeface="Cambria Math" panose="02040503050406030204" pitchFamily="18" charset="0"/>
                            <a:ea typeface="微软雅黑" panose="020B0503020204020204" pitchFamily="34" charset="-122"/>
                          </a:rPr>
                          <m:t> </m:t>
                        </m:r>
                        <m:r>
                          <a:rPr lang="en-US" altLang="zh-CN" sz="1200" i="1" dirty="0">
                            <a:solidFill>
                              <a:schemeClr val="tx1"/>
                            </a:solidFill>
                            <a:latin typeface="Cambria Math" panose="02040503050406030204" pitchFamily="18" charset="0"/>
                            <a:ea typeface="微软雅黑" panose="020B0503020204020204" pitchFamily="34" charset="-122"/>
                          </a:rPr>
                          <m:t>𝑾</m:t>
                        </m:r>
                      </m:e>
                      <m:sup>
                        <m:r>
                          <a:rPr lang="en-US" altLang="zh-CN" sz="1200" i="1" dirty="0">
                            <a:solidFill>
                              <a:schemeClr val="tx1"/>
                            </a:solidFill>
                            <a:latin typeface="Cambria Math" panose="02040503050406030204" pitchFamily="18" charset="0"/>
                            <a:ea typeface="微软雅黑" panose="020B0503020204020204" pitchFamily="34" charset="-122"/>
                          </a:rPr>
                          <m:t>𝒇</m:t>
                        </m:r>
                      </m:sup>
                    </m:sSup>
                  </m:oMath>
                </a14:m>
                <a:endParaRPr lang="zh-CN" altLang="en-US" sz="1200" b="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24" name="文本框 23">
                <a:extLst>
                  <a:ext uri="{FF2B5EF4-FFF2-40B4-BE49-F238E27FC236}">
                    <a16:creationId xmlns:a16="http://schemas.microsoft.com/office/drawing/2014/main" id="{05A13F81-C4AD-AD0E-51F6-A28CF8B9B202}"/>
                  </a:ext>
                </a:extLst>
              </p:cNvPr>
              <p:cNvSpPr txBox="1">
                <a:spLocks noRot="1" noChangeAspect="1" noMove="1" noResize="1" noEditPoints="1" noAdjustHandles="1" noChangeArrowheads="1" noChangeShapeType="1" noTextEdit="1"/>
              </p:cNvSpPr>
              <p:nvPr/>
            </p:nvSpPr>
            <p:spPr>
              <a:xfrm>
                <a:off x="463148" y="2234973"/>
                <a:ext cx="1975255" cy="326781"/>
              </a:xfrm>
              <a:prstGeom prst="rect">
                <a:avLst/>
              </a:prstGeom>
              <a:blipFill>
                <a:blip r:embed="rId5"/>
                <a:stretch>
                  <a:fillRect b="-16981"/>
                </a:stretch>
              </a:blipFill>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文本框 26">
                <a:extLst>
                  <a:ext uri="{FF2B5EF4-FFF2-40B4-BE49-F238E27FC236}">
                    <a16:creationId xmlns:a16="http://schemas.microsoft.com/office/drawing/2014/main" id="{BB74E561-9FCF-EE9F-5A6C-F8D9DD0008B9}"/>
                  </a:ext>
                </a:extLst>
              </p:cNvPr>
              <p:cNvSpPr txBox="1"/>
              <p:nvPr/>
            </p:nvSpPr>
            <p:spPr>
              <a:xfrm>
                <a:off x="463148" y="2597832"/>
                <a:ext cx="1844629" cy="319152"/>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14:m>
                  <m:oMath xmlns:m="http://schemas.openxmlformats.org/officeDocument/2006/math">
                    <m:r>
                      <a:rPr lang="en-US" altLang="zh-CN" sz="1200" i="1" dirty="0" smtClean="0">
                        <a:solidFill>
                          <a:schemeClr val="tx1"/>
                        </a:solidFill>
                        <a:latin typeface="Cambria Math" panose="02040503050406030204" pitchFamily="18" charset="0"/>
                        <a:ea typeface="微软雅黑" panose="020B0503020204020204" pitchFamily="34" charset="-122"/>
                      </a:rPr>
                      <m:t>•</m:t>
                    </m:r>
                  </m:oMath>
                </a14:m>
                <a:r>
                  <a:rPr lang="zh-CN" altLang="en-US" sz="1200" b="0" dirty="0">
                    <a:solidFill>
                      <a:schemeClr val="tx1"/>
                    </a:solidFill>
                    <a:latin typeface="微软雅黑" panose="020B0503020204020204" pitchFamily="34" charset="-122"/>
                    <a:ea typeface="微软雅黑" panose="020B0503020204020204" pitchFamily="34" charset="-122"/>
                  </a:rPr>
                  <a:t> 流动设备候选</a:t>
                </a:r>
                <a14:m>
                  <m:oMath xmlns:m="http://schemas.openxmlformats.org/officeDocument/2006/math">
                    <m:r>
                      <a:rPr lang="en-US" altLang="zh-CN" sz="1200" b="0" i="0" dirty="0" smtClean="0">
                        <a:solidFill>
                          <a:schemeClr val="tx1"/>
                        </a:solidFill>
                        <a:latin typeface="Cambria Math" panose="02040503050406030204" pitchFamily="18" charset="0"/>
                        <a:ea typeface="微软雅黑" panose="020B0503020204020204" pitchFamily="34" charset="-122"/>
                      </a:rPr>
                      <m:t> </m:t>
                    </m:r>
                    <m:r>
                      <a:rPr lang="en-US" altLang="zh-CN" sz="1200" b="1" i="1" dirty="0" smtClean="0">
                        <a:solidFill>
                          <a:schemeClr val="tx1"/>
                        </a:solidFill>
                        <a:latin typeface="Cambria Math" panose="02040503050406030204" pitchFamily="18" charset="0"/>
                        <a:ea typeface="微软雅黑" panose="020B0503020204020204" pitchFamily="34" charset="-122"/>
                      </a:rPr>
                      <m:t> </m:t>
                    </m:r>
                    <m:sSup>
                      <m:sSupPr>
                        <m:ctrlPr>
                          <a:rPr lang="en-US" altLang="zh-CN" sz="1200" i="1" dirty="0">
                            <a:solidFill>
                              <a:schemeClr val="tx1"/>
                            </a:solidFill>
                            <a:latin typeface="Cambria Math" panose="02040503050406030204" pitchFamily="18" charset="0"/>
                            <a:ea typeface="微软雅黑" panose="020B0503020204020204" pitchFamily="34" charset="-122"/>
                          </a:rPr>
                        </m:ctrlPr>
                      </m:sSupPr>
                      <m:e>
                        <m:r>
                          <a:rPr lang="en-US" altLang="zh-CN" sz="1200" i="1" dirty="0">
                            <a:solidFill>
                              <a:schemeClr val="tx1"/>
                            </a:solidFill>
                            <a:latin typeface="Cambria Math" panose="02040503050406030204" pitchFamily="18" charset="0"/>
                            <a:ea typeface="微软雅黑" panose="020B0503020204020204" pitchFamily="34" charset="-122"/>
                          </a:rPr>
                          <m:t> </m:t>
                        </m:r>
                        <m:r>
                          <a:rPr lang="en-US" altLang="zh-CN" sz="1200" i="1" dirty="0">
                            <a:solidFill>
                              <a:schemeClr val="tx1"/>
                            </a:solidFill>
                            <a:latin typeface="Cambria Math" panose="02040503050406030204" pitchFamily="18" charset="0"/>
                            <a:ea typeface="微软雅黑" panose="020B0503020204020204" pitchFamily="34" charset="-122"/>
                          </a:rPr>
                          <m:t>𝑬</m:t>
                        </m:r>
                      </m:e>
                      <m:sup>
                        <m:r>
                          <a:rPr lang="en-US" altLang="zh-CN" sz="1200" i="1" dirty="0">
                            <a:solidFill>
                              <a:schemeClr val="tx1"/>
                            </a:solidFill>
                            <a:latin typeface="Cambria Math" panose="02040503050406030204" pitchFamily="18" charset="0"/>
                            <a:ea typeface="微软雅黑" panose="020B0503020204020204" pitchFamily="34" charset="-122"/>
                          </a:rPr>
                          <m:t>𝒎</m:t>
                        </m:r>
                        <m:r>
                          <a:rPr lang="en-US" altLang="zh-CN" sz="1200" b="1" i="1" dirty="0" smtClean="0">
                            <a:solidFill>
                              <a:schemeClr val="tx1"/>
                            </a:solidFill>
                            <a:latin typeface="Cambria Math" panose="02040503050406030204" pitchFamily="18" charset="0"/>
                            <a:ea typeface="微软雅黑" panose="020B0503020204020204" pitchFamily="34" charset="-122"/>
                          </a:rPr>
                          <m:t> </m:t>
                        </m:r>
                      </m:sup>
                    </m:sSup>
                  </m:oMath>
                </a14:m>
                <a:endParaRPr lang="zh-CN" altLang="en-US" sz="1200" b="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27" name="文本框 26">
                <a:extLst>
                  <a:ext uri="{FF2B5EF4-FFF2-40B4-BE49-F238E27FC236}">
                    <a16:creationId xmlns:a16="http://schemas.microsoft.com/office/drawing/2014/main" id="{BB74E561-9FCF-EE9F-5A6C-F8D9DD0008B9}"/>
                  </a:ext>
                </a:extLst>
              </p:cNvPr>
              <p:cNvSpPr txBox="1">
                <a:spLocks noRot="1" noChangeAspect="1" noMove="1" noResize="1" noEditPoints="1" noAdjustHandles="1" noChangeArrowheads="1" noChangeShapeType="1" noTextEdit="1"/>
              </p:cNvSpPr>
              <p:nvPr/>
            </p:nvSpPr>
            <p:spPr>
              <a:xfrm>
                <a:off x="463148" y="2597832"/>
                <a:ext cx="1844629" cy="319152"/>
              </a:xfrm>
              <a:prstGeom prst="rect">
                <a:avLst/>
              </a:prstGeom>
              <a:blipFill>
                <a:blip r:embed="rId6"/>
                <a:stretch>
                  <a:fillRect b="-16981"/>
                </a:stretch>
              </a:blipFill>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4" name="文本框 33">
                <a:extLst>
                  <a:ext uri="{FF2B5EF4-FFF2-40B4-BE49-F238E27FC236}">
                    <a16:creationId xmlns:a16="http://schemas.microsoft.com/office/drawing/2014/main" id="{098FE52D-D4CB-4E7B-A5D6-A455177A051B}"/>
                  </a:ext>
                </a:extLst>
              </p:cNvPr>
              <p:cNvSpPr txBox="1"/>
              <p:nvPr/>
            </p:nvSpPr>
            <p:spPr>
              <a:xfrm>
                <a:off x="463147" y="2946173"/>
                <a:ext cx="1844629" cy="326781"/>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14:m>
                  <m:oMath xmlns:m="http://schemas.openxmlformats.org/officeDocument/2006/math">
                    <m:r>
                      <a:rPr lang="en-US" altLang="zh-CN" sz="1200" i="1" dirty="0" smtClean="0">
                        <a:solidFill>
                          <a:schemeClr val="tx1"/>
                        </a:solidFill>
                        <a:latin typeface="Cambria Math" panose="02040503050406030204" pitchFamily="18" charset="0"/>
                        <a:ea typeface="微软雅黑" panose="020B0503020204020204" pitchFamily="34" charset="-122"/>
                      </a:rPr>
                      <m:t>•</m:t>
                    </m:r>
                  </m:oMath>
                </a14:m>
                <a:r>
                  <a:rPr lang="zh-CN" altLang="en-US" sz="1200" b="0" dirty="0">
                    <a:solidFill>
                      <a:schemeClr val="tx1"/>
                    </a:solidFill>
                    <a:latin typeface="微软雅黑" panose="020B0503020204020204" pitchFamily="34" charset="-122"/>
                    <a:ea typeface="微软雅黑" panose="020B0503020204020204" pitchFamily="34" charset="-122"/>
                  </a:rPr>
                  <a:t> 固定设备        </a:t>
                </a:r>
                <a14:m>
                  <m:oMath xmlns:m="http://schemas.openxmlformats.org/officeDocument/2006/math">
                    <m:sSup>
                      <m:sSupPr>
                        <m:ctrlPr>
                          <a:rPr lang="en-US" altLang="zh-CN" sz="1200" i="1" dirty="0">
                            <a:solidFill>
                              <a:schemeClr val="tx1"/>
                            </a:solidFill>
                            <a:latin typeface="Cambria Math" panose="02040503050406030204" pitchFamily="18" charset="0"/>
                            <a:ea typeface="微软雅黑" panose="020B0503020204020204" pitchFamily="34" charset="-122"/>
                          </a:rPr>
                        </m:ctrlPr>
                      </m:sSupPr>
                      <m:e>
                        <m:r>
                          <a:rPr lang="en-US" altLang="zh-CN" sz="1200" i="1" dirty="0">
                            <a:solidFill>
                              <a:schemeClr val="tx1"/>
                            </a:solidFill>
                            <a:latin typeface="Cambria Math" panose="02040503050406030204" pitchFamily="18" charset="0"/>
                            <a:ea typeface="微软雅黑" panose="020B0503020204020204" pitchFamily="34" charset="-122"/>
                          </a:rPr>
                          <m:t> </m:t>
                        </m:r>
                        <m:r>
                          <a:rPr lang="en-US" altLang="zh-CN" sz="1200" i="1" dirty="0">
                            <a:solidFill>
                              <a:schemeClr val="tx1"/>
                            </a:solidFill>
                            <a:latin typeface="Cambria Math" panose="02040503050406030204" pitchFamily="18" charset="0"/>
                            <a:ea typeface="微软雅黑" panose="020B0503020204020204" pitchFamily="34" charset="-122"/>
                          </a:rPr>
                          <m:t>𝑬</m:t>
                        </m:r>
                      </m:e>
                      <m:sup>
                        <m:r>
                          <a:rPr lang="en-US" altLang="zh-CN" sz="1200" i="1" dirty="0">
                            <a:solidFill>
                              <a:schemeClr val="tx1"/>
                            </a:solidFill>
                            <a:latin typeface="Cambria Math" panose="02040503050406030204" pitchFamily="18" charset="0"/>
                            <a:ea typeface="微软雅黑" panose="020B0503020204020204" pitchFamily="34" charset="-122"/>
                          </a:rPr>
                          <m:t>𝒇</m:t>
                        </m:r>
                      </m:sup>
                    </m:sSup>
                  </m:oMath>
                </a14:m>
                <a:endParaRPr lang="zh-CN" altLang="en-US" sz="1200" b="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34" name="文本框 33">
                <a:extLst>
                  <a:ext uri="{FF2B5EF4-FFF2-40B4-BE49-F238E27FC236}">
                    <a16:creationId xmlns:a16="http://schemas.microsoft.com/office/drawing/2014/main" id="{098FE52D-D4CB-4E7B-A5D6-A455177A051B}"/>
                  </a:ext>
                </a:extLst>
              </p:cNvPr>
              <p:cNvSpPr txBox="1">
                <a:spLocks noRot="1" noChangeAspect="1" noMove="1" noResize="1" noEditPoints="1" noAdjustHandles="1" noChangeArrowheads="1" noChangeShapeType="1" noTextEdit="1"/>
              </p:cNvSpPr>
              <p:nvPr/>
            </p:nvSpPr>
            <p:spPr>
              <a:xfrm>
                <a:off x="463147" y="2946173"/>
                <a:ext cx="1844629" cy="326781"/>
              </a:xfrm>
              <a:prstGeom prst="rect">
                <a:avLst/>
              </a:prstGeom>
              <a:blipFill>
                <a:blip r:embed="rId7"/>
                <a:stretch>
                  <a:fillRect b="-16667"/>
                </a:stretch>
              </a:blipFill>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5" name="文本框 34">
                <a:extLst>
                  <a:ext uri="{FF2B5EF4-FFF2-40B4-BE49-F238E27FC236}">
                    <a16:creationId xmlns:a16="http://schemas.microsoft.com/office/drawing/2014/main" id="{EE89CE70-050C-D7D4-4DB6-5934B4BAD57C}"/>
                  </a:ext>
                </a:extLst>
              </p:cNvPr>
              <p:cNvSpPr txBox="1"/>
              <p:nvPr/>
            </p:nvSpPr>
            <p:spPr>
              <a:xfrm>
                <a:off x="470404" y="3896853"/>
                <a:ext cx="2076858" cy="346659"/>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14:m>
                  <m:oMath xmlns:m="http://schemas.openxmlformats.org/officeDocument/2006/math">
                    <m:r>
                      <a:rPr lang="en-US" altLang="zh-CN" sz="1200" i="1" dirty="0" smtClean="0">
                        <a:solidFill>
                          <a:schemeClr val="tx1"/>
                        </a:solidFill>
                        <a:latin typeface="Cambria Math" panose="02040503050406030204" pitchFamily="18" charset="0"/>
                        <a:ea typeface="微软雅黑" panose="020B0503020204020204" pitchFamily="34" charset="-122"/>
                      </a:rPr>
                      <m:t>•</m:t>
                    </m:r>
                    <m:r>
                      <a:rPr lang="en-US" altLang="zh-CN" sz="1200" b="1" i="1" dirty="0" smtClean="0">
                        <a:solidFill>
                          <a:schemeClr val="tx1"/>
                        </a:solidFill>
                        <a:latin typeface="Cambria Math" panose="02040503050406030204" pitchFamily="18" charset="0"/>
                        <a:ea typeface="微软雅黑" panose="020B0503020204020204" pitchFamily="34" charset="-122"/>
                      </a:rPr>
                      <m:t> </m:t>
                    </m:r>
                    <m:r>
                      <a:rPr lang="zh-CN" altLang="en-US" sz="1200" i="1" dirty="0">
                        <a:solidFill>
                          <a:schemeClr val="tx1"/>
                        </a:solidFill>
                        <a:latin typeface="Cambria Math" panose="02040503050406030204" pitchFamily="18" charset="0"/>
                        <a:ea typeface="微软雅黑" panose="020B0503020204020204" pitchFamily="34" charset="-122"/>
                      </a:rPr>
                      <m:t>资源</m:t>
                    </m:r>
                  </m:oMath>
                </a14:m>
                <a:r>
                  <a:rPr lang="zh-CN" altLang="en-US" sz="1200" b="0" dirty="0">
                    <a:solidFill>
                      <a:schemeClr val="tx1"/>
                    </a:solidFill>
                    <a:latin typeface="微软雅黑" panose="020B0503020204020204" pitchFamily="34" charset="-122"/>
                    <a:ea typeface="微软雅黑" panose="020B0503020204020204" pitchFamily="34" charset="-122"/>
                  </a:rPr>
                  <a:t>可用性  </a:t>
                </a:r>
                <a14:m>
                  <m:oMath xmlns:m="http://schemas.openxmlformats.org/officeDocument/2006/math">
                    <m:sSub>
                      <m:sSubPr>
                        <m:ctrlPr>
                          <a:rPr lang="en-US" altLang="zh-CN" sz="1200" i="1" dirty="0" smtClean="0">
                            <a:solidFill>
                              <a:schemeClr val="tx1"/>
                            </a:solidFill>
                            <a:latin typeface="Cambria Math" panose="02040503050406030204" pitchFamily="18" charset="0"/>
                            <a:ea typeface="微软雅黑" panose="020B0503020204020204" pitchFamily="34" charset="-122"/>
                          </a:rPr>
                        </m:ctrlPr>
                      </m:sSubPr>
                      <m:e>
                        <m:r>
                          <a:rPr lang="en-US" altLang="zh-CN" sz="1200" b="1" i="1" dirty="0" smtClean="0">
                            <a:solidFill>
                              <a:schemeClr val="tx1"/>
                            </a:solidFill>
                            <a:latin typeface="Cambria Math" panose="02040503050406030204" pitchFamily="18" charset="0"/>
                            <a:ea typeface="微软雅黑" panose="020B0503020204020204" pitchFamily="34" charset="-122"/>
                          </a:rPr>
                          <m:t>𝒂</m:t>
                        </m:r>
                      </m:e>
                      <m:sub>
                        <m:r>
                          <a:rPr lang="en-US" altLang="zh-CN" sz="1200" b="1" i="1" dirty="0" smtClean="0">
                            <a:solidFill>
                              <a:schemeClr val="tx1"/>
                            </a:solidFill>
                            <a:latin typeface="Cambria Math" panose="02040503050406030204" pitchFamily="18" charset="0"/>
                            <a:ea typeface="微软雅黑" panose="020B0503020204020204" pitchFamily="34" charset="-122"/>
                          </a:rPr>
                          <m:t>𝒓</m:t>
                        </m:r>
                        <m:d>
                          <m:dPr>
                            <m:ctrlPr>
                              <a:rPr lang="en-US" altLang="zh-CN" sz="1200" i="1" dirty="0" smtClean="0">
                                <a:solidFill>
                                  <a:schemeClr val="tx1"/>
                                </a:solidFill>
                                <a:latin typeface="Cambria Math" panose="02040503050406030204" pitchFamily="18" charset="0"/>
                                <a:ea typeface="微软雅黑" panose="020B0503020204020204" pitchFamily="34" charset="-122"/>
                              </a:rPr>
                            </m:ctrlPr>
                          </m:dPr>
                          <m:e>
                            <m:r>
                              <a:rPr lang="en-US" altLang="zh-CN" sz="1200" b="1" i="1" dirty="0" smtClean="0">
                                <a:solidFill>
                                  <a:schemeClr val="tx1"/>
                                </a:solidFill>
                                <a:latin typeface="Cambria Math" panose="02040503050406030204" pitchFamily="18" charset="0"/>
                                <a:ea typeface="微软雅黑" panose="020B0503020204020204" pitchFamily="34" charset="-122"/>
                              </a:rPr>
                              <m:t>𝒕</m:t>
                            </m:r>
                          </m:e>
                        </m:d>
                      </m:sub>
                    </m:sSub>
                  </m:oMath>
                </a14:m>
                <a:endParaRPr lang="zh-CN" altLang="en-US" sz="120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35" name="文本框 34">
                <a:extLst>
                  <a:ext uri="{FF2B5EF4-FFF2-40B4-BE49-F238E27FC236}">
                    <a16:creationId xmlns:a16="http://schemas.microsoft.com/office/drawing/2014/main" id="{EE89CE70-050C-D7D4-4DB6-5934B4BAD57C}"/>
                  </a:ext>
                </a:extLst>
              </p:cNvPr>
              <p:cNvSpPr txBox="1">
                <a:spLocks noRot="1" noChangeAspect="1" noMove="1" noResize="1" noEditPoints="1" noAdjustHandles="1" noChangeArrowheads="1" noChangeShapeType="1" noTextEdit="1"/>
              </p:cNvSpPr>
              <p:nvPr/>
            </p:nvSpPr>
            <p:spPr>
              <a:xfrm>
                <a:off x="470404" y="3896853"/>
                <a:ext cx="2076858" cy="346659"/>
              </a:xfrm>
              <a:prstGeom prst="rect">
                <a:avLst/>
              </a:prstGeom>
              <a:blipFill>
                <a:blip r:embed="rId8"/>
                <a:stretch>
                  <a:fillRect b="-12281"/>
                </a:stretch>
              </a:blipFill>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6" name="文本框 35">
                <a:extLst>
                  <a:ext uri="{FF2B5EF4-FFF2-40B4-BE49-F238E27FC236}">
                    <a16:creationId xmlns:a16="http://schemas.microsoft.com/office/drawing/2014/main" id="{0B822D16-36E4-456C-963D-9E551DAB3246}"/>
                  </a:ext>
                </a:extLst>
              </p:cNvPr>
              <p:cNvSpPr txBox="1"/>
              <p:nvPr/>
            </p:nvSpPr>
            <p:spPr>
              <a:xfrm>
                <a:off x="470407" y="4245194"/>
                <a:ext cx="1975255" cy="346980"/>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14:m>
                  <m:oMath xmlns:m="http://schemas.openxmlformats.org/officeDocument/2006/math">
                    <m:r>
                      <a:rPr lang="en-US" altLang="zh-CN" sz="1200" i="1" dirty="0" smtClean="0">
                        <a:solidFill>
                          <a:schemeClr val="tx1"/>
                        </a:solidFill>
                        <a:latin typeface="Cambria Math" panose="02040503050406030204" pitchFamily="18" charset="0"/>
                        <a:ea typeface="微软雅黑" panose="020B0503020204020204" pitchFamily="34" charset="-122"/>
                      </a:rPr>
                      <m:t>•</m:t>
                    </m:r>
                    <m:r>
                      <a:rPr lang="en-US" altLang="zh-CN" sz="1200" b="1" i="1" dirty="0" smtClean="0">
                        <a:solidFill>
                          <a:schemeClr val="tx1"/>
                        </a:solidFill>
                        <a:latin typeface="Cambria Math" panose="02040503050406030204" pitchFamily="18" charset="0"/>
                        <a:ea typeface="微软雅黑" panose="020B0503020204020204" pitchFamily="34" charset="-122"/>
                      </a:rPr>
                      <m:t> </m:t>
                    </m:r>
                    <m:r>
                      <a:rPr lang="zh-CN" altLang="en-US" sz="1200" i="1" dirty="0">
                        <a:solidFill>
                          <a:schemeClr val="tx1"/>
                        </a:solidFill>
                        <a:latin typeface="Cambria Math" panose="02040503050406030204" pitchFamily="18" charset="0"/>
                        <a:ea typeface="微软雅黑" panose="020B0503020204020204" pitchFamily="34" charset="-122"/>
                      </a:rPr>
                      <m:t>编组</m:t>
                    </m:r>
                  </m:oMath>
                </a14:m>
                <a:r>
                  <a:rPr lang="zh-CN" altLang="en-US" sz="1200" b="0" dirty="0">
                    <a:solidFill>
                      <a:schemeClr val="tx1"/>
                    </a:solidFill>
                    <a:latin typeface="微软雅黑" panose="020B0503020204020204" pitchFamily="34" charset="-122"/>
                    <a:ea typeface="微软雅黑" panose="020B0503020204020204" pitchFamily="34" charset="-122"/>
                  </a:rPr>
                  <a:t>启用     </a:t>
                </a:r>
                <a14:m>
                  <m:oMath xmlns:m="http://schemas.openxmlformats.org/officeDocument/2006/math">
                    <m:sSub>
                      <m:sSubPr>
                        <m:ctrlPr>
                          <a:rPr lang="en-US" altLang="zh-CN" sz="1200" i="1" dirty="0" smtClean="0">
                            <a:solidFill>
                              <a:schemeClr val="tx1"/>
                            </a:solidFill>
                            <a:latin typeface="Cambria Math" panose="02040503050406030204" pitchFamily="18" charset="0"/>
                            <a:ea typeface="微软雅黑" panose="020B0503020204020204" pitchFamily="34" charset="-122"/>
                          </a:rPr>
                        </m:ctrlPr>
                      </m:sSubPr>
                      <m:e>
                        <m:r>
                          <a:rPr lang="en-US" altLang="zh-CN" sz="1200" b="1" i="1" dirty="0" smtClean="0">
                            <a:solidFill>
                              <a:schemeClr val="tx1"/>
                            </a:solidFill>
                            <a:latin typeface="Cambria Math" panose="02040503050406030204" pitchFamily="18" charset="0"/>
                            <a:ea typeface="微软雅黑" panose="020B0503020204020204" pitchFamily="34" charset="-122"/>
                          </a:rPr>
                          <m:t>𝒈</m:t>
                        </m:r>
                      </m:e>
                      <m:sub>
                        <m:d>
                          <m:dPr>
                            <m:begChr m:val="{"/>
                            <m:endChr m:val="}"/>
                            <m:ctrlPr>
                              <a:rPr lang="en-US" altLang="zh-CN" sz="1200" i="1" dirty="0" smtClean="0">
                                <a:solidFill>
                                  <a:schemeClr val="tx1"/>
                                </a:solidFill>
                                <a:latin typeface="Cambria Math" panose="02040503050406030204" pitchFamily="18" charset="0"/>
                                <a:ea typeface="微软雅黑" panose="020B0503020204020204" pitchFamily="34" charset="-122"/>
                              </a:rPr>
                            </m:ctrlPr>
                          </m:dPr>
                          <m:e>
                            <m:r>
                              <a:rPr lang="en-US" altLang="zh-CN" sz="1200" b="1" i="1" dirty="0" err="1" smtClean="0">
                                <a:solidFill>
                                  <a:schemeClr val="tx1"/>
                                </a:solidFill>
                                <a:latin typeface="Cambria Math" panose="02040503050406030204" pitchFamily="18" charset="0"/>
                                <a:ea typeface="微软雅黑" panose="020B0503020204020204" pitchFamily="34" charset="-122"/>
                              </a:rPr>
                              <m:t>𝒓</m:t>
                            </m:r>
                            <m:r>
                              <a:rPr lang="en-US" altLang="zh-CN" sz="1200" b="1" i="1" dirty="0" err="1" smtClean="0">
                                <a:solidFill>
                                  <a:schemeClr val="tx1"/>
                                </a:solidFill>
                                <a:latin typeface="Cambria Math" panose="02040503050406030204" pitchFamily="18" charset="0"/>
                                <a:ea typeface="微软雅黑" panose="020B0503020204020204" pitchFamily="34" charset="-122"/>
                              </a:rPr>
                              <m:t>,</m:t>
                            </m:r>
                            <m:r>
                              <a:rPr lang="en-US" altLang="zh-CN" sz="1200" b="1" i="1" dirty="0" err="1" smtClean="0">
                                <a:solidFill>
                                  <a:schemeClr val="tx1"/>
                                </a:solidFill>
                                <a:latin typeface="Cambria Math" panose="02040503050406030204" pitchFamily="18" charset="0"/>
                                <a:ea typeface="微软雅黑" panose="020B0503020204020204" pitchFamily="34" charset="-122"/>
                              </a:rPr>
                              <m:t>𝒕</m:t>
                            </m:r>
                          </m:e>
                        </m:d>
                      </m:sub>
                    </m:sSub>
                    <m:r>
                      <a:rPr lang="zh-CN" altLang="en-US" sz="1200" b="1" i="1" dirty="0" smtClean="0">
                        <a:solidFill>
                          <a:schemeClr val="tx1"/>
                        </a:solidFill>
                        <a:latin typeface="Cambria Math" panose="02040503050406030204" pitchFamily="18" charset="0"/>
                        <a:ea typeface="微软雅黑" panose="020B0503020204020204" pitchFamily="34" charset="-122"/>
                      </a:rPr>
                      <m:t> </m:t>
                    </m:r>
                  </m:oMath>
                </a14:m>
                <a:endParaRPr lang="zh-CN" altLang="en-US" sz="120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36" name="文本框 35">
                <a:extLst>
                  <a:ext uri="{FF2B5EF4-FFF2-40B4-BE49-F238E27FC236}">
                    <a16:creationId xmlns:a16="http://schemas.microsoft.com/office/drawing/2014/main" id="{0B822D16-36E4-456C-963D-9E551DAB3246}"/>
                  </a:ext>
                </a:extLst>
              </p:cNvPr>
              <p:cNvSpPr txBox="1">
                <a:spLocks noRot="1" noChangeAspect="1" noMove="1" noResize="1" noEditPoints="1" noAdjustHandles="1" noChangeArrowheads="1" noChangeShapeType="1" noTextEdit="1"/>
              </p:cNvSpPr>
              <p:nvPr/>
            </p:nvSpPr>
            <p:spPr>
              <a:xfrm>
                <a:off x="470407" y="4245194"/>
                <a:ext cx="1975255" cy="346980"/>
              </a:xfrm>
              <a:prstGeom prst="rect">
                <a:avLst/>
              </a:prstGeom>
              <a:blipFill>
                <a:blip r:embed="rId9"/>
                <a:stretch>
                  <a:fillRect b="-12281"/>
                </a:stretch>
              </a:blipFill>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7" name="文本框 36">
                <a:extLst>
                  <a:ext uri="{FF2B5EF4-FFF2-40B4-BE49-F238E27FC236}">
                    <a16:creationId xmlns:a16="http://schemas.microsoft.com/office/drawing/2014/main" id="{C7A91565-24AF-0744-2AA6-DE9CD6D59617}"/>
                  </a:ext>
                </a:extLst>
              </p:cNvPr>
              <p:cNvSpPr txBox="1"/>
              <p:nvPr/>
            </p:nvSpPr>
            <p:spPr>
              <a:xfrm>
                <a:off x="470407" y="4608053"/>
                <a:ext cx="1844629" cy="318702"/>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14:m>
                  <m:oMath xmlns:m="http://schemas.openxmlformats.org/officeDocument/2006/math">
                    <m:r>
                      <a:rPr lang="en-US" altLang="zh-CN" sz="1200" i="1" dirty="0" smtClean="0">
                        <a:solidFill>
                          <a:schemeClr val="tx1"/>
                        </a:solidFill>
                        <a:latin typeface="Cambria Math" panose="02040503050406030204" pitchFamily="18" charset="0"/>
                        <a:ea typeface="微软雅黑" panose="020B0503020204020204" pitchFamily="34" charset="-122"/>
                      </a:rPr>
                      <m:t>•</m:t>
                    </m:r>
                    <m:r>
                      <a:rPr lang="en-US" altLang="zh-CN" sz="1200" b="1" i="1" dirty="0" smtClean="0">
                        <a:solidFill>
                          <a:schemeClr val="tx1"/>
                        </a:solidFill>
                        <a:latin typeface="Cambria Math" panose="02040503050406030204" pitchFamily="18" charset="0"/>
                        <a:ea typeface="微软雅黑" panose="020B0503020204020204" pitchFamily="34" charset="-122"/>
                      </a:rPr>
                      <m:t> </m:t>
                    </m:r>
                    <m:r>
                      <a:rPr lang="zh-CN" altLang="en-US" sz="1200" i="1" dirty="0">
                        <a:solidFill>
                          <a:schemeClr val="tx1"/>
                        </a:solidFill>
                        <a:latin typeface="Cambria Math" panose="02040503050406030204" pitchFamily="18" charset="0"/>
                        <a:ea typeface="微软雅黑" panose="020B0503020204020204" pitchFamily="34" charset="-122"/>
                      </a:rPr>
                      <m:t>扰动</m:t>
                    </m:r>
                  </m:oMath>
                </a14:m>
                <a:r>
                  <a:rPr lang="zh-CN" altLang="en-US" sz="1200" b="0" dirty="0">
                    <a:solidFill>
                      <a:schemeClr val="tx1"/>
                    </a:solidFill>
                    <a:latin typeface="微软雅黑" panose="020B0503020204020204" pitchFamily="34" charset="-122"/>
                    <a:ea typeface="微软雅黑" panose="020B0503020204020204" pitchFamily="34" charset="-122"/>
                  </a:rPr>
                  <a:t>失效状态</a:t>
                </a:r>
              </a:p>
            </p:txBody>
          </p:sp>
        </mc:Choice>
        <mc:Fallback xmlns="">
          <p:sp>
            <p:nvSpPr>
              <p:cNvPr id="37" name="文本框 36">
                <a:extLst>
                  <a:ext uri="{FF2B5EF4-FFF2-40B4-BE49-F238E27FC236}">
                    <a16:creationId xmlns:a16="http://schemas.microsoft.com/office/drawing/2014/main" id="{C7A91565-24AF-0744-2AA6-DE9CD6D59617}"/>
                  </a:ext>
                </a:extLst>
              </p:cNvPr>
              <p:cNvSpPr txBox="1">
                <a:spLocks noRot="1" noChangeAspect="1" noMove="1" noResize="1" noEditPoints="1" noAdjustHandles="1" noChangeArrowheads="1" noChangeShapeType="1" noTextEdit="1"/>
              </p:cNvSpPr>
              <p:nvPr/>
            </p:nvSpPr>
            <p:spPr>
              <a:xfrm>
                <a:off x="470407" y="4608053"/>
                <a:ext cx="1844629" cy="318702"/>
              </a:xfrm>
              <a:prstGeom prst="rect">
                <a:avLst/>
              </a:prstGeom>
              <a:blipFill>
                <a:blip r:embed="rId10"/>
                <a:stretch>
                  <a:fillRect b="-17308"/>
                </a:stretch>
              </a:blipFill>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8" name="文本框 37">
                <a:extLst>
                  <a:ext uri="{FF2B5EF4-FFF2-40B4-BE49-F238E27FC236}">
                    <a16:creationId xmlns:a16="http://schemas.microsoft.com/office/drawing/2014/main" id="{565765E1-6E60-95B3-4988-A19400A8DA28}"/>
                  </a:ext>
                </a:extLst>
              </p:cNvPr>
              <p:cNvSpPr txBox="1"/>
              <p:nvPr/>
            </p:nvSpPr>
            <p:spPr>
              <a:xfrm>
                <a:off x="470406" y="4956394"/>
                <a:ext cx="1844629" cy="354097"/>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14:m>
                  <m:oMathPara xmlns:m="http://schemas.openxmlformats.org/officeDocument/2006/math">
                    <m:oMathParaPr>
                      <m:jc m:val="left"/>
                    </m:oMathParaPr>
                    <m:oMath xmlns:m="http://schemas.openxmlformats.org/officeDocument/2006/math">
                      <m:r>
                        <a:rPr lang="en-US" altLang="zh-CN" sz="1200" i="1" dirty="0" smtClean="0">
                          <a:solidFill>
                            <a:schemeClr val="tx1"/>
                          </a:solidFill>
                          <a:latin typeface="Cambria Math" panose="02040503050406030204" pitchFamily="18" charset="0"/>
                          <a:ea typeface="微软雅黑" panose="020B0503020204020204" pitchFamily="34" charset="-122"/>
                        </a:rPr>
                        <m:t>•</m:t>
                      </m:r>
                      <m:r>
                        <a:rPr lang="en-US" altLang="zh-CN" sz="1200" b="1" i="1" dirty="0" smtClean="0">
                          <a:solidFill>
                            <a:schemeClr val="tx1"/>
                          </a:solidFill>
                          <a:latin typeface="Cambria Math" panose="02040503050406030204" pitchFamily="18" charset="0"/>
                          <a:ea typeface="微软雅黑" panose="020B0503020204020204" pitchFamily="34" charset="-122"/>
                        </a:rPr>
                        <m:t> </m:t>
                      </m:r>
                      <m:r>
                        <a:rPr lang="zh-CN" altLang="en-US" sz="1200" i="1" dirty="0">
                          <a:solidFill>
                            <a:schemeClr val="tx1"/>
                          </a:solidFill>
                          <a:latin typeface="Cambria Math" panose="02040503050406030204" pitchFamily="18" charset="0"/>
                          <a:ea typeface="微软雅黑" panose="020B0503020204020204" pitchFamily="34" charset="-122"/>
                        </a:rPr>
                        <m:t>站位资源需求</m:t>
                      </m:r>
                    </m:oMath>
                  </m:oMathPara>
                </a14:m>
                <a:endParaRPr lang="zh-CN" altLang="en-US" sz="1200" b="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38" name="文本框 37">
                <a:extLst>
                  <a:ext uri="{FF2B5EF4-FFF2-40B4-BE49-F238E27FC236}">
                    <a16:creationId xmlns:a16="http://schemas.microsoft.com/office/drawing/2014/main" id="{565765E1-6E60-95B3-4988-A19400A8DA28}"/>
                  </a:ext>
                </a:extLst>
              </p:cNvPr>
              <p:cNvSpPr txBox="1">
                <a:spLocks noRot="1" noChangeAspect="1" noMove="1" noResize="1" noEditPoints="1" noAdjustHandles="1" noChangeArrowheads="1" noChangeShapeType="1" noTextEdit="1"/>
              </p:cNvSpPr>
              <p:nvPr/>
            </p:nvSpPr>
            <p:spPr>
              <a:xfrm>
                <a:off x="470406" y="4956394"/>
                <a:ext cx="1844629" cy="354097"/>
              </a:xfrm>
              <a:prstGeom prst="rect">
                <a:avLst/>
              </a:prstGeom>
              <a:blipFill>
                <a:blip r:embed="rId11"/>
                <a:stretch>
                  <a:fillRect/>
                </a:stretch>
              </a:blipFill>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6" name="矩形: 圆角 55">
                <a:extLst>
                  <a:ext uri="{FF2B5EF4-FFF2-40B4-BE49-F238E27FC236}">
                    <a16:creationId xmlns:a16="http://schemas.microsoft.com/office/drawing/2014/main" id="{959393FB-3FB1-3330-2485-F0AD711E7FD3}"/>
                  </a:ext>
                </a:extLst>
              </p:cNvPr>
              <p:cNvSpPr/>
              <p:nvPr/>
            </p:nvSpPr>
            <p:spPr>
              <a:xfrm>
                <a:off x="6912618" y="2158028"/>
                <a:ext cx="1962492" cy="327254"/>
              </a:xfrm>
              <a:prstGeom prst="roundRect">
                <a:avLst>
                  <a:gd name="adj" fmla="val 3510"/>
                </a:avLst>
              </a:prstGeom>
              <a:solidFill>
                <a:srgbClr val="3192F2">
                  <a:alpha val="10000"/>
                </a:srgbClr>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zh-CN" altLang="en-US" sz="1400" i="1" dirty="0">
                          <a:solidFill>
                            <a:schemeClr val="tx1"/>
                          </a:solidFill>
                          <a:latin typeface="Cambria Math" panose="02040503050406030204" pitchFamily="18" charset="0"/>
                          <a:ea typeface="微软雅黑" panose="020B0503020204020204" pitchFamily="34" charset="-122"/>
                        </a:rPr>
                        <m:t>本地资源优先</m:t>
                      </m:r>
                    </m:oMath>
                  </m:oMathPara>
                </a14:m>
                <a:endParaRPr lang="zh-CN" altLang="en-US" sz="1400" b="1" i="1" dirty="0">
                  <a:solidFill>
                    <a:schemeClr val="tx1"/>
                  </a:solidFill>
                  <a:latin typeface="微软雅黑" panose="020B0503020204020204" pitchFamily="34" charset="-122"/>
                  <a:ea typeface="微软雅黑" panose="020B0503020204020204" pitchFamily="34" charset="-122"/>
                </a:endParaRPr>
              </a:p>
            </p:txBody>
          </p:sp>
        </mc:Choice>
        <mc:Fallback xmlns="">
          <p:sp>
            <p:nvSpPr>
              <p:cNvPr id="56" name="矩形: 圆角 55">
                <a:extLst>
                  <a:ext uri="{FF2B5EF4-FFF2-40B4-BE49-F238E27FC236}">
                    <a16:creationId xmlns:a16="http://schemas.microsoft.com/office/drawing/2014/main" id="{959393FB-3FB1-3330-2485-F0AD711E7FD3}"/>
                  </a:ext>
                </a:extLst>
              </p:cNvPr>
              <p:cNvSpPr>
                <a:spLocks noRot="1" noChangeAspect="1" noMove="1" noResize="1" noEditPoints="1" noAdjustHandles="1" noChangeArrowheads="1" noChangeShapeType="1" noTextEdit="1"/>
              </p:cNvSpPr>
              <p:nvPr/>
            </p:nvSpPr>
            <p:spPr>
              <a:xfrm>
                <a:off x="6912618" y="2158028"/>
                <a:ext cx="1962492" cy="327254"/>
              </a:xfrm>
              <a:prstGeom prst="roundRect">
                <a:avLst>
                  <a:gd name="adj" fmla="val 3510"/>
                </a:avLst>
              </a:prstGeom>
              <a:blipFill>
                <a:blip r:embed="rId12"/>
                <a:stretch>
                  <a:fillRect b="-1786"/>
                </a:stretch>
              </a:blipFill>
              <a:ln>
                <a:solidFill>
                  <a:srgbClr val="003F88"/>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7" name="矩形: 圆角 56">
                <a:extLst>
                  <a:ext uri="{FF2B5EF4-FFF2-40B4-BE49-F238E27FC236}">
                    <a16:creationId xmlns:a16="http://schemas.microsoft.com/office/drawing/2014/main" id="{46E53BC2-3B95-7ACA-09ED-715550270784}"/>
                  </a:ext>
                </a:extLst>
              </p:cNvPr>
              <p:cNvSpPr/>
              <p:nvPr/>
            </p:nvSpPr>
            <p:spPr>
              <a:xfrm>
                <a:off x="6912618" y="2838193"/>
                <a:ext cx="1962492" cy="327254"/>
              </a:xfrm>
              <a:prstGeom prst="roundRect">
                <a:avLst>
                  <a:gd name="adj" fmla="val 3510"/>
                </a:avLst>
              </a:prstGeom>
              <a:solidFill>
                <a:srgbClr val="3192F2">
                  <a:alpha val="10000"/>
                </a:srgbClr>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zh-CN" altLang="en-US" sz="1400" i="1" dirty="0">
                          <a:solidFill>
                            <a:schemeClr val="tx1"/>
                          </a:solidFill>
                          <a:latin typeface="Cambria Math" panose="02040503050406030204" pitchFamily="18" charset="0"/>
                          <a:ea typeface="微软雅黑" panose="020B0503020204020204" pitchFamily="34" charset="-122"/>
                        </a:rPr>
                        <m:t>借入权限</m:t>
                      </m:r>
                      <m:r>
                        <a:rPr lang="zh-CN" altLang="en-US" sz="1400" i="1" dirty="0">
                          <a:solidFill>
                            <a:schemeClr val="tx1"/>
                          </a:solidFill>
                          <a:latin typeface="Cambria Math" panose="02040503050406030204" pitchFamily="18" charset="0"/>
                          <a:ea typeface="微软雅黑" panose="020B0503020204020204" pitchFamily="34" charset="-122"/>
                        </a:rPr>
                        <m:t> </m:t>
                      </m:r>
                      <m:sSub>
                        <m:sSubPr>
                          <m:ctrlPr>
                            <a:rPr lang="en-US" altLang="zh-CN" sz="1400" b="1" i="1" dirty="0" smtClean="0">
                              <a:solidFill>
                                <a:schemeClr val="tx1"/>
                              </a:solidFill>
                              <a:latin typeface="Cambria Math" panose="02040503050406030204" pitchFamily="18" charset="0"/>
                              <a:ea typeface="微软雅黑" panose="020B0503020204020204" pitchFamily="34" charset="-122"/>
                            </a:rPr>
                          </m:ctrlPr>
                        </m:sSubPr>
                        <m:e>
                          <m:r>
                            <a:rPr lang="en-US" altLang="zh-CN" sz="1400" b="1" i="1" dirty="0">
                              <a:solidFill>
                                <a:schemeClr val="tx1"/>
                              </a:solidFill>
                              <a:latin typeface="Cambria Math" panose="02040503050406030204" pitchFamily="18" charset="0"/>
                              <a:ea typeface="微软雅黑" panose="020B0503020204020204" pitchFamily="34" charset="-122"/>
                            </a:rPr>
                            <m:t>𝒃</m:t>
                          </m:r>
                        </m:e>
                        <m:sub>
                          <m:r>
                            <a:rPr lang="en-US" altLang="zh-CN" sz="1400" b="1" i="1" dirty="0">
                              <a:solidFill>
                                <a:schemeClr val="tx1"/>
                              </a:solidFill>
                              <a:latin typeface="Cambria Math" panose="02040503050406030204" pitchFamily="18" charset="0"/>
                              <a:ea typeface="微软雅黑" panose="020B0503020204020204" pitchFamily="34" charset="-122"/>
                            </a:rPr>
                            <m:t>𝒔</m:t>
                          </m:r>
                        </m:sub>
                      </m:sSub>
                      <m:d>
                        <m:dPr>
                          <m:ctrlPr>
                            <a:rPr lang="en-US" altLang="zh-CN" sz="1400" b="1" i="1" dirty="0">
                              <a:solidFill>
                                <a:schemeClr val="tx1"/>
                              </a:solidFill>
                              <a:latin typeface="Cambria Math" panose="02040503050406030204" pitchFamily="18" charset="0"/>
                              <a:ea typeface="微软雅黑" panose="020B0503020204020204" pitchFamily="34" charset="-122"/>
                            </a:rPr>
                          </m:ctrlPr>
                        </m:dPr>
                        <m:e>
                          <m:r>
                            <a:rPr lang="en-US" altLang="zh-CN" sz="1400" b="1" i="1" dirty="0">
                              <a:solidFill>
                                <a:schemeClr val="tx1"/>
                              </a:solidFill>
                              <a:latin typeface="Cambria Math" panose="02040503050406030204" pitchFamily="18" charset="0"/>
                              <a:ea typeface="微软雅黑" panose="020B0503020204020204" pitchFamily="34" charset="-122"/>
                            </a:rPr>
                            <m:t>𝒕</m:t>
                          </m:r>
                        </m:e>
                      </m:d>
                    </m:oMath>
                  </m:oMathPara>
                </a14:m>
                <a:endParaRPr lang="zh-CN" altLang="en-US" sz="1400" b="1" i="1" dirty="0">
                  <a:solidFill>
                    <a:schemeClr val="tx1"/>
                  </a:solidFill>
                  <a:latin typeface="微软雅黑" panose="020B0503020204020204" pitchFamily="34" charset="-122"/>
                  <a:ea typeface="微软雅黑" panose="020B0503020204020204" pitchFamily="34" charset="-122"/>
                </a:endParaRPr>
              </a:p>
            </p:txBody>
          </p:sp>
        </mc:Choice>
        <mc:Fallback xmlns="">
          <p:sp>
            <p:nvSpPr>
              <p:cNvPr id="57" name="矩形: 圆角 56">
                <a:extLst>
                  <a:ext uri="{FF2B5EF4-FFF2-40B4-BE49-F238E27FC236}">
                    <a16:creationId xmlns:a16="http://schemas.microsoft.com/office/drawing/2014/main" id="{46E53BC2-3B95-7ACA-09ED-715550270784}"/>
                  </a:ext>
                </a:extLst>
              </p:cNvPr>
              <p:cNvSpPr>
                <a:spLocks noRot="1" noChangeAspect="1" noMove="1" noResize="1" noEditPoints="1" noAdjustHandles="1" noChangeArrowheads="1" noChangeShapeType="1" noTextEdit="1"/>
              </p:cNvSpPr>
              <p:nvPr/>
            </p:nvSpPr>
            <p:spPr>
              <a:xfrm>
                <a:off x="6912618" y="2838193"/>
                <a:ext cx="1962492" cy="327254"/>
              </a:xfrm>
              <a:prstGeom prst="roundRect">
                <a:avLst>
                  <a:gd name="adj" fmla="val 3510"/>
                </a:avLst>
              </a:prstGeom>
              <a:blipFill>
                <a:blip r:embed="rId13"/>
                <a:stretch>
                  <a:fillRect b="-1818"/>
                </a:stretch>
              </a:blipFill>
              <a:ln>
                <a:solidFill>
                  <a:srgbClr val="003F88"/>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8" name="矩形: 圆角 57">
                <a:extLst>
                  <a:ext uri="{FF2B5EF4-FFF2-40B4-BE49-F238E27FC236}">
                    <a16:creationId xmlns:a16="http://schemas.microsoft.com/office/drawing/2014/main" id="{B30E97A3-7637-E8AE-E917-78E05323860A}"/>
                  </a:ext>
                </a:extLst>
              </p:cNvPr>
              <p:cNvSpPr/>
              <p:nvPr/>
            </p:nvSpPr>
            <p:spPr>
              <a:xfrm>
                <a:off x="6911093" y="3517095"/>
                <a:ext cx="1962492" cy="327254"/>
              </a:xfrm>
              <a:prstGeom prst="roundRect">
                <a:avLst>
                  <a:gd name="adj" fmla="val 3510"/>
                </a:avLst>
              </a:prstGeom>
              <a:solidFill>
                <a:srgbClr val="3192F2">
                  <a:alpha val="10000"/>
                </a:srgbClr>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zh-CN" altLang="en-US" sz="1400" i="1" dirty="0">
                          <a:solidFill>
                            <a:schemeClr val="tx1"/>
                          </a:solidFill>
                          <a:latin typeface="Cambria Math" panose="02040503050406030204" pitchFamily="18" charset="0"/>
                          <a:ea typeface="微软雅黑" panose="020B0503020204020204" pitchFamily="34" charset="-122"/>
                        </a:rPr>
                        <m:t>转运可达</m:t>
                      </m:r>
                      <m:r>
                        <a:rPr lang="zh-CN" altLang="en-US" sz="1400" i="1" dirty="0">
                          <a:solidFill>
                            <a:schemeClr val="tx1"/>
                          </a:solidFill>
                          <a:latin typeface="Cambria Math" panose="02040503050406030204" pitchFamily="18" charset="0"/>
                          <a:ea typeface="微软雅黑" panose="020B0503020204020204" pitchFamily="34" charset="-122"/>
                        </a:rPr>
                        <m:t> </m:t>
                      </m:r>
                      <m:sSub>
                        <m:sSubPr>
                          <m:ctrlPr>
                            <a:rPr lang="el-GR" altLang="zh-CN" sz="1400" b="1" i="1" dirty="0" smtClean="0">
                              <a:solidFill>
                                <a:schemeClr val="tx1"/>
                              </a:solidFill>
                              <a:latin typeface="Cambria Math" panose="02040503050406030204" pitchFamily="18" charset="0"/>
                              <a:ea typeface="微软雅黑" panose="020B0503020204020204" pitchFamily="34" charset="-122"/>
                            </a:rPr>
                          </m:ctrlPr>
                        </m:sSubPr>
                        <m:e>
                          <m:r>
                            <a:rPr lang="el-GR" altLang="zh-CN" sz="1400" b="1" i="1" dirty="0">
                              <a:solidFill>
                                <a:schemeClr val="tx1"/>
                              </a:solidFill>
                              <a:latin typeface="Cambria Math" panose="02040503050406030204" pitchFamily="18" charset="0"/>
                              <a:ea typeface="微软雅黑" panose="020B0503020204020204" pitchFamily="34" charset="-122"/>
                            </a:rPr>
                            <m:t>𝝋</m:t>
                          </m:r>
                        </m:e>
                        <m:sub>
                          <m:r>
                            <a:rPr lang="en-US" altLang="zh-CN" sz="1400" b="1" i="1" dirty="0">
                              <a:solidFill>
                                <a:schemeClr val="tx1"/>
                              </a:solidFill>
                              <a:latin typeface="Cambria Math" panose="02040503050406030204" pitchFamily="18" charset="0"/>
                              <a:ea typeface="微软雅黑" panose="020B0503020204020204" pitchFamily="34" charset="-122"/>
                            </a:rPr>
                            <m:t>𝒔</m:t>
                          </m:r>
                          <m:r>
                            <a:rPr lang="en-US" altLang="zh-CN" sz="1400" b="1" i="1" dirty="0">
                              <a:solidFill>
                                <a:schemeClr val="tx1"/>
                              </a:solidFill>
                              <a:latin typeface="Cambria Math" panose="02040503050406030204" pitchFamily="18" charset="0"/>
                              <a:ea typeface="微软雅黑" panose="020B0503020204020204" pitchFamily="34" charset="-122"/>
                            </a:rPr>
                            <m:t>,</m:t>
                          </m:r>
                          <m:r>
                            <a:rPr lang="en-US" altLang="zh-CN" sz="1400" b="1" i="1" dirty="0">
                              <a:solidFill>
                                <a:schemeClr val="tx1"/>
                              </a:solidFill>
                              <a:latin typeface="Cambria Math" panose="02040503050406030204" pitchFamily="18" charset="0"/>
                              <a:ea typeface="微软雅黑" panose="020B0503020204020204" pitchFamily="34" charset="-122"/>
                            </a:rPr>
                            <m:t>𝒓</m:t>
                          </m:r>
                        </m:sub>
                      </m:sSub>
                      <m:d>
                        <m:dPr>
                          <m:ctrlPr>
                            <a:rPr lang="en-US" altLang="zh-CN" sz="1400" b="1" i="1" dirty="0">
                              <a:solidFill>
                                <a:schemeClr val="tx1"/>
                              </a:solidFill>
                              <a:latin typeface="Cambria Math" panose="02040503050406030204" pitchFamily="18" charset="0"/>
                              <a:ea typeface="微软雅黑" panose="020B0503020204020204" pitchFamily="34" charset="-122"/>
                            </a:rPr>
                          </m:ctrlPr>
                        </m:dPr>
                        <m:e>
                          <m:r>
                            <a:rPr lang="en-US" altLang="zh-CN" sz="1400" b="1" i="1" dirty="0">
                              <a:solidFill>
                                <a:schemeClr val="tx1"/>
                              </a:solidFill>
                              <a:latin typeface="Cambria Math" panose="02040503050406030204" pitchFamily="18" charset="0"/>
                              <a:ea typeface="微软雅黑" panose="020B0503020204020204" pitchFamily="34" charset="-122"/>
                            </a:rPr>
                            <m:t>𝒕</m:t>
                          </m:r>
                        </m:e>
                      </m:d>
                    </m:oMath>
                  </m:oMathPara>
                </a14:m>
                <a:endParaRPr lang="zh-CN" altLang="en-US" sz="1400" b="1" i="1" dirty="0">
                  <a:solidFill>
                    <a:schemeClr val="tx1"/>
                  </a:solidFill>
                  <a:latin typeface="微软雅黑" panose="020B0503020204020204" pitchFamily="34" charset="-122"/>
                  <a:ea typeface="微软雅黑" panose="020B0503020204020204" pitchFamily="34" charset="-122"/>
                </a:endParaRPr>
              </a:p>
            </p:txBody>
          </p:sp>
        </mc:Choice>
        <mc:Fallback xmlns="">
          <p:sp>
            <p:nvSpPr>
              <p:cNvPr id="58" name="矩形: 圆角 57">
                <a:extLst>
                  <a:ext uri="{FF2B5EF4-FFF2-40B4-BE49-F238E27FC236}">
                    <a16:creationId xmlns:a16="http://schemas.microsoft.com/office/drawing/2014/main" id="{B30E97A3-7637-E8AE-E917-78E05323860A}"/>
                  </a:ext>
                </a:extLst>
              </p:cNvPr>
              <p:cNvSpPr>
                <a:spLocks noRot="1" noChangeAspect="1" noMove="1" noResize="1" noEditPoints="1" noAdjustHandles="1" noChangeArrowheads="1" noChangeShapeType="1" noTextEdit="1"/>
              </p:cNvSpPr>
              <p:nvPr/>
            </p:nvSpPr>
            <p:spPr>
              <a:xfrm>
                <a:off x="6911093" y="3517095"/>
                <a:ext cx="1962492" cy="327254"/>
              </a:xfrm>
              <a:prstGeom prst="roundRect">
                <a:avLst>
                  <a:gd name="adj" fmla="val 3510"/>
                </a:avLst>
              </a:prstGeom>
              <a:blipFill>
                <a:blip r:embed="rId14"/>
                <a:stretch>
                  <a:fillRect b="-1786"/>
                </a:stretch>
              </a:blipFill>
              <a:ln>
                <a:solidFill>
                  <a:srgbClr val="003F88"/>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9" name="矩形: 圆角 58">
                <a:extLst>
                  <a:ext uri="{FF2B5EF4-FFF2-40B4-BE49-F238E27FC236}">
                    <a16:creationId xmlns:a16="http://schemas.microsoft.com/office/drawing/2014/main" id="{78803DCA-EC30-865A-311A-D55180243D15}"/>
                  </a:ext>
                </a:extLst>
              </p:cNvPr>
              <p:cNvSpPr/>
              <p:nvPr/>
            </p:nvSpPr>
            <p:spPr>
              <a:xfrm>
                <a:off x="6910958" y="4195997"/>
                <a:ext cx="1962492" cy="327254"/>
              </a:xfrm>
              <a:prstGeom prst="roundRect">
                <a:avLst>
                  <a:gd name="adj" fmla="val 3510"/>
                </a:avLst>
              </a:prstGeom>
              <a:solidFill>
                <a:srgbClr val="3192F2">
                  <a:alpha val="10000"/>
                </a:srgbClr>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zh-CN" altLang="en-US" sz="1400" i="1" dirty="0">
                          <a:solidFill>
                            <a:schemeClr val="tx1"/>
                          </a:solidFill>
                          <a:latin typeface="Cambria Math" panose="02040503050406030204" pitchFamily="18" charset="0"/>
                          <a:ea typeface="微软雅黑" panose="020B0503020204020204" pitchFamily="34" charset="-122"/>
                        </a:rPr>
                        <m:t>保护过滤</m:t>
                      </m:r>
                      <m:r>
                        <a:rPr lang="zh-CN" altLang="en-US" sz="1400" i="1" dirty="0">
                          <a:solidFill>
                            <a:schemeClr val="tx1"/>
                          </a:solidFill>
                          <a:latin typeface="Cambria Math" panose="02040503050406030204" pitchFamily="18" charset="0"/>
                          <a:ea typeface="微软雅黑" panose="020B0503020204020204" pitchFamily="34" charset="-122"/>
                        </a:rPr>
                        <m:t> </m:t>
                      </m:r>
                      <m:sSub>
                        <m:sSubPr>
                          <m:ctrlPr>
                            <a:rPr lang="el-GR" altLang="zh-CN" sz="1400" b="1" i="1" dirty="0" smtClean="0">
                              <a:solidFill>
                                <a:schemeClr val="tx1"/>
                              </a:solidFill>
                              <a:latin typeface="Cambria Math" panose="02040503050406030204" pitchFamily="18" charset="0"/>
                              <a:ea typeface="微软雅黑" panose="020B0503020204020204" pitchFamily="34" charset="-122"/>
                            </a:rPr>
                          </m:ctrlPr>
                        </m:sSubPr>
                        <m:e>
                          <m:r>
                            <a:rPr lang="el-GR" altLang="zh-CN" sz="1400" b="1" i="1" dirty="0">
                              <a:solidFill>
                                <a:schemeClr val="tx1"/>
                              </a:solidFill>
                              <a:latin typeface="Cambria Math" panose="02040503050406030204" pitchFamily="18" charset="0"/>
                              <a:ea typeface="微软雅黑" panose="020B0503020204020204" pitchFamily="34" charset="-122"/>
                            </a:rPr>
                            <m:t>𝝍</m:t>
                          </m:r>
                        </m:e>
                        <m:sub>
                          <m:r>
                            <a:rPr lang="en-US" altLang="zh-CN" sz="1400" b="1" i="1" dirty="0">
                              <a:solidFill>
                                <a:schemeClr val="tx1"/>
                              </a:solidFill>
                              <a:latin typeface="Cambria Math" panose="02040503050406030204" pitchFamily="18" charset="0"/>
                              <a:ea typeface="微软雅黑" panose="020B0503020204020204" pitchFamily="34" charset="-122"/>
                            </a:rPr>
                            <m:t>𝒔</m:t>
                          </m:r>
                          <m:r>
                            <a:rPr lang="en-US" altLang="zh-CN" sz="1400" b="1" i="1" dirty="0">
                              <a:solidFill>
                                <a:schemeClr val="tx1"/>
                              </a:solidFill>
                              <a:latin typeface="Cambria Math" panose="02040503050406030204" pitchFamily="18" charset="0"/>
                              <a:ea typeface="微软雅黑" panose="020B0503020204020204" pitchFamily="34" charset="-122"/>
                            </a:rPr>
                            <m:t>,</m:t>
                          </m:r>
                          <m:r>
                            <a:rPr lang="en-US" altLang="zh-CN" sz="1400" b="1" i="1" dirty="0">
                              <a:solidFill>
                                <a:schemeClr val="tx1"/>
                              </a:solidFill>
                              <a:latin typeface="Cambria Math" panose="02040503050406030204" pitchFamily="18" charset="0"/>
                              <a:ea typeface="微软雅黑" panose="020B0503020204020204" pitchFamily="34" charset="-122"/>
                            </a:rPr>
                            <m:t>𝒓</m:t>
                          </m:r>
                        </m:sub>
                      </m:sSub>
                      <m:d>
                        <m:dPr>
                          <m:ctrlPr>
                            <a:rPr lang="en-US" altLang="zh-CN" sz="1400" b="1" i="1" dirty="0">
                              <a:solidFill>
                                <a:schemeClr val="tx1"/>
                              </a:solidFill>
                              <a:latin typeface="Cambria Math" panose="02040503050406030204" pitchFamily="18" charset="0"/>
                              <a:ea typeface="微软雅黑" panose="020B0503020204020204" pitchFamily="34" charset="-122"/>
                            </a:rPr>
                          </m:ctrlPr>
                        </m:dPr>
                        <m:e>
                          <m:r>
                            <a:rPr lang="en-US" altLang="zh-CN" sz="1400" b="1" i="1" dirty="0">
                              <a:solidFill>
                                <a:schemeClr val="tx1"/>
                              </a:solidFill>
                              <a:latin typeface="Cambria Math" panose="02040503050406030204" pitchFamily="18" charset="0"/>
                              <a:ea typeface="微软雅黑" panose="020B0503020204020204" pitchFamily="34" charset="-122"/>
                            </a:rPr>
                            <m:t>𝒕</m:t>
                          </m:r>
                        </m:e>
                      </m:d>
                    </m:oMath>
                  </m:oMathPara>
                </a14:m>
                <a:endParaRPr lang="zh-CN" altLang="en-US" sz="1400" b="1" i="1" dirty="0">
                  <a:solidFill>
                    <a:schemeClr val="tx1"/>
                  </a:solidFill>
                  <a:latin typeface="微软雅黑" panose="020B0503020204020204" pitchFamily="34" charset="-122"/>
                  <a:ea typeface="微软雅黑" panose="020B0503020204020204" pitchFamily="34" charset="-122"/>
                </a:endParaRPr>
              </a:p>
            </p:txBody>
          </p:sp>
        </mc:Choice>
        <mc:Fallback xmlns="">
          <p:sp>
            <p:nvSpPr>
              <p:cNvPr id="59" name="矩形: 圆角 58">
                <a:extLst>
                  <a:ext uri="{FF2B5EF4-FFF2-40B4-BE49-F238E27FC236}">
                    <a16:creationId xmlns:a16="http://schemas.microsoft.com/office/drawing/2014/main" id="{78803DCA-EC30-865A-311A-D55180243D15}"/>
                  </a:ext>
                </a:extLst>
              </p:cNvPr>
              <p:cNvSpPr>
                <a:spLocks noRot="1" noChangeAspect="1" noMove="1" noResize="1" noEditPoints="1" noAdjustHandles="1" noChangeArrowheads="1" noChangeShapeType="1" noTextEdit="1"/>
              </p:cNvSpPr>
              <p:nvPr/>
            </p:nvSpPr>
            <p:spPr>
              <a:xfrm>
                <a:off x="6910958" y="4195997"/>
                <a:ext cx="1962492" cy="327254"/>
              </a:xfrm>
              <a:prstGeom prst="roundRect">
                <a:avLst>
                  <a:gd name="adj" fmla="val 3510"/>
                </a:avLst>
              </a:prstGeom>
              <a:blipFill>
                <a:blip r:embed="rId15"/>
                <a:stretch>
                  <a:fillRect b="-3571"/>
                </a:stretch>
              </a:blipFill>
              <a:ln>
                <a:solidFill>
                  <a:srgbClr val="003F88"/>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0" name="矩形: 圆角 59">
                <a:extLst>
                  <a:ext uri="{FF2B5EF4-FFF2-40B4-BE49-F238E27FC236}">
                    <a16:creationId xmlns:a16="http://schemas.microsoft.com/office/drawing/2014/main" id="{0E045F8A-65B9-32D5-AB00-CED961EDD76B}"/>
                  </a:ext>
                </a:extLst>
              </p:cNvPr>
              <p:cNvSpPr/>
              <p:nvPr/>
            </p:nvSpPr>
            <p:spPr>
              <a:xfrm>
                <a:off x="6910957" y="4875804"/>
                <a:ext cx="1962492" cy="327254"/>
              </a:xfrm>
              <a:prstGeom prst="roundRect">
                <a:avLst>
                  <a:gd name="adj" fmla="val 3510"/>
                </a:avLst>
              </a:prstGeom>
              <a:solidFill>
                <a:srgbClr val="3192F2">
                  <a:alpha val="10000"/>
                </a:srgbClr>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zh-CN" altLang="en-US" sz="1400" i="1" dirty="0">
                          <a:solidFill>
                            <a:schemeClr val="tx1"/>
                          </a:solidFill>
                          <a:latin typeface="Cambria Math" panose="02040503050406030204" pitchFamily="18" charset="0"/>
                          <a:ea typeface="微软雅黑" panose="020B0503020204020204" pitchFamily="34" charset="-122"/>
                        </a:rPr>
                        <m:t>技能</m:t>
                      </m:r>
                      <m:r>
                        <a:rPr lang="zh-CN" altLang="en-US" sz="1400" i="1" dirty="0">
                          <a:solidFill>
                            <a:schemeClr val="tx1"/>
                          </a:solidFill>
                          <a:latin typeface="Cambria Math" panose="02040503050406030204" pitchFamily="18" charset="0"/>
                          <a:ea typeface="微软雅黑" panose="020B0503020204020204" pitchFamily="34" charset="-122"/>
                        </a:rPr>
                        <m:t> / </m:t>
                      </m:r>
                      <m:r>
                        <a:rPr lang="zh-CN" altLang="en-US" sz="1400" i="1" dirty="0">
                          <a:solidFill>
                            <a:schemeClr val="tx1"/>
                          </a:solidFill>
                          <a:latin typeface="Cambria Math" panose="02040503050406030204" pitchFamily="18" charset="0"/>
                          <a:ea typeface="微软雅黑" panose="020B0503020204020204" pitchFamily="34" charset="-122"/>
                        </a:rPr>
                        <m:t>设备类型匹配</m:t>
                      </m:r>
                    </m:oMath>
                  </m:oMathPara>
                </a14:m>
                <a:endParaRPr lang="zh-CN" altLang="en-US" sz="1400" b="1" i="1" dirty="0">
                  <a:solidFill>
                    <a:schemeClr val="tx1"/>
                  </a:solidFill>
                  <a:latin typeface="微软雅黑" panose="020B0503020204020204" pitchFamily="34" charset="-122"/>
                  <a:ea typeface="微软雅黑" panose="020B0503020204020204" pitchFamily="34" charset="-122"/>
                </a:endParaRPr>
              </a:p>
            </p:txBody>
          </p:sp>
        </mc:Choice>
        <mc:Fallback xmlns="">
          <p:sp>
            <p:nvSpPr>
              <p:cNvPr id="60" name="矩形: 圆角 59">
                <a:extLst>
                  <a:ext uri="{FF2B5EF4-FFF2-40B4-BE49-F238E27FC236}">
                    <a16:creationId xmlns:a16="http://schemas.microsoft.com/office/drawing/2014/main" id="{0E045F8A-65B9-32D5-AB00-CED961EDD76B}"/>
                  </a:ext>
                </a:extLst>
              </p:cNvPr>
              <p:cNvSpPr>
                <a:spLocks noRot="1" noChangeAspect="1" noMove="1" noResize="1" noEditPoints="1" noAdjustHandles="1" noChangeArrowheads="1" noChangeShapeType="1" noTextEdit="1"/>
              </p:cNvSpPr>
              <p:nvPr/>
            </p:nvSpPr>
            <p:spPr>
              <a:xfrm>
                <a:off x="6910957" y="4875804"/>
                <a:ext cx="1962492" cy="327254"/>
              </a:xfrm>
              <a:prstGeom prst="roundRect">
                <a:avLst>
                  <a:gd name="adj" fmla="val 3510"/>
                </a:avLst>
              </a:prstGeom>
              <a:blipFill>
                <a:blip r:embed="rId16"/>
                <a:stretch>
                  <a:fillRect b="-3571"/>
                </a:stretch>
              </a:blipFill>
              <a:ln>
                <a:solidFill>
                  <a:srgbClr val="003F88"/>
                </a:solidFill>
              </a:ln>
            </p:spPr>
            <p:txBody>
              <a:bodyPr/>
              <a:lstStyle/>
              <a:p>
                <a:r>
                  <a:rPr lang="zh-CN" altLang="en-US">
                    <a:noFill/>
                  </a:rPr>
                  <a:t> </a:t>
                </a:r>
              </a:p>
            </p:txBody>
          </p:sp>
        </mc:Fallback>
      </mc:AlternateContent>
      <p:cxnSp>
        <p:nvCxnSpPr>
          <p:cNvPr id="62" name="直接箭头连接符 61">
            <a:extLst>
              <a:ext uri="{FF2B5EF4-FFF2-40B4-BE49-F238E27FC236}">
                <a16:creationId xmlns:a16="http://schemas.microsoft.com/office/drawing/2014/main" id="{D4E2F84A-DC82-1D5A-2EA1-B0579F266A5C}"/>
              </a:ext>
            </a:extLst>
          </p:cNvPr>
          <p:cNvCxnSpPr>
            <a:cxnSpLocks/>
            <a:stCxn id="56" idx="2"/>
            <a:endCxn id="57" idx="0"/>
          </p:cNvCxnSpPr>
          <p:nvPr/>
        </p:nvCxnSpPr>
        <p:spPr>
          <a:xfrm>
            <a:off x="7893864" y="2485282"/>
            <a:ext cx="0" cy="352911"/>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64" name="直接箭头连接符 63">
            <a:extLst>
              <a:ext uri="{FF2B5EF4-FFF2-40B4-BE49-F238E27FC236}">
                <a16:creationId xmlns:a16="http://schemas.microsoft.com/office/drawing/2014/main" id="{93542359-0764-D7E0-C7D9-1A176785CC2A}"/>
              </a:ext>
            </a:extLst>
          </p:cNvPr>
          <p:cNvCxnSpPr>
            <a:cxnSpLocks/>
            <a:stCxn id="57" idx="2"/>
            <a:endCxn id="58" idx="0"/>
          </p:cNvCxnSpPr>
          <p:nvPr/>
        </p:nvCxnSpPr>
        <p:spPr>
          <a:xfrm flipH="1">
            <a:off x="7892339" y="3165447"/>
            <a:ext cx="1525" cy="351648"/>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66" name="直接箭头连接符 65">
            <a:extLst>
              <a:ext uri="{FF2B5EF4-FFF2-40B4-BE49-F238E27FC236}">
                <a16:creationId xmlns:a16="http://schemas.microsoft.com/office/drawing/2014/main" id="{1E80CBED-1E79-3F9C-E4A0-B2E4A02F2253}"/>
              </a:ext>
            </a:extLst>
          </p:cNvPr>
          <p:cNvCxnSpPr>
            <a:cxnSpLocks/>
            <a:stCxn id="58" idx="2"/>
            <a:endCxn id="59" idx="0"/>
          </p:cNvCxnSpPr>
          <p:nvPr/>
        </p:nvCxnSpPr>
        <p:spPr>
          <a:xfrm flipH="1">
            <a:off x="7892204" y="3844349"/>
            <a:ext cx="135" cy="351648"/>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68" name="直接箭头连接符 67">
            <a:extLst>
              <a:ext uri="{FF2B5EF4-FFF2-40B4-BE49-F238E27FC236}">
                <a16:creationId xmlns:a16="http://schemas.microsoft.com/office/drawing/2014/main" id="{4B22C39F-057A-EC06-5C2F-3ECE0F0A74E7}"/>
              </a:ext>
            </a:extLst>
          </p:cNvPr>
          <p:cNvCxnSpPr>
            <a:cxnSpLocks/>
            <a:stCxn id="59" idx="2"/>
            <a:endCxn id="60" idx="0"/>
          </p:cNvCxnSpPr>
          <p:nvPr/>
        </p:nvCxnSpPr>
        <p:spPr>
          <a:xfrm flipH="1">
            <a:off x="7892203" y="4523251"/>
            <a:ext cx="1" cy="352553"/>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21" name="矩形: 圆角 20">
            <a:extLst>
              <a:ext uri="{FF2B5EF4-FFF2-40B4-BE49-F238E27FC236}">
                <a16:creationId xmlns:a16="http://schemas.microsoft.com/office/drawing/2014/main" id="{FF728135-4B6A-17E2-53CE-007A7AF9F430}"/>
              </a:ext>
            </a:extLst>
          </p:cNvPr>
          <p:cNvSpPr/>
          <p:nvPr/>
        </p:nvSpPr>
        <p:spPr>
          <a:xfrm>
            <a:off x="3021579" y="1393690"/>
            <a:ext cx="3329962" cy="3950726"/>
          </a:xfrm>
          <a:prstGeom prst="roundRect">
            <a:avLst>
              <a:gd name="adj" fmla="val 3510"/>
            </a:avLst>
          </a:prstGeom>
          <a:no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74" name="矩形: 圆角 73">
            <a:extLst>
              <a:ext uri="{FF2B5EF4-FFF2-40B4-BE49-F238E27FC236}">
                <a16:creationId xmlns:a16="http://schemas.microsoft.com/office/drawing/2014/main" id="{5FBA8A64-9AE4-1852-D0EB-2F6821831346}"/>
              </a:ext>
            </a:extLst>
          </p:cNvPr>
          <p:cNvSpPr/>
          <p:nvPr/>
        </p:nvSpPr>
        <p:spPr>
          <a:xfrm>
            <a:off x="9347200" y="1400110"/>
            <a:ext cx="2502916" cy="3950726"/>
          </a:xfrm>
          <a:prstGeom prst="roundRect">
            <a:avLst>
              <a:gd name="adj" fmla="val 3510"/>
            </a:avLst>
          </a:prstGeom>
          <a:no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75" name="文本框 74">
            <a:extLst>
              <a:ext uri="{FF2B5EF4-FFF2-40B4-BE49-F238E27FC236}">
                <a16:creationId xmlns:a16="http://schemas.microsoft.com/office/drawing/2014/main" id="{96290277-7DC0-E48E-880C-130D48EA8593}"/>
              </a:ext>
            </a:extLst>
          </p:cNvPr>
          <p:cNvSpPr txBox="1"/>
          <p:nvPr/>
        </p:nvSpPr>
        <p:spPr>
          <a:xfrm>
            <a:off x="9347200" y="1400111"/>
            <a:ext cx="2502916" cy="441365"/>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gn="ctr">
              <a:lnSpc>
                <a:spcPct val="150000"/>
              </a:lnSpc>
            </a:pPr>
            <a:r>
              <a:rPr lang="zh-CN" altLang="en-US" sz="1800" dirty="0">
                <a:solidFill>
                  <a:schemeClr val="bg1"/>
                </a:solidFill>
                <a:latin typeface="微软雅黑" panose="020B0503020204020204" pitchFamily="34" charset="-122"/>
                <a:ea typeface="微软雅黑" panose="020B0503020204020204" pitchFamily="34" charset="-122"/>
              </a:rPr>
              <a:t>站位可访问边界生成</a:t>
            </a:r>
          </a:p>
        </p:txBody>
      </p:sp>
      <p:sp>
        <p:nvSpPr>
          <p:cNvPr id="78" name="矩形: 圆角 77">
            <a:extLst>
              <a:ext uri="{FF2B5EF4-FFF2-40B4-BE49-F238E27FC236}">
                <a16:creationId xmlns:a16="http://schemas.microsoft.com/office/drawing/2014/main" id="{CE2FA23B-8C15-7DD4-AABF-E466A94BD812}"/>
              </a:ext>
            </a:extLst>
          </p:cNvPr>
          <p:cNvSpPr/>
          <p:nvPr/>
        </p:nvSpPr>
        <p:spPr>
          <a:xfrm>
            <a:off x="337132" y="5567278"/>
            <a:ext cx="11512984" cy="584457"/>
          </a:xfrm>
          <a:prstGeom prst="roundRect">
            <a:avLst>
              <a:gd name="adj" fmla="val 12000"/>
            </a:avLst>
          </a:prstGeom>
          <a:no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79" name="文本框 78">
            <a:extLst>
              <a:ext uri="{FF2B5EF4-FFF2-40B4-BE49-F238E27FC236}">
                <a16:creationId xmlns:a16="http://schemas.microsoft.com/office/drawing/2014/main" id="{9338D8F5-C60E-DF5C-FB71-D5791AEE9747}"/>
              </a:ext>
            </a:extLst>
          </p:cNvPr>
          <p:cNvSpPr txBox="1"/>
          <p:nvPr/>
        </p:nvSpPr>
        <p:spPr>
          <a:xfrm>
            <a:off x="3012513" y="1400114"/>
            <a:ext cx="3339028" cy="441365"/>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gn="ctr">
              <a:lnSpc>
                <a:spcPct val="150000"/>
              </a:lnSpc>
            </a:pPr>
            <a:r>
              <a:rPr lang="zh-CN" altLang="en-US" sz="1800" dirty="0">
                <a:solidFill>
                  <a:schemeClr val="bg1"/>
                </a:solidFill>
                <a:latin typeface="微软雅黑" panose="020B0503020204020204" pitchFamily="34" charset="-122"/>
                <a:ea typeface="微软雅黑" panose="020B0503020204020204" pitchFamily="34" charset="-122"/>
              </a:rPr>
              <a:t>系统级动态资源池形成机制</a:t>
            </a:r>
          </a:p>
        </p:txBody>
      </p:sp>
      <p:sp>
        <p:nvSpPr>
          <p:cNvPr id="83" name="矩形: 圆角 82">
            <a:extLst>
              <a:ext uri="{FF2B5EF4-FFF2-40B4-BE49-F238E27FC236}">
                <a16:creationId xmlns:a16="http://schemas.microsoft.com/office/drawing/2014/main" id="{F6B3B7CC-AB40-BDFB-B358-EBE89C4F64C6}"/>
              </a:ext>
            </a:extLst>
          </p:cNvPr>
          <p:cNvSpPr/>
          <p:nvPr/>
        </p:nvSpPr>
        <p:spPr>
          <a:xfrm>
            <a:off x="9579060" y="2158028"/>
            <a:ext cx="2039626" cy="1350797"/>
          </a:xfrm>
          <a:prstGeom prst="roundRect">
            <a:avLst>
              <a:gd name="adj" fmla="val 3510"/>
            </a:avLst>
          </a:prstGeom>
          <a:no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85" name="矩形: 圆角 84">
            <a:extLst>
              <a:ext uri="{FF2B5EF4-FFF2-40B4-BE49-F238E27FC236}">
                <a16:creationId xmlns:a16="http://schemas.microsoft.com/office/drawing/2014/main" id="{6C8296D7-E42B-EB53-A4F5-29175D591827}"/>
              </a:ext>
            </a:extLst>
          </p:cNvPr>
          <p:cNvSpPr/>
          <p:nvPr/>
        </p:nvSpPr>
        <p:spPr>
          <a:xfrm>
            <a:off x="9578789" y="3778241"/>
            <a:ext cx="2039626" cy="1350797"/>
          </a:xfrm>
          <a:prstGeom prst="roundRect">
            <a:avLst>
              <a:gd name="adj" fmla="val 3510"/>
            </a:avLst>
          </a:prstGeom>
          <a:no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87" name="矩形: 圆角 86">
            <a:extLst>
              <a:ext uri="{FF2B5EF4-FFF2-40B4-BE49-F238E27FC236}">
                <a16:creationId xmlns:a16="http://schemas.microsoft.com/office/drawing/2014/main" id="{AF3A993B-297B-6A86-AB4A-C04E59571739}"/>
              </a:ext>
            </a:extLst>
          </p:cNvPr>
          <p:cNvSpPr/>
          <p:nvPr/>
        </p:nvSpPr>
        <p:spPr>
          <a:xfrm>
            <a:off x="3236698" y="2055755"/>
            <a:ext cx="1284503" cy="1217199"/>
          </a:xfrm>
          <a:prstGeom prst="roundRect">
            <a:avLst>
              <a:gd name="adj" fmla="val 3510"/>
            </a:avLst>
          </a:prstGeom>
          <a:no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89" name="矩形: 圆角 88">
            <a:extLst>
              <a:ext uri="{FF2B5EF4-FFF2-40B4-BE49-F238E27FC236}">
                <a16:creationId xmlns:a16="http://schemas.microsoft.com/office/drawing/2014/main" id="{E0D01D7D-AE8E-D80E-EBDA-E4E854D2179D}"/>
              </a:ext>
            </a:extLst>
          </p:cNvPr>
          <p:cNvSpPr/>
          <p:nvPr/>
        </p:nvSpPr>
        <p:spPr>
          <a:xfrm>
            <a:off x="4806511" y="2055755"/>
            <a:ext cx="1284503" cy="1217199"/>
          </a:xfrm>
          <a:prstGeom prst="roundRect">
            <a:avLst>
              <a:gd name="adj" fmla="val 3510"/>
            </a:avLst>
          </a:prstGeom>
          <a:no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90" name="矩形: 圆角 89">
            <a:extLst>
              <a:ext uri="{FF2B5EF4-FFF2-40B4-BE49-F238E27FC236}">
                <a16:creationId xmlns:a16="http://schemas.microsoft.com/office/drawing/2014/main" id="{AAD039F1-3D42-9F09-2B2F-8D451CC7AC30}"/>
              </a:ext>
            </a:extLst>
          </p:cNvPr>
          <p:cNvSpPr/>
          <p:nvPr/>
        </p:nvSpPr>
        <p:spPr>
          <a:xfrm>
            <a:off x="3236698" y="3428998"/>
            <a:ext cx="2854316" cy="598718"/>
          </a:xfrm>
          <a:prstGeom prst="roundRect">
            <a:avLst>
              <a:gd name="adj" fmla="val 3510"/>
            </a:avLst>
          </a:prstGeom>
          <a:no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91" name="矩形: 圆角 90">
            <a:extLst>
              <a:ext uri="{FF2B5EF4-FFF2-40B4-BE49-F238E27FC236}">
                <a16:creationId xmlns:a16="http://schemas.microsoft.com/office/drawing/2014/main" id="{9EE9FD1F-8AA7-C0E8-2F8E-5E98FF1280CC}"/>
              </a:ext>
            </a:extLst>
          </p:cNvPr>
          <p:cNvSpPr/>
          <p:nvPr/>
        </p:nvSpPr>
        <p:spPr>
          <a:xfrm>
            <a:off x="3236698" y="4195997"/>
            <a:ext cx="2854316" cy="1007061"/>
          </a:xfrm>
          <a:prstGeom prst="roundRect">
            <a:avLst>
              <a:gd name="adj" fmla="val 3510"/>
            </a:avLst>
          </a:prstGeom>
          <a:no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92" name="文本框 91">
            <a:extLst>
              <a:ext uri="{FF2B5EF4-FFF2-40B4-BE49-F238E27FC236}">
                <a16:creationId xmlns:a16="http://schemas.microsoft.com/office/drawing/2014/main" id="{574A043B-FBEE-6BBE-0FD8-7AB24EF93FCE}"/>
              </a:ext>
            </a:extLst>
          </p:cNvPr>
          <p:cNvSpPr txBox="1"/>
          <p:nvPr/>
        </p:nvSpPr>
        <p:spPr>
          <a:xfrm>
            <a:off x="3240383" y="2035400"/>
            <a:ext cx="1287948" cy="319152"/>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gn="ctr">
              <a:lnSpc>
                <a:spcPct val="150000"/>
              </a:lnSpc>
            </a:pPr>
            <a:r>
              <a:rPr lang="zh-CN" altLang="en-US" sz="1200" dirty="0">
                <a:solidFill>
                  <a:srgbClr val="003F88"/>
                </a:solidFill>
                <a:latin typeface="微软雅黑" panose="020B0503020204020204" pitchFamily="34" charset="-122"/>
                <a:ea typeface="微软雅黑" panose="020B0503020204020204" pitchFamily="34" charset="-122"/>
              </a:rPr>
              <a:t>常态调度优化：</a:t>
            </a:r>
          </a:p>
        </p:txBody>
      </p:sp>
      <p:sp>
        <p:nvSpPr>
          <p:cNvPr id="93" name="文本框 92">
            <a:extLst>
              <a:ext uri="{FF2B5EF4-FFF2-40B4-BE49-F238E27FC236}">
                <a16:creationId xmlns:a16="http://schemas.microsoft.com/office/drawing/2014/main" id="{51F6A48E-D74F-630F-14C0-B7ECA61297A6}"/>
              </a:ext>
            </a:extLst>
          </p:cNvPr>
          <p:cNvSpPr txBox="1"/>
          <p:nvPr/>
        </p:nvSpPr>
        <p:spPr>
          <a:xfrm>
            <a:off x="3234762" y="2324720"/>
            <a:ext cx="1284503" cy="970932"/>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en-US" altLang="zh-CN" sz="1000" b="0" dirty="0">
                <a:solidFill>
                  <a:schemeClr val="tx1"/>
                </a:solidFill>
                <a:latin typeface="微软雅黑" panose="020B0503020204020204" pitchFamily="34" charset="-122"/>
                <a:ea typeface="微软雅黑" panose="020B0503020204020204" pitchFamily="34" charset="-122"/>
              </a:rPr>
              <a:t>• </a:t>
            </a:r>
            <a:r>
              <a:rPr lang="zh-CN" altLang="en-US" sz="1000" b="0" dirty="0">
                <a:solidFill>
                  <a:schemeClr val="tx1"/>
                </a:solidFill>
                <a:latin typeface="微软雅黑" panose="020B0503020204020204" pitchFamily="34" charset="-122"/>
                <a:ea typeface="微软雅黑" panose="020B0503020204020204" pitchFamily="34" charset="-122"/>
              </a:rPr>
              <a:t>站位负载差异</a:t>
            </a:r>
            <a:endParaRPr lang="en-US" altLang="zh-CN" sz="1000" b="0" dirty="0">
              <a:solidFill>
                <a:schemeClr val="tx1"/>
              </a:solidFill>
              <a:latin typeface="微软雅黑" panose="020B0503020204020204" pitchFamily="34" charset="-122"/>
              <a:ea typeface="微软雅黑" panose="020B0503020204020204" pitchFamily="34" charset="-122"/>
            </a:endParaRPr>
          </a:p>
          <a:p>
            <a:pPr>
              <a:lnSpc>
                <a:spcPct val="150000"/>
              </a:lnSpc>
            </a:pPr>
            <a:r>
              <a:rPr lang="en-US" altLang="zh-CN" sz="1000" b="0" dirty="0">
                <a:solidFill>
                  <a:schemeClr val="tx1"/>
                </a:solidFill>
                <a:latin typeface="微软雅黑" panose="020B0503020204020204" pitchFamily="34" charset="-122"/>
                <a:ea typeface="微软雅黑" panose="020B0503020204020204" pitchFamily="34" charset="-122"/>
              </a:rPr>
              <a:t>• </a:t>
            </a:r>
            <a:r>
              <a:rPr lang="zh-CN" altLang="en-US" sz="1000" b="0" dirty="0">
                <a:solidFill>
                  <a:schemeClr val="tx1"/>
                </a:solidFill>
                <a:latin typeface="微软雅黑" panose="020B0503020204020204" pitchFamily="34" charset="-122"/>
                <a:ea typeface="微软雅黑" panose="020B0503020204020204" pitchFamily="34" charset="-122"/>
              </a:rPr>
              <a:t>资源空闲与释放</a:t>
            </a:r>
            <a:endParaRPr lang="en-US" altLang="zh-CN" sz="1000" b="0" dirty="0">
              <a:solidFill>
                <a:schemeClr val="tx1"/>
              </a:solidFill>
              <a:latin typeface="微软雅黑" panose="020B0503020204020204" pitchFamily="34" charset="-122"/>
              <a:ea typeface="微软雅黑" panose="020B0503020204020204" pitchFamily="34" charset="-122"/>
            </a:endParaRPr>
          </a:p>
          <a:p>
            <a:pPr>
              <a:lnSpc>
                <a:spcPct val="150000"/>
              </a:lnSpc>
            </a:pPr>
            <a:r>
              <a:rPr lang="en-US" altLang="zh-CN" sz="1000" b="0" dirty="0">
                <a:solidFill>
                  <a:schemeClr val="tx1"/>
                </a:solidFill>
                <a:latin typeface="微软雅黑" panose="020B0503020204020204" pitchFamily="34" charset="-122"/>
                <a:ea typeface="微软雅黑" panose="020B0503020204020204" pitchFamily="34" charset="-122"/>
              </a:rPr>
              <a:t>• </a:t>
            </a:r>
            <a:r>
              <a:rPr lang="zh-CN" altLang="en-US" sz="1000" b="0" dirty="0">
                <a:solidFill>
                  <a:schemeClr val="tx1"/>
                </a:solidFill>
                <a:latin typeface="微软雅黑" panose="020B0503020204020204" pitchFamily="34" charset="-122"/>
                <a:ea typeface="微软雅黑" panose="020B0503020204020204" pitchFamily="34" charset="-122"/>
              </a:rPr>
              <a:t>节拍偏差</a:t>
            </a:r>
            <a:endParaRPr lang="en-US" altLang="zh-CN" sz="1000" b="0" dirty="0">
              <a:solidFill>
                <a:schemeClr val="tx1"/>
              </a:solidFill>
              <a:latin typeface="微软雅黑" panose="020B0503020204020204" pitchFamily="34" charset="-122"/>
              <a:ea typeface="微软雅黑" panose="020B0503020204020204" pitchFamily="34" charset="-122"/>
            </a:endParaRPr>
          </a:p>
          <a:p>
            <a:pPr>
              <a:lnSpc>
                <a:spcPct val="150000"/>
              </a:lnSpc>
            </a:pPr>
            <a:r>
              <a:rPr lang="en-US" altLang="zh-CN" sz="1000" b="0" dirty="0">
                <a:solidFill>
                  <a:schemeClr val="tx1"/>
                </a:solidFill>
                <a:latin typeface="微软雅黑" panose="020B0503020204020204" pitchFamily="34" charset="-122"/>
                <a:ea typeface="微软雅黑" panose="020B0503020204020204" pitchFamily="34" charset="-122"/>
              </a:rPr>
              <a:t>• </a:t>
            </a:r>
            <a:r>
              <a:rPr lang="zh-CN" altLang="en-US" sz="1000" b="0" dirty="0">
                <a:solidFill>
                  <a:schemeClr val="tx1"/>
                </a:solidFill>
                <a:latin typeface="微软雅黑" panose="020B0503020204020204" pitchFamily="34" charset="-122"/>
                <a:ea typeface="微软雅黑" panose="020B0503020204020204" pitchFamily="34" charset="-122"/>
              </a:rPr>
              <a:t>工序需求变化</a:t>
            </a:r>
            <a:endParaRPr lang="en-US" altLang="zh-CN" sz="1000" b="0" dirty="0">
              <a:solidFill>
                <a:schemeClr val="tx1"/>
              </a:solidFill>
              <a:latin typeface="微软雅黑" panose="020B0503020204020204" pitchFamily="34" charset="-122"/>
              <a:ea typeface="微软雅黑" panose="020B0503020204020204" pitchFamily="34" charset="-122"/>
            </a:endParaRPr>
          </a:p>
        </p:txBody>
      </p:sp>
      <p:sp>
        <p:nvSpPr>
          <p:cNvPr id="94" name="文本框 93">
            <a:extLst>
              <a:ext uri="{FF2B5EF4-FFF2-40B4-BE49-F238E27FC236}">
                <a16:creationId xmlns:a16="http://schemas.microsoft.com/office/drawing/2014/main" id="{5E6D4A78-B432-81C5-2CBD-026A205AB91A}"/>
              </a:ext>
            </a:extLst>
          </p:cNvPr>
          <p:cNvSpPr txBox="1"/>
          <p:nvPr/>
        </p:nvSpPr>
        <p:spPr>
          <a:xfrm>
            <a:off x="4807922" y="2035401"/>
            <a:ext cx="1287948" cy="319152"/>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gn="ctr">
              <a:lnSpc>
                <a:spcPct val="150000"/>
              </a:lnSpc>
            </a:pPr>
            <a:r>
              <a:rPr lang="zh-CN" altLang="en-US" sz="1200" dirty="0">
                <a:solidFill>
                  <a:srgbClr val="003F88"/>
                </a:solidFill>
                <a:latin typeface="微软雅黑" panose="020B0503020204020204" pitchFamily="34" charset="-122"/>
                <a:ea typeface="微软雅黑" panose="020B0503020204020204" pitchFamily="34" charset="-122"/>
              </a:rPr>
              <a:t>扰动恢复调整：</a:t>
            </a:r>
          </a:p>
        </p:txBody>
      </p:sp>
      <p:sp>
        <p:nvSpPr>
          <p:cNvPr id="95" name="文本框 94">
            <a:extLst>
              <a:ext uri="{FF2B5EF4-FFF2-40B4-BE49-F238E27FC236}">
                <a16:creationId xmlns:a16="http://schemas.microsoft.com/office/drawing/2014/main" id="{ACCAC750-3073-6FDA-8BB6-BC049A056B74}"/>
              </a:ext>
            </a:extLst>
          </p:cNvPr>
          <p:cNvSpPr txBox="1"/>
          <p:nvPr/>
        </p:nvSpPr>
        <p:spPr>
          <a:xfrm>
            <a:off x="4802301" y="2324721"/>
            <a:ext cx="1284503" cy="970932"/>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en-US" altLang="zh-CN" sz="1000" b="0" dirty="0">
                <a:solidFill>
                  <a:schemeClr val="tx1"/>
                </a:solidFill>
                <a:latin typeface="微软雅黑" panose="020B0503020204020204" pitchFamily="34" charset="-122"/>
                <a:ea typeface="微软雅黑" panose="020B0503020204020204" pitchFamily="34" charset="-122"/>
              </a:rPr>
              <a:t>• </a:t>
            </a:r>
            <a:r>
              <a:rPr lang="zh-CN" altLang="en-US" sz="1000" b="0" dirty="0">
                <a:solidFill>
                  <a:schemeClr val="tx1"/>
                </a:solidFill>
                <a:latin typeface="微软雅黑" panose="020B0503020204020204" pitchFamily="34" charset="-122"/>
                <a:ea typeface="微软雅黑" panose="020B0503020204020204" pitchFamily="34" charset="-122"/>
              </a:rPr>
              <a:t>站位负载差异</a:t>
            </a:r>
            <a:endParaRPr lang="en-US" altLang="zh-CN" sz="1000" b="0" dirty="0">
              <a:solidFill>
                <a:schemeClr val="tx1"/>
              </a:solidFill>
              <a:latin typeface="微软雅黑" panose="020B0503020204020204" pitchFamily="34" charset="-122"/>
              <a:ea typeface="微软雅黑" panose="020B0503020204020204" pitchFamily="34" charset="-122"/>
            </a:endParaRPr>
          </a:p>
          <a:p>
            <a:pPr>
              <a:lnSpc>
                <a:spcPct val="150000"/>
              </a:lnSpc>
            </a:pPr>
            <a:r>
              <a:rPr lang="en-US" altLang="zh-CN" sz="1000" b="0" dirty="0">
                <a:solidFill>
                  <a:schemeClr val="tx1"/>
                </a:solidFill>
                <a:latin typeface="微软雅黑" panose="020B0503020204020204" pitchFamily="34" charset="-122"/>
                <a:ea typeface="微软雅黑" panose="020B0503020204020204" pitchFamily="34" charset="-122"/>
              </a:rPr>
              <a:t>• </a:t>
            </a:r>
            <a:r>
              <a:rPr lang="zh-CN" altLang="en-US" sz="1000" b="0" dirty="0">
                <a:solidFill>
                  <a:schemeClr val="tx1"/>
                </a:solidFill>
                <a:latin typeface="微软雅黑" panose="020B0503020204020204" pitchFamily="34" charset="-122"/>
                <a:ea typeface="微软雅黑" panose="020B0503020204020204" pitchFamily="34" charset="-122"/>
              </a:rPr>
              <a:t>资源空闲与释放</a:t>
            </a:r>
            <a:endParaRPr lang="en-US" altLang="zh-CN" sz="1000" b="0" dirty="0">
              <a:solidFill>
                <a:schemeClr val="tx1"/>
              </a:solidFill>
              <a:latin typeface="微软雅黑" panose="020B0503020204020204" pitchFamily="34" charset="-122"/>
              <a:ea typeface="微软雅黑" panose="020B0503020204020204" pitchFamily="34" charset="-122"/>
            </a:endParaRPr>
          </a:p>
          <a:p>
            <a:pPr>
              <a:lnSpc>
                <a:spcPct val="150000"/>
              </a:lnSpc>
            </a:pPr>
            <a:r>
              <a:rPr lang="en-US" altLang="zh-CN" sz="1000" b="0" dirty="0">
                <a:solidFill>
                  <a:schemeClr val="tx1"/>
                </a:solidFill>
                <a:latin typeface="微软雅黑" panose="020B0503020204020204" pitchFamily="34" charset="-122"/>
                <a:ea typeface="微软雅黑" panose="020B0503020204020204" pitchFamily="34" charset="-122"/>
              </a:rPr>
              <a:t>• </a:t>
            </a:r>
            <a:r>
              <a:rPr lang="zh-CN" altLang="en-US" sz="1000" b="0" dirty="0">
                <a:solidFill>
                  <a:schemeClr val="tx1"/>
                </a:solidFill>
                <a:latin typeface="微软雅黑" panose="020B0503020204020204" pitchFamily="34" charset="-122"/>
                <a:ea typeface="微软雅黑" panose="020B0503020204020204" pitchFamily="34" charset="-122"/>
              </a:rPr>
              <a:t>节拍偏差</a:t>
            </a:r>
            <a:endParaRPr lang="en-US" altLang="zh-CN" sz="1000" b="0" dirty="0">
              <a:solidFill>
                <a:schemeClr val="tx1"/>
              </a:solidFill>
              <a:latin typeface="微软雅黑" panose="020B0503020204020204" pitchFamily="34" charset="-122"/>
              <a:ea typeface="微软雅黑" panose="020B0503020204020204" pitchFamily="34" charset="-122"/>
            </a:endParaRPr>
          </a:p>
          <a:p>
            <a:pPr>
              <a:lnSpc>
                <a:spcPct val="150000"/>
              </a:lnSpc>
            </a:pPr>
            <a:r>
              <a:rPr lang="en-US" altLang="zh-CN" sz="1000" b="0" dirty="0">
                <a:solidFill>
                  <a:schemeClr val="tx1"/>
                </a:solidFill>
                <a:latin typeface="微软雅黑" panose="020B0503020204020204" pitchFamily="34" charset="-122"/>
                <a:ea typeface="微软雅黑" panose="020B0503020204020204" pitchFamily="34" charset="-122"/>
              </a:rPr>
              <a:t>• </a:t>
            </a:r>
            <a:r>
              <a:rPr lang="zh-CN" altLang="en-US" sz="1000" b="0" dirty="0">
                <a:solidFill>
                  <a:schemeClr val="tx1"/>
                </a:solidFill>
                <a:latin typeface="微软雅黑" panose="020B0503020204020204" pitchFamily="34" charset="-122"/>
                <a:ea typeface="微软雅黑" panose="020B0503020204020204" pitchFamily="34" charset="-122"/>
              </a:rPr>
              <a:t>工序需求变化</a:t>
            </a:r>
            <a:endParaRPr lang="en-US" altLang="zh-CN" sz="1000" b="0" dirty="0">
              <a:solidFill>
                <a:schemeClr val="tx1"/>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96" name="文本框 95">
                <a:extLst>
                  <a:ext uri="{FF2B5EF4-FFF2-40B4-BE49-F238E27FC236}">
                    <a16:creationId xmlns:a16="http://schemas.microsoft.com/office/drawing/2014/main" id="{EAF47170-1C37-0DEE-C479-8DDF0A8994EE}"/>
                  </a:ext>
                </a:extLst>
              </p:cNvPr>
              <p:cNvSpPr txBox="1"/>
              <p:nvPr/>
            </p:nvSpPr>
            <p:spPr>
              <a:xfrm>
                <a:off x="3234762" y="3399631"/>
                <a:ext cx="2861237" cy="319152"/>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gn="ctr">
                  <a:lnSpc>
                    <a:spcPct val="150000"/>
                  </a:lnSpc>
                </a:pPr>
                <a:r>
                  <a:rPr lang="zh-CN" altLang="en-US" sz="1200" dirty="0">
                    <a:solidFill>
                      <a:srgbClr val="003F88"/>
                    </a:solidFill>
                    <a:latin typeface="微软雅黑" panose="020B0503020204020204" pitchFamily="34" charset="-122"/>
                    <a:ea typeface="微软雅黑" panose="020B0503020204020204" pitchFamily="34" charset="-122"/>
                  </a:rPr>
                  <a:t>启用流动资源 </a:t>
                </a:r>
                <a14:m>
                  <m:oMath xmlns:m="http://schemas.openxmlformats.org/officeDocument/2006/math">
                    <m:sSubSup>
                      <m:sSubSupPr>
                        <m:ctrlPr>
                          <a:rPr lang="en-US" altLang="zh-CN" sz="1200" i="1" dirty="0">
                            <a:solidFill>
                              <a:srgbClr val="003F88"/>
                            </a:solidFill>
                            <a:latin typeface="Cambria Math" panose="02040503050406030204" pitchFamily="18" charset="0"/>
                            <a:ea typeface="微软雅黑" panose="020B0503020204020204" pitchFamily="34" charset="-122"/>
                          </a:rPr>
                        </m:ctrlPr>
                      </m:sSubSupPr>
                      <m:e>
                        <m:r>
                          <a:rPr lang="en-US" altLang="zh-CN" sz="1200" dirty="0">
                            <a:solidFill>
                              <a:srgbClr val="003F88"/>
                            </a:solidFill>
                            <a:latin typeface="Cambria Math" panose="02040503050406030204" pitchFamily="18" charset="0"/>
                            <a:ea typeface="微软雅黑" panose="020B0503020204020204" pitchFamily="34" charset="-122"/>
                          </a:rPr>
                          <m:t>𝑹</m:t>
                        </m:r>
                      </m:e>
                      <m:sub>
                        <m:r>
                          <a:rPr lang="en-US" altLang="zh-CN" sz="1200" dirty="0">
                            <a:solidFill>
                              <a:srgbClr val="003F88"/>
                            </a:solidFill>
                            <a:latin typeface="Cambria Math" panose="02040503050406030204" pitchFamily="18" charset="0"/>
                            <a:ea typeface="微软雅黑" panose="020B0503020204020204" pitchFamily="34" charset="-122"/>
                          </a:rPr>
                          <m:t>𝒕</m:t>
                        </m:r>
                      </m:sub>
                      <m:sup>
                        <m:r>
                          <a:rPr lang="en-US" altLang="zh-CN" sz="1200" dirty="0">
                            <a:solidFill>
                              <a:srgbClr val="003F88"/>
                            </a:solidFill>
                            <a:latin typeface="Cambria Math" panose="02040503050406030204" pitchFamily="18" charset="0"/>
                            <a:ea typeface="微软雅黑" panose="020B0503020204020204" pitchFamily="34" charset="-122"/>
                          </a:rPr>
                          <m:t>𝒎</m:t>
                        </m:r>
                      </m:sup>
                    </m:sSubSup>
                  </m:oMath>
                </a14:m>
                <a:endParaRPr lang="zh-CN" altLang="en-US" sz="1200" dirty="0">
                  <a:solidFill>
                    <a:srgbClr val="003F88"/>
                  </a:solidFill>
                  <a:latin typeface="微软雅黑" panose="020B0503020204020204" pitchFamily="34" charset="-122"/>
                  <a:ea typeface="微软雅黑" panose="020B0503020204020204" pitchFamily="34" charset="-122"/>
                </a:endParaRPr>
              </a:p>
            </p:txBody>
          </p:sp>
        </mc:Choice>
        <mc:Fallback xmlns="">
          <p:sp>
            <p:nvSpPr>
              <p:cNvPr id="96" name="文本框 95">
                <a:extLst>
                  <a:ext uri="{FF2B5EF4-FFF2-40B4-BE49-F238E27FC236}">
                    <a16:creationId xmlns:a16="http://schemas.microsoft.com/office/drawing/2014/main" id="{EAF47170-1C37-0DEE-C479-8DDF0A8994EE}"/>
                  </a:ext>
                </a:extLst>
              </p:cNvPr>
              <p:cNvSpPr txBox="1">
                <a:spLocks noRot="1" noChangeAspect="1" noMove="1" noResize="1" noEditPoints="1" noAdjustHandles="1" noChangeArrowheads="1" noChangeShapeType="1" noTextEdit="1"/>
              </p:cNvSpPr>
              <p:nvPr/>
            </p:nvSpPr>
            <p:spPr>
              <a:xfrm>
                <a:off x="3234762" y="3399631"/>
                <a:ext cx="2861237" cy="319152"/>
              </a:xfrm>
              <a:prstGeom prst="rect">
                <a:avLst/>
              </a:prstGeom>
              <a:blipFill>
                <a:blip r:embed="rId17"/>
                <a:stretch>
                  <a:fillRect b="-17308"/>
                </a:stretch>
              </a:blipFill>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7" name="文本框 96">
                <a:extLst>
                  <a:ext uri="{FF2B5EF4-FFF2-40B4-BE49-F238E27FC236}">
                    <a16:creationId xmlns:a16="http://schemas.microsoft.com/office/drawing/2014/main" id="{CDD179F9-5454-C2E5-9561-875DA161B3B3}"/>
                  </a:ext>
                </a:extLst>
              </p:cNvPr>
              <p:cNvSpPr txBox="1"/>
              <p:nvPr/>
            </p:nvSpPr>
            <p:spPr>
              <a:xfrm>
                <a:off x="3234765" y="4154371"/>
                <a:ext cx="2861237" cy="319152"/>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gn="ctr">
                  <a:lnSpc>
                    <a:spcPct val="150000"/>
                  </a:lnSpc>
                </a:pPr>
                <a:r>
                  <a:rPr lang="zh-CN" altLang="en-US" sz="1200" dirty="0">
                    <a:solidFill>
                      <a:srgbClr val="003F88"/>
                    </a:solidFill>
                    <a:latin typeface="微软雅黑" panose="020B0503020204020204" pitchFamily="34" charset="-122"/>
                    <a:ea typeface="微软雅黑" panose="020B0503020204020204" pitchFamily="34" charset="-122"/>
                  </a:rPr>
                  <a:t>系统级资源池 </a:t>
                </a:r>
                <a14:m>
                  <m:oMath xmlns:m="http://schemas.openxmlformats.org/officeDocument/2006/math">
                    <m:sSub>
                      <m:sSubPr>
                        <m:ctrlPr>
                          <a:rPr lang="en-US" altLang="zh-CN" sz="1200" i="1" dirty="0">
                            <a:solidFill>
                              <a:srgbClr val="003F88"/>
                            </a:solidFill>
                            <a:latin typeface="Cambria Math" panose="02040503050406030204" pitchFamily="18" charset="0"/>
                            <a:ea typeface="微软雅黑" panose="020B0503020204020204" pitchFamily="34" charset="-122"/>
                          </a:rPr>
                        </m:ctrlPr>
                      </m:sSubPr>
                      <m:e>
                        <m:r>
                          <a:rPr lang="en-US" altLang="zh-CN" sz="1200" dirty="0">
                            <a:solidFill>
                              <a:srgbClr val="003F88"/>
                            </a:solidFill>
                            <a:latin typeface="Cambria Math" panose="02040503050406030204" pitchFamily="18" charset="0"/>
                            <a:ea typeface="微软雅黑" panose="020B0503020204020204" pitchFamily="34" charset="-122"/>
                          </a:rPr>
                          <m:t>𝑹</m:t>
                        </m:r>
                      </m:e>
                      <m:sub>
                        <m:r>
                          <a:rPr lang="en-US" altLang="zh-CN" sz="1200" dirty="0">
                            <a:solidFill>
                              <a:srgbClr val="003F88"/>
                            </a:solidFill>
                            <a:latin typeface="Cambria Math" panose="02040503050406030204" pitchFamily="18" charset="0"/>
                            <a:ea typeface="微软雅黑" panose="020B0503020204020204" pitchFamily="34" charset="-122"/>
                          </a:rPr>
                          <m:t>𝒕</m:t>
                        </m:r>
                      </m:sub>
                    </m:sSub>
                  </m:oMath>
                </a14:m>
                <a:endParaRPr lang="zh-CN" altLang="en-US" sz="1200" dirty="0">
                  <a:solidFill>
                    <a:srgbClr val="003F88"/>
                  </a:solidFill>
                  <a:latin typeface="微软雅黑" panose="020B0503020204020204" pitchFamily="34" charset="-122"/>
                  <a:ea typeface="微软雅黑" panose="020B0503020204020204" pitchFamily="34" charset="-122"/>
                </a:endParaRPr>
              </a:p>
            </p:txBody>
          </p:sp>
        </mc:Choice>
        <mc:Fallback xmlns="">
          <p:sp>
            <p:nvSpPr>
              <p:cNvPr id="97" name="文本框 96">
                <a:extLst>
                  <a:ext uri="{FF2B5EF4-FFF2-40B4-BE49-F238E27FC236}">
                    <a16:creationId xmlns:a16="http://schemas.microsoft.com/office/drawing/2014/main" id="{CDD179F9-5454-C2E5-9561-875DA161B3B3}"/>
                  </a:ext>
                </a:extLst>
              </p:cNvPr>
              <p:cNvSpPr txBox="1">
                <a:spLocks noRot="1" noChangeAspect="1" noMove="1" noResize="1" noEditPoints="1" noAdjustHandles="1" noChangeArrowheads="1" noChangeShapeType="1" noTextEdit="1"/>
              </p:cNvSpPr>
              <p:nvPr/>
            </p:nvSpPr>
            <p:spPr>
              <a:xfrm>
                <a:off x="3234765" y="4154371"/>
                <a:ext cx="2861237" cy="319152"/>
              </a:xfrm>
              <a:prstGeom prst="rect">
                <a:avLst/>
              </a:prstGeom>
              <a:blipFill>
                <a:blip r:embed="rId18"/>
                <a:stretch>
                  <a:fillRect b="-16981"/>
                </a:stretch>
              </a:blipFill>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8" name="文本框 97">
                <a:extLst>
                  <a:ext uri="{FF2B5EF4-FFF2-40B4-BE49-F238E27FC236}">
                    <a16:creationId xmlns:a16="http://schemas.microsoft.com/office/drawing/2014/main" id="{92E738EC-5C3C-9BC9-39C4-217672511DDA}"/>
                  </a:ext>
                </a:extLst>
              </p:cNvPr>
              <p:cNvSpPr txBox="1"/>
              <p:nvPr/>
            </p:nvSpPr>
            <p:spPr>
              <a:xfrm>
                <a:off x="9578788" y="2150524"/>
                <a:ext cx="2039627" cy="357367"/>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gn="ctr">
                  <a:lnSpc>
                    <a:spcPct val="150000"/>
                  </a:lnSpc>
                </a:pPr>
                <a:r>
                  <a:rPr lang="zh-CN" altLang="en-US" sz="1200" dirty="0">
                    <a:solidFill>
                      <a:srgbClr val="003F88"/>
                    </a:solidFill>
                    <a:latin typeface="微软雅黑" panose="020B0503020204020204" pitchFamily="34" charset="-122"/>
                    <a:ea typeface="微软雅黑" panose="020B0503020204020204" pitchFamily="34" charset="-122"/>
                  </a:rPr>
                  <a:t>站位外部候选资源 </a:t>
                </a:r>
                <a14:m>
                  <m:oMath xmlns:m="http://schemas.openxmlformats.org/officeDocument/2006/math">
                    <m:sSubSup>
                      <m:sSubSupPr>
                        <m:ctrlPr>
                          <a:rPr lang="en-US" altLang="zh-CN" sz="1200" i="1" dirty="0">
                            <a:solidFill>
                              <a:srgbClr val="003F88"/>
                            </a:solidFill>
                            <a:latin typeface="Cambria Math" panose="02040503050406030204" pitchFamily="18" charset="0"/>
                            <a:ea typeface="微软雅黑" panose="020B0503020204020204" pitchFamily="34" charset="-122"/>
                          </a:rPr>
                        </m:ctrlPr>
                      </m:sSubSupPr>
                      <m:e>
                        <m:r>
                          <a:rPr lang="en-US" altLang="zh-CN" sz="1200" dirty="0">
                            <a:solidFill>
                              <a:srgbClr val="003F88"/>
                            </a:solidFill>
                            <a:latin typeface="Cambria Math" panose="02040503050406030204" pitchFamily="18" charset="0"/>
                            <a:ea typeface="微软雅黑" panose="020B0503020204020204" pitchFamily="34" charset="-122"/>
                          </a:rPr>
                          <m:t>𝑹</m:t>
                        </m:r>
                      </m:e>
                      <m:sub>
                        <m:r>
                          <a:rPr lang="en-US" altLang="zh-CN" sz="1200" dirty="0" err="1">
                            <a:solidFill>
                              <a:srgbClr val="003F88"/>
                            </a:solidFill>
                            <a:latin typeface="Cambria Math" panose="02040503050406030204" pitchFamily="18" charset="0"/>
                            <a:ea typeface="微软雅黑" panose="020B0503020204020204" pitchFamily="34" charset="-122"/>
                          </a:rPr>
                          <m:t>𝒔</m:t>
                        </m:r>
                        <m:r>
                          <a:rPr lang="en-US" altLang="zh-CN" sz="1200" dirty="0" err="1">
                            <a:solidFill>
                              <a:srgbClr val="003F88"/>
                            </a:solidFill>
                            <a:latin typeface="Cambria Math" panose="02040503050406030204" pitchFamily="18" charset="0"/>
                            <a:ea typeface="微软雅黑" panose="020B0503020204020204" pitchFamily="34" charset="-122"/>
                          </a:rPr>
                          <m:t>,</m:t>
                        </m:r>
                        <m:r>
                          <a:rPr lang="en-US" altLang="zh-CN" sz="1200" dirty="0" err="1">
                            <a:solidFill>
                              <a:srgbClr val="003F88"/>
                            </a:solidFill>
                            <a:latin typeface="Cambria Math" panose="02040503050406030204" pitchFamily="18" charset="0"/>
                            <a:ea typeface="微软雅黑" panose="020B0503020204020204" pitchFamily="34" charset="-122"/>
                          </a:rPr>
                          <m:t>𝒕</m:t>
                        </m:r>
                      </m:sub>
                      <m:sup>
                        <m:r>
                          <a:rPr lang="en-US" altLang="zh-CN" sz="1200" dirty="0">
                            <a:solidFill>
                              <a:srgbClr val="003F88"/>
                            </a:solidFill>
                            <a:latin typeface="Cambria Math" panose="02040503050406030204" pitchFamily="18" charset="0"/>
                            <a:ea typeface="微软雅黑" panose="020B0503020204020204" pitchFamily="34" charset="-122"/>
                          </a:rPr>
                          <m:t>𝒄𝒂𝒏𝒅</m:t>
                        </m:r>
                      </m:sup>
                    </m:sSubSup>
                  </m:oMath>
                </a14:m>
                <a:endParaRPr lang="zh-CN" altLang="en-US" sz="1200" dirty="0">
                  <a:solidFill>
                    <a:srgbClr val="003F88"/>
                  </a:solidFill>
                  <a:latin typeface="微软雅黑" panose="020B0503020204020204" pitchFamily="34" charset="-122"/>
                  <a:ea typeface="微软雅黑" panose="020B0503020204020204" pitchFamily="34" charset="-122"/>
                </a:endParaRPr>
              </a:p>
            </p:txBody>
          </p:sp>
        </mc:Choice>
        <mc:Fallback xmlns="">
          <p:sp>
            <p:nvSpPr>
              <p:cNvPr id="98" name="文本框 97">
                <a:extLst>
                  <a:ext uri="{FF2B5EF4-FFF2-40B4-BE49-F238E27FC236}">
                    <a16:creationId xmlns:a16="http://schemas.microsoft.com/office/drawing/2014/main" id="{92E738EC-5C3C-9BC9-39C4-217672511DDA}"/>
                  </a:ext>
                </a:extLst>
              </p:cNvPr>
              <p:cNvSpPr txBox="1">
                <a:spLocks noRot="1" noChangeAspect="1" noMove="1" noResize="1" noEditPoints="1" noAdjustHandles="1" noChangeArrowheads="1" noChangeShapeType="1" noTextEdit="1"/>
              </p:cNvSpPr>
              <p:nvPr/>
            </p:nvSpPr>
            <p:spPr>
              <a:xfrm>
                <a:off x="9578788" y="2150524"/>
                <a:ext cx="2039627" cy="357367"/>
              </a:xfrm>
              <a:prstGeom prst="rect">
                <a:avLst/>
              </a:prstGeom>
              <a:blipFill>
                <a:blip r:embed="rId19"/>
                <a:stretch>
                  <a:fillRect b="-12069"/>
                </a:stretch>
              </a:blipFill>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9" name="文本框 98">
                <a:extLst>
                  <a:ext uri="{FF2B5EF4-FFF2-40B4-BE49-F238E27FC236}">
                    <a16:creationId xmlns:a16="http://schemas.microsoft.com/office/drawing/2014/main" id="{299DBCA8-BBC4-1B50-5DF5-874F64A87CB3}"/>
                  </a:ext>
                </a:extLst>
              </p:cNvPr>
              <p:cNvSpPr txBox="1"/>
              <p:nvPr/>
            </p:nvSpPr>
            <p:spPr>
              <a:xfrm>
                <a:off x="9586048" y="3783377"/>
                <a:ext cx="2039627" cy="357367"/>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gn="ctr">
                  <a:lnSpc>
                    <a:spcPct val="150000"/>
                  </a:lnSpc>
                </a:pPr>
                <a:r>
                  <a:rPr lang="zh-CN" altLang="en-US" sz="1200" dirty="0">
                    <a:solidFill>
                      <a:srgbClr val="003F88"/>
                    </a:solidFill>
                    <a:latin typeface="微软雅黑" panose="020B0503020204020204" pitchFamily="34" charset="-122"/>
                    <a:ea typeface="微软雅黑" panose="020B0503020204020204" pitchFamily="34" charset="-122"/>
                  </a:rPr>
                  <a:t>站位可访问资源边界 </a:t>
                </a:r>
                <a14:m>
                  <m:oMath xmlns:m="http://schemas.openxmlformats.org/officeDocument/2006/math">
                    <m:sSubSup>
                      <m:sSubSupPr>
                        <m:ctrlPr>
                          <a:rPr lang="en-US" altLang="zh-CN" sz="1200" i="1" dirty="0">
                            <a:solidFill>
                              <a:srgbClr val="003F88"/>
                            </a:solidFill>
                            <a:latin typeface="Cambria Math" panose="02040503050406030204" pitchFamily="18" charset="0"/>
                            <a:ea typeface="微软雅黑" panose="020B0503020204020204" pitchFamily="34" charset="-122"/>
                          </a:rPr>
                        </m:ctrlPr>
                      </m:sSubSupPr>
                      <m:e>
                        <m:r>
                          <a:rPr lang="en-US" altLang="zh-CN" sz="1200" dirty="0">
                            <a:solidFill>
                              <a:srgbClr val="003F88"/>
                            </a:solidFill>
                            <a:latin typeface="Cambria Math" panose="02040503050406030204" pitchFamily="18" charset="0"/>
                            <a:ea typeface="微软雅黑" panose="020B0503020204020204" pitchFamily="34" charset="-122"/>
                          </a:rPr>
                          <m:t>𝑹</m:t>
                        </m:r>
                      </m:e>
                      <m:sub>
                        <m:r>
                          <a:rPr lang="en-US" altLang="zh-CN" sz="1200" dirty="0" err="1">
                            <a:solidFill>
                              <a:srgbClr val="003F88"/>
                            </a:solidFill>
                            <a:latin typeface="Cambria Math" panose="02040503050406030204" pitchFamily="18" charset="0"/>
                            <a:ea typeface="微软雅黑" panose="020B0503020204020204" pitchFamily="34" charset="-122"/>
                          </a:rPr>
                          <m:t>𝒔</m:t>
                        </m:r>
                        <m:r>
                          <a:rPr lang="en-US" altLang="zh-CN" sz="1200" dirty="0" err="1">
                            <a:solidFill>
                              <a:srgbClr val="003F88"/>
                            </a:solidFill>
                            <a:latin typeface="Cambria Math" panose="02040503050406030204" pitchFamily="18" charset="0"/>
                            <a:ea typeface="微软雅黑" panose="020B0503020204020204" pitchFamily="34" charset="-122"/>
                          </a:rPr>
                          <m:t>,</m:t>
                        </m:r>
                        <m:r>
                          <a:rPr lang="en-US" altLang="zh-CN" sz="1200" dirty="0" err="1">
                            <a:solidFill>
                              <a:srgbClr val="003F88"/>
                            </a:solidFill>
                            <a:latin typeface="Cambria Math" panose="02040503050406030204" pitchFamily="18" charset="0"/>
                            <a:ea typeface="微软雅黑" panose="020B0503020204020204" pitchFamily="34" charset="-122"/>
                          </a:rPr>
                          <m:t>𝒕</m:t>
                        </m:r>
                      </m:sub>
                      <m:sup>
                        <m:r>
                          <a:rPr lang="en-US" altLang="zh-CN" sz="1200" dirty="0">
                            <a:solidFill>
                              <a:srgbClr val="003F88"/>
                            </a:solidFill>
                            <a:latin typeface="Cambria Math" panose="02040503050406030204" pitchFamily="18" charset="0"/>
                            <a:ea typeface="微软雅黑" panose="020B0503020204020204" pitchFamily="34" charset="-122"/>
                          </a:rPr>
                          <m:t>𝒂𝒗𝒂𝒊𝒍</m:t>
                        </m:r>
                      </m:sup>
                    </m:sSubSup>
                  </m:oMath>
                </a14:m>
                <a:endParaRPr lang="zh-CN" altLang="en-US" sz="1200" dirty="0">
                  <a:solidFill>
                    <a:srgbClr val="003F88"/>
                  </a:solidFill>
                  <a:latin typeface="微软雅黑" panose="020B0503020204020204" pitchFamily="34" charset="-122"/>
                  <a:ea typeface="微软雅黑" panose="020B0503020204020204" pitchFamily="34" charset="-122"/>
                </a:endParaRPr>
              </a:p>
            </p:txBody>
          </p:sp>
        </mc:Choice>
        <mc:Fallback xmlns="">
          <p:sp>
            <p:nvSpPr>
              <p:cNvPr id="99" name="文本框 98">
                <a:extLst>
                  <a:ext uri="{FF2B5EF4-FFF2-40B4-BE49-F238E27FC236}">
                    <a16:creationId xmlns:a16="http://schemas.microsoft.com/office/drawing/2014/main" id="{299DBCA8-BBC4-1B50-5DF5-874F64A87CB3}"/>
                  </a:ext>
                </a:extLst>
              </p:cNvPr>
              <p:cNvSpPr txBox="1">
                <a:spLocks noRot="1" noChangeAspect="1" noMove="1" noResize="1" noEditPoints="1" noAdjustHandles="1" noChangeArrowheads="1" noChangeShapeType="1" noTextEdit="1"/>
              </p:cNvSpPr>
              <p:nvPr/>
            </p:nvSpPr>
            <p:spPr>
              <a:xfrm>
                <a:off x="9586048" y="3783377"/>
                <a:ext cx="2039627" cy="357367"/>
              </a:xfrm>
              <a:prstGeom prst="rect">
                <a:avLst/>
              </a:prstGeom>
              <a:blipFill>
                <a:blip r:embed="rId20"/>
                <a:stretch>
                  <a:fillRect b="-12069"/>
                </a:stretch>
              </a:blipFill>
              <a:effectLst/>
            </p:spPr>
            <p:txBody>
              <a:bodyPr/>
              <a:lstStyle/>
              <a:p>
                <a:r>
                  <a:rPr lang="zh-CN" altLang="en-US">
                    <a:noFill/>
                  </a:rPr>
                  <a:t> </a:t>
                </a:r>
              </a:p>
            </p:txBody>
          </p:sp>
        </mc:Fallback>
      </mc:AlternateContent>
      <p:sp>
        <p:nvSpPr>
          <p:cNvPr id="100" name="文本框 99">
            <a:extLst>
              <a:ext uri="{FF2B5EF4-FFF2-40B4-BE49-F238E27FC236}">
                <a16:creationId xmlns:a16="http://schemas.microsoft.com/office/drawing/2014/main" id="{612D172F-124E-F048-E10D-6540607AF0B2}"/>
              </a:ext>
            </a:extLst>
          </p:cNvPr>
          <p:cNvSpPr txBox="1"/>
          <p:nvPr/>
        </p:nvSpPr>
        <p:spPr>
          <a:xfrm>
            <a:off x="3227502" y="3673465"/>
            <a:ext cx="2875755" cy="278435"/>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gn="ctr">
              <a:lnSpc>
                <a:spcPct val="150000"/>
              </a:lnSpc>
            </a:pPr>
            <a:r>
              <a:rPr lang="zh-CN" altLang="en-US" sz="1000" b="0" dirty="0">
                <a:solidFill>
                  <a:schemeClr val="tx1"/>
                </a:solidFill>
                <a:latin typeface="微软雅黑" panose="020B0503020204020204" pitchFamily="34" charset="-122"/>
                <a:ea typeface="微软雅黑" panose="020B0503020204020204" pitchFamily="34" charset="-122"/>
              </a:rPr>
              <a:t>基于可用性与启用状态，选择可投入的流动资源</a:t>
            </a:r>
            <a:endParaRPr lang="en-US" altLang="zh-CN" sz="1000" b="0" dirty="0">
              <a:solidFill>
                <a:schemeClr val="tx1"/>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01" name="文本框 100">
                <a:extLst>
                  <a:ext uri="{FF2B5EF4-FFF2-40B4-BE49-F238E27FC236}">
                    <a16:creationId xmlns:a16="http://schemas.microsoft.com/office/drawing/2014/main" id="{B1630C5D-DB06-4747-B922-94C4D51E6F2C}"/>
                  </a:ext>
                </a:extLst>
              </p:cNvPr>
              <p:cNvSpPr txBox="1"/>
              <p:nvPr/>
            </p:nvSpPr>
            <p:spPr>
              <a:xfrm>
                <a:off x="3227505" y="4435466"/>
                <a:ext cx="2875755" cy="825316"/>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gn="ctr">
                  <a:lnSpc>
                    <a:spcPct val="150000"/>
                  </a:lnSpc>
                </a:pPr>
                <a:r>
                  <a:rPr lang="zh-CN" altLang="en-US" sz="1000" b="0" dirty="0">
                    <a:solidFill>
                      <a:schemeClr val="tx1"/>
                    </a:solidFill>
                    <a:latin typeface="微软雅黑" panose="020B0503020204020204" pitchFamily="34" charset="-122"/>
                    <a:ea typeface="微软雅黑" panose="020B0503020204020204" pitchFamily="34" charset="-122"/>
                  </a:rPr>
                  <a:t>当前时刻系统可调度资源集合 </a:t>
                </a:r>
                <a:r>
                  <a:rPr lang="en-US" altLang="zh-CN" sz="1000" b="0" dirty="0">
                    <a:solidFill>
                      <a:schemeClr val="tx1"/>
                    </a:solidFill>
                    <a:latin typeface="微软雅黑" panose="020B0503020204020204" pitchFamily="34" charset="-122"/>
                    <a:ea typeface="微软雅黑" panose="020B0503020204020204" pitchFamily="34" charset="-122"/>
                  </a:rPr>
                  <a:t>=</a:t>
                </a:r>
              </a:p>
              <a:p>
                <a:pPr algn="ctr">
                  <a:lnSpc>
                    <a:spcPct val="150000"/>
                  </a:lnSpc>
                </a:pPr>
                <a:r>
                  <a:rPr lang="zh-CN" altLang="en-US" sz="1000" b="0" dirty="0">
                    <a:solidFill>
                      <a:schemeClr val="tx1"/>
                    </a:solidFill>
                    <a:latin typeface="微软雅黑" panose="020B0503020204020204" pitchFamily="34" charset="-122"/>
                    <a:ea typeface="微软雅黑" panose="020B0503020204020204" pitchFamily="34" charset="-122"/>
                  </a:rPr>
                  <a:t>固定资源状态 </a:t>
                </a:r>
                <a:r>
                  <a:rPr lang="en-US" altLang="zh-CN" sz="1000" b="0" dirty="0">
                    <a:solidFill>
                      <a:schemeClr val="tx1"/>
                    </a:solidFill>
                    <a:latin typeface="微软雅黑" panose="020B0503020204020204" pitchFamily="34" charset="-122"/>
                    <a:ea typeface="微软雅黑" panose="020B0503020204020204" pitchFamily="34" charset="-122"/>
                  </a:rPr>
                  <a:t>+ </a:t>
                </a:r>
                <a:r>
                  <a:rPr lang="zh-CN" altLang="en-US" sz="1000" b="0" dirty="0">
                    <a:solidFill>
                      <a:schemeClr val="tx1"/>
                    </a:solidFill>
                    <a:latin typeface="微软雅黑" panose="020B0503020204020204" pitchFamily="34" charset="-122"/>
                    <a:ea typeface="微软雅黑" panose="020B0503020204020204" pitchFamily="34" charset="-122"/>
                  </a:rPr>
                  <a:t>启用流动资源</a:t>
                </a:r>
                <a:endParaRPr lang="en-US" altLang="zh-CN" sz="1000" b="0" dirty="0">
                  <a:solidFill>
                    <a:schemeClr val="tx1"/>
                  </a:solidFill>
                  <a:latin typeface="微软雅黑" panose="020B0503020204020204" pitchFamily="34" charset="-122"/>
                  <a:ea typeface="微软雅黑" panose="020B0503020204020204" pitchFamily="34" charset="-122"/>
                </a:endParaRPr>
              </a:p>
              <a:p>
                <a:pPr algn="ctr">
                  <a:lnSpc>
                    <a:spcPct val="150000"/>
                  </a:lnSpc>
                </a:pPr>
                <a14:m>
                  <m:oMathPara xmlns:m="http://schemas.openxmlformats.org/officeDocument/2006/math">
                    <m:oMathParaPr>
                      <m:jc m:val="centerGroup"/>
                    </m:oMathParaPr>
                    <m:oMath xmlns:m="http://schemas.openxmlformats.org/officeDocument/2006/math">
                      <m:sSub>
                        <m:sSubPr>
                          <m:ctrlPr>
                            <a:rPr lang="en-US" altLang="zh-CN" sz="1000" i="1" dirty="0">
                              <a:solidFill>
                                <a:schemeClr val="tx1"/>
                              </a:solidFill>
                              <a:latin typeface="Cambria Math" panose="02040503050406030204" pitchFamily="18" charset="0"/>
                              <a:ea typeface="微软雅黑" panose="020B0503020204020204" pitchFamily="34" charset="-122"/>
                            </a:rPr>
                          </m:ctrlPr>
                        </m:sSubPr>
                        <m:e>
                          <m:r>
                            <a:rPr lang="en-US" altLang="zh-CN" sz="1000" i="1" dirty="0">
                              <a:solidFill>
                                <a:schemeClr val="tx1"/>
                              </a:solidFill>
                              <a:latin typeface="Cambria Math" panose="02040503050406030204" pitchFamily="18" charset="0"/>
                              <a:ea typeface="微软雅黑" panose="020B0503020204020204" pitchFamily="34" charset="-122"/>
                            </a:rPr>
                            <m:t>𝓡</m:t>
                          </m:r>
                        </m:e>
                        <m:sub>
                          <m:r>
                            <a:rPr lang="en-US" altLang="zh-CN" sz="1000" i="1" dirty="0">
                              <a:solidFill>
                                <a:schemeClr val="tx1"/>
                              </a:solidFill>
                              <a:latin typeface="Cambria Math" panose="02040503050406030204" pitchFamily="18" charset="0"/>
                              <a:ea typeface="微软雅黑" panose="020B0503020204020204" pitchFamily="34" charset="-122"/>
                            </a:rPr>
                            <m:t>𝓽</m:t>
                          </m:r>
                        </m:sub>
                      </m:sSub>
                      <m:r>
                        <a:rPr lang="en-US" altLang="zh-CN" sz="1000" i="1" dirty="0">
                          <a:solidFill>
                            <a:schemeClr val="tx1"/>
                          </a:solidFill>
                          <a:latin typeface="Cambria Math" panose="02040503050406030204" pitchFamily="18" charset="0"/>
                          <a:ea typeface="微软雅黑" panose="020B0503020204020204" pitchFamily="34" charset="-122"/>
                        </a:rPr>
                        <m:t>=</m:t>
                      </m:r>
                      <m:sSubSup>
                        <m:sSubSupPr>
                          <m:ctrlPr>
                            <a:rPr lang="en-US" altLang="zh-CN" sz="1000" i="1" dirty="0">
                              <a:solidFill>
                                <a:schemeClr val="tx1"/>
                              </a:solidFill>
                              <a:latin typeface="Cambria Math" panose="02040503050406030204" pitchFamily="18" charset="0"/>
                              <a:ea typeface="微软雅黑" panose="020B0503020204020204" pitchFamily="34" charset="-122"/>
                            </a:rPr>
                          </m:ctrlPr>
                        </m:sSubSupPr>
                        <m:e>
                          <m:r>
                            <a:rPr lang="en-US" altLang="zh-CN" sz="1000" i="1" dirty="0">
                              <a:solidFill>
                                <a:schemeClr val="tx1"/>
                              </a:solidFill>
                              <a:latin typeface="Cambria Math" panose="02040503050406030204" pitchFamily="18" charset="0"/>
                              <a:ea typeface="微软雅黑" panose="020B0503020204020204" pitchFamily="34" charset="-122"/>
                            </a:rPr>
                            <m:t>𝓡</m:t>
                          </m:r>
                        </m:e>
                        <m:sub>
                          <m:r>
                            <a:rPr lang="en-US" altLang="zh-CN" sz="1000" i="1" dirty="0">
                              <a:solidFill>
                                <a:schemeClr val="tx1"/>
                              </a:solidFill>
                              <a:latin typeface="Cambria Math" panose="02040503050406030204" pitchFamily="18" charset="0"/>
                              <a:ea typeface="微软雅黑" panose="020B0503020204020204" pitchFamily="34" charset="-122"/>
                            </a:rPr>
                            <m:t>𝓽</m:t>
                          </m:r>
                        </m:sub>
                        <m:sup>
                          <m:r>
                            <a:rPr lang="en-US" altLang="zh-CN" sz="1000" i="1" dirty="0">
                              <a:solidFill>
                                <a:schemeClr val="tx1"/>
                              </a:solidFill>
                              <a:latin typeface="Cambria Math" panose="02040503050406030204" pitchFamily="18" charset="0"/>
                              <a:ea typeface="微软雅黑" panose="020B0503020204020204" pitchFamily="34" charset="-122"/>
                            </a:rPr>
                            <m:t>𝓯</m:t>
                          </m:r>
                        </m:sup>
                      </m:sSubSup>
                      <m:r>
                        <a:rPr lang="en-US" altLang="zh-CN" sz="1000" i="1" dirty="0">
                          <a:solidFill>
                            <a:schemeClr val="tx1"/>
                          </a:solidFill>
                          <a:latin typeface="Cambria Math" panose="02040503050406030204" pitchFamily="18" charset="0"/>
                          <a:ea typeface="微软雅黑" panose="020B0503020204020204" pitchFamily="34" charset="-122"/>
                        </a:rPr>
                        <m:t>∪</m:t>
                      </m:r>
                      <m:sSubSup>
                        <m:sSubSupPr>
                          <m:ctrlPr>
                            <a:rPr lang="en-US" altLang="zh-CN" sz="1000" i="1" dirty="0">
                              <a:solidFill>
                                <a:schemeClr val="tx1"/>
                              </a:solidFill>
                              <a:latin typeface="Cambria Math" panose="02040503050406030204" pitchFamily="18" charset="0"/>
                              <a:ea typeface="微软雅黑" panose="020B0503020204020204" pitchFamily="34" charset="-122"/>
                            </a:rPr>
                          </m:ctrlPr>
                        </m:sSubSupPr>
                        <m:e>
                          <m:r>
                            <a:rPr lang="en-US" altLang="zh-CN" sz="1000" i="1" dirty="0">
                              <a:solidFill>
                                <a:schemeClr val="tx1"/>
                              </a:solidFill>
                              <a:latin typeface="Cambria Math" panose="02040503050406030204" pitchFamily="18" charset="0"/>
                              <a:ea typeface="微软雅黑" panose="020B0503020204020204" pitchFamily="34" charset="-122"/>
                            </a:rPr>
                            <m:t>𝓡</m:t>
                          </m:r>
                        </m:e>
                        <m:sub>
                          <m:r>
                            <a:rPr lang="en-US" altLang="zh-CN" sz="1000" i="1" dirty="0">
                              <a:solidFill>
                                <a:schemeClr val="tx1"/>
                              </a:solidFill>
                              <a:latin typeface="Cambria Math" panose="02040503050406030204" pitchFamily="18" charset="0"/>
                              <a:ea typeface="微软雅黑" panose="020B0503020204020204" pitchFamily="34" charset="-122"/>
                            </a:rPr>
                            <m:t>𝓽</m:t>
                          </m:r>
                        </m:sub>
                        <m:sup>
                          <m:r>
                            <a:rPr lang="en-US" altLang="zh-CN" sz="1000" i="1" dirty="0">
                              <a:solidFill>
                                <a:schemeClr val="tx1"/>
                              </a:solidFill>
                              <a:latin typeface="Cambria Math" panose="02040503050406030204" pitchFamily="18" charset="0"/>
                              <a:ea typeface="微软雅黑" panose="020B0503020204020204" pitchFamily="34" charset="-122"/>
                            </a:rPr>
                            <m:t>𝓶</m:t>
                          </m:r>
                        </m:sup>
                      </m:sSubSup>
                    </m:oMath>
                  </m:oMathPara>
                </a14:m>
                <a:endParaRPr lang="en-US" altLang="zh-CN" sz="1000" b="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101" name="文本框 100">
                <a:extLst>
                  <a:ext uri="{FF2B5EF4-FFF2-40B4-BE49-F238E27FC236}">
                    <a16:creationId xmlns:a16="http://schemas.microsoft.com/office/drawing/2014/main" id="{B1630C5D-DB06-4747-B922-94C4D51E6F2C}"/>
                  </a:ext>
                </a:extLst>
              </p:cNvPr>
              <p:cNvSpPr txBox="1">
                <a:spLocks noRot="1" noChangeAspect="1" noMove="1" noResize="1" noEditPoints="1" noAdjustHandles="1" noChangeArrowheads="1" noChangeShapeType="1" noTextEdit="1"/>
              </p:cNvSpPr>
              <p:nvPr/>
            </p:nvSpPr>
            <p:spPr>
              <a:xfrm>
                <a:off x="3227505" y="4435466"/>
                <a:ext cx="2875755" cy="825316"/>
              </a:xfrm>
              <a:prstGeom prst="rect">
                <a:avLst/>
              </a:prstGeom>
              <a:blipFill>
                <a:blip r:embed="rId21"/>
                <a:stretch>
                  <a:fillRect/>
                </a:stretch>
              </a:blipFill>
              <a:effectLst/>
            </p:spPr>
            <p:txBody>
              <a:bodyPr/>
              <a:lstStyle/>
              <a:p>
                <a:r>
                  <a:rPr lang="zh-CN" altLang="en-US">
                    <a:noFill/>
                  </a:rPr>
                  <a:t> </a:t>
                </a:r>
              </a:p>
            </p:txBody>
          </p:sp>
        </mc:Fallback>
      </mc:AlternateContent>
      <p:sp>
        <p:nvSpPr>
          <p:cNvPr id="102" name="文本框 101">
            <a:extLst>
              <a:ext uri="{FF2B5EF4-FFF2-40B4-BE49-F238E27FC236}">
                <a16:creationId xmlns:a16="http://schemas.microsoft.com/office/drawing/2014/main" id="{F43F7C87-9EC0-FCCA-E8E1-8F84EC08EED1}"/>
              </a:ext>
            </a:extLst>
          </p:cNvPr>
          <p:cNvSpPr txBox="1"/>
          <p:nvPr/>
        </p:nvSpPr>
        <p:spPr>
          <a:xfrm>
            <a:off x="9755285" y="2666699"/>
            <a:ext cx="1701151" cy="509267"/>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gn="ctr">
              <a:lnSpc>
                <a:spcPct val="150000"/>
              </a:lnSpc>
            </a:pPr>
            <a:r>
              <a:rPr lang="zh-CN" altLang="en-US" sz="1000" b="0" dirty="0">
                <a:solidFill>
                  <a:schemeClr val="tx1"/>
                </a:solidFill>
                <a:latin typeface="微软雅黑" panose="020B0503020204020204" pitchFamily="34" charset="-122"/>
                <a:ea typeface="微软雅黑" panose="020B0503020204020204" pitchFamily="34" charset="-122"/>
              </a:rPr>
              <a:t>满足借入权限、转运可达、保护过滤的外部流动资源</a:t>
            </a:r>
            <a:endParaRPr lang="en-US" altLang="zh-CN" sz="1000" b="0" dirty="0">
              <a:solidFill>
                <a:schemeClr val="tx1"/>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03" name="文本框 102">
                <a:extLst>
                  <a:ext uri="{FF2B5EF4-FFF2-40B4-BE49-F238E27FC236}">
                    <a16:creationId xmlns:a16="http://schemas.microsoft.com/office/drawing/2014/main" id="{F9763BE2-B423-BF74-3593-458317E6D153}"/>
                  </a:ext>
                </a:extLst>
              </p:cNvPr>
              <p:cNvSpPr txBox="1"/>
              <p:nvPr/>
            </p:nvSpPr>
            <p:spPr>
              <a:xfrm>
                <a:off x="9571529" y="4313947"/>
                <a:ext cx="2039626" cy="563321"/>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gn="ctr">
                  <a:lnSpc>
                    <a:spcPct val="150000"/>
                  </a:lnSpc>
                </a:pPr>
                <a:r>
                  <a:rPr lang="en-US" altLang="zh-CN" sz="1000" b="0" dirty="0">
                    <a:solidFill>
                      <a:schemeClr val="tx1"/>
                    </a:solidFill>
                    <a:latin typeface="微软雅黑" panose="020B0503020204020204" pitchFamily="34" charset="-122"/>
                    <a:ea typeface="微软雅黑" panose="020B0503020204020204" pitchFamily="34" charset="-122"/>
                  </a:rPr>
                  <a:t>= </a:t>
                </a:r>
                <a:r>
                  <a:rPr lang="zh-CN" altLang="en-US" sz="1000" b="0" dirty="0">
                    <a:solidFill>
                      <a:schemeClr val="tx1"/>
                    </a:solidFill>
                    <a:latin typeface="微软雅黑" panose="020B0503020204020204" pitchFamily="34" charset="-122"/>
                    <a:ea typeface="微软雅黑" panose="020B0503020204020204" pitchFamily="34" charset="-122"/>
                  </a:rPr>
                  <a:t>本地固定资源 </a:t>
                </a:r>
                <a:r>
                  <a:rPr lang="en-US" altLang="zh-CN" sz="1000" b="0" dirty="0">
                    <a:solidFill>
                      <a:schemeClr val="tx1"/>
                    </a:solidFill>
                    <a:latin typeface="微软雅黑" panose="020B0503020204020204" pitchFamily="34" charset="-122"/>
                    <a:ea typeface="微软雅黑" panose="020B0503020204020204" pitchFamily="34" charset="-122"/>
                  </a:rPr>
                  <a:t>+ </a:t>
                </a:r>
                <a:r>
                  <a:rPr lang="zh-CN" altLang="en-US" sz="1000" b="0" dirty="0">
                    <a:solidFill>
                      <a:schemeClr val="tx1"/>
                    </a:solidFill>
                    <a:latin typeface="微软雅黑" panose="020B0503020204020204" pitchFamily="34" charset="-122"/>
                    <a:ea typeface="微软雅黑" panose="020B0503020204020204" pitchFamily="34" charset="-122"/>
                  </a:rPr>
                  <a:t>实际可借资源</a:t>
                </a:r>
                <a:endParaRPr lang="en-US" altLang="zh-CN" sz="1000" b="0" dirty="0">
                  <a:solidFill>
                    <a:schemeClr val="tx1"/>
                  </a:solidFill>
                  <a:latin typeface="微软雅黑" panose="020B0503020204020204" pitchFamily="34" charset="-122"/>
                  <a:ea typeface="微软雅黑" panose="020B0503020204020204" pitchFamily="34" charset="-122"/>
                </a:endParaRPr>
              </a:p>
              <a:p>
                <a:pPr algn="ctr">
                  <a:lnSpc>
                    <a:spcPct val="150000"/>
                  </a:lnSpc>
                </a:pPr>
                <a14:m>
                  <m:oMath xmlns:m="http://schemas.openxmlformats.org/officeDocument/2006/math">
                    <m:sSubSup>
                      <m:sSubSupPr>
                        <m:ctrlPr>
                          <a:rPr lang="en-US" altLang="zh-CN" sz="1000" i="1" dirty="0">
                            <a:solidFill>
                              <a:schemeClr val="tx1"/>
                            </a:solidFill>
                            <a:latin typeface="Cambria Math" panose="02040503050406030204" pitchFamily="18" charset="0"/>
                            <a:ea typeface="微软雅黑" panose="020B0503020204020204" pitchFamily="34" charset="-122"/>
                          </a:rPr>
                        </m:ctrlPr>
                      </m:sSubSupPr>
                      <m:e>
                        <m:r>
                          <a:rPr lang="en-US" altLang="zh-CN" sz="1000" i="1" dirty="0">
                            <a:solidFill>
                              <a:schemeClr val="tx1"/>
                            </a:solidFill>
                            <a:latin typeface="Cambria Math" panose="02040503050406030204" pitchFamily="18" charset="0"/>
                            <a:ea typeface="微软雅黑" panose="020B0503020204020204" pitchFamily="34" charset="-122"/>
                          </a:rPr>
                          <m:t>𝑹</m:t>
                        </m:r>
                      </m:e>
                      <m:sub>
                        <m:r>
                          <a:rPr lang="en-US" altLang="zh-CN" sz="1000" i="1" dirty="0" err="1">
                            <a:solidFill>
                              <a:schemeClr val="tx1"/>
                            </a:solidFill>
                            <a:latin typeface="Cambria Math" panose="02040503050406030204" pitchFamily="18" charset="0"/>
                            <a:ea typeface="微软雅黑" panose="020B0503020204020204" pitchFamily="34" charset="-122"/>
                          </a:rPr>
                          <m:t>𝒔</m:t>
                        </m:r>
                        <m:r>
                          <a:rPr lang="en-US" altLang="zh-CN" sz="1000" i="1" dirty="0" err="1">
                            <a:solidFill>
                              <a:schemeClr val="tx1"/>
                            </a:solidFill>
                            <a:latin typeface="Cambria Math" panose="02040503050406030204" pitchFamily="18" charset="0"/>
                            <a:ea typeface="微软雅黑" panose="020B0503020204020204" pitchFamily="34" charset="-122"/>
                          </a:rPr>
                          <m:t>,</m:t>
                        </m:r>
                        <m:r>
                          <a:rPr lang="en-US" altLang="zh-CN" sz="1000" i="1" dirty="0" err="1">
                            <a:solidFill>
                              <a:schemeClr val="tx1"/>
                            </a:solidFill>
                            <a:latin typeface="Cambria Math" panose="02040503050406030204" pitchFamily="18" charset="0"/>
                            <a:ea typeface="微软雅黑" panose="020B0503020204020204" pitchFamily="34" charset="-122"/>
                          </a:rPr>
                          <m:t>𝒕</m:t>
                        </m:r>
                      </m:sub>
                      <m:sup>
                        <m:r>
                          <a:rPr lang="en-US" altLang="zh-CN" sz="1000" i="1" dirty="0">
                            <a:solidFill>
                              <a:schemeClr val="tx1"/>
                            </a:solidFill>
                            <a:latin typeface="Cambria Math" panose="02040503050406030204" pitchFamily="18" charset="0"/>
                            <a:ea typeface="微软雅黑" panose="020B0503020204020204" pitchFamily="34" charset="-122"/>
                          </a:rPr>
                          <m:t>𝒂𝒗𝒂𝒊𝒍</m:t>
                        </m:r>
                      </m:sup>
                    </m:sSubSup>
                  </m:oMath>
                </a14:m>
                <a:r>
                  <a:rPr lang="en-US" altLang="zh-CN" sz="1000" b="0" dirty="0">
                    <a:solidFill>
                      <a:schemeClr val="tx1"/>
                    </a:solidFill>
                    <a:latin typeface="微软雅黑" panose="020B0503020204020204" pitchFamily="34" charset="-122"/>
                    <a:ea typeface="微软雅黑" panose="020B0503020204020204" pitchFamily="34" charset="-122"/>
                  </a:rPr>
                  <a:t>=</a:t>
                </a:r>
                <a:r>
                  <a:rPr lang="en-US" altLang="zh-CN" sz="1000" dirty="0">
                    <a:solidFill>
                      <a:schemeClr val="tx1"/>
                    </a:solidFill>
                    <a:ea typeface="微软雅黑" panose="020B0503020204020204" pitchFamily="34" charset="-122"/>
                  </a:rPr>
                  <a:t> </a:t>
                </a:r>
                <a14:m>
                  <m:oMath xmlns:m="http://schemas.openxmlformats.org/officeDocument/2006/math">
                    <m:sSubSup>
                      <m:sSubSupPr>
                        <m:ctrlPr>
                          <a:rPr lang="en-US" altLang="zh-CN" sz="1000" i="1" dirty="0">
                            <a:solidFill>
                              <a:schemeClr val="tx1"/>
                            </a:solidFill>
                            <a:latin typeface="Cambria Math" panose="02040503050406030204" pitchFamily="18" charset="0"/>
                            <a:ea typeface="微软雅黑" panose="020B0503020204020204" pitchFamily="34" charset="-122"/>
                          </a:rPr>
                        </m:ctrlPr>
                      </m:sSubSupPr>
                      <m:e>
                        <m:r>
                          <a:rPr lang="en-US" altLang="zh-CN" sz="1000" i="1" dirty="0">
                            <a:solidFill>
                              <a:schemeClr val="tx1"/>
                            </a:solidFill>
                            <a:latin typeface="Cambria Math" panose="02040503050406030204" pitchFamily="18" charset="0"/>
                            <a:ea typeface="微软雅黑" panose="020B0503020204020204" pitchFamily="34" charset="-122"/>
                          </a:rPr>
                          <m:t>𝑹</m:t>
                        </m:r>
                      </m:e>
                      <m:sub>
                        <m:r>
                          <a:rPr lang="en-US" altLang="zh-CN" sz="1000" i="1" dirty="0" err="1">
                            <a:solidFill>
                              <a:schemeClr val="tx1"/>
                            </a:solidFill>
                            <a:latin typeface="Cambria Math" panose="02040503050406030204" pitchFamily="18" charset="0"/>
                            <a:ea typeface="微软雅黑" panose="020B0503020204020204" pitchFamily="34" charset="-122"/>
                          </a:rPr>
                          <m:t>𝒔</m:t>
                        </m:r>
                      </m:sub>
                      <m:sup>
                        <m:r>
                          <a:rPr lang="en-US" altLang="zh-CN" sz="1000" i="1" dirty="0" err="1">
                            <a:solidFill>
                              <a:schemeClr val="tx1"/>
                            </a:solidFill>
                            <a:latin typeface="Cambria Math" panose="02040503050406030204" pitchFamily="18" charset="0"/>
                            <a:ea typeface="微软雅黑" panose="020B0503020204020204" pitchFamily="34" charset="-122"/>
                          </a:rPr>
                          <m:t>𝒇</m:t>
                        </m:r>
                      </m:sup>
                    </m:sSubSup>
                    <m:r>
                      <a:rPr lang="en-US" altLang="zh-CN" sz="1000" b="1" i="1" dirty="0" smtClean="0">
                        <a:solidFill>
                          <a:schemeClr val="tx1"/>
                        </a:solidFill>
                        <a:latin typeface="Cambria Math" panose="02040503050406030204" pitchFamily="18" charset="0"/>
                        <a:ea typeface="微软雅黑" panose="020B0503020204020204" pitchFamily="34" charset="-122"/>
                      </a:rPr>
                      <m:t>+</m:t>
                    </m:r>
                    <m:sSubSup>
                      <m:sSubSupPr>
                        <m:ctrlPr>
                          <a:rPr lang="en-US" altLang="zh-CN" sz="1000" i="1" dirty="0">
                            <a:solidFill>
                              <a:schemeClr val="tx1"/>
                            </a:solidFill>
                            <a:latin typeface="Cambria Math" panose="02040503050406030204" pitchFamily="18" charset="0"/>
                            <a:ea typeface="微软雅黑" panose="020B0503020204020204" pitchFamily="34" charset="-122"/>
                          </a:rPr>
                        </m:ctrlPr>
                      </m:sSubSupPr>
                      <m:e>
                        <m:r>
                          <a:rPr lang="en-US" altLang="zh-CN" sz="1000" i="1" dirty="0">
                            <a:solidFill>
                              <a:schemeClr val="tx1"/>
                            </a:solidFill>
                            <a:latin typeface="Cambria Math" panose="02040503050406030204" pitchFamily="18" charset="0"/>
                            <a:ea typeface="微软雅黑" panose="020B0503020204020204" pitchFamily="34" charset="-122"/>
                          </a:rPr>
                          <m:t>𝑹</m:t>
                        </m:r>
                      </m:e>
                      <m:sub>
                        <m:r>
                          <a:rPr lang="en-US" altLang="zh-CN" sz="1000" i="1" dirty="0" err="1">
                            <a:solidFill>
                              <a:schemeClr val="tx1"/>
                            </a:solidFill>
                            <a:latin typeface="Cambria Math" panose="02040503050406030204" pitchFamily="18" charset="0"/>
                            <a:ea typeface="微软雅黑" panose="020B0503020204020204" pitchFamily="34" charset="-122"/>
                          </a:rPr>
                          <m:t>𝒔</m:t>
                        </m:r>
                        <m:r>
                          <a:rPr lang="en-US" altLang="zh-CN" sz="1000" i="1" dirty="0" err="1">
                            <a:solidFill>
                              <a:schemeClr val="tx1"/>
                            </a:solidFill>
                            <a:latin typeface="Cambria Math" panose="02040503050406030204" pitchFamily="18" charset="0"/>
                            <a:ea typeface="微软雅黑" panose="020B0503020204020204" pitchFamily="34" charset="-122"/>
                          </a:rPr>
                          <m:t>,</m:t>
                        </m:r>
                        <m:r>
                          <a:rPr lang="en-US" altLang="zh-CN" sz="1000" i="1" dirty="0" err="1">
                            <a:solidFill>
                              <a:schemeClr val="tx1"/>
                            </a:solidFill>
                            <a:latin typeface="Cambria Math" panose="02040503050406030204" pitchFamily="18" charset="0"/>
                            <a:ea typeface="微软雅黑" panose="020B0503020204020204" pitchFamily="34" charset="-122"/>
                          </a:rPr>
                          <m:t>𝒕</m:t>
                        </m:r>
                      </m:sub>
                      <m:sup>
                        <m:r>
                          <a:rPr lang="en-US" altLang="zh-CN" sz="1000" i="1" dirty="0" err="1">
                            <a:solidFill>
                              <a:schemeClr val="tx1"/>
                            </a:solidFill>
                            <a:latin typeface="Cambria Math" panose="02040503050406030204" pitchFamily="18" charset="0"/>
                            <a:ea typeface="微软雅黑" panose="020B0503020204020204" pitchFamily="34" charset="-122"/>
                          </a:rPr>
                          <m:t>𝒃𝒐𝒓𝒓𝒐𝒘</m:t>
                        </m:r>
                      </m:sup>
                    </m:sSubSup>
                  </m:oMath>
                </a14:m>
                <a:endParaRPr lang="en-US" altLang="zh-CN" sz="1000" b="0" i="1" dirty="0">
                  <a:solidFill>
                    <a:schemeClr val="tx1"/>
                  </a:solidFill>
                  <a:latin typeface="微软雅黑" panose="020B0503020204020204" pitchFamily="34" charset="-122"/>
                  <a:ea typeface="微软雅黑" panose="020B0503020204020204" pitchFamily="34" charset="-122"/>
                </a:endParaRPr>
              </a:p>
            </p:txBody>
          </p:sp>
        </mc:Choice>
        <mc:Fallback xmlns="">
          <p:sp>
            <p:nvSpPr>
              <p:cNvPr id="103" name="文本框 102">
                <a:extLst>
                  <a:ext uri="{FF2B5EF4-FFF2-40B4-BE49-F238E27FC236}">
                    <a16:creationId xmlns:a16="http://schemas.microsoft.com/office/drawing/2014/main" id="{F9763BE2-B423-BF74-3593-458317E6D153}"/>
                  </a:ext>
                </a:extLst>
              </p:cNvPr>
              <p:cNvSpPr txBox="1">
                <a:spLocks noRot="1" noChangeAspect="1" noMove="1" noResize="1" noEditPoints="1" noAdjustHandles="1" noChangeArrowheads="1" noChangeShapeType="1" noTextEdit="1"/>
              </p:cNvSpPr>
              <p:nvPr/>
            </p:nvSpPr>
            <p:spPr>
              <a:xfrm>
                <a:off x="9571529" y="4313947"/>
                <a:ext cx="2039626" cy="563321"/>
              </a:xfrm>
              <a:prstGeom prst="rect">
                <a:avLst/>
              </a:prstGeom>
              <a:blipFill>
                <a:blip r:embed="rId22"/>
                <a:stretch>
                  <a:fillRect b="-5435"/>
                </a:stretch>
              </a:blipFill>
              <a:effectLst/>
            </p:spPr>
            <p:txBody>
              <a:bodyPr/>
              <a:lstStyle/>
              <a:p>
                <a:r>
                  <a:rPr lang="zh-CN" altLang="en-US">
                    <a:noFill/>
                  </a:rPr>
                  <a:t> </a:t>
                </a:r>
              </a:p>
            </p:txBody>
          </p:sp>
        </mc:Fallback>
      </mc:AlternateContent>
      <p:sp>
        <p:nvSpPr>
          <p:cNvPr id="104" name="文本框 103">
            <a:extLst>
              <a:ext uri="{FF2B5EF4-FFF2-40B4-BE49-F238E27FC236}">
                <a16:creationId xmlns:a16="http://schemas.microsoft.com/office/drawing/2014/main" id="{DC91B5E0-6B29-B1F7-A74F-ACF80321767D}"/>
              </a:ext>
            </a:extLst>
          </p:cNvPr>
          <p:cNvSpPr txBox="1"/>
          <p:nvPr/>
        </p:nvSpPr>
        <p:spPr>
          <a:xfrm>
            <a:off x="365647" y="5605668"/>
            <a:ext cx="2861855" cy="441365"/>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gn="ctr">
              <a:lnSpc>
                <a:spcPct val="150000"/>
              </a:lnSpc>
            </a:pPr>
            <a:r>
              <a:rPr lang="zh-CN" altLang="en-US" sz="1800" dirty="0">
                <a:solidFill>
                  <a:srgbClr val="003F88"/>
                </a:solidFill>
                <a:latin typeface="微软雅黑" panose="020B0503020204020204" pitchFamily="34" charset="-122"/>
                <a:ea typeface="微软雅黑" panose="020B0503020204020204" pitchFamily="34" charset="-122"/>
              </a:rPr>
              <a:t>面向分层策略的资源接口</a:t>
            </a:r>
          </a:p>
        </p:txBody>
      </p:sp>
      <p:sp>
        <p:nvSpPr>
          <p:cNvPr id="105" name="文本框 104">
            <a:extLst>
              <a:ext uri="{FF2B5EF4-FFF2-40B4-BE49-F238E27FC236}">
                <a16:creationId xmlns:a16="http://schemas.microsoft.com/office/drawing/2014/main" id="{8DEDDA38-036B-CB18-8025-7D797AB31FFD}"/>
              </a:ext>
            </a:extLst>
          </p:cNvPr>
          <p:cNvSpPr txBox="1"/>
          <p:nvPr/>
        </p:nvSpPr>
        <p:spPr>
          <a:xfrm>
            <a:off x="3003094" y="5577931"/>
            <a:ext cx="2861237" cy="319152"/>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gn="ctr">
              <a:lnSpc>
                <a:spcPct val="150000"/>
              </a:lnSpc>
            </a:pPr>
            <a:r>
              <a:rPr lang="zh-CN" altLang="en-US" sz="1200" dirty="0">
                <a:solidFill>
                  <a:srgbClr val="003F88"/>
                </a:solidFill>
                <a:latin typeface="微软雅黑" panose="020B0503020204020204" pitchFamily="34" charset="-122"/>
                <a:ea typeface="微软雅黑" panose="020B0503020204020204" pitchFamily="34" charset="-122"/>
              </a:rPr>
              <a:t>资源编组层</a:t>
            </a:r>
          </a:p>
        </p:txBody>
      </p:sp>
      <p:sp>
        <p:nvSpPr>
          <p:cNvPr id="106" name="文本框 105">
            <a:extLst>
              <a:ext uri="{FF2B5EF4-FFF2-40B4-BE49-F238E27FC236}">
                <a16:creationId xmlns:a16="http://schemas.microsoft.com/office/drawing/2014/main" id="{A067450D-F245-8108-CD42-C24C912E6D50}"/>
              </a:ext>
            </a:extLst>
          </p:cNvPr>
          <p:cNvSpPr txBox="1"/>
          <p:nvPr/>
        </p:nvSpPr>
        <p:spPr>
          <a:xfrm>
            <a:off x="2995834" y="5851765"/>
            <a:ext cx="2875755" cy="278435"/>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gn="ctr">
              <a:lnSpc>
                <a:spcPct val="150000"/>
              </a:lnSpc>
            </a:pPr>
            <a:r>
              <a:rPr lang="zh-CN" altLang="en-US" sz="1000" b="0" dirty="0">
                <a:solidFill>
                  <a:schemeClr val="tx1"/>
                </a:solidFill>
                <a:latin typeface="微软雅黑" panose="020B0503020204020204" pitchFamily="34" charset="-122"/>
                <a:ea typeface="微软雅黑" panose="020B0503020204020204" pitchFamily="34" charset="-122"/>
              </a:rPr>
              <a:t>提供可启用的流动资源集合</a:t>
            </a:r>
            <a:endParaRPr lang="en-US" altLang="zh-CN" sz="1000" b="0" dirty="0">
              <a:solidFill>
                <a:schemeClr val="tx1"/>
              </a:solidFill>
              <a:latin typeface="微软雅黑" panose="020B0503020204020204" pitchFamily="34" charset="-122"/>
              <a:ea typeface="微软雅黑" panose="020B0503020204020204" pitchFamily="34" charset="-122"/>
            </a:endParaRPr>
          </a:p>
        </p:txBody>
      </p:sp>
      <p:sp>
        <p:nvSpPr>
          <p:cNvPr id="107" name="文本框 106">
            <a:extLst>
              <a:ext uri="{FF2B5EF4-FFF2-40B4-BE49-F238E27FC236}">
                <a16:creationId xmlns:a16="http://schemas.microsoft.com/office/drawing/2014/main" id="{8B63F721-4270-B6B5-2BB9-E7CEFD008AB1}"/>
              </a:ext>
            </a:extLst>
          </p:cNvPr>
          <p:cNvSpPr txBox="1"/>
          <p:nvPr/>
        </p:nvSpPr>
        <p:spPr>
          <a:xfrm>
            <a:off x="5019724" y="5574386"/>
            <a:ext cx="2861237" cy="319152"/>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gn="ctr">
              <a:lnSpc>
                <a:spcPct val="150000"/>
              </a:lnSpc>
            </a:pPr>
            <a:r>
              <a:rPr lang="zh-CN" altLang="en-US" sz="1200" dirty="0">
                <a:solidFill>
                  <a:srgbClr val="003F88"/>
                </a:solidFill>
                <a:latin typeface="微软雅黑" panose="020B0503020204020204" pitchFamily="34" charset="-122"/>
                <a:ea typeface="微软雅黑" panose="020B0503020204020204" pitchFamily="34" charset="-122"/>
              </a:rPr>
              <a:t>高层干预层</a:t>
            </a:r>
          </a:p>
        </p:txBody>
      </p:sp>
      <p:sp>
        <p:nvSpPr>
          <p:cNvPr id="108" name="文本框 107">
            <a:extLst>
              <a:ext uri="{FF2B5EF4-FFF2-40B4-BE49-F238E27FC236}">
                <a16:creationId xmlns:a16="http://schemas.microsoft.com/office/drawing/2014/main" id="{A2B654B2-E445-E1C7-9E41-BB6095ACF168}"/>
              </a:ext>
            </a:extLst>
          </p:cNvPr>
          <p:cNvSpPr txBox="1"/>
          <p:nvPr/>
        </p:nvSpPr>
        <p:spPr>
          <a:xfrm>
            <a:off x="5012464" y="5848220"/>
            <a:ext cx="2875755" cy="278435"/>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gn="ctr">
              <a:lnSpc>
                <a:spcPct val="150000"/>
              </a:lnSpc>
            </a:pPr>
            <a:r>
              <a:rPr lang="zh-CN" altLang="en-US" sz="1000" b="0" dirty="0">
                <a:solidFill>
                  <a:schemeClr val="tx1"/>
                </a:solidFill>
                <a:latin typeface="微软雅黑" panose="020B0503020204020204" pitchFamily="34" charset="-122"/>
                <a:ea typeface="微软雅黑" panose="020B0503020204020204" pitchFamily="34" charset="-122"/>
              </a:rPr>
              <a:t>提供站位借入权限调节接口</a:t>
            </a:r>
            <a:endParaRPr lang="en-US" altLang="zh-CN" sz="1000" b="0" dirty="0">
              <a:solidFill>
                <a:schemeClr val="tx1"/>
              </a:solidFill>
              <a:latin typeface="微软雅黑" panose="020B0503020204020204" pitchFamily="34" charset="-122"/>
              <a:ea typeface="微软雅黑" panose="020B0503020204020204" pitchFamily="34" charset="-122"/>
            </a:endParaRPr>
          </a:p>
        </p:txBody>
      </p:sp>
      <p:sp>
        <p:nvSpPr>
          <p:cNvPr id="109" name="文本框 108">
            <a:extLst>
              <a:ext uri="{FF2B5EF4-FFF2-40B4-BE49-F238E27FC236}">
                <a16:creationId xmlns:a16="http://schemas.microsoft.com/office/drawing/2014/main" id="{42ADDDF9-A514-E2A9-1B51-475A845630FF}"/>
              </a:ext>
            </a:extLst>
          </p:cNvPr>
          <p:cNvSpPr txBox="1"/>
          <p:nvPr/>
        </p:nvSpPr>
        <p:spPr>
          <a:xfrm>
            <a:off x="7082446" y="5581477"/>
            <a:ext cx="2861237" cy="319152"/>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gn="ctr">
              <a:lnSpc>
                <a:spcPct val="150000"/>
              </a:lnSpc>
            </a:pPr>
            <a:r>
              <a:rPr lang="zh-CN" altLang="en-US" sz="1200" dirty="0">
                <a:solidFill>
                  <a:srgbClr val="003F88"/>
                </a:solidFill>
                <a:latin typeface="微软雅黑" panose="020B0503020204020204" pitchFamily="34" charset="-122"/>
                <a:ea typeface="微软雅黑" panose="020B0503020204020204" pitchFamily="34" charset="-122"/>
              </a:rPr>
              <a:t>低层执行层</a:t>
            </a:r>
          </a:p>
        </p:txBody>
      </p:sp>
      <p:sp>
        <p:nvSpPr>
          <p:cNvPr id="110" name="文本框 109">
            <a:extLst>
              <a:ext uri="{FF2B5EF4-FFF2-40B4-BE49-F238E27FC236}">
                <a16:creationId xmlns:a16="http://schemas.microsoft.com/office/drawing/2014/main" id="{CD288CEE-67F1-CD32-1365-151065D51B43}"/>
              </a:ext>
            </a:extLst>
          </p:cNvPr>
          <p:cNvSpPr txBox="1"/>
          <p:nvPr/>
        </p:nvSpPr>
        <p:spPr>
          <a:xfrm>
            <a:off x="7075186" y="5855311"/>
            <a:ext cx="2875755" cy="278435"/>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gn="ctr">
              <a:lnSpc>
                <a:spcPct val="150000"/>
              </a:lnSpc>
            </a:pPr>
            <a:r>
              <a:rPr lang="zh-CN" altLang="en-US" sz="1000" b="0" dirty="0">
                <a:solidFill>
                  <a:schemeClr val="tx1"/>
                </a:solidFill>
                <a:latin typeface="微软雅黑" panose="020B0503020204020204" pitchFamily="34" charset="-122"/>
                <a:ea typeface="微软雅黑" panose="020B0503020204020204" pitchFamily="34" charset="-122"/>
              </a:rPr>
              <a:t>提供站位可访问资源边界</a:t>
            </a:r>
            <a:endParaRPr lang="en-US" altLang="zh-CN" sz="1000" b="0" dirty="0">
              <a:solidFill>
                <a:schemeClr val="tx1"/>
              </a:solidFill>
              <a:latin typeface="微软雅黑" panose="020B0503020204020204" pitchFamily="34" charset="-122"/>
              <a:ea typeface="微软雅黑" panose="020B0503020204020204" pitchFamily="34" charset="-122"/>
            </a:endParaRPr>
          </a:p>
        </p:txBody>
      </p:sp>
      <p:sp>
        <p:nvSpPr>
          <p:cNvPr id="111" name="文本框 110">
            <a:extLst>
              <a:ext uri="{FF2B5EF4-FFF2-40B4-BE49-F238E27FC236}">
                <a16:creationId xmlns:a16="http://schemas.microsoft.com/office/drawing/2014/main" id="{196DA7A1-5581-50D9-6CCB-1F7F5154E2F8}"/>
              </a:ext>
            </a:extLst>
          </p:cNvPr>
          <p:cNvSpPr txBox="1"/>
          <p:nvPr/>
        </p:nvSpPr>
        <p:spPr>
          <a:xfrm>
            <a:off x="9099076" y="5577932"/>
            <a:ext cx="2861237" cy="319152"/>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gn="ctr">
              <a:lnSpc>
                <a:spcPct val="150000"/>
              </a:lnSpc>
            </a:pPr>
            <a:r>
              <a:rPr lang="zh-CN" altLang="en-US" sz="1200" dirty="0">
                <a:solidFill>
                  <a:srgbClr val="003F88"/>
                </a:solidFill>
                <a:latin typeface="微软雅黑" panose="020B0503020204020204" pitchFamily="34" charset="-122"/>
                <a:ea typeface="微软雅黑" panose="020B0503020204020204" pitchFamily="34" charset="-122"/>
              </a:rPr>
              <a:t>可行性解码器</a:t>
            </a:r>
          </a:p>
        </p:txBody>
      </p:sp>
      <p:sp>
        <p:nvSpPr>
          <p:cNvPr id="112" name="文本框 111">
            <a:extLst>
              <a:ext uri="{FF2B5EF4-FFF2-40B4-BE49-F238E27FC236}">
                <a16:creationId xmlns:a16="http://schemas.microsoft.com/office/drawing/2014/main" id="{6C72CCBC-4CB0-C884-3714-F39E3EB620C1}"/>
              </a:ext>
            </a:extLst>
          </p:cNvPr>
          <p:cNvSpPr txBox="1"/>
          <p:nvPr/>
        </p:nvSpPr>
        <p:spPr>
          <a:xfrm>
            <a:off x="9091816" y="5851766"/>
            <a:ext cx="2875755" cy="278435"/>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gn="ctr">
              <a:lnSpc>
                <a:spcPct val="150000"/>
              </a:lnSpc>
            </a:pPr>
            <a:r>
              <a:rPr lang="zh-CN" altLang="en-US" sz="1000" b="0" dirty="0">
                <a:solidFill>
                  <a:schemeClr val="tx1"/>
                </a:solidFill>
                <a:latin typeface="微软雅黑" panose="020B0503020204020204" pitchFamily="34" charset="-122"/>
                <a:ea typeface="微软雅黑" panose="020B0503020204020204" pitchFamily="34" charset="-122"/>
              </a:rPr>
              <a:t>提供技能</a:t>
            </a:r>
            <a:r>
              <a:rPr lang="en-US" altLang="zh-CN" sz="1000" b="0" dirty="0">
                <a:solidFill>
                  <a:schemeClr val="tx1"/>
                </a:solidFill>
                <a:latin typeface="微软雅黑" panose="020B0503020204020204" pitchFamily="34" charset="-122"/>
                <a:ea typeface="微软雅黑" panose="020B0503020204020204" pitchFamily="34" charset="-122"/>
              </a:rPr>
              <a:t>/</a:t>
            </a:r>
            <a:r>
              <a:rPr lang="zh-CN" altLang="en-US" sz="1000" b="0" dirty="0">
                <a:solidFill>
                  <a:schemeClr val="tx1"/>
                </a:solidFill>
                <a:latin typeface="微软雅黑" panose="020B0503020204020204" pitchFamily="34" charset="-122"/>
                <a:ea typeface="微软雅黑" panose="020B0503020204020204" pitchFamily="34" charset="-122"/>
              </a:rPr>
              <a:t>设备</a:t>
            </a:r>
            <a:r>
              <a:rPr lang="en-US" altLang="zh-CN" sz="1000" b="0" dirty="0">
                <a:solidFill>
                  <a:schemeClr val="tx1"/>
                </a:solidFill>
                <a:latin typeface="微软雅黑" panose="020B0503020204020204" pitchFamily="34" charset="-122"/>
                <a:ea typeface="微软雅黑" panose="020B0503020204020204" pitchFamily="34" charset="-122"/>
              </a:rPr>
              <a:t>/</a:t>
            </a:r>
            <a:r>
              <a:rPr lang="zh-CN" altLang="en-US" sz="1000" b="0" dirty="0">
                <a:solidFill>
                  <a:schemeClr val="tx1"/>
                </a:solidFill>
                <a:latin typeface="微软雅黑" panose="020B0503020204020204" pitchFamily="34" charset="-122"/>
                <a:ea typeface="微软雅黑" panose="020B0503020204020204" pitchFamily="34" charset="-122"/>
              </a:rPr>
              <a:t>容量等约束信息</a:t>
            </a:r>
            <a:endParaRPr lang="en-US" altLang="zh-CN" sz="1000" b="0" dirty="0">
              <a:solidFill>
                <a:schemeClr val="tx1"/>
              </a:solidFill>
              <a:latin typeface="微软雅黑" panose="020B0503020204020204" pitchFamily="34" charset="-122"/>
              <a:ea typeface="微软雅黑" panose="020B0503020204020204" pitchFamily="34" charset="-122"/>
            </a:endParaRPr>
          </a:p>
        </p:txBody>
      </p:sp>
      <p:cxnSp>
        <p:nvCxnSpPr>
          <p:cNvPr id="113" name="直接连接符 112">
            <a:extLst>
              <a:ext uri="{FF2B5EF4-FFF2-40B4-BE49-F238E27FC236}">
                <a16:creationId xmlns:a16="http://schemas.microsoft.com/office/drawing/2014/main" id="{0214ACDC-E91D-8D75-DEA1-1592197424F9}"/>
              </a:ext>
            </a:extLst>
          </p:cNvPr>
          <p:cNvCxnSpPr>
            <a:cxnSpLocks/>
          </p:cNvCxnSpPr>
          <p:nvPr/>
        </p:nvCxnSpPr>
        <p:spPr>
          <a:xfrm flipV="1">
            <a:off x="3446612" y="5634020"/>
            <a:ext cx="0" cy="456210"/>
          </a:xfrm>
          <a:prstGeom prst="line">
            <a:avLst/>
          </a:prstGeom>
          <a:ln w="25400">
            <a:prstDash val="dash"/>
          </a:ln>
        </p:spPr>
        <p:style>
          <a:lnRef idx="1">
            <a:schemeClr val="accent1"/>
          </a:lnRef>
          <a:fillRef idx="0">
            <a:schemeClr val="accent1"/>
          </a:fillRef>
          <a:effectRef idx="0">
            <a:schemeClr val="accent1"/>
          </a:effectRef>
          <a:fontRef idx="minor">
            <a:schemeClr val="tx1"/>
          </a:fontRef>
        </p:style>
      </p:cxnSp>
      <p:cxnSp>
        <p:nvCxnSpPr>
          <p:cNvPr id="115" name="直接连接符 114">
            <a:extLst>
              <a:ext uri="{FF2B5EF4-FFF2-40B4-BE49-F238E27FC236}">
                <a16:creationId xmlns:a16="http://schemas.microsoft.com/office/drawing/2014/main" id="{4DE8002C-D9A3-E652-59F8-40CDDA72942A}"/>
              </a:ext>
            </a:extLst>
          </p:cNvPr>
          <p:cNvCxnSpPr>
            <a:cxnSpLocks/>
          </p:cNvCxnSpPr>
          <p:nvPr/>
        </p:nvCxnSpPr>
        <p:spPr>
          <a:xfrm flipV="1">
            <a:off x="5471280" y="5634020"/>
            <a:ext cx="0" cy="456210"/>
          </a:xfrm>
          <a:prstGeom prst="line">
            <a:avLst/>
          </a:prstGeom>
          <a:ln w="25400">
            <a:prstDash val="dash"/>
          </a:ln>
        </p:spPr>
        <p:style>
          <a:lnRef idx="1">
            <a:schemeClr val="accent1"/>
          </a:lnRef>
          <a:fillRef idx="0">
            <a:schemeClr val="accent1"/>
          </a:fillRef>
          <a:effectRef idx="0">
            <a:schemeClr val="accent1"/>
          </a:effectRef>
          <a:fontRef idx="minor">
            <a:schemeClr val="tx1"/>
          </a:fontRef>
        </p:style>
      </p:cxnSp>
      <p:cxnSp>
        <p:nvCxnSpPr>
          <p:cNvPr id="116" name="直接连接符 115">
            <a:extLst>
              <a:ext uri="{FF2B5EF4-FFF2-40B4-BE49-F238E27FC236}">
                <a16:creationId xmlns:a16="http://schemas.microsoft.com/office/drawing/2014/main" id="{85A78EB1-67EF-2332-B9FF-4007D00D2E37}"/>
              </a:ext>
            </a:extLst>
          </p:cNvPr>
          <p:cNvCxnSpPr>
            <a:cxnSpLocks/>
          </p:cNvCxnSpPr>
          <p:nvPr/>
        </p:nvCxnSpPr>
        <p:spPr>
          <a:xfrm flipV="1">
            <a:off x="7575589" y="5644694"/>
            <a:ext cx="0" cy="456210"/>
          </a:xfrm>
          <a:prstGeom prst="line">
            <a:avLst/>
          </a:prstGeom>
          <a:ln w="25400">
            <a:prstDash val="dash"/>
          </a:ln>
        </p:spPr>
        <p:style>
          <a:lnRef idx="1">
            <a:schemeClr val="accent1"/>
          </a:lnRef>
          <a:fillRef idx="0">
            <a:schemeClr val="accent1"/>
          </a:fillRef>
          <a:effectRef idx="0">
            <a:schemeClr val="accent1"/>
          </a:effectRef>
          <a:fontRef idx="minor">
            <a:schemeClr val="tx1"/>
          </a:fontRef>
        </p:style>
      </p:cxnSp>
      <p:cxnSp>
        <p:nvCxnSpPr>
          <p:cNvPr id="117" name="直接连接符 116">
            <a:extLst>
              <a:ext uri="{FF2B5EF4-FFF2-40B4-BE49-F238E27FC236}">
                <a16:creationId xmlns:a16="http://schemas.microsoft.com/office/drawing/2014/main" id="{3A51ACF4-42D7-727A-A183-594D3F6AA02A}"/>
              </a:ext>
            </a:extLst>
          </p:cNvPr>
          <p:cNvCxnSpPr>
            <a:cxnSpLocks/>
          </p:cNvCxnSpPr>
          <p:nvPr/>
        </p:nvCxnSpPr>
        <p:spPr>
          <a:xfrm flipV="1">
            <a:off x="9446413" y="5644694"/>
            <a:ext cx="0" cy="456210"/>
          </a:xfrm>
          <a:prstGeom prst="line">
            <a:avLst/>
          </a:prstGeom>
          <a:ln w="25400">
            <a:prstDash val="dash"/>
          </a:ln>
        </p:spPr>
        <p:style>
          <a:lnRef idx="1">
            <a:schemeClr val="accent1"/>
          </a:lnRef>
          <a:fillRef idx="0">
            <a:schemeClr val="accent1"/>
          </a:fillRef>
          <a:effectRef idx="0">
            <a:schemeClr val="accent1"/>
          </a:effectRef>
          <a:fontRef idx="minor">
            <a:schemeClr val="tx1"/>
          </a:fontRef>
        </p:style>
      </p:cxnSp>
      <p:sp>
        <p:nvSpPr>
          <p:cNvPr id="118" name="箭头: 右 117">
            <a:extLst>
              <a:ext uri="{FF2B5EF4-FFF2-40B4-BE49-F238E27FC236}">
                <a16:creationId xmlns:a16="http://schemas.microsoft.com/office/drawing/2014/main" id="{E2AB89CE-84AB-FA8B-EF50-46FC6208E8C0}"/>
              </a:ext>
            </a:extLst>
          </p:cNvPr>
          <p:cNvSpPr/>
          <p:nvPr/>
        </p:nvSpPr>
        <p:spPr>
          <a:xfrm>
            <a:off x="2742382" y="3210929"/>
            <a:ext cx="240802" cy="339478"/>
          </a:xfrm>
          <a:prstGeom prst="rightArrow">
            <a:avLst/>
          </a:prstGeom>
          <a:solidFill>
            <a:srgbClr val="003F8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9" name="箭头: 右 118">
            <a:extLst>
              <a:ext uri="{FF2B5EF4-FFF2-40B4-BE49-F238E27FC236}">
                <a16:creationId xmlns:a16="http://schemas.microsoft.com/office/drawing/2014/main" id="{4759550C-85FA-8E12-AFCA-3480DD1667CE}"/>
              </a:ext>
            </a:extLst>
          </p:cNvPr>
          <p:cNvSpPr/>
          <p:nvPr/>
        </p:nvSpPr>
        <p:spPr>
          <a:xfrm>
            <a:off x="6416194" y="3209017"/>
            <a:ext cx="240802" cy="339478"/>
          </a:xfrm>
          <a:prstGeom prst="rightArrow">
            <a:avLst/>
          </a:prstGeom>
          <a:solidFill>
            <a:srgbClr val="003F8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箭头: 右 119">
            <a:extLst>
              <a:ext uri="{FF2B5EF4-FFF2-40B4-BE49-F238E27FC236}">
                <a16:creationId xmlns:a16="http://schemas.microsoft.com/office/drawing/2014/main" id="{70899661-72A4-333F-8E1A-814F9CF51ED7}"/>
              </a:ext>
            </a:extLst>
          </p:cNvPr>
          <p:cNvSpPr/>
          <p:nvPr/>
        </p:nvSpPr>
        <p:spPr>
          <a:xfrm>
            <a:off x="9074373" y="3228517"/>
            <a:ext cx="240802" cy="339478"/>
          </a:xfrm>
          <a:prstGeom prst="rightArrow">
            <a:avLst/>
          </a:prstGeom>
          <a:solidFill>
            <a:srgbClr val="003F8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2" name="直接箭头连接符 121">
            <a:extLst>
              <a:ext uri="{FF2B5EF4-FFF2-40B4-BE49-F238E27FC236}">
                <a16:creationId xmlns:a16="http://schemas.microsoft.com/office/drawing/2014/main" id="{2DE6E51E-329A-9087-108C-08C5D0BBE307}"/>
              </a:ext>
            </a:extLst>
          </p:cNvPr>
          <p:cNvCxnSpPr>
            <a:cxnSpLocks/>
            <a:stCxn id="83" idx="2"/>
            <a:endCxn id="85" idx="0"/>
          </p:cNvCxnSpPr>
          <p:nvPr/>
        </p:nvCxnSpPr>
        <p:spPr>
          <a:xfrm flipH="1">
            <a:off x="10598602" y="3508825"/>
            <a:ext cx="271" cy="26941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26" name="直接连接符 125">
            <a:extLst>
              <a:ext uri="{FF2B5EF4-FFF2-40B4-BE49-F238E27FC236}">
                <a16:creationId xmlns:a16="http://schemas.microsoft.com/office/drawing/2014/main" id="{6103153B-8E8F-724F-694A-E08B110588C3}"/>
              </a:ext>
            </a:extLst>
          </p:cNvPr>
          <p:cNvCxnSpPr>
            <a:cxnSpLocks/>
            <a:stCxn id="95" idx="1"/>
            <a:endCxn id="93" idx="3"/>
          </p:cNvCxnSpPr>
          <p:nvPr/>
        </p:nvCxnSpPr>
        <p:spPr>
          <a:xfrm flipH="1" flipV="1">
            <a:off x="4519265" y="2810186"/>
            <a:ext cx="283036" cy="1"/>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29" name="直接箭头连接符 128">
            <a:extLst>
              <a:ext uri="{FF2B5EF4-FFF2-40B4-BE49-F238E27FC236}">
                <a16:creationId xmlns:a16="http://schemas.microsoft.com/office/drawing/2014/main" id="{49BC160A-6FDF-9C34-59A6-1CC113F9B737}"/>
              </a:ext>
            </a:extLst>
          </p:cNvPr>
          <p:cNvCxnSpPr>
            <a:cxnSpLocks/>
            <a:endCxn id="96" idx="0"/>
          </p:cNvCxnSpPr>
          <p:nvPr/>
        </p:nvCxnSpPr>
        <p:spPr>
          <a:xfrm>
            <a:off x="4660647" y="2817211"/>
            <a:ext cx="4734" cy="58242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31" name="直接箭头连接符 130">
            <a:extLst>
              <a:ext uri="{FF2B5EF4-FFF2-40B4-BE49-F238E27FC236}">
                <a16:creationId xmlns:a16="http://schemas.microsoft.com/office/drawing/2014/main" id="{8DC4100B-D9D2-7FEA-CCAC-970A3D9BC846}"/>
              </a:ext>
            </a:extLst>
          </p:cNvPr>
          <p:cNvCxnSpPr>
            <a:cxnSpLocks/>
            <a:stCxn id="90" idx="2"/>
          </p:cNvCxnSpPr>
          <p:nvPr/>
        </p:nvCxnSpPr>
        <p:spPr>
          <a:xfrm>
            <a:off x="4663856" y="4027716"/>
            <a:ext cx="1528" cy="162095"/>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4441487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1EADEF-4EC3-C8F3-5CB8-37AECA085FC7}"/>
            </a:ext>
          </a:extLst>
        </p:cNvPr>
        <p:cNvGrpSpPr/>
        <p:nvPr/>
      </p:nvGrpSpPr>
      <p:grpSpPr>
        <a:xfrm>
          <a:off x="0" y="0"/>
          <a:ext cx="0" cy="0"/>
          <a:chOff x="0" y="0"/>
          <a:chExt cx="0" cy="0"/>
        </a:xfrm>
      </p:grpSpPr>
      <p:sp>
        <p:nvSpPr>
          <p:cNvPr id="47" name="矩形: 圆角 46">
            <a:extLst>
              <a:ext uri="{FF2B5EF4-FFF2-40B4-BE49-F238E27FC236}">
                <a16:creationId xmlns:a16="http://schemas.microsoft.com/office/drawing/2014/main" id="{33D304D9-4C48-64B9-B04D-7125B0ED99EA}"/>
              </a:ext>
            </a:extLst>
          </p:cNvPr>
          <p:cNvSpPr/>
          <p:nvPr/>
        </p:nvSpPr>
        <p:spPr>
          <a:xfrm>
            <a:off x="9566434" y="1393691"/>
            <a:ext cx="2283682" cy="488498"/>
          </a:xfrm>
          <a:prstGeom prst="roundRect">
            <a:avLst>
              <a:gd name="adj" fmla="val 21337"/>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45" name="矩形: 圆角 44">
            <a:extLst>
              <a:ext uri="{FF2B5EF4-FFF2-40B4-BE49-F238E27FC236}">
                <a16:creationId xmlns:a16="http://schemas.microsoft.com/office/drawing/2014/main" id="{182D8BA1-0EA5-BF21-C851-26F088DEE855}"/>
              </a:ext>
            </a:extLst>
          </p:cNvPr>
          <p:cNvSpPr/>
          <p:nvPr/>
        </p:nvSpPr>
        <p:spPr>
          <a:xfrm>
            <a:off x="3615578" y="1393691"/>
            <a:ext cx="5550192" cy="488498"/>
          </a:xfrm>
          <a:prstGeom prst="roundRect">
            <a:avLst>
              <a:gd name="adj" fmla="val 21337"/>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23" name="矩形: 圆角 22">
            <a:extLst>
              <a:ext uri="{FF2B5EF4-FFF2-40B4-BE49-F238E27FC236}">
                <a16:creationId xmlns:a16="http://schemas.microsoft.com/office/drawing/2014/main" id="{0476C3A1-F3EF-7841-53EF-1F7EC77D3B4E}"/>
              </a:ext>
            </a:extLst>
          </p:cNvPr>
          <p:cNvSpPr/>
          <p:nvPr/>
        </p:nvSpPr>
        <p:spPr>
          <a:xfrm>
            <a:off x="337132" y="1393691"/>
            <a:ext cx="2877782" cy="488498"/>
          </a:xfrm>
          <a:prstGeom prst="roundRect">
            <a:avLst>
              <a:gd name="adj" fmla="val 21337"/>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cxnSp>
        <p:nvCxnSpPr>
          <p:cNvPr id="7" name="直接连接符 6">
            <a:extLst>
              <a:ext uri="{FF2B5EF4-FFF2-40B4-BE49-F238E27FC236}">
                <a16:creationId xmlns:a16="http://schemas.microsoft.com/office/drawing/2014/main" id="{E9FFBE1B-BB5A-56FD-5E71-1597C249A94F}"/>
              </a:ext>
            </a:extLst>
          </p:cNvPr>
          <p:cNvCxnSpPr>
            <a:cxnSpLocks/>
          </p:cNvCxnSpPr>
          <p:nvPr/>
        </p:nvCxnSpPr>
        <p:spPr>
          <a:xfrm>
            <a:off x="337132" y="774574"/>
            <a:ext cx="11567001" cy="0"/>
          </a:xfrm>
          <a:prstGeom prst="line">
            <a:avLst/>
          </a:prstGeom>
          <a:ln w="19050">
            <a:solidFill>
              <a:srgbClr val="133C7A">
                <a:alpha val="80000"/>
              </a:srgbClr>
            </a:solidFill>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64CD1F4B-153F-20E3-56A6-542EE32937F1}"/>
              </a:ext>
            </a:extLst>
          </p:cNvPr>
          <p:cNvSpPr txBox="1"/>
          <p:nvPr/>
        </p:nvSpPr>
        <p:spPr>
          <a:xfrm>
            <a:off x="683012" y="256087"/>
            <a:ext cx="9510123" cy="505676"/>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r>
              <a:rPr lang="en-US" altLang="zh-CN" sz="2800" dirty="0">
                <a:solidFill>
                  <a:schemeClr val="tx2">
                    <a:lumMod val="75000"/>
                  </a:schemeClr>
                </a:solidFill>
                <a:latin typeface="微软雅黑" panose="020B0503020204020204" pitchFamily="34" charset="-122"/>
                <a:ea typeface="微软雅黑" panose="020B0503020204020204" pitchFamily="34" charset="-122"/>
              </a:rPr>
              <a:t>3 </a:t>
            </a:r>
            <a:r>
              <a:rPr lang="zh-CN" altLang="en-US" sz="2800" dirty="0">
                <a:solidFill>
                  <a:schemeClr val="tx2">
                    <a:lumMod val="75000"/>
                  </a:schemeClr>
                </a:solidFill>
                <a:latin typeface="微软雅黑" panose="020B0503020204020204" pitchFamily="34" charset="-122"/>
                <a:ea typeface="微软雅黑" panose="020B0503020204020204" pitchFamily="34" charset="-122"/>
              </a:rPr>
              <a:t>方法框架</a:t>
            </a:r>
          </a:p>
        </p:txBody>
      </p:sp>
      <p:sp>
        <p:nvSpPr>
          <p:cNvPr id="9" name="矩形 8">
            <a:extLst>
              <a:ext uri="{FF2B5EF4-FFF2-40B4-BE49-F238E27FC236}">
                <a16:creationId xmlns:a16="http://schemas.microsoft.com/office/drawing/2014/main" id="{8382D1E6-370A-16E1-DCA5-348F6B4C1A01}"/>
              </a:ext>
            </a:extLst>
          </p:cNvPr>
          <p:cNvSpPr/>
          <p:nvPr/>
        </p:nvSpPr>
        <p:spPr>
          <a:xfrm>
            <a:off x="337132" y="268900"/>
            <a:ext cx="195295" cy="50567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04370C03-BE8A-E209-45C9-9D017DB2B01D}"/>
              </a:ext>
            </a:extLst>
          </p:cNvPr>
          <p:cNvSpPr/>
          <p:nvPr/>
        </p:nvSpPr>
        <p:spPr>
          <a:xfrm>
            <a:off x="337132" y="268900"/>
            <a:ext cx="276318" cy="505674"/>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DFFB3870-B0EF-51A1-212A-4472302AE4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66776" y="256087"/>
            <a:ext cx="1788092" cy="431989"/>
          </a:xfrm>
          <a:prstGeom prst="rect">
            <a:avLst/>
          </a:prstGeom>
        </p:spPr>
      </p:pic>
      <p:sp>
        <p:nvSpPr>
          <p:cNvPr id="4" name="文本框 3">
            <a:extLst>
              <a:ext uri="{FF2B5EF4-FFF2-40B4-BE49-F238E27FC236}">
                <a16:creationId xmlns:a16="http://schemas.microsoft.com/office/drawing/2014/main" id="{68101320-7CCF-30C4-C23F-4795797B9B8C}"/>
              </a:ext>
            </a:extLst>
          </p:cNvPr>
          <p:cNvSpPr txBox="1"/>
          <p:nvPr/>
        </p:nvSpPr>
        <p:spPr>
          <a:xfrm>
            <a:off x="299410" y="862073"/>
            <a:ext cx="9510123" cy="444121"/>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r>
              <a:rPr lang="en-US" altLang="zh-CN" sz="2400" dirty="0">
                <a:solidFill>
                  <a:schemeClr val="tx2">
                    <a:lumMod val="75000"/>
                  </a:schemeClr>
                </a:solidFill>
                <a:latin typeface="微软雅黑" panose="020B0503020204020204" pitchFamily="34" charset="-122"/>
                <a:ea typeface="微软雅黑" panose="020B0503020204020204" pitchFamily="34" charset="-122"/>
              </a:rPr>
              <a:t>• 3.6 </a:t>
            </a:r>
            <a:r>
              <a:rPr lang="zh-CN" altLang="en-US" sz="2400" dirty="0">
                <a:solidFill>
                  <a:schemeClr val="tx2">
                    <a:lumMod val="75000"/>
                  </a:schemeClr>
                </a:solidFill>
                <a:latin typeface="微软雅黑" panose="020B0503020204020204" pitchFamily="34" charset="-122"/>
                <a:ea typeface="微软雅黑" panose="020B0503020204020204" pitchFamily="34" charset="-122"/>
              </a:rPr>
              <a:t>动态资源池驱动的分层策略决策</a:t>
            </a:r>
          </a:p>
        </p:txBody>
      </p:sp>
      <p:sp>
        <p:nvSpPr>
          <p:cNvPr id="2" name="矩形: 圆角 1">
            <a:extLst>
              <a:ext uri="{FF2B5EF4-FFF2-40B4-BE49-F238E27FC236}">
                <a16:creationId xmlns:a16="http://schemas.microsoft.com/office/drawing/2014/main" id="{61033EA2-68DA-4EC9-FFE1-4FB2C965084A}"/>
              </a:ext>
            </a:extLst>
          </p:cNvPr>
          <p:cNvSpPr/>
          <p:nvPr/>
        </p:nvSpPr>
        <p:spPr>
          <a:xfrm>
            <a:off x="337132" y="6302146"/>
            <a:ext cx="11512984" cy="461156"/>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资源编组决定启用什么资源，高层策略决定资源访问边界，低层策略决定如何在可访问边界内执行</a:t>
            </a:r>
          </a:p>
        </p:txBody>
      </p:sp>
      <p:sp>
        <p:nvSpPr>
          <p:cNvPr id="3" name="矩形: 圆角 2">
            <a:extLst>
              <a:ext uri="{FF2B5EF4-FFF2-40B4-BE49-F238E27FC236}">
                <a16:creationId xmlns:a16="http://schemas.microsoft.com/office/drawing/2014/main" id="{2418F781-67F5-4FF3-6DDB-991B3E94F5A5}"/>
              </a:ext>
            </a:extLst>
          </p:cNvPr>
          <p:cNvSpPr/>
          <p:nvPr/>
        </p:nvSpPr>
        <p:spPr>
          <a:xfrm>
            <a:off x="337132" y="1393692"/>
            <a:ext cx="2877782" cy="4689734"/>
          </a:xfrm>
          <a:prstGeom prst="roundRect">
            <a:avLst>
              <a:gd name="adj" fmla="val 3510"/>
            </a:avLst>
          </a:prstGeom>
          <a:no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6" name="矩形: 圆角 5">
            <a:extLst>
              <a:ext uri="{FF2B5EF4-FFF2-40B4-BE49-F238E27FC236}">
                <a16:creationId xmlns:a16="http://schemas.microsoft.com/office/drawing/2014/main" id="{6C297B27-3AC7-5E31-C696-EE65137B5BB6}"/>
              </a:ext>
            </a:extLst>
          </p:cNvPr>
          <p:cNvSpPr/>
          <p:nvPr/>
        </p:nvSpPr>
        <p:spPr>
          <a:xfrm>
            <a:off x="3615579" y="1393691"/>
            <a:ext cx="5550191" cy="4689734"/>
          </a:xfrm>
          <a:prstGeom prst="roundRect">
            <a:avLst>
              <a:gd name="adj" fmla="val 3510"/>
            </a:avLst>
          </a:prstGeom>
          <a:no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12" name="矩形: 圆角 11">
            <a:extLst>
              <a:ext uri="{FF2B5EF4-FFF2-40B4-BE49-F238E27FC236}">
                <a16:creationId xmlns:a16="http://schemas.microsoft.com/office/drawing/2014/main" id="{907627E5-20AF-7441-32C3-9B506BAE6A76}"/>
              </a:ext>
            </a:extLst>
          </p:cNvPr>
          <p:cNvSpPr/>
          <p:nvPr/>
        </p:nvSpPr>
        <p:spPr>
          <a:xfrm>
            <a:off x="3856116" y="3274498"/>
            <a:ext cx="2377770" cy="1807396"/>
          </a:xfrm>
          <a:prstGeom prst="roundRect">
            <a:avLst>
              <a:gd name="adj" fmla="val 3510"/>
            </a:avLst>
          </a:prstGeom>
          <a:no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15" name="矩形: 圆角 14">
            <a:extLst>
              <a:ext uri="{FF2B5EF4-FFF2-40B4-BE49-F238E27FC236}">
                <a16:creationId xmlns:a16="http://schemas.microsoft.com/office/drawing/2014/main" id="{83BE366A-F9D5-5868-BDA9-EBCDEF477F3D}"/>
              </a:ext>
            </a:extLst>
          </p:cNvPr>
          <p:cNvSpPr/>
          <p:nvPr/>
        </p:nvSpPr>
        <p:spPr>
          <a:xfrm>
            <a:off x="9805917" y="2010545"/>
            <a:ext cx="1769222" cy="1178060"/>
          </a:xfrm>
          <a:prstGeom prst="roundRect">
            <a:avLst>
              <a:gd name="adj" fmla="val 3510"/>
            </a:avLst>
          </a:prstGeom>
          <a:no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16" name="矩形: 圆角 15">
            <a:extLst>
              <a:ext uri="{FF2B5EF4-FFF2-40B4-BE49-F238E27FC236}">
                <a16:creationId xmlns:a16="http://schemas.microsoft.com/office/drawing/2014/main" id="{38947417-C6AB-3812-E0D6-3195BE8E9EBB}"/>
              </a:ext>
            </a:extLst>
          </p:cNvPr>
          <p:cNvSpPr/>
          <p:nvPr/>
        </p:nvSpPr>
        <p:spPr>
          <a:xfrm>
            <a:off x="6548516" y="3274497"/>
            <a:ext cx="2377769" cy="1807396"/>
          </a:xfrm>
          <a:prstGeom prst="roundRect">
            <a:avLst>
              <a:gd name="adj" fmla="val 3510"/>
            </a:avLst>
          </a:prstGeom>
          <a:no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17" name="矩形: 圆角 16">
            <a:extLst>
              <a:ext uri="{FF2B5EF4-FFF2-40B4-BE49-F238E27FC236}">
                <a16:creationId xmlns:a16="http://schemas.microsoft.com/office/drawing/2014/main" id="{BFEDBA58-3C97-7D46-01C1-18AB795FE07D}"/>
              </a:ext>
            </a:extLst>
          </p:cNvPr>
          <p:cNvSpPr/>
          <p:nvPr/>
        </p:nvSpPr>
        <p:spPr>
          <a:xfrm>
            <a:off x="3855590" y="5232400"/>
            <a:ext cx="5070694" cy="700519"/>
          </a:xfrm>
          <a:prstGeom prst="roundRect">
            <a:avLst>
              <a:gd name="adj" fmla="val 3510"/>
            </a:avLst>
          </a:prstGeom>
          <a:no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18" name="矩形: 圆角 17">
            <a:extLst>
              <a:ext uri="{FF2B5EF4-FFF2-40B4-BE49-F238E27FC236}">
                <a16:creationId xmlns:a16="http://schemas.microsoft.com/office/drawing/2014/main" id="{575824F0-0E48-3E68-09AA-6E00A99BEE05}"/>
              </a:ext>
            </a:extLst>
          </p:cNvPr>
          <p:cNvSpPr/>
          <p:nvPr/>
        </p:nvSpPr>
        <p:spPr>
          <a:xfrm>
            <a:off x="3855590" y="1963268"/>
            <a:ext cx="5070695" cy="1160724"/>
          </a:xfrm>
          <a:prstGeom prst="roundRect">
            <a:avLst>
              <a:gd name="adj" fmla="val 3510"/>
            </a:avLst>
          </a:prstGeom>
          <a:no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19" name="矩形: 圆角 18">
            <a:extLst>
              <a:ext uri="{FF2B5EF4-FFF2-40B4-BE49-F238E27FC236}">
                <a16:creationId xmlns:a16="http://schemas.microsoft.com/office/drawing/2014/main" id="{CEB9CF3D-7628-36D3-1157-0EB87359F4D6}"/>
              </a:ext>
            </a:extLst>
          </p:cNvPr>
          <p:cNvSpPr/>
          <p:nvPr/>
        </p:nvSpPr>
        <p:spPr>
          <a:xfrm>
            <a:off x="9805915" y="4815584"/>
            <a:ext cx="1769222" cy="1178060"/>
          </a:xfrm>
          <a:prstGeom prst="roundRect">
            <a:avLst>
              <a:gd name="adj" fmla="val 3510"/>
            </a:avLst>
          </a:prstGeom>
          <a:no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20" name="矩形: 圆角 19">
            <a:extLst>
              <a:ext uri="{FF2B5EF4-FFF2-40B4-BE49-F238E27FC236}">
                <a16:creationId xmlns:a16="http://schemas.microsoft.com/office/drawing/2014/main" id="{B02942F2-8C53-B6FD-1D64-502512112BF0}"/>
              </a:ext>
            </a:extLst>
          </p:cNvPr>
          <p:cNvSpPr/>
          <p:nvPr/>
        </p:nvSpPr>
        <p:spPr>
          <a:xfrm>
            <a:off x="9805915" y="3401262"/>
            <a:ext cx="1769222" cy="1178060"/>
          </a:xfrm>
          <a:prstGeom prst="roundRect">
            <a:avLst>
              <a:gd name="adj" fmla="val 3510"/>
            </a:avLst>
          </a:prstGeom>
          <a:no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21" name="文本框 20">
            <a:extLst>
              <a:ext uri="{FF2B5EF4-FFF2-40B4-BE49-F238E27FC236}">
                <a16:creationId xmlns:a16="http://schemas.microsoft.com/office/drawing/2014/main" id="{ABC5FBAC-1C8F-BA1A-7A60-6FCD6DCEC565}"/>
              </a:ext>
            </a:extLst>
          </p:cNvPr>
          <p:cNvSpPr txBox="1"/>
          <p:nvPr/>
        </p:nvSpPr>
        <p:spPr>
          <a:xfrm>
            <a:off x="332780" y="1371918"/>
            <a:ext cx="2882134" cy="482080"/>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gn="ctr">
              <a:lnSpc>
                <a:spcPct val="150000"/>
              </a:lnSpc>
            </a:pPr>
            <a:r>
              <a:rPr lang="zh-CN" altLang="en-US" sz="2000" dirty="0">
                <a:solidFill>
                  <a:schemeClr val="bg1"/>
                </a:solidFill>
                <a:latin typeface="微软雅黑" panose="020B0503020204020204" pitchFamily="34" charset="-122"/>
                <a:ea typeface="微软雅黑" panose="020B0503020204020204" pitchFamily="34" charset="-122"/>
              </a:rPr>
              <a:t>共享决策输入</a:t>
            </a:r>
          </a:p>
        </p:txBody>
      </p:sp>
      <p:sp>
        <p:nvSpPr>
          <p:cNvPr id="25" name="文本框 24">
            <a:extLst>
              <a:ext uri="{FF2B5EF4-FFF2-40B4-BE49-F238E27FC236}">
                <a16:creationId xmlns:a16="http://schemas.microsoft.com/office/drawing/2014/main" id="{6D69026E-48AA-7214-3E89-2C0D61A8149E}"/>
              </a:ext>
            </a:extLst>
          </p:cNvPr>
          <p:cNvSpPr txBox="1"/>
          <p:nvPr/>
        </p:nvSpPr>
        <p:spPr>
          <a:xfrm>
            <a:off x="3615580" y="1371918"/>
            <a:ext cx="5550190" cy="482080"/>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gn="ctr">
              <a:lnSpc>
                <a:spcPct val="150000"/>
              </a:lnSpc>
            </a:pPr>
            <a:r>
              <a:rPr lang="zh-CN" altLang="en-US" sz="2000" dirty="0">
                <a:solidFill>
                  <a:schemeClr val="bg1"/>
                </a:solidFill>
                <a:latin typeface="微软雅黑" panose="020B0503020204020204" pitchFamily="34" charset="-122"/>
                <a:ea typeface="微软雅黑" panose="020B0503020204020204" pitchFamily="34" charset="-122"/>
              </a:rPr>
              <a:t>资源池驱动的三层决策链</a:t>
            </a:r>
          </a:p>
        </p:txBody>
      </p:sp>
      <p:sp>
        <p:nvSpPr>
          <p:cNvPr id="28" name="文本框 27">
            <a:extLst>
              <a:ext uri="{FF2B5EF4-FFF2-40B4-BE49-F238E27FC236}">
                <a16:creationId xmlns:a16="http://schemas.microsoft.com/office/drawing/2014/main" id="{76F10883-A42A-81C7-CB82-D22E156CF034}"/>
              </a:ext>
            </a:extLst>
          </p:cNvPr>
          <p:cNvSpPr txBox="1"/>
          <p:nvPr/>
        </p:nvSpPr>
        <p:spPr>
          <a:xfrm>
            <a:off x="9883820" y="2021193"/>
            <a:ext cx="1383394" cy="400648"/>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zh-CN" altLang="en-US" sz="1600" dirty="0">
                <a:solidFill>
                  <a:srgbClr val="003F88"/>
                </a:solidFill>
                <a:latin typeface="微软雅黑" panose="020B0503020204020204" pitchFamily="34" charset="-122"/>
                <a:ea typeface="微软雅黑" panose="020B0503020204020204" pitchFamily="34" charset="-122"/>
              </a:rPr>
              <a:t>资源编组动作</a:t>
            </a:r>
          </a:p>
        </p:txBody>
      </p:sp>
      <p:cxnSp>
        <p:nvCxnSpPr>
          <p:cNvPr id="29" name="直接连接符 28">
            <a:extLst>
              <a:ext uri="{FF2B5EF4-FFF2-40B4-BE49-F238E27FC236}">
                <a16:creationId xmlns:a16="http://schemas.microsoft.com/office/drawing/2014/main" id="{45DB6E8A-0FE4-1D25-4B92-EBC4ED711484}"/>
              </a:ext>
            </a:extLst>
          </p:cNvPr>
          <p:cNvCxnSpPr>
            <a:cxnSpLocks/>
          </p:cNvCxnSpPr>
          <p:nvPr/>
        </p:nvCxnSpPr>
        <p:spPr>
          <a:xfrm>
            <a:off x="9874637" y="2509693"/>
            <a:ext cx="1636911" cy="0"/>
          </a:xfrm>
          <a:prstGeom prst="line">
            <a:avLst/>
          </a:prstGeom>
          <a:ln w="25400">
            <a:prstDash val="dash"/>
          </a:ln>
        </p:spPr>
        <p:style>
          <a:lnRef idx="1">
            <a:schemeClr val="accent1"/>
          </a:lnRef>
          <a:fillRef idx="0">
            <a:schemeClr val="accent1"/>
          </a:fillRef>
          <a:effectRef idx="0">
            <a:schemeClr val="accent1"/>
          </a:effectRef>
          <a:fontRef idx="minor">
            <a:schemeClr val="tx1"/>
          </a:fontRef>
        </p:style>
      </p:cxnSp>
      <p:sp>
        <p:nvSpPr>
          <p:cNvPr id="31" name="文本框 30">
            <a:extLst>
              <a:ext uri="{FF2B5EF4-FFF2-40B4-BE49-F238E27FC236}">
                <a16:creationId xmlns:a16="http://schemas.microsoft.com/office/drawing/2014/main" id="{B8365D14-4E58-C1BF-1D9C-F4466EFAE251}"/>
              </a:ext>
            </a:extLst>
          </p:cNvPr>
          <p:cNvSpPr txBox="1"/>
          <p:nvPr/>
        </p:nvSpPr>
        <p:spPr>
          <a:xfrm>
            <a:off x="9883820" y="3392647"/>
            <a:ext cx="1381325" cy="400648"/>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zh-CN" altLang="en-US" sz="1600" dirty="0">
                <a:solidFill>
                  <a:srgbClr val="003F88"/>
                </a:solidFill>
                <a:latin typeface="微软雅黑" panose="020B0503020204020204" pitchFamily="34" charset="-122"/>
                <a:ea typeface="微软雅黑" panose="020B0503020204020204" pitchFamily="34" charset="-122"/>
              </a:rPr>
              <a:t>借入权限动作</a:t>
            </a:r>
          </a:p>
        </p:txBody>
      </p:sp>
      <p:cxnSp>
        <p:nvCxnSpPr>
          <p:cNvPr id="32" name="直接连接符 31">
            <a:extLst>
              <a:ext uri="{FF2B5EF4-FFF2-40B4-BE49-F238E27FC236}">
                <a16:creationId xmlns:a16="http://schemas.microsoft.com/office/drawing/2014/main" id="{C8DF3C1F-440C-CAA9-5B94-E003F51446AB}"/>
              </a:ext>
            </a:extLst>
          </p:cNvPr>
          <p:cNvCxnSpPr>
            <a:cxnSpLocks/>
          </p:cNvCxnSpPr>
          <p:nvPr/>
        </p:nvCxnSpPr>
        <p:spPr>
          <a:xfrm>
            <a:off x="9874637" y="3865960"/>
            <a:ext cx="1636911" cy="0"/>
          </a:xfrm>
          <a:prstGeom prst="line">
            <a:avLst/>
          </a:prstGeom>
          <a:ln w="25400">
            <a:prstDash val="dash"/>
          </a:ln>
        </p:spPr>
        <p:style>
          <a:lnRef idx="1">
            <a:schemeClr val="accent1"/>
          </a:lnRef>
          <a:fillRef idx="0">
            <a:schemeClr val="accent1"/>
          </a:fillRef>
          <a:effectRef idx="0">
            <a:schemeClr val="accent1"/>
          </a:effectRef>
          <a:fontRef idx="minor">
            <a:schemeClr val="tx1"/>
          </a:fontRef>
        </p:style>
      </p:cxnSp>
      <p:sp>
        <p:nvSpPr>
          <p:cNvPr id="34" name="文本框 33">
            <a:extLst>
              <a:ext uri="{FF2B5EF4-FFF2-40B4-BE49-F238E27FC236}">
                <a16:creationId xmlns:a16="http://schemas.microsoft.com/office/drawing/2014/main" id="{D1B1628E-7067-A486-B359-D72840F025C4}"/>
              </a:ext>
            </a:extLst>
          </p:cNvPr>
          <p:cNvSpPr txBox="1"/>
          <p:nvPr/>
        </p:nvSpPr>
        <p:spPr>
          <a:xfrm>
            <a:off x="9874636" y="4783132"/>
            <a:ext cx="1390508" cy="400648"/>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zh-CN" altLang="en-US" sz="1600" dirty="0">
                <a:solidFill>
                  <a:srgbClr val="003F88"/>
                </a:solidFill>
                <a:latin typeface="微软雅黑" panose="020B0503020204020204" pitchFamily="34" charset="-122"/>
                <a:ea typeface="微软雅黑" panose="020B0503020204020204" pitchFamily="34" charset="-122"/>
              </a:rPr>
              <a:t>站位执行动作</a:t>
            </a:r>
          </a:p>
        </p:txBody>
      </p:sp>
      <p:cxnSp>
        <p:nvCxnSpPr>
          <p:cNvPr id="35" name="直接连接符 34">
            <a:extLst>
              <a:ext uri="{FF2B5EF4-FFF2-40B4-BE49-F238E27FC236}">
                <a16:creationId xmlns:a16="http://schemas.microsoft.com/office/drawing/2014/main" id="{B3A848DC-E43A-D411-11BF-9D710B1CC9EE}"/>
              </a:ext>
            </a:extLst>
          </p:cNvPr>
          <p:cNvCxnSpPr>
            <a:cxnSpLocks/>
          </p:cNvCxnSpPr>
          <p:nvPr/>
        </p:nvCxnSpPr>
        <p:spPr>
          <a:xfrm>
            <a:off x="9872069" y="5267971"/>
            <a:ext cx="1636911" cy="0"/>
          </a:xfrm>
          <a:prstGeom prst="line">
            <a:avLst/>
          </a:prstGeom>
          <a:ln w="25400">
            <a:prstDash val="dash"/>
          </a:ln>
        </p:spPr>
        <p:style>
          <a:lnRef idx="1">
            <a:schemeClr val="accent1"/>
          </a:lnRef>
          <a:fillRef idx="0">
            <a:schemeClr val="accent1"/>
          </a:fillRef>
          <a:effectRef idx="0">
            <a:schemeClr val="accent1"/>
          </a:effectRef>
          <a:fontRef idx="minor">
            <a:schemeClr val="tx1"/>
          </a:fontRef>
        </p:style>
      </p:cxnSp>
      <p:sp>
        <p:nvSpPr>
          <p:cNvPr id="24" name="文本框 23">
            <a:extLst>
              <a:ext uri="{FF2B5EF4-FFF2-40B4-BE49-F238E27FC236}">
                <a16:creationId xmlns:a16="http://schemas.microsoft.com/office/drawing/2014/main" id="{CD75386B-BB7B-382D-0585-BFD8D1421F0A}"/>
              </a:ext>
            </a:extLst>
          </p:cNvPr>
          <p:cNvSpPr txBox="1"/>
          <p:nvPr/>
        </p:nvSpPr>
        <p:spPr>
          <a:xfrm>
            <a:off x="355275" y="5598139"/>
            <a:ext cx="2979382" cy="319152"/>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zh-CN" altLang="en-US" sz="1200" b="0" dirty="0">
                <a:solidFill>
                  <a:schemeClr val="tx1"/>
                </a:solidFill>
                <a:latin typeface="微软雅黑" panose="020B0503020204020204" pitchFamily="34" charset="-122"/>
                <a:ea typeface="微软雅黑" panose="020B0503020204020204" pitchFamily="34" charset="-122"/>
              </a:rPr>
              <a:t>由多关系站位图编码获得结构化状态表示</a:t>
            </a:r>
          </a:p>
        </p:txBody>
      </p:sp>
      <mc:AlternateContent xmlns:mc="http://schemas.openxmlformats.org/markup-compatibility/2006" xmlns:a14="http://schemas.microsoft.com/office/drawing/2010/main">
        <mc:Choice Requires="a14">
          <p:sp>
            <p:nvSpPr>
              <p:cNvPr id="27" name="矩形: 圆角 26">
                <a:extLst>
                  <a:ext uri="{FF2B5EF4-FFF2-40B4-BE49-F238E27FC236}">
                    <a16:creationId xmlns:a16="http://schemas.microsoft.com/office/drawing/2014/main" id="{FE739001-1A82-A53E-0FC0-B7E3BFD5BEAA}"/>
                  </a:ext>
                </a:extLst>
              </p:cNvPr>
              <p:cNvSpPr/>
              <p:nvPr/>
            </p:nvSpPr>
            <p:spPr>
              <a:xfrm>
                <a:off x="723266" y="2194721"/>
                <a:ext cx="2099950" cy="525495"/>
              </a:xfrm>
              <a:prstGeom prst="roundRect">
                <a:avLst>
                  <a:gd name="adj" fmla="val 3510"/>
                </a:avLst>
              </a:prstGeom>
              <a:solidFill>
                <a:srgbClr val="3192F2">
                  <a:alpha val="10000"/>
                </a:srgbClr>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zh-CN" altLang="en-US" sz="1400" i="1" dirty="0" smtClean="0">
                          <a:solidFill>
                            <a:schemeClr val="tx1"/>
                          </a:solidFill>
                          <a:latin typeface="Cambria Math" panose="02040503050406030204" pitchFamily="18" charset="0"/>
                          <a:ea typeface="微软雅黑" panose="020B0503020204020204" pitchFamily="34" charset="-122"/>
                        </a:rPr>
                        <m:t>图编码结果：</m:t>
                      </m:r>
                      <m:sSub>
                        <m:sSubPr>
                          <m:ctrlPr>
                            <a:rPr lang="en-US" altLang="zh-CN" sz="1400" i="1" dirty="0">
                              <a:solidFill>
                                <a:schemeClr val="tx1"/>
                              </a:solidFill>
                              <a:latin typeface="Cambria Math" panose="02040503050406030204" pitchFamily="18" charset="0"/>
                              <a:ea typeface="微软雅黑" panose="020B0503020204020204" pitchFamily="34" charset="-122"/>
                            </a:rPr>
                          </m:ctrlPr>
                        </m:sSubPr>
                        <m:e>
                          <m:r>
                            <a:rPr lang="en-US" altLang="zh-CN" sz="1400" i="1" dirty="0" smtClean="0">
                              <a:solidFill>
                                <a:schemeClr val="tx1"/>
                              </a:solidFill>
                              <a:latin typeface="Cambria Math" panose="02040503050406030204" pitchFamily="18" charset="0"/>
                              <a:ea typeface="微软雅黑" panose="020B0503020204020204" pitchFamily="34" charset="-122"/>
                            </a:rPr>
                            <m:t>𝒉</m:t>
                          </m:r>
                        </m:e>
                        <m:sub>
                          <m:r>
                            <a:rPr lang="en-US" altLang="zh-CN" sz="1400" i="1" dirty="0" smtClean="0">
                              <a:solidFill>
                                <a:schemeClr val="tx1"/>
                              </a:solidFill>
                              <a:latin typeface="Cambria Math" panose="02040503050406030204" pitchFamily="18" charset="0"/>
                              <a:ea typeface="微软雅黑" panose="020B0503020204020204" pitchFamily="34" charset="-122"/>
                            </a:rPr>
                            <m:t>𝒊</m:t>
                          </m:r>
                        </m:sub>
                      </m:sSub>
                      <m:r>
                        <a:rPr lang="en-US" altLang="zh-CN" sz="1400" i="1" dirty="0" smtClean="0">
                          <a:solidFill>
                            <a:schemeClr val="tx1"/>
                          </a:solidFill>
                          <a:latin typeface="Cambria Math" panose="02040503050406030204" pitchFamily="18" charset="0"/>
                          <a:ea typeface="微软雅黑" panose="020B0503020204020204" pitchFamily="34" charset="-122"/>
                        </a:rPr>
                        <m:t>,</m:t>
                      </m:r>
                      <m:sSub>
                        <m:sSubPr>
                          <m:ctrlPr>
                            <a:rPr lang="en-US" altLang="zh-CN" sz="1400" i="1" dirty="0">
                              <a:solidFill>
                                <a:schemeClr val="tx1"/>
                              </a:solidFill>
                              <a:latin typeface="Cambria Math" panose="02040503050406030204" pitchFamily="18" charset="0"/>
                              <a:ea typeface="微软雅黑" panose="020B0503020204020204" pitchFamily="34" charset="-122"/>
                            </a:rPr>
                          </m:ctrlPr>
                        </m:sSubPr>
                        <m:e>
                          <m:r>
                            <a:rPr lang="en-US" altLang="zh-CN" sz="1400" i="1" dirty="0" smtClean="0">
                              <a:solidFill>
                                <a:schemeClr val="tx1"/>
                              </a:solidFill>
                              <a:latin typeface="Cambria Math" panose="02040503050406030204" pitchFamily="18" charset="0"/>
                              <a:ea typeface="微软雅黑" panose="020B0503020204020204" pitchFamily="34" charset="-122"/>
                            </a:rPr>
                            <m:t>𝒉</m:t>
                          </m:r>
                        </m:e>
                        <m:sub>
                          <m:r>
                            <a:rPr lang="en-US" altLang="zh-CN" sz="1400" i="1" dirty="0" smtClean="0">
                              <a:solidFill>
                                <a:schemeClr val="tx1"/>
                              </a:solidFill>
                              <a:latin typeface="Cambria Math" panose="02040503050406030204" pitchFamily="18" charset="0"/>
                              <a:ea typeface="微软雅黑" panose="020B0503020204020204" pitchFamily="34" charset="-122"/>
                            </a:rPr>
                            <m:t>𝑮</m:t>
                          </m:r>
                        </m:sub>
                      </m:sSub>
                    </m:oMath>
                  </m:oMathPara>
                </a14:m>
                <a:endParaRPr lang="zh-CN" altLang="en-US" sz="1400" b="1" i="1" dirty="0">
                  <a:solidFill>
                    <a:schemeClr val="tx1"/>
                  </a:solidFill>
                  <a:latin typeface="微软雅黑" panose="020B0503020204020204" pitchFamily="34" charset="-122"/>
                  <a:ea typeface="微软雅黑" panose="020B0503020204020204" pitchFamily="34" charset="-122"/>
                </a:endParaRPr>
              </a:p>
            </p:txBody>
          </p:sp>
        </mc:Choice>
        <mc:Fallback xmlns="">
          <p:sp>
            <p:nvSpPr>
              <p:cNvPr id="27" name="矩形: 圆角 26">
                <a:extLst>
                  <a:ext uri="{FF2B5EF4-FFF2-40B4-BE49-F238E27FC236}">
                    <a16:creationId xmlns:a16="http://schemas.microsoft.com/office/drawing/2014/main" id="{FE739001-1A82-A53E-0FC0-B7E3BFD5BEAA}"/>
                  </a:ext>
                </a:extLst>
              </p:cNvPr>
              <p:cNvSpPr>
                <a:spLocks noRot="1" noChangeAspect="1" noMove="1" noResize="1" noEditPoints="1" noAdjustHandles="1" noChangeArrowheads="1" noChangeShapeType="1" noTextEdit="1"/>
              </p:cNvSpPr>
              <p:nvPr/>
            </p:nvSpPr>
            <p:spPr>
              <a:xfrm>
                <a:off x="723266" y="2194721"/>
                <a:ext cx="2099950" cy="525495"/>
              </a:xfrm>
              <a:prstGeom prst="roundRect">
                <a:avLst>
                  <a:gd name="adj" fmla="val 3510"/>
                </a:avLst>
              </a:prstGeom>
              <a:blipFill>
                <a:blip r:embed="rId4"/>
                <a:stretch>
                  <a:fillRect/>
                </a:stretch>
              </a:blipFill>
              <a:ln>
                <a:solidFill>
                  <a:srgbClr val="003F88"/>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矩形: 圆角 29">
                <a:extLst>
                  <a:ext uri="{FF2B5EF4-FFF2-40B4-BE49-F238E27FC236}">
                    <a16:creationId xmlns:a16="http://schemas.microsoft.com/office/drawing/2014/main" id="{D88EC32E-01FF-06CB-CC1E-6BEEC41B33A0}"/>
                  </a:ext>
                </a:extLst>
              </p:cNvPr>
              <p:cNvSpPr/>
              <p:nvPr/>
            </p:nvSpPr>
            <p:spPr>
              <a:xfrm>
                <a:off x="723265" y="3960725"/>
                <a:ext cx="2099951" cy="525495"/>
              </a:xfrm>
              <a:prstGeom prst="roundRect">
                <a:avLst>
                  <a:gd name="adj" fmla="val 3510"/>
                </a:avLst>
              </a:prstGeom>
              <a:solidFill>
                <a:srgbClr val="3192F2">
                  <a:alpha val="10000"/>
                </a:srgbClr>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zh-CN" altLang="en-US" sz="1400" i="1" dirty="0" smtClean="0">
                          <a:solidFill>
                            <a:schemeClr val="tx1"/>
                          </a:solidFill>
                          <a:latin typeface="Cambria Math" panose="02040503050406030204" pitchFamily="18" charset="0"/>
                          <a:ea typeface="微软雅黑" panose="020B0503020204020204" pitchFamily="34" charset="-122"/>
                        </a:rPr>
                        <m:t>站位可访问边界：</m:t>
                      </m:r>
                      <m:sSubSup>
                        <m:sSubSupPr>
                          <m:ctrlPr>
                            <a:rPr lang="en-US" altLang="zh-CN" sz="1400" i="1" dirty="0">
                              <a:solidFill>
                                <a:schemeClr val="tx1"/>
                              </a:solidFill>
                              <a:latin typeface="Cambria Math" panose="02040503050406030204" pitchFamily="18" charset="0"/>
                              <a:ea typeface="微软雅黑" panose="020B0503020204020204" pitchFamily="34" charset="-122"/>
                            </a:rPr>
                          </m:ctrlPr>
                        </m:sSubSupPr>
                        <m:e>
                          <m:r>
                            <a:rPr lang="en-US" altLang="zh-CN" sz="1400" i="1" dirty="0" smtClean="0">
                              <a:solidFill>
                                <a:schemeClr val="tx1"/>
                              </a:solidFill>
                              <a:latin typeface="Cambria Math" panose="02040503050406030204" pitchFamily="18" charset="0"/>
                              <a:ea typeface="微软雅黑" panose="020B0503020204020204" pitchFamily="34" charset="-122"/>
                            </a:rPr>
                            <m:t>𝑹</m:t>
                          </m:r>
                        </m:e>
                        <m:sub>
                          <m:r>
                            <a:rPr lang="en-US" altLang="zh-CN" sz="1400" i="1" dirty="0" smtClean="0">
                              <a:solidFill>
                                <a:schemeClr val="tx1"/>
                              </a:solidFill>
                              <a:latin typeface="Cambria Math" panose="02040503050406030204" pitchFamily="18" charset="0"/>
                              <a:ea typeface="微软雅黑" panose="020B0503020204020204" pitchFamily="34" charset="-122"/>
                            </a:rPr>
                            <m:t>𝒔</m:t>
                          </m:r>
                          <m:r>
                            <a:rPr lang="en-US" altLang="zh-CN" sz="1400" i="1" dirty="0" smtClean="0">
                              <a:solidFill>
                                <a:schemeClr val="tx1"/>
                              </a:solidFill>
                              <a:latin typeface="Cambria Math" panose="02040503050406030204" pitchFamily="18" charset="0"/>
                              <a:ea typeface="微软雅黑" panose="020B0503020204020204" pitchFamily="34" charset="-122"/>
                            </a:rPr>
                            <m:t>,</m:t>
                          </m:r>
                          <m:r>
                            <a:rPr lang="en-US" altLang="zh-CN" sz="1400" i="1" dirty="0" smtClean="0">
                              <a:solidFill>
                                <a:schemeClr val="tx1"/>
                              </a:solidFill>
                              <a:latin typeface="Cambria Math" panose="02040503050406030204" pitchFamily="18" charset="0"/>
                              <a:ea typeface="微软雅黑" panose="020B0503020204020204" pitchFamily="34" charset="-122"/>
                            </a:rPr>
                            <m:t>𝒕</m:t>
                          </m:r>
                        </m:sub>
                        <m:sup>
                          <m:r>
                            <a:rPr lang="en-US" altLang="zh-CN" sz="1400" i="1" dirty="0" smtClean="0">
                              <a:solidFill>
                                <a:schemeClr val="tx1"/>
                              </a:solidFill>
                              <a:latin typeface="Cambria Math" panose="02040503050406030204" pitchFamily="18" charset="0"/>
                              <a:ea typeface="微软雅黑" panose="020B0503020204020204" pitchFamily="34" charset="-122"/>
                            </a:rPr>
                            <m:t>𝒂𝒗𝒂𝒊𝒍</m:t>
                          </m:r>
                        </m:sup>
                      </m:sSubSup>
                    </m:oMath>
                  </m:oMathPara>
                </a14:m>
                <a:endParaRPr lang="zh-CN" altLang="en-US" sz="1400" b="1" i="1" dirty="0">
                  <a:solidFill>
                    <a:schemeClr val="tx1"/>
                  </a:solidFill>
                  <a:latin typeface="微软雅黑" panose="020B0503020204020204" pitchFamily="34" charset="-122"/>
                  <a:ea typeface="微软雅黑" panose="020B0503020204020204" pitchFamily="34" charset="-122"/>
                </a:endParaRPr>
              </a:p>
            </p:txBody>
          </p:sp>
        </mc:Choice>
        <mc:Fallback xmlns="">
          <p:sp>
            <p:nvSpPr>
              <p:cNvPr id="30" name="矩形: 圆角 29">
                <a:extLst>
                  <a:ext uri="{FF2B5EF4-FFF2-40B4-BE49-F238E27FC236}">
                    <a16:creationId xmlns:a16="http://schemas.microsoft.com/office/drawing/2014/main" id="{D88EC32E-01FF-06CB-CC1E-6BEEC41B33A0}"/>
                  </a:ext>
                </a:extLst>
              </p:cNvPr>
              <p:cNvSpPr>
                <a:spLocks noRot="1" noChangeAspect="1" noMove="1" noResize="1" noEditPoints="1" noAdjustHandles="1" noChangeArrowheads="1" noChangeShapeType="1" noTextEdit="1"/>
              </p:cNvSpPr>
              <p:nvPr/>
            </p:nvSpPr>
            <p:spPr>
              <a:xfrm>
                <a:off x="723265" y="3960725"/>
                <a:ext cx="2099951" cy="525495"/>
              </a:xfrm>
              <a:prstGeom prst="roundRect">
                <a:avLst>
                  <a:gd name="adj" fmla="val 3510"/>
                </a:avLst>
              </a:prstGeom>
              <a:blipFill>
                <a:blip r:embed="rId5"/>
                <a:stretch>
                  <a:fillRect l="-578"/>
                </a:stretch>
              </a:blipFill>
              <a:ln>
                <a:solidFill>
                  <a:srgbClr val="003F88"/>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 name="矩形: 圆角 32">
                <a:extLst>
                  <a:ext uri="{FF2B5EF4-FFF2-40B4-BE49-F238E27FC236}">
                    <a16:creationId xmlns:a16="http://schemas.microsoft.com/office/drawing/2014/main" id="{AA5E2F23-AED6-D0F5-017A-8608FD61359C}"/>
                  </a:ext>
                </a:extLst>
              </p:cNvPr>
              <p:cNvSpPr/>
              <p:nvPr/>
            </p:nvSpPr>
            <p:spPr>
              <a:xfrm>
                <a:off x="723264" y="4843727"/>
                <a:ext cx="2099951" cy="525495"/>
              </a:xfrm>
              <a:prstGeom prst="roundRect">
                <a:avLst>
                  <a:gd name="adj" fmla="val 3510"/>
                </a:avLst>
              </a:prstGeom>
              <a:solidFill>
                <a:srgbClr val="3192F2">
                  <a:alpha val="10000"/>
                </a:srgbClr>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zh-CN" altLang="en-US" sz="1400" i="1" dirty="0" smtClean="0">
                          <a:solidFill>
                            <a:schemeClr val="tx1"/>
                          </a:solidFill>
                          <a:latin typeface="Cambria Math" panose="02040503050406030204" pitchFamily="18" charset="0"/>
                          <a:ea typeface="微软雅黑" panose="020B0503020204020204" pitchFamily="34" charset="-122"/>
                        </a:rPr>
                        <m:t>扰动与阻塞状态</m:t>
                      </m:r>
                    </m:oMath>
                  </m:oMathPara>
                </a14:m>
                <a:endParaRPr lang="zh-CN" altLang="en-US" sz="1400" b="1" i="1" dirty="0">
                  <a:solidFill>
                    <a:schemeClr val="tx1"/>
                  </a:solidFill>
                  <a:latin typeface="微软雅黑" panose="020B0503020204020204" pitchFamily="34" charset="-122"/>
                  <a:ea typeface="微软雅黑" panose="020B0503020204020204" pitchFamily="34" charset="-122"/>
                </a:endParaRPr>
              </a:p>
            </p:txBody>
          </p:sp>
        </mc:Choice>
        <mc:Fallback xmlns="">
          <p:sp>
            <p:nvSpPr>
              <p:cNvPr id="33" name="矩形: 圆角 32">
                <a:extLst>
                  <a:ext uri="{FF2B5EF4-FFF2-40B4-BE49-F238E27FC236}">
                    <a16:creationId xmlns:a16="http://schemas.microsoft.com/office/drawing/2014/main" id="{AA5E2F23-AED6-D0F5-017A-8608FD61359C}"/>
                  </a:ext>
                </a:extLst>
              </p:cNvPr>
              <p:cNvSpPr>
                <a:spLocks noRot="1" noChangeAspect="1" noMove="1" noResize="1" noEditPoints="1" noAdjustHandles="1" noChangeArrowheads="1" noChangeShapeType="1" noTextEdit="1"/>
              </p:cNvSpPr>
              <p:nvPr/>
            </p:nvSpPr>
            <p:spPr>
              <a:xfrm>
                <a:off x="723264" y="4843727"/>
                <a:ext cx="2099951" cy="525495"/>
              </a:xfrm>
              <a:prstGeom prst="roundRect">
                <a:avLst>
                  <a:gd name="adj" fmla="val 3510"/>
                </a:avLst>
              </a:prstGeom>
              <a:blipFill>
                <a:blip r:embed="rId6"/>
                <a:stretch>
                  <a:fillRect/>
                </a:stretch>
              </a:blipFill>
              <a:ln>
                <a:solidFill>
                  <a:srgbClr val="003F88"/>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6" name="矩形: 圆角 35">
                <a:extLst>
                  <a:ext uri="{FF2B5EF4-FFF2-40B4-BE49-F238E27FC236}">
                    <a16:creationId xmlns:a16="http://schemas.microsoft.com/office/drawing/2014/main" id="{37BE57AA-C116-1E12-989A-8DA54F3B7325}"/>
                  </a:ext>
                </a:extLst>
              </p:cNvPr>
              <p:cNvSpPr/>
              <p:nvPr/>
            </p:nvSpPr>
            <p:spPr>
              <a:xfrm>
                <a:off x="723265" y="3077723"/>
                <a:ext cx="2099951" cy="525495"/>
              </a:xfrm>
              <a:prstGeom prst="roundRect">
                <a:avLst>
                  <a:gd name="adj" fmla="val 3510"/>
                </a:avLst>
              </a:prstGeom>
              <a:solidFill>
                <a:srgbClr val="3192F2">
                  <a:alpha val="10000"/>
                </a:srgbClr>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zh-CN" altLang="en-US" sz="1400" i="1" dirty="0" smtClean="0">
                          <a:solidFill>
                            <a:schemeClr val="tx1"/>
                          </a:solidFill>
                          <a:latin typeface="Cambria Math" panose="02040503050406030204" pitchFamily="18" charset="0"/>
                          <a:ea typeface="微软雅黑" panose="020B0503020204020204" pitchFamily="34" charset="-122"/>
                        </a:rPr>
                        <m:t>动态资源池：</m:t>
                      </m:r>
                      <m:sSub>
                        <m:sSubPr>
                          <m:ctrlPr>
                            <a:rPr lang="en-US" altLang="zh-CN" sz="1400" i="1" dirty="0">
                              <a:solidFill>
                                <a:schemeClr val="tx1"/>
                              </a:solidFill>
                              <a:latin typeface="Cambria Math" panose="02040503050406030204" pitchFamily="18" charset="0"/>
                              <a:ea typeface="微软雅黑" panose="020B0503020204020204" pitchFamily="34" charset="-122"/>
                            </a:rPr>
                          </m:ctrlPr>
                        </m:sSubPr>
                        <m:e>
                          <m:r>
                            <a:rPr lang="en-US" altLang="zh-CN" sz="1400" i="1" dirty="0" smtClean="0">
                              <a:solidFill>
                                <a:schemeClr val="tx1"/>
                              </a:solidFill>
                              <a:latin typeface="Cambria Math" panose="02040503050406030204" pitchFamily="18" charset="0"/>
                              <a:ea typeface="微软雅黑" panose="020B0503020204020204" pitchFamily="34" charset="-122"/>
                            </a:rPr>
                            <m:t>𝑹</m:t>
                          </m:r>
                        </m:e>
                        <m:sub>
                          <m:r>
                            <a:rPr lang="en-US" altLang="zh-CN" sz="1400" i="1" dirty="0" smtClean="0">
                              <a:solidFill>
                                <a:schemeClr val="tx1"/>
                              </a:solidFill>
                              <a:latin typeface="Cambria Math" panose="02040503050406030204" pitchFamily="18" charset="0"/>
                              <a:ea typeface="微软雅黑" panose="020B0503020204020204" pitchFamily="34" charset="-122"/>
                            </a:rPr>
                            <m:t>𝒕</m:t>
                          </m:r>
                        </m:sub>
                      </m:sSub>
                    </m:oMath>
                  </m:oMathPara>
                </a14:m>
                <a:endParaRPr lang="zh-CN" altLang="en-US" sz="1400" b="1" i="1" dirty="0">
                  <a:solidFill>
                    <a:schemeClr val="tx1"/>
                  </a:solidFill>
                  <a:latin typeface="微软雅黑" panose="020B0503020204020204" pitchFamily="34" charset="-122"/>
                  <a:ea typeface="微软雅黑" panose="020B0503020204020204" pitchFamily="34" charset="-122"/>
                </a:endParaRPr>
              </a:p>
            </p:txBody>
          </p:sp>
        </mc:Choice>
        <mc:Fallback xmlns="">
          <p:sp>
            <p:nvSpPr>
              <p:cNvPr id="36" name="矩形: 圆角 35">
                <a:extLst>
                  <a:ext uri="{FF2B5EF4-FFF2-40B4-BE49-F238E27FC236}">
                    <a16:creationId xmlns:a16="http://schemas.microsoft.com/office/drawing/2014/main" id="{37BE57AA-C116-1E12-989A-8DA54F3B7325}"/>
                  </a:ext>
                </a:extLst>
              </p:cNvPr>
              <p:cNvSpPr>
                <a:spLocks noRot="1" noChangeAspect="1" noMove="1" noResize="1" noEditPoints="1" noAdjustHandles="1" noChangeArrowheads="1" noChangeShapeType="1" noTextEdit="1"/>
              </p:cNvSpPr>
              <p:nvPr/>
            </p:nvSpPr>
            <p:spPr>
              <a:xfrm>
                <a:off x="723265" y="3077723"/>
                <a:ext cx="2099951" cy="525495"/>
              </a:xfrm>
              <a:prstGeom prst="roundRect">
                <a:avLst>
                  <a:gd name="adj" fmla="val 3510"/>
                </a:avLst>
              </a:prstGeom>
              <a:blipFill>
                <a:blip r:embed="rId7"/>
                <a:stretch>
                  <a:fillRect/>
                </a:stretch>
              </a:blipFill>
              <a:ln>
                <a:solidFill>
                  <a:srgbClr val="003F88"/>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7" name="文本框 36">
                <a:extLst>
                  <a:ext uri="{FF2B5EF4-FFF2-40B4-BE49-F238E27FC236}">
                    <a16:creationId xmlns:a16="http://schemas.microsoft.com/office/drawing/2014/main" id="{835BC6DA-7A85-3816-A860-B362F9D8E548}"/>
                  </a:ext>
                </a:extLst>
              </p:cNvPr>
              <p:cNvSpPr txBox="1"/>
              <p:nvPr/>
            </p:nvSpPr>
            <p:spPr>
              <a:xfrm>
                <a:off x="3989277" y="1999158"/>
                <a:ext cx="3799902" cy="518116"/>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zh-CN" altLang="en-US" sz="1400" dirty="0">
                    <a:solidFill>
                      <a:schemeClr val="tx1"/>
                    </a:solidFill>
                    <a:ea typeface="微软雅黑" panose="020B0503020204020204" pitchFamily="34" charset="-122"/>
                  </a:rPr>
                  <a:t>资源编组层：</a:t>
                </a:r>
                <a14:m>
                  <m:oMath xmlns:m="http://schemas.openxmlformats.org/officeDocument/2006/math">
                    <m:sSubSup>
                      <m:sSubSupPr>
                        <m:ctrlPr>
                          <a:rPr lang="en-US" altLang="zh-CN" sz="1400" i="1" dirty="0">
                            <a:solidFill>
                              <a:schemeClr val="tx1"/>
                            </a:solidFill>
                            <a:latin typeface="Cambria Math" panose="02040503050406030204" pitchFamily="18" charset="0"/>
                            <a:ea typeface="微软雅黑" panose="020B0503020204020204" pitchFamily="34" charset="-122"/>
                          </a:rPr>
                        </m:ctrlPr>
                      </m:sSubSupPr>
                      <m:e>
                        <m:r>
                          <a:rPr lang="en-US" altLang="zh-CN" sz="1400" i="1" dirty="0" smtClean="0">
                            <a:solidFill>
                              <a:schemeClr val="tx1"/>
                            </a:solidFill>
                            <a:latin typeface="Cambria Math" panose="02040503050406030204" pitchFamily="18" charset="0"/>
                            <a:ea typeface="微软雅黑" panose="020B0503020204020204" pitchFamily="34" charset="-122"/>
                          </a:rPr>
                          <m:t>𝒂</m:t>
                        </m:r>
                      </m:e>
                      <m:sub>
                        <m:r>
                          <a:rPr lang="en-US" altLang="zh-CN" sz="1400" i="1" dirty="0" smtClean="0">
                            <a:solidFill>
                              <a:schemeClr val="tx1"/>
                            </a:solidFill>
                            <a:latin typeface="Cambria Math" panose="02040503050406030204" pitchFamily="18" charset="0"/>
                            <a:ea typeface="微软雅黑" panose="020B0503020204020204" pitchFamily="34" charset="-122"/>
                          </a:rPr>
                          <m:t>𝒕</m:t>
                        </m:r>
                      </m:sub>
                      <m:sup>
                        <m:r>
                          <a:rPr lang="en-US" altLang="zh-CN" sz="1400" i="1" dirty="0" smtClean="0">
                            <a:solidFill>
                              <a:schemeClr val="tx1"/>
                            </a:solidFill>
                            <a:latin typeface="Cambria Math" panose="02040503050406030204" pitchFamily="18" charset="0"/>
                            <a:ea typeface="微软雅黑" panose="020B0503020204020204" pitchFamily="34" charset="-122"/>
                          </a:rPr>
                          <m:t>𝒈</m:t>
                        </m:r>
                      </m:sup>
                    </m:sSubSup>
                    <m:r>
                      <a:rPr lang="en-US" altLang="zh-CN" sz="1400" i="1" dirty="0" smtClean="0">
                        <a:solidFill>
                          <a:schemeClr val="tx1"/>
                        </a:solidFill>
                        <a:latin typeface="Cambria Math" panose="02040503050406030204" pitchFamily="18" charset="0"/>
                        <a:ea typeface="微软雅黑" panose="020B0503020204020204" pitchFamily="34" charset="-122"/>
                      </a:rPr>
                      <m:t>∼</m:t>
                    </m:r>
                    <m:sSup>
                      <m:sSupPr>
                        <m:ctrlPr>
                          <a:rPr lang="en-US" altLang="zh-CN" sz="1400" i="1" dirty="0">
                            <a:solidFill>
                              <a:schemeClr val="tx1"/>
                            </a:solidFill>
                            <a:latin typeface="Cambria Math" panose="02040503050406030204" pitchFamily="18" charset="0"/>
                            <a:ea typeface="微软雅黑" panose="020B0503020204020204" pitchFamily="34" charset="-122"/>
                          </a:rPr>
                        </m:ctrlPr>
                      </m:sSupPr>
                      <m:e>
                        <m:r>
                          <a:rPr lang="en-US" altLang="zh-CN" sz="1400" i="1" dirty="0" smtClean="0">
                            <a:solidFill>
                              <a:schemeClr val="tx1"/>
                            </a:solidFill>
                            <a:latin typeface="Cambria Math" panose="02040503050406030204" pitchFamily="18" charset="0"/>
                            <a:ea typeface="微软雅黑" panose="020B0503020204020204" pitchFamily="34" charset="-122"/>
                          </a:rPr>
                          <m:t>𝜋</m:t>
                        </m:r>
                      </m:e>
                      <m:sup>
                        <m:r>
                          <a:rPr lang="en-US" altLang="zh-CN" sz="1400" i="1" dirty="0" smtClean="0">
                            <a:solidFill>
                              <a:schemeClr val="tx1"/>
                            </a:solidFill>
                            <a:latin typeface="Cambria Math" panose="02040503050406030204" pitchFamily="18" charset="0"/>
                            <a:ea typeface="微软雅黑" panose="020B0503020204020204" pitchFamily="34" charset="-122"/>
                          </a:rPr>
                          <m:t>𝒈</m:t>
                        </m:r>
                      </m:sup>
                    </m:sSup>
                    <m:d>
                      <m:dPr>
                        <m:sepChr m:val="∣"/>
                        <m:ctrlPr>
                          <a:rPr lang="en-US" altLang="zh-CN" sz="1400" i="1" dirty="0">
                            <a:solidFill>
                              <a:schemeClr val="tx1"/>
                            </a:solidFill>
                            <a:latin typeface="Cambria Math" panose="02040503050406030204" pitchFamily="18" charset="0"/>
                            <a:ea typeface="微软雅黑" panose="020B0503020204020204" pitchFamily="34" charset="-122"/>
                          </a:rPr>
                        </m:ctrlPr>
                      </m:dPr>
                      <m:e>
                        <m:r>
                          <a:rPr lang="en-US" altLang="zh-CN" sz="1400" i="1" dirty="0" smtClean="0">
                            <a:solidFill>
                              <a:schemeClr val="tx1"/>
                            </a:solidFill>
                            <a:latin typeface="Cambria Math" panose="02040503050406030204" pitchFamily="18" charset="0"/>
                            <a:ea typeface="微软雅黑" panose="020B0503020204020204" pitchFamily="34" charset="-122"/>
                          </a:rPr>
                          <m:t>⋅</m:t>
                        </m:r>
                      </m:e>
                      <m:e>
                        <m:acc>
                          <m:accPr>
                            <m:chr m:val="̅"/>
                            <m:ctrlPr>
                              <a:rPr lang="en-US" altLang="zh-CN" sz="1400" i="1" dirty="0">
                                <a:solidFill>
                                  <a:schemeClr val="tx1"/>
                                </a:solidFill>
                                <a:latin typeface="Cambria Math" panose="02040503050406030204" pitchFamily="18" charset="0"/>
                                <a:ea typeface="微软雅黑" panose="020B0503020204020204" pitchFamily="34" charset="-122"/>
                              </a:rPr>
                            </m:ctrlPr>
                          </m:accPr>
                          <m:e>
                            <m:sSubSup>
                              <m:sSubSupPr>
                                <m:ctrlPr>
                                  <a:rPr lang="en-US" altLang="zh-CN" sz="1400" i="1" dirty="0">
                                    <a:solidFill>
                                      <a:schemeClr val="tx1"/>
                                    </a:solidFill>
                                    <a:latin typeface="Cambria Math" panose="02040503050406030204" pitchFamily="18" charset="0"/>
                                    <a:ea typeface="微软雅黑" panose="020B0503020204020204" pitchFamily="34" charset="-122"/>
                                  </a:rPr>
                                </m:ctrlPr>
                              </m:sSubSupPr>
                              <m:e>
                                <m:r>
                                  <a:rPr lang="en-US" altLang="zh-CN" sz="1400" i="1" dirty="0" smtClean="0">
                                    <a:solidFill>
                                      <a:schemeClr val="tx1"/>
                                    </a:solidFill>
                                    <a:latin typeface="Cambria Math" panose="02040503050406030204" pitchFamily="18" charset="0"/>
                                    <a:ea typeface="微软雅黑" panose="020B0503020204020204" pitchFamily="34" charset="-122"/>
                                  </a:rPr>
                                  <m:t>𝒐</m:t>
                                </m:r>
                              </m:e>
                              <m:sub>
                                <m:r>
                                  <a:rPr lang="en-US" altLang="zh-CN" sz="1400" i="1" dirty="0" smtClean="0">
                                    <a:solidFill>
                                      <a:schemeClr val="tx1"/>
                                    </a:solidFill>
                                    <a:latin typeface="Cambria Math" panose="02040503050406030204" pitchFamily="18" charset="0"/>
                                    <a:ea typeface="微软雅黑" panose="020B0503020204020204" pitchFamily="34" charset="-122"/>
                                  </a:rPr>
                                  <m:t>𝒕</m:t>
                                </m:r>
                              </m:sub>
                              <m:sup>
                                <m:r>
                                  <a:rPr lang="en-US" altLang="zh-CN" sz="1400" i="1" dirty="0" smtClean="0">
                                    <a:solidFill>
                                      <a:schemeClr val="tx1"/>
                                    </a:solidFill>
                                    <a:latin typeface="Cambria Math" panose="02040503050406030204" pitchFamily="18" charset="0"/>
                                    <a:ea typeface="微软雅黑" panose="020B0503020204020204" pitchFamily="34" charset="-122"/>
                                  </a:rPr>
                                  <m:t>𝒈</m:t>
                                </m:r>
                              </m:sup>
                            </m:sSubSup>
                          </m:e>
                        </m:acc>
                      </m:e>
                    </m:d>
                  </m:oMath>
                </a14:m>
                <a:endParaRPr lang="zh-CN" altLang="en-US" sz="140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37" name="文本框 36">
                <a:extLst>
                  <a:ext uri="{FF2B5EF4-FFF2-40B4-BE49-F238E27FC236}">
                    <a16:creationId xmlns:a16="http://schemas.microsoft.com/office/drawing/2014/main" id="{835BC6DA-7A85-3816-A860-B362F9D8E548}"/>
                  </a:ext>
                </a:extLst>
              </p:cNvPr>
              <p:cNvSpPr txBox="1">
                <a:spLocks noRot="1" noChangeAspect="1" noMove="1" noResize="1" noEditPoints="1" noAdjustHandles="1" noChangeArrowheads="1" noChangeShapeType="1" noTextEdit="1"/>
              </p:cNvSpPr>
              <p:nvPr/>
            </p:nvSpPr>
            <p:spPr>
              <a:xfrm>
                <a:off x="3989277" y="1999158"/>
                <a:ext cx="3799902" cy="518116"/>
              </a:xfrm>
              <a:prstGeom prst="rect">
                <a:avLst/>
              </a:prstGeom>
              <a:blipFill>
                <a:blip r:embed="rId8"/>
                <a:stretch>
                  <a:fillRect l="-801" b="-2353"/>
                </a:stretch>
              </a:blipFill>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8" name="文本框 37">
                <a:extLst>
                  <a:ext uri="{FF2B5EF4-FFF2-40B4-BE49-F238E27FC236}">
                    <a16:creationId xmlns:a16="http://schemas.microsoft.com/office/drawing/2014/main" id="{FCC30993-D039-1286-3B19-B675FB6C99D2}"/>
                  </a:ext>
                </a:extLst>
              </p:cNvPr>
              <p:cNvSpPr txBox="1"/>
              <p:nvPr/>
            </p:nvSpPr>
            <p:spPr>
              <a:xfrm>
                <a:off x="3989280" y="2594240"/>
                <a:ext cx="4949598" cy="402187"/>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14:m>
                  <m:oMathPara xmlns:m="http://schemas.openxmlformats.org/officeDocument/2006/math">
                    <m:oMathParaPr>
                      <m:jc m:val="left"/>
                    </m:oMathParaPr>
                    <m:oMath xmlns:m="http://schemas.openxmlformats.org/officeDocument/2006/math">
                      <m:r>
                        <a:rPr lang="zh-CN" altLang="en-US" sz="1400" i="1" dirty="0" smtClean="0">
                          <a:solidFill>
                            <a:schemeClr val="tx1"/>
                          </a:solidFill>
                          <a:latin typeface="Cambria Math" panose="02040503050406030204" pitchFamily="18" charset="0"/>
                          <a:ea typeface="微软雅黑" panose="020B0503020204020204" pitchFamily="34" charset="-122"/>
                        </a:rPr>
                        <m:t>选择启用的流动工人</m:t>
                      </m:r>
                      <m:r>
                        <a:rPr lang="zh-CN" altLang="en-US" sz="1400" i="1" dirty="0" smtClean="0">
                          <a:solidFill>
                            <a:schemeClr val="tx1"/>
                          </a:solidFill>
                          <a:latin typeface="Cambria Math" panose="02040503050406030204" pitchFamily="18" charset="0"/>
                          <a:ea typeface="微软雅黑" panose="020B0503020204020204" pitchFamily="34" charset="-122"/>
                        </a:rPr>
                        <m:t> / </m:t>
                      </m:r>
                      <m:r>
                        <a:rPr lang="zh-CN" altLang="en-US" sz="1400" i="1" dirty="0" smtClean="0">
                          <a:solidFill>
                            <a:schemeClr val="tx1"/>
                          </a:solidFill>
                          <a:latin typeface="Cambria Math" panose="02040503050406030204" pitchFamily="18" charset="0"/>
                          <a:ea typeface="微软雅黑" panose="020B0503020204020204" pitchFamily="34" charset="-122"/>
                        </a:rPr>
                        <m:t>设备组合，更新系统层资源池</m:t>
                      </m:r>
                      <m:r>
                        <a:rPr lang="zh-CN" altLang="en-US" sz="1400" i="1" dirty="0" smtClean="0">
                          <a:solidFill>
                            <a:schemeClr val="tx1"/>
                          </a:solidFill>
                          <a:latin typeface="Cambria Math" panose="02040503050406030204" pitchFamily="18" charset="0"/>
                          <a:ea typeface="微软雅黑" panose="020B0503020204020204" pitchFamily="34" charset="-122"/>
                        </a:rPr>
                        <m:t> </m:t>
                      </m:r>
                      <m:sSub>
                        <m:sSubPr>
                          <m:ctrlPr>
                            <a:rPr lang="en-US" altLang="zh-CN" sz="1400" i="1" dirty="0" smtClean="0">
                              <a:solidFill>
                                <a:schemeClr val="tx1"/>
                              </a:solidFill>
                              <a:latin typeface="Cambria Math" panose="02040503050406030204" pitchFamily="18" charset="0"/>
                              <a:ea typeface="微软雅黑" panose="020B0503020204020204" pitchFamily="34" charset="-122"/>
                            </a:rPr>
                          </m:ctrlPr>
                        </m:sSubPr>
                        <m:e>
                          <m:r>
                            <a:rPr lang="en-US" altLang="zh-CN" sz="1400" i="1" dirty="0" smtClean="0">
                              <a:solidFill>
                                <a:schemeClr val="tx1"/>
                              </a:solidFill>
                              <a:latin typeface="Cambria Math" panose="02040503050406030204" pitchFamily="18" charset="0"/>
                              <a:ea typeface="微软雅黑" panose="020B0503020204020204" pitchFamily="34" charset="-122"/>
                            </a:rPr>
                            <m:t>𝑹</m:t>
                          </m:r>
                        </m:e>
                        <m:sub>
                          <m:r>
                            <a:rPr lang="en-US" altLang="zh-CN" sz="1400" i="1" dirty="0" smtClean="0">
                              <a:solidFill>
                                <a:schemeClr val="tx1"/>
                              </a:solidFill>
                              <a:latin typeface="Cambria Math" panose="02040503050406030204" pitchFamily="18" charset="0"/>
                              <a:ea typeface="微软雅黑" panose="020B0503020204020204" pitchFamily="34" charset="-122"/>
                            </a:rPr>
                            <m:t>𝒕</m:t>
                          </m:r>
                        </m:sub>
                      </m:sSub>
                    </m:oMath>
                  </m:oMathPara>
                </a14:m>
                <a:endParaRPr lang="zh-CN" altLang="en-US" sz="140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38" name="文本框 37">
                <a:extLst>
                  <a:ext uri="{FF2B5EF4-FFF2-40B4-BE49-F238E27FC236}">
                    <a16:creationId xmlns:a16="http://schemas.microsoft.com/office/drawing/2014/main" id="{FCC30993-D039-1286-3B19-B675FB6C99D2}"/>
                  </a:ext>
                </a:extLst>
              </p:cNvPr>
              <p:cNvSpPr txBox="1">
                <a:spLocks noRot="1" noChangeAspect="1" noMove="1" noResize="1" noEditPoints="1" noAdjustHandles="1" noChangeArrowheads="1" noChangeShapeType="1" noTextEdit="1"/>
              </p:cNvSpPr>
              <p:nvPr/>
            </p:nvSpPr>
            <p:spPr>
              <a:xfrm>
                <a:off x="3989280" y="2594240"/>
                <a:ext cx="4949598" cy="402187"/>
              </a:xfrm>
              <a:prstGeom prst="rect">
                <a:avLst/>
              </a:prstGeom>
              <a:blipFill>
                <a:blip r:embed="rId9"/>
                <a:stretch>
                  <a:fillRect l="-246"/>
                </a:stretch>
              </a:blipFill>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9" name="文本框 38">
                <a:extLst>
                  <a:ext uri="{FF2B5EF4-FFF2-40B4-BE49-F238E27FC236}">
                    <a16:creationId xmlns:a16="http://schemas.microsoft.com/office/drawing/2014/main" id="{25000F15-BE72-BD1B-7D9D-36B91B3228E5}"/>
                  </a:ext>
                </a:extLst>
              </p:cNvPr>
              <p:cNvSpPr txBox="1"/>
              <p:nvPr/>
            </p:nvSpPr>
            <p:spPr>
              <a:xfrm>
                <a:off x="3996467" y="3374025"/>
                <a:ext cx="2377770" cy="737086"/>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zh-CN" altLang="en-US" sz="1400" i="0" dirty="0">
                    <a:solidFill>
                      <a:schemeClr val="tx1"/>
                    </a:solidFill>
                    <a:latin typeface="+mj-lt"/>
                    <a:ea typeface="微软雅黑" panose="020B0503020204020204" pitchFamily="34" charset="-122"/>
                  </a:rPr>
                  <a:t>高层干预层：</a:t>
                </a:r>
                <a:endParaRPr lang="en-US" altLang="zh-CN" sz="1400" i="1" dirty="0">
                  <a:solidFill>
                    <a:schemeClr val="tx1"/>
                  </a:solidFill>
                  <a:latin typeface="Cambria Math" panose="02040503050406030204" pitchFamily="18" charset="0"/>
                  <a:ea typeface="微软雅黑" panose="020B0503020204020204" pitchFamily="34" charset="-122"/>
                </a:endParaRPr>
              </a:p>
              <a:p>
                <a:pPr>
                  <a:lnSpc>
                    <a:spcPct val="150000"/>
                  </a:lnSpc>
                </a:pPr>
                <a14:m>
                  <m:oMathPara xmlns:m="http://schemas.openxmlformats.org/officeDocument/2006/math">
                    <m:oMathParaPr>
                      <m:jc m:val="left"/>
                    </m:oMathParaPr>
                    <m:oMath xmlns:m="http://schemas.openxmlformats.org/officeDocument/2006/math">
                      <m:sSub>
                        <m:sSubPr>
                          <m:ctrlPr>
                            <a:rPr lang="en-US" altLang="zh-CN" sz="1400" i="1" dirty="0">
                              <a:solidFill>
                                <a:schemeClr val="tx1"/>
                              </a:solidFill>
                              <a:latin typeface="Cambria Math" panose="02040503050406030204" pitchFamily="18" charset="0"/>
                              <a:ea typeface="微软雅黑" panose="020B0503020204020204" pitchFamily="34" charset="-122"/>
                            </a:rPr>
                          </m:ctrlPr>
                        </m:sSubPr>
                        <m:e>
                          <m:r>
                            <a:rPr lang="en-US" altLang="zh-CN" sz="1400" i="1" dirty="0" smtClean="0">
                              <a:solidFill>
                                <a:schemeClr val="tx1"/>
                              </a:solidFill>
                              <a:latin typeface="Cambria Math" panose="02040503050406030204" pitchFamily="18" charset="0"/>
                              <a:ea typeface="微软雅黑" panose="020B0503020204020204" pitchFamily="34" charset="-122"/>
                            </a:rPr>
                            <m:t>𝒃</m:t>
                          </m:r>
                        </m:e>
                        <m:sub>
                          <m:r>
                            <a:rPr lang="en-US" altLang="zh-CN" sz="1400" i="1" dirty="0" smtClean="0">
                              <a:solidFill>
                                <a:schemeClr val="tx1"/>
                              </a:solidFill>
                              <a:latin typeface="Cambria Math" panose="02040503050406030204" pitchFamily="18" charset="0"/>
                              <a:ea typeface="微软雅黑" panose="020B0503020204020204" pitchFamily="34" charset="-122"/>
                            </a:rPr>
                            <m:t>𝒕</m:t>
                          </m:r>
                        </m:sub>
                      </m:sSub>
                      <m:r>
                        <a:rPr lang="en-US" altLang="zh-CN" sz="1400" i="1" dirty="0" smtClean="0">
                          <a:solidFill>
                            <a:schemeClr val="tx1"/>
                          </a:solidFill>
                          <a:latin typeface="Cambria Math" panose="02040503050406030204" pitchFamily="18" charset="0"/>
                          <a:ea typeface="微软雅黑" panose="020B0503020204020204" pitchFamily="34" charset="-122"/>
                        </a:rPr>
                        <m:t>∼</m:t>
                      </m:r>
                      <m:sSup>
                        <m:sSupPr>
                          <m:ctrlPr>
                            <a:rPr lang="en-US" altLang="zh-CN" sz="1400" i="1" dirty="0">
                              <a:solidFill>
                                <a:schemeClr val="tx1"/>
                              </a:solidFill>
                              <a:latin typeface="Cambria Math" panose="02040503050406030204" pitchFamily="18" charset="0"/>
                              <a:ea typeface="微软雅黑" panose="020B0503020204020204" pitchFamily="34" charset="-122"/>
                            </a:rPr>
                          </m:ctrlPr>
                        </m:sSupPr>
                        <m:e>
                          <m:r>
                            <a:rPr lang="en-US" altLang="zh-CN" sz="1400" i="1" dirty="0" smtClean="0">
                              <a:solidFill>
                                <a:schemeClr val="tx1"/>
                              </a:solidFill>
                              <a:latin typeface="Cambria Math" panose="02040503050406030204" pitchFamily="18" charset="0"/>
                              <a:ea typeface="微软雅黑" panose="020B0503020204020204" pitchFamily="34" charset="-122"/>
                            </a:rPr>
                            <m:t>𝜋</m:t>
                          </m:r>
                        </m:e>
                        <m:sup>
                          <m:r>
                            <a:rPr lang="en-US" altLang="zh-CN" sz="1400" i="1" dirty="0" smtClean="0">
                              <a:solidFill>
                                <a:schemeClr val="tx1"/>
                              </a:solidFill>
                              <a:latin typeface="Cambria Math" panose="02040503050406030204" pitchFamily="18" charset="0"/>
                              <a:ea typeface="微软雅黑" panose="020B0503020204020204" pitchFamily="34" charset="-122"/>
                            </a:rPr>
                            <m:t>𝒉</m:t>
                          </m:r>
                        </m:sup>
                      </m:sSup>
                      <m:d>
                        <m:dPr>
                          <m:sepChr m:val="∣"/>
                          <m:ctrlPr>
                            <a:rPr lang="en-US" altLang="zh-CN" sz="1400" i="1" dirty="0">
                              <a:solidFill>
                                <a:schemeClr val="tx1"/>
                              </a:solidFill>
                              <a:latin typeface="Cambria Math" panose="02040503050406030204" pitchFamily="18" charset="0"/>
                              <a:ea typeface="微软雅黑" panose="020B0503020204020204" pitchFamily="34" charset="-122"/>
                            </a:rPr>
                          </m:ctrlPr>
                        </m:dPr>
                        <m:e>
                          <m:r>
                            <a:rPr lang="en-US" altLang="zh-CN" sz="1400" i="1" dirty="0" smtClean="0">
                              <a:solidFill>
                                <a:schemeClr val="tx1"/>
                              </a:solidFill>
                              <a:latin typeface="Cambria Math" panose="02040503050406030204" pitchFamily="18" charset="0"/>
                              <a:ea typeface="微软雅黑" panose="020B0503020204020204" pitchFamily="34" charset="-122"/>
                            </a:rPr>
                            <m:t>⋅</m:t>
                          </m:r>
                        </m:e>
                        <m:e>
                          <m:sSub>
                            <m:sSubPr>
                              <m:ctrlPr>
                                <a:rPr lang="en-US" altLang="zh-CN" sz="1400" i="1" dirty="0">
                                  <a:solidFill>
                                    <a:schemeClr val="tx1"/>
                                  </a:solidFill>
                                  <a:latin typeface="Cambria Math" panose="02040503050406030204" pitchFamily="18" charset="0"/>
                                  <a:ea typeface="微软雅黑" panose="020B0503020204020204" pitchFamily="34" charset="-122"/>
                                </a:rPr>
                              </m:ctrlPr>
                            </m:sSubPr>
                            <m:e>
                              <m:r>
                                <a:rPr lang="en-US" altLang="zh-CN" sz="1400" i="1" dirty="0" smtClean="0">
                                  <a:solidFill>
                                    <a:schemeClr val="tx1"/>
                                  </a:solidFill>
                                  <a:latin typeface="Cambria Math" panose="02040503050406030204" pitchFamily="18" charset="0"/>
                                  <a:ea typeface="微软雅黑" panose="020B0503020204020204" pitchFamily="34" charset="-122"/>
                                </a:rPr>
                                <m:t>𝒉</m:t>
                              </m:r>
                            </m:e>
                            <m:sub>
                              <m:r>
                                <a:rPr lang="en-US" altLang="zh-CN" sz="1400" i="1" dirty="0" smtClean="0">
                                  <a:solidFill>
                                    <a:schemeClr val="tx1"/>
                                  </a:solidFill>
                                  <a:latin typeface="Cambria Math" panose="02040503050406030204" pitchFamily="18" charset="0"/>
                                  <a:ea typeface="微软雅黑" panose="020B0503020204020204" pitchFamily="34" charset="-122"/>
                                </a:rPr>
                                <m:t>𝑮</m:t>
                              </m:r>
                            </m:sub>
                          </m:sSub>
                          <m:r>
                            <a:rPr lang="en-US" altLang="zh-CN" sz="1400" i="1" dirty="0" smtClean="0">
                              <a:solidFill>
                                <a:schemeClr val="tx1"/>
                              </a:solidFill>
                              <a:latin typeface="Cambria Math" panose="02040503050406030204" pitchFamily="18" charset="0"/>
                              <a:ea typeface="微软雅黑" panose="020B0503020204020204" pitchFamily="34" charset="-122"/>
                            </a:rPr>
                            <m:t>,</m:t>
                          </m:r>
                          <m:r>
                            <m:rPr>
                              <m:lit/>
                            </m:rPr>
                            <a:rPr lang="en-US" altLang="zh-CN" sz="1400" i="1" dirty="0" smtClean="0">
                              <a:solidFill>
                                <a:schemeClr val="tx1"/>
                              </a:solidFill>
                              <a:latin typeface="Cambria Math" panose="02040503050406030204" pitchFamily="18" charset="0"/>
                              <a:ea typeface="微软雅黑" panose="020B0503020204020204" pitchFamily="34" charset="-122"/>
                            </a:rPr>
                            <m:t>{</m:t>
                          </m:r>
                          <m:sSub>
                            <m:sSubPr>
                              <m:ctrlPr>
                                <a:rPr lang="en-US" altLang="zh-CN" sz="1400" i="1" dirty="0">
                                  <a:solidFill>
                                    <a:schemeClr val="tx1"/>
                                  </a:solidFill>
                                  <a:latin typeface="Cambria Math" panose="02040503050406030204" pitchFamily="18" charset="0"/>
                                  <a:ea typeface="微软雅黑" panose="020B0503020204020204" pitchFamily="34" charset="-122"/>
                                </a:rPr>
                              </m:ctrlPr>
                            </m:sSubPr>
                            <m:e>
                              <m:r>
                                <a:rPr lang="en-US" altLang="zh-CN" sz="1400" i="1" dirty="0" smtClean="0">
                                  <a:solidFill>
                                    <a:schemeClr val="tx1"/>
                                  </a:solidFill>
                                  <a:latin typeface="Cambria Math" panose="02040503050406030204" pitchFamily="18" charset="0"/>
                                  <a:ea typeface="微软雅黑" panose="020B0503020204020204" pitchFamily="34" charset="-122"/>
                                </a:rPr>
                                <m:t>𝒉</m:t>
                              </m:r>
                            </m:e>
                            <m:sub>
                              <m:r>
                                <a:rPr lang="en-US" altLang="zh-CN" sz="1400" i="1" dirty="0" smtClean="0">
                                  <a:solidFill>
                                    <a:schemeClr val="tx1"/>
                                  </a:solidFill>
                                  <a:latin typeface="Cambria Math" panose="02040503050406030204" pitchFamily="18" charset="0"/>
                                  <a:ea typeface="微软雅黑" panose="020B0503020204020204" pitchFamily="34" charset="-122"/>
                                </a:rPr>
                                <m:t>𝒊</m:t>
                              </m:r>
                            </m:sub>
                          </m:sSub>
                          <m:r>
                            <m:rPr>
                              <m:lit/>
                            </m:rPr>
                            <a:rPr lang="en-US" altLang="zh-CN" sz="1400" i="1" dirty="0" smtClean="0">
                              <a:solidFill>
                                <a:schemeClr val="tx1"/>
                              </a:solidFill>
                              <a:latin typeface="Cambria Math" panose="02040503050406030204" pitchFamily="18" charset="0"/>
                              <a:ea typeface="微软雅黑" panose="020B0503020204020204" pitchFamily="34" charset="-122"/>
                            </a:rPr>
                            <m:t>}</m:t>
                          </m:r>
                          <m:r>
                            <a:rPr lang="en-US" altLang="zh-CN" sz="1400" i="1" dirty="0" smtClean="0">
                              <a:solidFill>
                                <a:schemeClr val="tx1"/>
                              </a:solidFill>
                              <a:latin typeface="Cambria Math" panose="02040503050406030204" pitchFamily="18" charset="0"/>
                              <a:ea typeface="微软雅黑" panose="020B0503020204020204" pitchFamily="34" charset="-122"/>
                            </a:rPr>
                            <m:t>,</m:t>
                          </m:r>
                          <m:sSub>
                            <m:sSubPr>
                              <m:ctrlPr>
                                <a:rPr lang="en-US" altLang="zh-CN" sz="1400" i="1" dirty="0">
                                  <a:solidFill>
                                    <a:schemeClr val="tx1"/>
                                  </a:solidFill>
                                  <a:latin typeface="Cambria Math" panose="02040503050406030204" pitchFamily="18" charset="0"/>
                                  <a:ea typeface="微软雅黑" panose="020B0503020204020204" pitchFamily="34" charset="-122"/>
                                </a:rPr>
                              </m:ctrlPr>
                            </m:sSubPr>
                            <m:e>
                              <m:r>
                                <a:rPr lang="en-US" altLang="zh-CN" sz="1400" i="1" dirty="0" smtClean="0">
                                  <a:solidFill>
                                    <a:schemeClr val="tx1"/>
                                  </a:solidFill>
                                  <a:latin typeface="Cambria Math" panose="02040503050406030204" pitchFamily="18" charset="0"/>
                                  <a:ea typeface="微软雅黑" panose="020B0503020204020204" pitchFamily="34" charset="-122"/>
                                </a:rPr>
                                <m:t>𝓡</m:t>
                              </m:r>
                            </m:e>
                            <m:sub>
                              <m:r>
                                <a:rPr lang="en-US" altLang="zh-CN" sz="1400" i="1" dirty="0" smtClean="0">
                                  <a:solidFill>
                                    <a:schemeClr val="tx1"/>
                                  </a:solidFill>
                                  <a:latin typeface="Cambria Math" panose="02040503050406030204" pitchFamily="18" charset="0"/>
                                  <a:ea typeface="微软雅黑" panose="020B0503020204020204" pitchFamily="34" charset="-122"/>
                                </a:rPr>
                                <m:t>𝓽</m:t>
                              </m:r>
                            </m:sub>
                          </m:sSub>
                        </m:e>
                      </m:d>
                    </m:oMath>
                  </m:oMathPara>
                </a14:m>
                <a:endParaRPr lang="zh-CN" altLang="en-US" sz="140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39" name="文本框 38">
                <a:extLst>
                  <a:ext uri="{FF2B5EF4-FFF2-40B4-BE49-F238E27FC236}">
                    <a16:creationId xmlns:a16="http://schemas.microsoft.com/office/drawing/2014/main" id="{25000F15-BE72-BD1B-7D9D-36B91B3228E5}"/>
                  </a:ext>
                </a:extLst>
              </p:cNvPr>
              <p:cNvSpPr txBox="1">
                <a:spLocks noRot="1" noChangeAspect="1" noMove="1" noResize="1" noEditPoints="1" noAdjustHandles="1" noChangeArrowheads="1" noChangeShapeType="1" noTextEdit="1"/>
              </p:cNvSpPr>
              <p:nvPr/>
            </p:nvSpPr>
            <p:spPr>
              <a:xfrm>
                <a:off x="3996467" y="3374025"/>
                <a:ext cx="2377770" cy="737086"/>
              </a:xfrm>
              <a:prstGeom prst="rect">
                <a:avLst/>
              </a:prstGeom>
              <a:blipFill>
                <a:blip r:embed="rId10"/>
                <a:stretch>
                  <a:fillRect l="-1538"/>
                </a:stretch>
              </a:blipFill>
              <a:effectLst/>
            </p:spPr>
            <p:txBody>
              <a:bodyPr/>
              <a:lstStyle/>
              <a:p>
                <a:r>
                  <a:rPr lang="zh-CN" altLang="en-US">
                    <a:noFill/>
                  </a:rPr>
                  <a:t> </a:t>
                </a:r>
              </a:p>
            </p:txBody>
          </p:sp>
        </mc:Fallback>
      </mc:AlternateContent>
      <p:sp>
        <p:nvSpPr>
          <p:cNvPr id="40" name="文本框 39">
            <a:extLst>
              <a:ext uri="{FF2B5EF4-FFF2-40B4-BE49-F238E27FC236}">
                <a16:creationId xmlns:a16="http://schemas.microsoft.com/office/drawing/2014/main" id="{8B376EF9-9207-3313-A8FE-4CD7E86BB8A1}"/>
              </a:ext>
            </a:extLst>
          </p:cNvPr>
          <p:cNvSpPr txBox="1"/>
          <p:nvPr/>
        </p:nvSpPr>
        <p:spPr>
          <a:xfrm>
            <a:off x="3996468" y="4308427"/>
            <a:ext cx="2057042" cy="683033"/>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zh-CN" altLang="en-US" sz="1400" b="0" dirty="0">
                <a:solidFill>
                  <a:schemeClr val="tx1"/>
                </a:solidFill>
                <a:latin typeface="微软雅黑" panose="020B0503020204020204" pitchFamily="34" charset="-122"/>
                <a:ea typeface="微软雅黑" panose="020B0503020204020204" pitchFamily="34" charset="-122"/>
              </a:rPr>
              <a:t>确定站位借入权限，调节动态资源池访问边界</a:t>
            </a:r>
          </a:p>
        </p:txBody>
      </p:sp>
      <mc:AlternateContent xmlns:mc="http://schemas.openxmlformats.org/markup-compatibility/2006" xmlns:a14="http://schemas.microsoft.com/office/drawing/2010/main">
        <mc:Choice Requires="a14">
          <p:sp>
            <p:nvSpPr>
              <p:cNvPr id="41" name="文本框 40">
                <a:extLst>
                  <a:ext uri="{FF2B5EF4-FFF2-40B4-BE49-F238E27FC236}">
                    <a16:creationId xmlns:a16="http://schemas.microsoft.com/office/drawing/2014/main" id="{4586D374-56B0-8615-DD7F-3E6EDD827649}"/>
                  </a:ext>
                </a:extLst>
              </p:cNvPr>
              <p:cNvSpPr txBox="1"/>
              <p:nvPr/>
            </p:nvSpPr>
            <p:spPr>
              <a:xfrm>
                <a:off x="6616297" y="3356680"/>
                <a:ext cx="2377769" cy="780880"/>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zh-CN" altLang="en-US" sz="1400" i="0" dirty="0">
                    <a:solidFill>
                      <a:schemeClr val="tx1"/>
                    </a:solidFill>
                    <a:latin typeface="+mj-lt"/>
                    <a:ea typeface="微软雅黑" panose="020B0503020204020204" pitchFamily="34" charset="-122"/>
                  </a:rPr>
                  <a:t>低层执行层：</a:t>
                </a:r>
                <a:endParaRPr lang="en-US" altLang="zh-CN" sz="1400" i="1" dirty="0">
                  <a:solidFill>
                    <a:schemeClr val="tx1"/>
                  </a:solidFill>
                  <a:latin typeface="Cambria Math" panose="02040503050406030204" pitchFamily="18" charset="0"/>
                  <a:ea typeface="微软雅黑" panose="020B0503020204020204" pitchFamily="34" charset="-122"/>
                </a:endParaRPr>
              </a:p>
              <a:p>
                <a:pPr>
                  <a:lnSpc>
                    <a:spcPct val="150000"/>
                  </a:lnSpc>
                </a:pPr>
                <a14:m>
                  <m:oMathPara xmlns:m="http://schemas.openxmlformats.org/officeDocument/2006/math">
                    <m:oMathParaPr>
                      <m:jc m:val="left"/>
                    </m:oMathParaPr>
                    <m:oMath xmlns:m="http://schemas.openxmlformats.org/officeDocument/2006/math">
                      <m:sSubSup>
                        <m:sSubSupPr>
                          <m:ctrlPr>
                            <a:rPr lang="en-US" altLang="zh-CN" sz="1400" i="1" dirty="0">
                              <a:solidFill>
                                <a:schemeClr val="tx1"/>
                              </a:solidFill>
                              <a:latin typeface="Cambria Math" panose="02040503050406030204" pitchFamily="18" charset="0"/>
                              <a:ea typeface="微软雅黑" panose="020B0503020204020204" pitchFamily="34" charset="-122"/>
                            </a:rPr>
                          </m:ctrlPr>
                        </m:sSubSupPr>
                        <m:e>
                          <m:r>
                            <a:rPr lang="en-US" altLang="zh-CN" sz="1400" i="1" dirty="0" smtClean="0">
                              <a:solidFill>
                                <a:schemeClr val="tx1"/>
                              </a:solidFill>
                              <a:latin typeface="Cambria Math" panose="02040503050406030204" pitchFamily="18" charset="0"/>
                              <a:ea typeface="微软雅黑" panose="020B0503020204020204" pitchFamily="34" charset="-122"/>
                            </a:rPr>
                            <m:t>𝒂</m:t>
                          </m:r>
                        </m:e>
                        <m:sub>
                          <m:r>
                            <a:rPr lang="en-US" altLang="zh-CN" sz="1400" i="1" dirty="0" smtClean="0">
                              <a:solidFill>
                                <a:schemeClr val="tx1"/>
                              </a:solidFill>
                              <a:latin typeface="Cambria Math" panose="02040503050406030204" pitchFamily="18" charset="0"/>
                              <a:ea typeface="微软雅黑" panose="020B0503020204020204" pitchFamily="34" charset="-122"/>
                            </a:rPr>
                            <m:t>𝒊</m:t>
                          </m:r>
                          <m:r>
                            <a:rPr lang="en-US" altLang="zh-CN" sz="1400" i="1" dirty="0" smtClean="0">
                              <a:solidFill>
                                <a:schemeClr val="tx1"/>
                              </a:solidFill>
                              <a:latin typeface="Cambria Math" panose="02040503050406030204" pitchFamily="18" charset="0"/>
                              <a:ea typeface="微软雅黑" panose="020B0503020204020204" pitchFamily="34" charset="-122"/>
                            </a:rPr>
                            <m:t>,</m:t>
                          </m:r>
                          <m:r>
                            <a:rPr lang="en-US" altLang="zh-CN" sz="1400" i="1" dirty="0" smtClean="0">
                              <a:solidFill>
                                <a:schemeClr val="tx1"/>
                              </a:solidFill>
                              <a:latin typeface="Cambria Math" panose="02040503050406030204" pitchFamily="18" charset="0"/>
                              <a:ea typeface="微软雅黑" panose="020B0503020204020204" pitchFamily="34" charset="-122"/>
                            </a:rPr>
                            <m:t>𝒕</m:t>
                          </m:r>
                        </m:sub>
                        <m:sup>
                          <m:r>
                            <a:rPr lang="en-US" altLang="zh-CN" sz="1400" i="1" dirty="0" smtClean="0">
                              <a:solidFill>
                                <a:schemeClr val="tx1"/>
                              </a:solidFill>
                              <a:latin typeface="Cambria Math" panose="02040503050406030204" pitchFamily="18" charset="0"/>
                              <a:ea typeface="微软雅黑" panose="020B0503020204020204" pitchFamily="34" charset="-122"/>
                            </a:rPr>
                            <m:t>𝒍</m:t>
                          </m:r>
                        </m:sup>
                      </m:sSubSup>
                      <m:r>
                        <a:rPr lang="en-US" altLang="zh-CN" sz="1400" i="1" dirty="0" smtClean="0">
                          <a:solidFill>
                            <a:schemeClr val="tx1"/>
                          </a:solidFill>
                          <a:latin typeface="Cambria Math" panose="02040503050406030204" pitchFamily="18" charset="0"/>
                          <a:ea typeface="微软雅黑" panose="020B0503020204020204" pitchFamily="34" charset="-122"/>
                        </a:rPr>
                        <m:t>∼</m:t>
                      </m:r>
                      <m:sSubSup>
                        <m:sSubSupPr>
                          <m:ctrlPr>
                            <a:rPr lang="en-US" altLang="zh-CN" sz="1400" i="1" dirty="0">
                              <a:solidFill>
                                <a:schemeClr val="tx1"/>
                              </a:solidFill>
                              <a:latin typeface="Cambria Math" panose="02040503050406030204" pitchFamily="18" charset="0"/>
                              <a:ea typeface="微软雅黑" panose="020B0503020204020204" pitchFamily="34" charset="-122"/>
                            </a:rPr>
                          </m:ctrlPr>
                        </m:sSubSupPr>
                        <m:e>
                          <m:r>
                            <a:rPr lang="en-US" altLang="zh-CN" sz="1400" i="1" dirty="0" smtClean="0">
                              <a:solidFill>
                                <a:schemeClr val="tx1"/>
                              </a:solidFill>
                              <a:latin typeface="Cambria Math" panose="02040503050406030204" pitchFamily="18" charset="0"/>
                              <a:ea typeface="微软雅黑" panose="020B0503020204020204" pitchFamily="34" charset="-122"/>
                            </a:rPr>
                            <m:t>𝜋</m:t>
                          </m:r>
                        </m:e>
                        <m:sub>
                          <m:r>
                            <a:rPr lang="en-US" altLang="zh-CN" sz="1400" i="1" dirty="0" smtClean="0">
                              <a:solidFill>
                                <a:schemeClr val="tx1"/>
                              </a:solidFill>
                              <a:latin typeface="Cambria Math" panose="02040503050406030204" pitchFamily="18" charset="0"/>
                              <a:ea typeface="微软雅黑" panose="020B0503020204020204" pitchFamily="34" charset="-122"/>
                            </a:rPr>
                            <m:t>𝒊</m:t>
                          </m:r>
                        </m:sub>
                        <m:sup>
                          <m:r>
                            <a:rPr lang="en-US" altLang="zh-CN" sz="1400" i="1" dirty="0" smtClean="0">
                              <a:solidFill>
                                <a:schemeClr val="tx1"/>
                              </a:solidFill>
                              <a:latin typeface="Cambria Math" panose="02040503050406030204" pitchFamily="18" charset="0"/>
                              <a:ea typeface="微软雅黑" panose="020B0503020204020204" pitchFamily="34" charset="-122"/>
                            </a:rPr>
                            <m:t>𝒍</m:t>
                          </m:r>
                        </m:sup>
                      </m:sSubSup>
                      <m:d>
                        <m:dPr>
                          <m:sepChr m:val="∣"/>
                          <m:ctrlPr>
                            <a:rPr lang="en-US" altLang="zh-CN" sz="1400" i="1" dirty="0">
                              <a:solidFill>
                                <a:schemeClr val="tx1"/>
                              </a:solidFill>
                              <a:latin typeface="Cambria Math" panose="02040503050406030204" pitchFamily="18" charset="0"/>
                              <a:ea typeface="微软雅黑" panose="020B0503020204020204" pitchFamily="34" charset="-122"/>
                            </a:rPr>
                          </m:ctrlPr>
                        </m:dPr>
                        <m:e>
                          <m:r>
                            <a:rPr lang="en-US" altLang="zh-CN" sz="1400" i="1" dirty="0" smtClean="0">
                              <a:solidFill>
                                <a:schemeClr val="tx1"/>
                              </a:solidFill>
                              <a:latin typeface="Cambria Math" panose="02040503050406030204" pitchFamily="18" charset="0"/>
                              <a:ea typeface="微软雅黑" panose="020B0503020204020204" pitchFamily="34" charset="-122"/>
                            </a:rPr>
                            <m:t>⋅</m:t>
                          </m:r>
                        </m:e>
                        <m:e>
                          <m:sSub>
                            <m:sSubPr>
                              <m:ctrlPr>
                                <a:rPr lang="en-US" altLang="zh-CN" sz="1400" i="1" dirty="0">
                                  <a:solidFill>
                                    <a:schemeClr val="tx1"/>
                                  </a:solidFill>
                                  <a:latin typeface="Cambria Math" panose="02040503050406030204" pitchFamily="18" charset="0"/>
                                  <a:ea typeface="微软雅黑" panose="020B0503020204020204" pitchFamily="34" charset="-122"/>
                                </a:rPr>
                              </m:ctrlPr>
                            </m:sSubPr>
                            <m:e>
                              <m:r>
                                <a:rPr lang="en-US" altLang="zh-CN" sz="1400" i="1" dirty="0" smtClean="0">
                                  <a:solidFill>
                                    <a:schemeClr val="tx1"/>
                                  </a:solidFill>
                                  <a:latin typeface="Cambria Math" panose="02040503050406030204" pitchFamily="18" charset="0"/>
                                  <a:ea typeface="微软雅黑" panose="020B0503020204020204" pitchFamily="34" charset="-122"/>
                                </a:rPr>
                                <m:t>𝒉</m:t>
                              </m:r>
                            </m:e>
                            <m:sub>
                              <m:r>
                                <a:rPr lang="en-US" altLang="zh-CN" sz="1400" i="1" dirty="0" smtClean="0">
                                  <a:solidFill>
                                    <a:schemeClr val="tx1"/>
                                  </a:solidFill>
                                  <a:latin typeface="Cambria Math" panose="02040503050406030204" pitchFamily="18" charset="0"/>
                                  <a:ea typeface="微软雅黑" panose="020B0503020204020204" pitchFamily="34" charset="-122"/>
                                </a:rPr>
                                <m:t>𝒊</m:t>
                              </m:r>
                            </m:sub>
                          </m:sSub>
                          <m:r>
                            <a:rPr lang="en-US" altLang="zh-CN" sz="1400" i="1" dirty="0" smtClean="0">
                              <a:solidFill>
                                <a:schemeClr val="tx1"/>
                              </a:solidFill>
                              <a:latin typeface="Cambria Math" panose="02040503050406030204" pitchFamily="18" charset="0"/>
                              <a:ea typeface="微软雅黑" panose="020B0503020204020204" pitchFamily="34" charset="-122"/>
                            </a:rPr>
                            <m:t>,</m:t>
                          </m:r>
                          <m:sSub>
                            <m:sSubPr>
                              <m:ctrlPr>
                                <a:rPr lang="en-US" altLang="zh-CN" sz="1400" i="1" dirty="0">
                                  <a:solidFill>
                                    <a:schemeClr val="tx1"/>
                                  </a:solidFill>
                                  <a:latin typeface="Cambria Math" panose="02040503050406030204" pitchFamily="18" charset="0"/>
                                  <a:ea typeface="微软雅黑" panose="020B0503020204020204" pitchFamily="34" charset="-122"/>
                                </a:rPr>
                              </m:ctrlPr>
                            </m:sSubPr>
                            <m:e>
                              <m:r>
                                <a:rPr lang="en-US" altLang="zh-CN" sz="1400" i="1" dirty="0" smtClean="0">
                                  <a:solidFill>
                                    <a:schemeClr val="tx1"/>
                                  </a:solidFill>
                                  <a:latin typeface="Cambria Math" panose="02040503050406030204" pitchFamily="18" charset="0"/>
                                  <a:ea typeface="微软雅黑" panose="020B0503020204020204" pitchFamily="34" charset="-122"/>
                                </a:rPr>
                                <m:t>𝒉</m:t>
                              </m:r>
                            </m:e>
                            <m:sub>
                              <m:r>
                                <a:rPr lang="en-US" altLang="zh-CN" sz="1400" i="1" dirty="0" smtClean="0">
                                  <a:solidFill>
                                    <a:schemeClr val="tx1"/>
                                  </a:solidFill>
                                  <a:latin typeface="Cambria Math" panose="02040503050406030204" pitchFamily="18" charset="0"/>
                                  <a:ea typeface="微软雅黑" panose="020B0503020204020204" pitchFamily="34" charset="-122"/>
                                </a:rPr>
                                <m:t>𝑮</m:t>
                              </m:r>
                            </m:sub>
                          </m:sSub>
                          <m:r>
                            <a:rPr lang="en-US" altLang="zh-CN" sz="1400" i="1" dirty="0" smtClean="0">
                              <a:solidFill>
                                <a:schemeClr val="tx1"/>
                              </a:solidFill>
                              <a:latin typeface="Cambria Math" panose="02040503050406030204" pitchFamily="18" charset="0"/>
                              <a:ea typeface="微软雅黑" panose="020B0503020204020204" pitchFamily="34" charset="-122"/>
                            </a:rPr>
                            <m:t>,</m:t>
                          </m:r>
                          <m:sSubSup>
                            <m:sSubSupPr>
                              <m:ctrlPr>
                                <a:rPr lang="en-US" altLang="zh-CN" sz="1400" i="1" dirty="0">
                                  <a:solidFill>
                                    <a:schemeClr val="tx1"/>
                                  </a:solidFill>
                                  <a:latin typeface="Cambria Math" panose="02040503050406030204" pitchFamily="18" charset="0"/>
                                  <a:ea typeface="微软雅黑" panose="020B0503020204020204" pitchFamily="34" charset="-122"/>
                                </a:rPr>
                              </m:ctrlPr>
                            </m:sSubSupPr>
                            <m:e>
                              <m:r>
                                <a:rPr lang="en-US" altLang="zh-CN" sz="1400" i="1" dirty="0" smtClean="0">
                                  <a:solidFill>
                                    <a:schemeClr val="tx1"/>
                                  </a:solidFill>
                                  <a:latin typeface="Cambria Math" panose="02040503050406030204" pitchFamily="18" charset="0"/>
                                  <a:ea typeface="微软雅黑" panose="020B0503020204020204" pitchFamily="34" charset="-122"/>
                                </a:rPr>
                                <m:t>𝓡</m:t>
                              </m:r>
                            </m:e>
                            <m:sub>
                              <m:r>
                                <a:rPr lang="en-US" altLang="zh-CN" sz="1400" i="1" dirty="0" smtClean="0">
                                  <a:solidFill>
                                    <a:schemeClr val="tx1"/>
                                  </a:solidFill>
                                  <a:latin typeface="Cambria Math" panose="02040503050406030204" pitchFamily="18" charset="0"/>
                                  <a:ea typeface="微软雅黑" panose="020B0503020204020204" pitchFamily="34" charset="-122"/>
                                </a:rPr>
                                <m:t>𝓲</m:t>
                              </m:r>
                              <m:r>
                                <a:rPr lang="en-US" altLang="zh-CN" sz="1400" i="1" dirty="0" smtClean="0">
                                  <a:solidFill>
                                    <a:schemeClr val="tx1"/>
                                  </a:solidFill>
                                  <a:latin typeface="Cambria Math" panose="02040503050406030204" pitchFamily="18" charset="0"/>
                                  <a:ea typeface="微软雅黑" panose="020B0503020204020204" pitchFamily="34" charset="-122"/>
                                </a:rPr>
                                <m:t>,</m:t>
                              </m:r>
                              <m:r>
                                <a:rPr lang="en-US" altLang="zh-CN" sz="1400" i="1" dirty="0" smtClean="0">
                                  <a:solidFill>
                                    <a:schemeClr val="tx1"/>
                                  </a:solidFill>
                                  <a:latin typeface="Cambria Math" panose="02040503050406030204" pitchFamily="18" charset="0"/>
                                  <a:ea typeface="微软雅黑" panose="020B0503020204020204" pitchFamily="34" charset="-122"/>
                                </a:rPr>
                                <m:t>𝓽</m:t>
                              </m:r>
                            </m:sub>
                            <m:sup>
                              <m:r>
                                <a:rPr lang="en-US" altLang="zh-CN" sz="1400" i="1" dirty="0" smtClean="0">
                                  <a:solidFill>
                                    <a:schemeClr val="tx1"/>
                                  </a:solidFill>
                                  <a:latin typeface="Cambria Math" panose="02040503050406030204" pitchFamily="18" charset="0"/>
                                  <a:ea typeface="微软雅黑" panose="020B0503020204020204" pitchFamily="34" charset="-122"/>
                                </a:rPr>
                                <m:t>𝓪𝓿𝓪𝓲𝓵</m:t>
                              </m:r>
                            </m:sup>
                          </m:sSubSup>
                        </m:e>
                      </m:d>
                    </m:oMath>
                  </m:oMathPara>
                </a14:m>
                <a:endParaRPr lang="zh-CN" altLang="en-US" sz="140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41" name="文本框 40">
                <a:extLst>
                  <a:ext uri="{FF2B5EF4-FFF2-40B4-BE49-F238E27FC236}">
                    <a16:creationId xmlns:a16="http://schemas.microsoft.com/office/drawing/2014/main" id="{4586D374-56B0-8615-DD7F-3E6EDD827649}"/>
                  </a:ext>
                </a:extLst>
              </p:cNvPr>
              <p:cNvSpPr txBox="1">
                <a:spLocks noRot="1" noChangeAspect="1" noMove="1" noResize="1" noEditPoints="1" noAdjustHandles="1" noChangeArrowheads="1" noChangeShapeType="1" noTextEdit="1"/>
              </p:cNvSpPr>
              <p:nvPr/>
            </p:nvSpPr>
            <p:spPr>
              <a:xfrm>
                <a:off x="6616297" y="3356680"/>
                <a:ext cx="2377769" cy="780880"/>
              </a:xfrm>
              <a:prstGeom prst="rect">
                <a:avLst/>
              </a:prstGeom>
              <a:blipFill>
                <a:blip r:embed="rId11"/>
                <a:stretch>
                  <a:fillRect l="-1282"/>
                </a:stretch>
              </a:blipFill>
              <a:effectLst/>
            </p:spPr>
            <p:txBody>
              <a:bodyPr/>
              <a:lstStyle/>
              <a:p>
                <a:r>
                  <a:rPr lang="zh-CN" altLang="en-US">
                    <a:noFill/>
                  </a:rPr>
                  <a:t> </a:t>
                </a:r>
              </a:p>
            </p:txBody>
          </p:sp>
        </mc:Fallback>
      </mc:AlternateContent>
      <p:sp>
        <p:nvSpPr>
          <p:cNvPr id="42" name="文本框 41">
            <a:extLst>
              <a:ext uri="{FF2B5EF4-FFF2-40B4-BE49-F238E27FC236}">
                <a16:creationId xmlns:a16="http://schemas.microsoft.com/office/drawing/2014/main" id="{C90BCB4C-E10A-BC75-4DF7-226F8230432A}"/>
              </a:ext>
            </a:extLst>
          </p:cNvPr>
          <p:cNvSpPr txBox="1"/>
          <p:nvPr/>
        </p:nvSpPr>
        <p:spPr>
          <a:xfrm>
            <a:off x="6609040" y="4329370"/>
            <a:ext cx="2365681" cy="683033"/>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zh-CN" altLang="en-US" sz="1400" b="0" dirty="0">
                <a:solidFill>
                  <a:schemeClr val="tx1"/>
                </a:solidFill>
                <a:latin typeface="微软雅黑" panose="020B0503020204020204" pitchFamily="34" charset="-122"/>
                <a:ea typeface="微软雅黑" panose="020B0503020204020204" pitchFamily="34" charset="-122"/>
              </a:rPr>
              <a:t>在站位可访问资源边界内生成工序触发与资源使用偏好</a:t>
            </a:r>
          </a:p>
        </p:txBody>
      </p:sp>
      <mc:AlternateContent xmlns:mc="http://schemas.openxmlformats.org/markup-compatibility/2006" xmlns:a14="http://schemas.microsoft.com/office/drawing/2010/main">
        <mc:Choice Requires="a14">
          <p:sp>
            <p:nvSpPr>
              <p:cNvPr id="43" name="文本框 42">
                <a:extLst>
                  <a:ext uri="{FF2B5EF4-FFF2-40B4-BE49-F238E27FC236}">
                    <a16:creationId xmlns:a16="http://schemas.microsoft.com/office/drawing/2014/main" id="{C5364166-A82E-C2FD-6851-BEB13FECB1A8}"/>
                  </a:ext>
                </a:extLst>
              </p:cNvPr>
              <p:cNvSpPr txBox="1"/>
              <p:nvPr/>
            </p:nvSpPr>
            <p:spPr>
              <a:xfrm>
                <a:off x="3996467" y="5347247"/>
                <a:ext cx="4276609" cy="419627"/>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zh-CN" altLang="en-US" sz="1400" dirty="0">
                    <a:solidFill>
                      <a:schemeClr val="tx1"/>
                    </a:solidFill>
                    <a:ea typeface="微软雅黑" panose="020B0503020204020204" pitchFamily="34" charset="-122"/>
                  </a:rPr>
                  <a:t>可行性解码器：</a:t>
                </a:r>
                <a14:m>
                  <m:oMath xmlns:m="http://schemas.openxmlformats.org/officeDocument/2006/math">
                    <m:sSubSup>
                      <m:sSubSupPr>
                        <m:ctrlPr>
                          <a:rPr lang="en-US" altLang="zh-CN" sz="1400" b="0" i="1" dirty="0" smtClean="0">
                            <a:solidFill>
                              <a:schemeClr val="tx1"/>
                            </a:solidFill>
                            <a:latin typeface="Cambria Math" panose="02040503050406030204" pitchFamily="18" charset="0"/>
                            <a:ea typeface="微软雅黑" panose="020B0503020204020204" pitchFamily="34" charset="-122"/>
                          </a:rPr>
                        </m:ctrlPr>
                      </m:sSubSupPr>
                      <m:e>
                        <m:r>
                          <a:rPr lang="en-US" altLang="zh-CN" sz="1400" b="0" i="1" dirty="0" smtClean="0">
                            <a:solidFill>
                              <a:schemeClr val="tx1"/>
                            </a:solidFill>
                            <a:latin typeface="Cambria Math" panose="02040503050406030204" pitchFamily="18" charset="0"/>
                            <a:ea typeface="微软雅黑" panose="020B0503020204020204" pitchFamily="34" charset="-122"/>
                          </a:rPr>
                          <m:t>𝑎</m:t>
                        </m:r>
                      </m:e>
                      <m:sub>
                        <m:r>
                          <a:rPr lang="en-US" altLang="zh-CN" sz="1400" b="0" i="1" dirty="0" err="1">
                            <a:solidFill>
                              <a:schemeClr val="tx1"/>
                            </a:solidFill>
                            <a:latin typeface="Cambria Math" panose="02040503050406030204" pitchFamily="18" charset="0"/>
                            <a:ea typeface="微软雅黑" panose="020B0503020204020204" pitchFamily="34" charset="-122"/>
                          </a:rPr>
                          <m:t>𝑖</m:t>
                        </m:r>
                        <m:r>
                          <a:rPr lang="en-US" altLang="zh-CN" sz="1400" b="0" i="1" dirty="0" err="1">
                            <a:solidFill>
                              <a:schemeClr val="tx1"/>
                            </a:solidFill>
                            <a:latin typeface="Cambria Math" panose="02040503050406030204" pitchFamily="18" charset="0"/>
                            <a:ea typeface="微软雅黑" panose="020B0503020204020204" pitchFamily="34" charset="-122"/>
                          </a:rPr>
                          <m:t>,</m:t>
                        </m:r>
                        <m:r>
                          <a:rPr lang="en-US" altLang="zh-CN" sz="1400" b="0" i="1" dirty="0" err="1">
                            <a:solidFill>
                              <a:schemeClr val="tx1"/>
                            </a:solidFill>
                            <a:latin typeface="Cambria Math" panose="02040503050406030204" pitchFamily="18" charset="0"/>
                            <a:ea typeface="微软雅黑" panose="020B0503020204020204" pitchFamily="34" charset="-122"/>
                          </a:rPr>
                          <m:t>𝑡</m:t>
                        </m:r>
                      </m:sub>
                      <m:sup>
                        <m:r>
                          <a:rPr lang="en-US" altLang="zh-CN" sz="1400" b="0" i="1" dirty="0">
                            <a:solidFill>
                              <a:schemeClr val="tx1"/>
                            </a:solidFill>
                            <a:latin typeface="Cambria Math" panose="02040503050406030204" pitchFamily="18" charset="0"/>
                            <a:ea typeface="微软雅黑" panose="020B0503020204020204" pitchFamily="34" charset="-122"/>
                          </a:rPr>
                          <m:t>𝑒𝑥𝑒𝑐</m:t>
                        </m:r>
                      </m:sup>
                    </m:sSubSup>
                    <m:r>
                      <a:rPr lang="en-US" altLang="zh-CN" sz="1400" b="0" i="1" dirty="0">
                        <a:solidFill>
                          <a:schemeClr val="tx1"/>
                        </a:solidFill>
                        <a:latin typeface="Cambria Math" panose="02040503050406030204" pitchFamily="18" charset="0"/>
                        <a:ea typeface="微软雅黑" panose="020B0503020204020204" pitchFamily="34" charset="-122"/>
                      </a:rPr>
                      <m:t>=</m:t>
                    </m:r>
                    <m:r>
                      <a:rPr lang="en-US" altLang="zh-CN" sz="1400" b="0" i="1" dirty="0">
                        <a:solidFill>
                          <a:schemeClr val="tx1"/>
                        </a:solidFill>
                        <a:latin typeface="Cambria Math" panose="02040503050406030204" pitchFamily="18" charset="0"/>
                        <a:ea typeface="微软雅黑" panose="020B0503020204020204" pitchFamily="34" charset="-122"/>
                      </a:rPr>
                      <m:t>𝐷</m:t>
                    </m:r>
                    <m:d>
                      <m:dPr>
                        <m:ctrlPr>
                          <a:rPr lang="en-US" altLang="zh-CN" sz="1400" b="0" i="1" dirty="0">
                            <a:solidFill>
                              <a:schemeClr val="tx1"/>
                            </a:solidFill>
                            <a:latin typeface="Cambria Math" panose="02040503050406030204" pitchFamily="18" charset="0"/>
                            <a:ea typeface="微软雅黑" panose="020B0503020204020204" pitchFamily="34" charset="-122"/>
                          </a:rPr>
                        </m:ctrlPr>
                      </m:dPr>
                      <m:e>
                        <m:sSubSup>
                          <m:sSubSupPr>
                            <m:ctrlPr>
                              <a:rPr lang="en-US" altLang="zh-CN" sz="1400" b="0" i="1" dirty="0">
                                <a:solidFill>
                                  <a:schemeClr val="tx1"/>
                                </a:solidFill>
                                <a:latin typeface="Cambria Math" panose="02040503050406030204" pitchFamily="18" charset="0"/>
                                <a:ea typeface="微软雅黑" panose="020B0503020204020204" pitchFamily="34" charset="-122"/>
                              </a:rPr>
                            </m:ctrlPr>
                          </m:sSubSupPr>
                          <m:e>
                            <m:r>
                              <a:rPr lang="en-US" altLang="zh-CN" sz="1400" b="0" i="1" dirty="0">
                                <a:solidFill>
                                  <a:schemeClr val="tx1"/>
                                </a:solidFill>
                                <a:latin typeface="Cambria Math" panose="02040503050406030204" pitchFamily="18" charset="0"/>
                                <a:ea typeface="微软雅黑" panose="020B0503020204020204" pitchFamily="34" charset="-122"/>
                              </a:rPr>
                              <m:t>𝑎</m:t>
                            </m:r>
                          </m:e>
                          <m:sub>
                            <m:r>
                              <a:rPr lang="en-US" altLang="zh-CN" sz="1400" b="0" i="1" dirty="0" err="1">
                                <a:solidFill>
                                  <a:schemeClr val="tx1"/>
                                </a:solidFill>
                                <a:latin typeface="Cambria Math" panose="02040503050406030204" pitchFamily="18" charset="0"/>
                                <a:ea typeface="微软雅黑" panose="020B0503020204020204" pitchFamily="34" charset="-122"/>
                              </a:rPr>
                              <m:t>𝑖</m:t>
                            </m:r>
                            <m:r>
                              <a:rPr lang="en-US" altLang="zh-CN" sz="1400" b="0" i="1" dirty="0" err="1">
                                <a:solidFill>
                                  <a:schemeClr val="tx1"/>
                                </a:solidFill>
                                <a:latin typeface="Cambria Math" panose="02040503050406030204" pitchFamily="18" charset="0"/>
                                <a:ea typeface="微软雅黑" panose="020B0503020204020204" pitchFamily="34" charset="-122"/>
                              </a:rPr>
                              <m:t>,</m:t>
                            </m:r>
                            <m:r>
                              <a:rPr lang="en-US" altLang="zh-CN" sz="1400" b="0" i="1" dirty="0" err="1">
                                <a:solidFill>
                                  <a:schemeClr val="tx1"/>
                                </a:solidFill>
                                <a:latin typeface="Cambria Math" panose="02040503050406030204" pitchFamily="18" charset="0"/>
                                <a:ea typeface="微软雅黑" panose="020B0503020204020204" pitchFamily="34" charset="-122"/>
                              </a:rPr>
                              <m:t>𝑡</m:t>
                            </m:r>
                          </m:sub>
                          <m:sup>
                            <m:r>
                              <a:rPr lang="en-US" altLang="zh-CN" sz="1400" b="0" i="1" dirty="0">
                                <a:solidFill>
                                  <a:schemeClr val="tx1"/>
                                </a:solidFill>
                                <a:latin typeface="Cambria Math" panose="02040503050406030204" pitchFamily="18" charset="0"/>
                                <a:ea typeface="微软雅黑" panose="020B0503020204020204" pitchFamily="34" charset="-122"/>
                              </a:rPr>
                              <m:t>𝑙</m:t>
                            </m:r>
                          </m:sup>
                        </m:sSubSup>
                        <m:r>
                          <a:rPr lang="en-US" altLang="zh-CN" sz="1400" b="0" i="1" dirty="0">
                            <a:solidFill>
                              <a:schemeClr val="tx1"/>
                            </a:solidFill>
                            <a:latin typeface="Cambria Math" panose="02040503050406030204" pitchFamily="18" charset="0"/>
                            <a:ea typeface="微软雅黑" panose="020B0503020204020204" pitchFamily="34" charset="-122"/>
                          </a:rPr>
                          <m:t>;</m:t>
                        </m:r>
                        <m:sSubSup>
                          <m:sSubSupPr>
                            <m:ctrlPr>
                              <a:rPr lang="en-US" altLang="zh-CN" sz="1400" b="0" i="1" dirty="0">
                                <a:solidFill>
                                  <a:schemeClr val="tx1"/>
                                </a:solidFill>
                                <a:latin typeface="Cambria Math" panose="02040503050406030204" pitchFamily="18" charset="0"/>
                                <a:ea typeface="微软雅黑" panose="020B0503020204020204" pitchFamily="34" charset="-122"/>
                              </a:rPr>
                            </m:ctrlPr>
                          </m:sSubSupPr>
                          <m:e>
                            <m:r>
                              <a:rPr lang="en-US" altLang="zh-CN" sz="1400" b="0" i="1" dirty="0">
                                <a:solidFill>
                                  <a:schemeClr val="tx1"/>
                                </a:solidFill>
                                <a:latin typeface="Cambria Math" panose="02040503050406030204" pitchFamily="18" charset="0"/>
                                <a:ea typeface="微软雅黑" panose="020B0503020204020204" pitchFamily="34" charset="-122"/>
                              </a:rPr>
                              <m:t>ℛ</m:t>
                            </m:r>
                          </m:e>
                          <m:sub>
                            <m:r>
                              <a:rPr lang="en-US" altLang="zh-CN" sz="1400" b="0" i="1" dirty="0" err="1">
                                <a:solidFill>
                                  <a:schemeClr val="tx1"/>
                                </a:solidFill>
                                <a:latin typeface="Cambria Math" panose="02040503050406030204" pitchFamily="18" charset="0"/>
                                <a:ea typeface="微软雅黑" panose="020B0503020204020204" pitchFamily="34" charset="-122"/>
                              </a:rPr>
                              <m:t>𝒾</m:t>
                            </m:r>
                            <m:r>
                              <a:rPr lang="en-US" altLang="zh-CN" sz="1400" b="0" i="1" dirty="0" err="1">
                                <a:solidFill>
                                  <a:schemeClr val="tx1"/>
                                </a:solidFill>
                                <a:latin typeface="Cambria Math" panose="02040503050406030204" pitchFamily="18" charset="0"/>
                                <a:ea typeface="微软雅黑" panose="020B0503020204020204" pitchFamily="34" charset="-122"/>
                              </a:rPr>
                              <m:t>,</m:t>
                            </m:r>
                            <m:r>
                              <a:rPr lang="en-US" altLang="zh-CN" sz="1400" b="0" i="1" dirty="0" err="1">
                                <a:solidFill>
                                  <a:schemeClr val="tx1"/>
                                </a:solidFill>
                                <a:latin typeface="Cambria Math" panose="02040503050406030204" pitchFamily="18" charset="0"/>
                                <a:ea typeface="微软雅黑" panose="020B0503020204020204" pitchFamily="34" charset="-122"/>
                              </a:rPr>
                              <m:t>𝓉</m:t>
                            </m:r>
                          </m:sub>
                          <m:sup>
                            <m:r>
                              <a:rPr lang="en-US" altLang="zh-CN" sz="1400" b="0" i="1" dirty="0">
                                <a:solidFill>
                                  <a:schemeClr val="tx1"/>
                                </a:solidFill>
                                <a:latin typeface="Cambria Math" panose="02040503050406030204" pitchFamily="18" charset="0"/>
                                <a:ea typeface="微软雅黑" panose="020B0503020204020204" pitchFamily="34" charset="-122"/>
                              </a:rPr>
                              <m:t>𝒶𝓋𝒶𝒾𝓁</m:t>
                            </m:r>
                          </m:sup>
                        </m:sSubSup>
                        <m:r>
                          <a:rPr lang="en-US" altLang="zh-CN" sz="1400" b="0" i="1" dirty="0">
                            <a:solidFill>
                              <a:schemeClr val="tx1"/>
                            </a:solidFill>
                            <a:latin typeface="Cambria Math" panose="02040503050406030204" pitchFamily="18" charset="0"/>
                            <a:ea typeface="微软雅黑" panose="020B0503020204020204" pitchFamily="34" charset="-122"/>
                          </a:rPr>
                          <m:t>,</m:t>
                        </m:r>
                        <m:sSub>
                          <m:sSubPr>
                            <m:ctrlPr>
                              <a:rPr lang="en-US" altLang="zh-CN" sz="1400" b="0" i="1" dirty="0">
                                <a:solidFill>
                                  <a:schemeClr val="tx1"/>
                                </a:solidFill>
                                <a:latin typeface="Cambria Math" panose="02040503050406030204" pitchFamily="18" charset="0"/>
                                <a:ea typeface="微软雅黑" panose="020B0503020204020204" pitchFamily="34" charset="-122"/>
                              </a:rPr>
                            </m:ctrlPr>
                          </m:sSubPr>
                          <m:e>
                            <m:r>
                              <a:rPr lang="en-US" altLang="zh-CN" sz="1400" b="0" i="1" dirty="0">
                                <a:solidFill>
                                  <a:schemeClr val="tx1"/>
                                </a:solidFill>
                                <a:latin typeface="Cambria Math" panose="02040503050406030204" pitchFamily="18" charset="0"/>
                                <a:ea typeface="微软雅黑" panose="020B0503020204020204" pitchFamily="34" charset="-122"/>
                              </a:rPr>
                              <m:t>𝒞</m:t>
                            </m:r>
                          </m:e>
                          <m:sub>
                            <m:r>
                              <a:rPr lang="en-US" altLang="zh-CN" sz="1400" b="0" i="1" dirty="0">
                                <a:solidFill>
                                  <a:schemeClr val="tx1"/>
                                </a:solidFill>
                                <a:latin typeface="Cambria Math" panose="02040503050406030204" pitchFamily="18" charset="0"/>
                                <a:ea typeface="微软雅黑" panose="020B0503020204020204" pitchFamily="34" charset="-122"/>
                              </a:rPr>
                              <m:t>𝓉</m:t>
                            </m:r>
                          </m:sub>
                        </m:sSub>
                      </m:e>
                    </m:d>
                  </m:oMath>
                </a14:m>
                <a:endParaRPr lang="zh-CN" altLang="en-US" sz="1400" b="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43" name="文本框 42">
                <a:extLst>
                  <a:ext uri="{FF2B5EF4-FFF2-40B4-BE49-F238E27FC236}">
                    <a16:creationId xmlns:a16="http://schemas.microsoft.com/office/drawing/2014/main" id="{C5364166-A82E-C2FD-6851-BEB13FECB1A8}"/>
                  </a:ext>
                </a:extLst>
              </p:cNvPr>
              <p:cNvSpPr txBox="1">
                <a:spLocks noRot="1" noChangeAspect="1" noMove="1" noResize="1" noEditPoints="1" noAdjustHandles="1" noChangeArrowheads="1" noChangeShapeType="1" noTextEdit="1"/>
              </p:cNvSpPr>
              <p:nvPr/>
            </p:nvSpPr>
            <p:spPr>
              <a:xfrm>
                <a:off x="3996467" y="5347247"/>
                <a:ext cx="4276609" cy="419627"/>
              </a:xfrm>
              <a:prstGeom prst="rect">
                <a:avLst/>
              </a:prstGeom>
              <a:blipFill>
                <a:blip r:embed="rId12"/>
                <a:stretch>
                  <a:fillRect l="-856" b="-11594"/>
                </a:stretch>
              </a:blipFill>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9DCE6BC4-463E-961E-ABE2-C63D504E39BC}"/>
                  </a:ext>
                </a:extLst>
              </p:cNvPr>
              <p:cNvSpPr txBox="1"/>
              <p:nvPr/>
            </p:nvSpPr>
            <p:spPr>
              <a:xfrm>
                <a:off x="10306257" y="2640561"/>
                <a:ext cx="872746" cy="399302"/>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14:m>
                  <m:oMathPara xmlns:m="http://schemas.openxmlformats.org/officeDocument/2006/math">
                    <m:oMathParaPr>
                      <m:jc m:val="left"/>
                    </m:oMathParaPr>
                    <m:oMath xmlns:m="http://schemas.openxmlformats.org/officeDocument/2006/math">
                      <m:r>
                        <a:rPr lang="zh-CN" altLang="en-US" sz="1400" i="1" dirty="0" smtClean="0">
                          <a:solidFill>
                            <a:schemeClr val="tx1"/>
                          </a:solidFill>
                          <a:latin typeface="Cambria Math" panose="02040503050406030204" pitchFamily="18" charset="0"/>
                          <a:ea typeface="微软雅黑" panose="020B0503020204020204" pitchFamily="34" charset="-122"/>
                        </a:rPr>
                        <m:t>更新</m:t>
                      </m:r>
                      <m:sSub>
                        <m:sSubPr>
                          <m:ctrlPr>
                            <a:rPr lang="en-US" altLang="zh-CN" sz="1400" i="1" dirty="0" smtClean="0">
                              <a:solidFill>
                                <a:schemeClr val="tx1"/>
                              </a:solidFill>
                              <a:latin typeface="Cambria Math" panose="02040503050406030204" pitchFamily="18" charset="0"/>
                              <a:ea typeface="微软雅黑" panose="020B0503020204020204" pitchFamily="34" charset="-122"/>
                            </a:rPr>
                          </m:ctrlPr>
                        </m:sSubPr>
                        <m:e>
                          <m:r>
                            <a:rPr lang="en-US" altLang="zh-CN" sz="1400" i="1" dirty="0" smtClean="0">
                              <a:solidFill>
                                <a:schemeClr val="tx1"/>
                              </a:solidFill>
                              <a:latin typeface="Cambria Math" panose="02040503050406030204" pitchFamily="18" charset="0"/>
                              <a:ea typeface="微软雅黑" panose="020B0503020204020204" pitchFamily="34" charset="-122"/>
                            </a:rPr>
                            <m:t>𝑹</m:t>
                          </m:r>
                        </m:e>
                        <m:sub>
                          <m:r>
                            <a:rPr lang="en-US" altLang="zh-CN" sz="1400" i="1" dirty="0" smtClean="0">
                              <a:solidFill>
                                <a:schemeClr val="tx1"/>
                              </a:solidFill>
                              <a:latin typeface="Cambria Math" panose="02040503050406030204" pitchFamily="18" charset="0"/>
                              <a:ea typeface="微软雅黑" panose="020B0503020204020204" pitchFamily="34" charset="-122"/>
                            </a:rPr>
                            <m:t>𝒕</m:t>
                          </m:r>
                        </m:sub>
                      </m:sSub>
                    </m:oMath>
                  </m:oMathPara>
                </a14:m>
                <a:endParaRPr lang="zh-CN" altLang="en-US" sz="140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5" name="文本框 4">
                <a:extLst>
                  <a:ext uri="{FF2B5EF4-FFF2-40B4-BE49-F238E27FC236}">
                    <a16:creationId xmlns:a16="http://schemas.microsoft.com/office/drawing/2014/main" id="{9DCE6BC4-463E-961E-ABE2-C63D504E39BC}"/>
                  </a:ext>
                </a:extLst>
              </p:cNvPr>
              <p:cNvSpPr txBox="1">
                <a:spLocks noRot="1" noChangeAspect="1" noMove="1" noResize="1" noEditPoints="1" noAdjustHandles="1" noChangeArrowheads="1" noChangeShapeType="1" noTextEdit="1"/>
              </p:cNvSpPr>
              <p:nvPr/>
            </p:nvSpPr>
            <p:spPr>
              <a:xfrm>
                <a:off x="10306257" y="2640561"/>
                <a:ext cx="872746" cy="399302"/>
              </a:xfrm>
              <a:prstGeom prst="rect">
                <a:avLst/>
              </a:prstGeom>
              <a:blipFill>
                <a:blip r:embed="rId13"/>
                <a:stretch>
                  <a:fillRect l="-2098"/>
                </a:stretch>
              </a:blipFill>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2CD13B71-EF69-CCD9-7AC4-79FCBAD4DF12}"/>
                  </a:ext>
                </a:extLst>
              </p:cNvPr>
              <p:cNvSpPr txBox="1"/>
              <p:nvPr/>
            </p:nvSpPr>
            <p:spPr>
              <a:xfrm>
                <a:off x="10249693" y="3987908"/>
                <a:ext cx="1091179" cy="398852"/>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14:m>
                  <m:oMathPara xmlns:m="http://schemas.openxmlformats.org/officeDocument/2006/math">
                    <m:oMathParaPr>
                      <m:jc m:val="left"/>
                    </m:oMathParaPr>
                    <m:oMath xmlns:m="http://schemas.openxmlformats.org/officeDocument/2006/math">
                      <m:r>
                        <a:rPr lang="zh-CN" altLang="en-US" sz="1400" i="1" dirty="0" smtClean="0">
                          <a:solidFill>
                            <a:schemeClr val="tx1"/>
                          </a:solidFill>
                          <a:latin typeface="Cambria Math" panose="02040503050406030204" pitchFamily="18" charset="0"/>
                          <a:ea typeface="微软雅黑" panose="020B0503020204020204" pitchFamily="34" charset="-122"/>
                        </a:rPr>
                        <m:t>生成</m:t>
                      </m:r>
                      <m:sSub>
                        <m:sSubPr>
                          <m:ctrlPr>
                            <a:rPr lang="en-US" altLang="zh-CN" sz="1400" i="1" dirty="0">
                              <a:solidFill>
                                <a:schemeClr val="tx1"/>
                              </a:solidFill>
                              <a:latin typeface="Cambria Math" panose="02040503050406030204" pitchFamily="18" charset="0"/>
                              <a:ea typeface="微软雅黑" panose="020B0503020204020204" pitchFamily="34" charset="-122"/>
                            </a:rPr>
                          </m:ctrlPr>
                        </m:sSubPr>
                        <m:e>
                          <m:r>
                            <a:rPr lang="en-US" altLang="zh-CN" sz="1400" i="1" dirty="0">
                              <a:solidFill>
                                <a:schemeClr val="tx1"/>
                              </a:solidFill>
                              <a:latin typeface="Cambria Math" panose="02040503050406030204" pitchFamily="18" charset="0"/>
                              <a:ea typeface="微软雅黑" panose="020B0503020204020204" pitchFamily="34" charset="-122"/>
                            </a:rPr>
                            <m:t>𝒃</m:t>
                          </m:r>
                        </m:e>
                        <m:sub>
                          <m:r>
                            <a:rPr lang="en-US" altLang="zh-CN" sz="1400" i="1" dirty="0">
                              <a:solidFill>
                                <a:schemeClr val="tx1"/>
                              </a:solidFill>
                              <a:latin typeface="Cambria Math" panose="02040503050406030204" pitchFamily="18" charset="0"/>
                              <a:ea typeface="微软雅黑" panose="020B0503020204020204" pitchFamily="34" charset="-122"/>
                            </a:rPr>
                            <m:t>𝒔</m:t>
                          </m:r>
                        </m:sub>
                      </m:sSub>
                      <m:d>
                        <m:dPr>
                          <m:ctrlPr>
                            <a:rPr lang="en-US" altLang="zh-CN" sz="1400" i="1" dirty="0">
                              <a:solidFill>
                                <a:schemeClr val="tx1"/>
                              </a:solidFill>
                              <a:latin typeface="Cambria Math" panose="02040503050406030204" pitchFamily="18" charset="0"/>
                              <a:ea typeface="微软雅黑" panose="020B0503020204020204" pitchFamily="34" charset="-122"/>
                            </a:rPr>
                          </m:ctrlPr>
                        </m:dPr>
                        <m:e>
                          <m:r>
                            <a:rPr lang="en-US" altLang="zh-CN" sz="1400" i="1" dirty="0">
                              <a:solidFill>
                                <a:schemeClr val="tx1"/>
                              </a:solidFill>
                              <a:latin typeface="Cambria Math" panose="02040503050406030204" pitchFamily="18" charset="0"/>
                              <a:ea typeface="微软雅黑" panose="020B0503020204020204" pitchFamily="34" charset="-122"/>
                            </a:rPr>
                            <m:t>𝒕</m:t>
                          </m:r>
                        </m:e>
                      </m:d>
                    </m:oMath>
                  </m:oMathPara>
                </a14:m>
                <a:endParaRPr lang="zh-CN" altLang="en-US" sz="140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13" name="文本框 12">
                <a:extLst>
                  <a:ext uri="{FF2B5EF4-FFF2-40B4-BE49-F238E27FC236}">
                    <a16:creationId xmlns:a16="http://schemas.microsoft.com/office/drawing/2014/main" id="{2CD13B71-EF69-CCD9-7AC4-79FCBAD4DF12}"/>
                  </a:ext>
                </a:extLst>
              </p:cNvPr>
              <p:cNvSpPr txBox="1">
                <a:spLocks noRot="1" noChangeAspect="1" noMove="1" noResize="1" noEditPoints="1" noAdjustHandles="1" noChangeArrowheads="1" noChangeShapeType="1" noTextEdit="1"/>
              </p:cNvSpPr>
              <p:nvPr/>
            </p:nvSpPr>
            <p:spPr>
              <a:xfrm>
                <a:off x="10249693" y="3987908"/>
                <a:ext cx="1091179" cy="398852"/>
              </a:xfrm>
              <a:prstGeom prst="rect">
                <a:avLst/>
              </a:prstGeom>
              <a:blipFill>
                <a:blip r:embed="rId14"/>
                <a:stretch>
                  <a:fillRect l="-1117"/>
                </a:stretch>
              </a:blipFill>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E66BEF0C-BEDD-47CC-1400-42ADCCD24125}"/>
                  </a:ext>
                </a:extLst>
              </p:cNvPr>
              <p:cNvSpPr txBox="1"/>
              <p:nvPr/>
            </p:nvSpPr>
            <p:spPr>
              <a:xfrm>
                <a:off x="9913498" y="5403558"/>
                <a:ext cx="1554052" cy="399815"/>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14:m>
                  <m:oMathPara xmlns:m="http://schemas.openxmlformats.org/officeDocument/2006/math">
                    <m:oMathParaPr>
                      <m:jc m:val="left"/>
                    </m:oMathParaPr>
                    <m:oMath xmlns:m="http://schemas.openxmlformats.org/officeDocument/2006/math">
                      <m:r>
                        <a:rPr lang="en-US" altLang="zh-CN" sz="1400" i="1" dirty="0">
                          <a:solidFill>
                            <a:schemeClr val="tx1"/>
                          </a:solidFill>
                          <a:latin typeface="Cambria Math" panose="02040503050406030204" pitchFamily="18" charset="0"/>
                          <a:ea typeface="微软雅黑" panose="020B0503020204020204" pitchFamily="34" charset="-122"/>
                        </a:rPr>
                        <m:t>𝒆𝒏𝒗</m:t>
                      </m:r>
                      <m:r>
                        <a:rPr lang="en-US" altLang="zh-CN" sz="1400" i="1" dirty="0">
                          <a:solidFill>
                            <a:schemeClr val="tx1"/>
                          </a:solidFill>
                          <a:latin typeface="Cambria Math" panose="02040503050406030204" pitchFamily="18" charset="0"/>
                          <a:ea typeface="微软雅黑" panose="020B0503020204020204" pitchFamily="34" charset="-122"/>
                        </a:rPr>
                        <m:t>.</m:t>
                      </m:r>
                      <m:r>
                        <a:rPr lang="en-US" altLang="zh-CN" sz="1400" i="1" dirty="0">
                          <a:solidFill>
                            <a:schemeClr val="tx1"/>
                          </a:solidFill>
                          <a:latin typeface="Cambria Math" panose="02040503050406030204" pitchFamily="18" charset="0"/>
                          <a:ea typeface="微软雅黑" panose="020B0503020204020204" pitchFamily="34" charset="-122"/>
                        </a:rPr>
                        <m:t>𝒔𝒕𝒆𝒑</m:t>
                      </m:r>
                      <m:r>
                        <a:rPr lang="zh-CN" altLang="en-US" sz="1400" i="1" dirty="0">
                          <a:solidFill>
                            <a:schemeClr val="tx1"/>
                          </a:solidFill>
                          <a:latin typeface="Cambria Math" panose="02040503050406030204" pitchFamily="18" charset="0"/>
                          <a:ea typeface="微软雅黑" panose="020B0503020204020204" pitchFamily="34" charset="-122"/>
                        </a:rPr>
                        <m:t>滚动执行</m:t>
                      </m:r>
                    </m:oMath>
                  </m:oMathPara>
                </a14:m>
                <a:endParaRPr lang="zh-CN" altLang="en-US" sz="140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14" name="文本框 13">
                <a:extLst>
                  <a:ext uri="{FF2B5EF4-FFF2-40B4-BE49-F238E27FC236}">
                    <a16:creationId xmlns:a16="http://schemas.microsoft.com/office/drawing/2014/main" id="{E66BEF0C-BEDD-47CC-1400-42ADCCD24125}"/>
                  </a:ext>
                </a:extLst>
              </p:cNvPr>
              <p:cNvSpPr txBox="1">
                <a:spLocks noRot="1" noChangeAspect="1" noMove="1" noResize="1" noEditPoints="1" noAdjustHandles="1" noChangeArrowheads="1" noChangeShapeType="1" noTextEdit="1"/>
              </p:cNvSpPr>
              <p:nvPr/>
            </p:nvSpPr>
            <p:spPr>
              <a:xfrm>
                <a:off x="9913498" y="5403558"/>
                <a:ext cx="1554052" cy="399815"/>
              </a:xfrm>
              <a:prstGeom prst="rect">
                <a:avLst/>
              </a:prstGeom>
              <a:blipFill>
                <a:blip r:embed="rId15"/>
                <a:stretch>
                  <a:fillRect r="-4706"/>
                </a:stretch>
              </a:blipFill>
              <a:effectLst/>
            </p:spPr>
            <p:txBody>
              <a:bodyPr/>
              <a:lstStyle/>
              <a:p>
                <a:r>
                  <a:rPr lang="zh-CN" altLang="en-US">
                    <a:noFill/>
                  </a:rPr>
                  <a:t> </a:t>
                </a:r>
              </a:p>
            </p:txBody>
          </p:sp>
        </mc:Fallback>
      </mc:AlternateContent>
      <p:sp>
        <p:nvSpPr>
          <p:cNvPr id="49" name="矩形: 圆角 48">
            <a:extLst>
              <a:ext uri="{FF2B5EF4-FFF2-40B4-BE49-F238E27FC236}">
                <a16:creationId xmlns:a16="http://schemas.microsoft.com/office/drawing/2014/main" id="{AFC62D1D-2800-81A6-00F9-55D1AECB6D8A}"/>
              </a:ext>
            </a:extLst>
          </p:cNvPr>
          <p:cNvSpPr/>
          <p:nvPr/>
        </p:nvSpPr>
        <p:spPr>
          <a:xfrm>
            <a:off x="9566435" y="1393691"/>
            <a:ext cx="2292786" cy="4689734"/>
          </a:xfrm>
          <a:prstGeom prst="roundRect">
            <a:avLst>
              <a:gd name="adj" fmla="val 3510"/>
            </a:avLst>
          </a:prstGeom>
          <a:no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50" name="文本框 49">
            <a:extLst>
              <a:ext uri="{FF2B5EF4-FFF2-40B4-BE49-F238E27FC236}">
                <a16:creationId xmlns:a16="http://schemas.microsoft.com/office/drawing/2014/main" id="{C75BBBCB-771E-DE16-26B8-4AB7E61EB7DB}"/>
              </a:ext>
            </a:extLst>
          </p:cNvPr>
          <p:cNvSpPr txBox="1"/>
          <p:nvPr/>
        </p:nvSpPr>
        <p:spPr>
          <a:xfrm>
            <a:off x="9566435" y="1371917"/>
            <a:ext cx="2283681" cy="482080"/>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gn="ctr">
              <a:lnSpc>
                <a:spcPct val="150000"/>
              </a:lnSpc>
            </a:pPr>
            <a:r>
              <a:rPr lang="zh-CN" altLang="en-US" sz="2000" dirty="0">
                <a:solidFill>
                  <a:schemeClr val="bg1"/>
                </a:solidFill>
                <a:latin typeface="微软雅黑" panose="020B0503020204020204" pitchFamily="34" charset="-122"/>
                <a:ea typeface="微软雅黑" panose="020B0503020204020204" pitchFamily="34" charset="-122"/>
              </a:rPr>
              <a:t>联合动作输出</a:t>
            </a:r>
          </a:p>
        </p:txBody>
      </p:sp>
      <p:sp>
        <p:nvSpPr>
          <p:cNvPr id="48" name="箭头: 右 47">
            <a:extLst>
              <a:ext uri="{FF2B5EF4-FFF2-40B4-BE49-F238E27FC236}">
                <a16:creationId xmlns:a16="http://schemas.microsoft.com/office/drawing/2014/main" id="{C2893922-EA91-47E3-5394-318A62A1FFD3}"/>
              </a:ext>
            </a:extLst>
          </p:cNvPr>
          <p:cNvSpPr/>
          <p:nvPr/>
        </p:nvSpPr>
        <p:spPr>
          <a:xfrm>
            <a:off x="3343931" y="3526772"/>
            <a:ext cx="195030" cy="339478"/>
          </a:xfrm>
          <a:prstGeom prst="rightArrow">
            <a:avLst/>
          </a:prstGeom>
          <a:solidFill>
            <a:srgbClr val="003F8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箭头: 右 51">
            <a:extLst>
              <a:ext uri="{FF2B5EF4-FFF2-40B4-BE49-F238E27FC236}">
                <a16:creationId xmlns:a16="http://schemas.microsoft.com/office/drawing/2014/main" id="{BD422585-B8B3-F781-7444-34BFFC65CCF0}"/>
              </a:ext>
            </a:extLst>
          </p:cNvPr>
          <p:cNvSpPr/>
          <p:nvPr/>
        </p:nvSpPr>
        <p:spPr>
          <a:xfrm>
            <a:off x="9274954" y="3523338"/>
            <a:ext cx="195030" cy="339478"/>
          </a:xfrm>
          <a:prstGeom prst="rightArrow">
            <a:avLst/>
          </a:prstGeom>
          <a:solidFill>
            <a:srgbClr val="003F8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13058421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D91AB7-BCBD-3A1C-89FE-923AF4B34A23}"/>
            </a:ext>
          </a:extLst>
        </p:cNvPr>
        <p:cNvGrpSpPr/>
        <p:nvPr/>
      </p:nvGrpSpPr>
      <p:grpSpPr>
        <a:xfrm>
          <a:off x="0" y="0"/>
          <a:ext cx="0" cy="0"/>
          <a:chOff x="0" y="0"/>
          <a:chExt cx="0" cy="0"/>
        </a:xfrm>
      </p:grpSpPr>
      <p:sp>
        <p:nvSpPr>
          <p:cNvPr id="42" name="矩形: 圆角 41">
            <a:extLst>
              <a:ext uri="{FF2B5EF4-FFF2-40B4-BE49-F238E27FC236}">
                <a16:creationId xmlns:a16="http://schemas.microsoft.com/office/drawing/2014/main" id="{B046C266-1663-4A7C-442B-2F009F71CCCF}"/>
              </a:ext>
            </a:extLst>
          </p:cNvPr>
          <p:cNvSpPr/>
          <p:nvPr/>
        </p:nvSpPr>
        <p:spPr>
          <a:xfrm>
            <a:off x="337132" y="3842977"/>
            <a:ext cx="3414811" cy="488498"/>
          </a:xfrm>
          <a:prstGeom prst="roundRect">
            <a:avLst>
              <a:gd name="adj" fmla="val 21337"/>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40" name="矩形: 圆角 39">
            <a:extLst>
              <a:ext uri="{FF2B5EF4-FFF2-40B4-BE49-F238E27FC236}">
                <a16:creationId xmlns:a16="http://schemas.microsoft.com/office/drawing/2014/main" id="{7B23466E-0F43-C0A2-26F0-F903FB5F7ECD}"/>
              </a:ext>
            </a:extLst>
          </p:cNvPr>
          <p:cNvSpPr/>
          <p:nvPr/>
        </p:nvSpPr>
        <p:spPr>
          <a:xfrm>
            <a:off x="7675571" y="1393691"/>
            <a:ext cx="4174544" cy="488498"/>
          </a:xfrm>
          <a:prstGeom prst="roundRect">
            <a:avLst>
              <a:gd name="adj" fmla="val 21337"/>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38" name="矩形: 圆角 37">
            <a:extLst>
              <a:ext uri="{FF2B5EF4-FFF2-40B4-BE49-F238E27FC236}">
                <a16:creationId xmlns:a16="http://schemas.microsoft.com/office/drawing/2014/main" id="{B6FDEDB1-D047-034A-FF39-CAB20DAC1F4C}"/>
              </a:ext>
            </a:extLst>
          </p:cNvPr>
          <p:cNvSpPr/>
          <p:nvPr/>
        </p:nvSpPr>
        <p:spPr>
          <a:xfrm>
            <a:off x="4013201" y="1393691"/>
            <a:ext cx="3414812" cy="488498"/>
          </a:xfrm>
          <a:prstGeom prst="roundRect">
            <a:avLst>
              <a:gd name="adj" fmla="val 21337"/>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29" name="矩形: 圆角 28">
            <a:extLst>
              <a:ext uri="{FF2B5EF4-FFF2-40B4-BE49-F238E27FC236}">
                <a16:creationId xmlns:a16="http://schemas.microsoft.com/office/drawing/2014/main" id="{BC1FB4A8-7A31-7073-9E82-72C046984A5E}"/>
              </a:ext>
            </a:extLst>
          </p:cNvPr>
          <p:cNvSpPr/>
          <p:nvPr/>
        </p:nvSpPr>
        <p:spPr>
          <a:xfrm>
            <a:off x="337132" y="1393691"/>
            <a:ext cx="3414811" cy="488498"/>
          </a:xfrm>
          <a:prstGeom prst="roundRect">
            <a:avLst>
              <a:gd name="adj" fmla="val 21337"/>
            </a:avLst>
          </a:prstGeom>
          <a:solidFill>
            <a:srgbClr val="003F88"/>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cxnSp>
        <p:nvCxnSpPr>
          <p:cNvPr id="7" name="直接连接符 6">
            <a:extLst>
              <a:ext uri="{FF2B5EF4-FFF2-40B4-BE49-F238E27FC236}">
                <a16:creationId xmlns:a16="http://schemas.microsoft.com/office/drawing/2014/main" id="{23559C74-C4B4-0159-59FF-22EF20D81BD9}"/>
              </a:ext>
            </a:extLst>
          </p:cNvPr>
          <p:cNvCxnSpPr>
            <a:cxnSpLocks/>
          </p:cNvCxnSpPr>
          <p:nvPr/>
        </p:nvCxnSpPr>
        <p:spPr>
          <a:xfrm>
            <a:off x="337132" y="774574"/>
            <a:ext cx="11567001" cy="0"/>
          </a:xfrm>
          <a:prstGeom prst="line">
            <a:avLst/>
          </a:prstGeom>
          <a:ln w="19050">
            <a:solidFill>
              <a:srgbClr val="133C7A">
                <a:alpha val="80000"/>
              </a:srgbClr>
            </a:solidFill>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646D1C33-B4CB-92DB-68A0-68891E9B99C1}"/>
              </a:ext>
            </a:extLst>
          </p:cNvPr>
          <p:cNvSpPr txBox="1"/>
          <p:nvPr/>
        </p:nvSpPr>
        <p:spPr>
          <a:xfrm>
            <a:off x="683012" y="256087"/>
            <a:ext cx="9510123" cy="505676"/>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r>
              <a:rPr lang="en-US" altLang="zh-CN" sz="2800" dirty="0">
                <a:solidFill>
                  <a:schemeClr val="tx2">
                    <a:lumMod val="75000"/>
                  </a:schemeClr>
                </a:solidFill>
                <a:latin typeface="微软雅黑" panose="020B0503020204020204" pitchFamily="34" charset="-122"/>
                <a:ea typeface="微软雅黑" panose="020B0503020204020204" pitchFamily="34" charset="-122"/>
              </a:rPr>
              <a:t>3 </a:t>
            </a:r>
            <a:r>
              <a:rPr lang="zh-CN" altLang="en-US" sz="2800" dirty="0">
                <a:solidFill>
                  <a:schemeClr val="tx2">
                    <a:lumMod val="75000"/>
                  </a:schemeClr>
                </a:solidFill>
                <a:latin typeface="微软雅黑" panose="020B0503020204020204" pitchFamily="34" charset="-122"/>
                <a:ea typeface="微软雅黑" panose="020B0503020204020204" pitchFamily="34" charset="-122"/>
              </a:rPr>
              <a:t>方法框架</a:t>
            </a:r>
          </a:p>
        </p:txBody>
      </p:sp>
      <p:sp>
        <p:nvSpPr>
          <p:cNvPr id="9" name="矩形 8">
            <a:extLst>
              <a:ext uri="{FF2B5EF4-FFF2-40B4-BE49-F238E27FC236}">
                <a16:creationId xmlns:a16="http://schemas.microsoft.com/office/drawing/2014/main" id="{CB505408-41EC-5AD9-50C0-3929DE8ADF2C}"/>
              </a:ext>
            </a:extLst>
          </p:cNvPr>
          <p:cNvSpPr/>
          <p:nvPr/>
        </p:nvSpPr>
        <p:spPr>
          <a:xfrm>
            <a:off x="337132" y="268900"/>
            <a:ext cx="195295" cy="50567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2D5C5D97-D926-294E-2E3A-A827CECFD01F}"/>
              </a:ext>
            </a:extLst>
          </p:cNvPr>
          <p:cNvSpPr/>
          <p:nvPr/>
        </p:nvSpPr>
        <p:spPr>
          <a:xfrm>
            <a:off x="337132" y="268900"/>
            <a:ext cx="276318" cy="505674"/>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E4DCBF09-16C9-B877-CB67-97D6B4B1E4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66776" y="256087"/>
            <a:ext cx="1788092" cy="431989"/>
          </a:xfrm>
          <a:prstGeom prst="rect">
            <a:avLst/>
          </a:prstGeom>
        </p:spPr>
      </p:pic>
      <p:sp>
        <p:nvSpPr>
          <p:cNvPr id="4" name="文本框 3">
            <a:extLst>
              <a:ext uri="{FF2B5EF4-FFF2-40B4-BE49-F238E27FC236}">
                <a16:creationId xmlns:a16="http://schemas.microsoft.com/office/drawing/2014/main" id="{1294330F-63AE-4E63-D70D-AB2C12FA0600}"/>
              </a:ext>
            </a:extLst>
          </p:cNvPr>
          <p:cNvSpPr txBox="1"/>
          <p:nvPr/>
        </p:nvSpPr>
        <p:spPr>
          <a:xfrm>
            <a:off x="299410" y="862073"/>
            <a:ext cx="9510123" cy="444121"/>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r>
              <a:rPr lang="en-US" altLang="zh-CN" sz="2400" dirty="0">
                <a:solidFill>
                  <a:schemeClr val="tx2">
                    <a:lumMod val="75000"/>
                  </a:schemeClr>
                </a:solidFill>
                <a:latin typeface="微软雅黑" panose="020B0503020204020204" pitchFamily="34" charset="-122"/>
                <a:ea typeface="微软雅黑" panose="020B0503020204020204" pitchFamily="34" charset="-122"/>
              </a:rPr>
              <a:t>• 3.7 </a:t>
            </a:r>
            <a:r>
              <a:rPr lang="zh-CN" altLang="en-US" sz="2400" dirty="0">
                <a:solidFill>
                  <a:schemeClr val="tx2">
                    <a:lumMod val="75000"/>
                  </a:schemeClr>
                </a:solidFill>
                <a:latin typeface="微软雅黑" panose="020B0503020204020204" pitchFamily="34" charset="-122"/>
                <a:ea typeface="微软雅黑" panose="020B0503020204020204" pitchFamily="34" charset="-122"/>
              </a:rPr>
              <a:t>奖励函数设计与强化学习闭环更新</a:t>
            </a:r>
          </a:p>
        </p:txBody>
      </p:sp>
      <p:sp>
        <p:nvSpPr>
          <p:cNvPr id="2" name="矩形: 圆角 1">
            <a:extLst>
              <a:ext uri="{FF2B5EF4-FFF2-40B4-BE49-F238E27FC236}">
                <a16:creationId xmlns:a16="http://schemas.microsoft.com/office/drawing/2014/main" id="{73692679-E322-30A6-AA5F-839086785FDA}"/>
              </a:ext>
            </a:extLst>
          </p:cNvPr>
          <p:cNvSpPr/>
          <p:nvPr/>
        </p:nvSpPr>
        <p:spPr>
          <a:xfrm>
            <a:off x="337131" y="1393692"/>
            <a:ext cx="3414812" cy="2258911"/>
          </a:xfrm>
          <a:prstGeom prst="roundRect">
            <a:avLst>
              <a:gd name="adj" fmla="val 3510"/>
            </a:avLst>
          </a:prstGeom>
          <a:no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3" name="矩形: 圆角 2">
            <a:extLst>
              <a:ext uri="{FF2B5EF4-FFF2-40B4-BE49-F238E27FC236}">
                <a16:creationId xmlns:a16="http://schemas.microsoft.com/office/drawing/2014/main" id="{4D829E0E-EDA2-EFAC-9400-4F6ECA991BBD}"/>
              </a:ext>
            </a:extLst>
          </p:cNvPr>
          <p:cNvSpPr/>
          <p:nvPr/>
        </p:nvSpPr>
        <p:spPr>
          <a:xfrm>
            <a:off x="337132" y="6302146"/>
            <a:ext cx="11512984" cy="461156"/>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奖励函数将周期、平滑性与资源访问反馈转化为学习信号，驱动动态资源池与分层策略形成闭环优化</a:t>
            </a:r>
          </a:p>
        </p:txBody>
      </p:sp>
      <p:sp>
        <p:nvSpPr>
          <p:cNvPr id="5" name="矩形: 圆角 4">
            <a:extLst>
              <a:ext uri="{FF2B5EF4-FFF2-40B4-BE49-F238E27FC236}">
                <a16:creationId xmlns:a16="http://schemas.microsoft.com/office/drawing/2014/main" id="{7D359C2F-7746-5162-757D-804EB8472964}"/>
              </a:ext>
            </a:extLst>
          </p:cNvPr>
          <p:cNvSpPr/>
          <p:nvPr/>
        </p:nvSpPr>
        <p:spPr>
          <a:xfrm>
            <a:off x="7680325" y="1393692"/>
            <a:ext cx="4169791" cy="2258911"/>
          </a:xfrm>
          <a:prstGeom prst="roundRect">
            <a:avLst>
              <a:gd name="adj" fmla="val 3510"/>
            </a:avLst>
          </a:prstGeom>
          <a:no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6" name="矩形: 圆角 5">
            <a:extLst>
              <a:ext uri="{FF2B5EF4-FFF2-40B4-BE49-F238E27FC236}">
                <a16:creationId xmlns:a16="http://schemas.microsoft.com/office/drawing/2014/main" id="{41AB6676-A530-007C-8424-3FE4033141B8}"/>
              </a:ext>
            </a:extLst>
          </p:cNvPr>
          <p:cNvSpPr/>
          <p:nvPr/>
        </p:nvSpPr>
        <p:spPr>
          <a:xfrm>
            <a:off x="4013201" y="1393691"/>
            <a:ext cx="3414812" cy="2258911"/>
          </a:xfrm>
          <a:prstGeom prst="roundRect">
            <a:avLst>
              <a:gd name="adj" fmla="val 3510"/>
            </a:avLst>
          </a:prstGeom>
          <a:no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12" name="矩形: 圆角 11">
            <a:extLst>
              <a:ext uri="{FF2B5EF4-FFF2-40B4-BE49-F238E27FC236}">
                <a16:creationId xmlns:a16="http://schemas.microsoft.com/office/drawing/2014/main" id="{A0F0A38D-2FAE-598D-5014-A05C23012359}"/>
              </a:ext>
            </a:extLst>
          </p:cNvPr>
          <p:cNvSpPr/>
          <p:nvPr/>
        </p:nvSpPr>
        <p:spPr>
          <a:xfrm>
            <a:off x="337131" y="3847919"/>
            <a:ext cx="11512984" cy="2258911"/>
          </a:xfrm>
          <a:prstGeom prst="roundRect">
            <a:avLst>
              <a:gd name="adj" fmla="val 3510"/>
            </a:avLst>
          </a:prstGeom>
          <a:no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13" name="文本框 12">
            <a:extLst>
              <a:ext uri="{FF2B5EF4-FFF2-40B4-BE49-F238E27FC236}">
                <a16:creationId xmlns:a16="http://schemas.microsoft.com/office/drawing/2014/main" id="{540AFF7C-6C66-02A2-E3BA-1CFF31D4DE85}"/>
              </a:ext>
            </a:extLst>
          </p:cNvPr>
          <p:cNvSpPr txBox="1"/>
          <p:nvPr/>
        </p:nvSpPr>
        <p:spPr>
          <a:xfrm>
            <a:off x="341884" y="1371919"/>
            <a:ext cx="3410059" cy="482080"/>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gn="ctr">
              <a:lnSpc>
                <a:spcPct val="150000"/>
              </a:lnSpc>
            </a:pPr>
            <a:r>
              <a:rPr lang="zh-CN" altLang="en-US" sz="2000" dirty="0">
                <a:solidFill>
                  <a:schemeClr val="bg1"/>
                </a:solidFill>
                <a:latin typeface="微软雅黑" panose="020B0503020204020204" pitchFamily="34" charset="-122"/>
                <a:ea typeface="微软雅黑" panose="020B0503020204020204" pitchFamily="34" charset="-122"/>
              </a:rPr>
              <a:t>优化目标对齐</a:t>
            </a:r>
          </a:p>
        </p:txBody>
      </p:sp>
      <p:sp>
        <p:nvSpPr>
          <p:cNvPr id="16" name="文本框 15">
            <a:extLst>
              <a:ext uri="{FF2B5EF4-FFF2-40B4-BE49-F238E27FC236}">
                <a16:creationId xmlns:a16="http://schemas.microsoft.com/office/drawing/2014/main" id="{84E1CA92-77F9-EA86-BBBD-6A1E0621BA1C}"/>
              </a:ext>
            </a:extLst>
          </p:cNvPr>
          <p:cNvSpPr txBox="1"/>
          <p:nvPr/>
        </p:nvSpPr>
        <p:spPr>
          <a:xfrm>
            <a:off x="4013201" y="1365499"/>
            <a:ext cx="3410058" cy="482080"/>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gn="ctr">
              <a:lnSpc>
                <a:spcPct val="150000"/>
              </a:lnSpc>
            </a:pPr>
            <a:r>
              <a:rPr lang="zh-CN" altLang="en-US" sz="2000" dirty="0">
                <a:solidFill>
                  <a:schemeClr val="bg1"/>
                </a:solidFill>
                <a:latin typeface="微软雅黑" panose="020B0503020204020204" pitchFamily="34" charset="-122"/>
                <a:ea typeface="微软雅黑" panose="020B0503020204020204" pitchFamily="34" charset="-122"/>
              </a:rPr>
              <a:t>奖励函数结构</a:t>
            </a:r>
          </a:p>
        </p:txBody>
      </p:sp>
      <p:sp>
        <p:nvSpPr>
          <p:cNvPr id="18" name="文本框 17">
            <a:extLst>
              <a:ext uri="{FF2B5EF4-FFF2-40B4-BE49-F238E27FC236}">
                <a16:creationId xmlns:a16="http://schemas.microsoft.com/office/drawing/2014/main" id="{F71CE661-0664-5C31-395D-5FFE05E69C3D}"/>
              </a:ext>
            </a:extLst>
          </p:cNvPr>
          <p:cNvSpPr txBox="1"/>
          <p:nvPr/>
        </p:nvSpPr>
        <p:spPr>
          <a:xfrm>
            <a:off x="7684517" y="1365499"/>
            <a:ext cx="4165598" cy="482080"/>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gn="ctr">
              <a:lnSpc>
                <a:spcPct val="150000"/>
              </a:lnSpc>
            </a:pPr>
            <a:r>
              <a:rPr lang="zh-CN" altLang="en-US" sz="2000" dirty="0">
                <a:solidFill>
                  <a:schemeClr val="bg1"/>
                </a:solidFill>
                <a:latin typeface="微软雅黑" panose="020B0503020204020204" pitchFamily="34" charset="-122"/>
                <a:ea typeface="微软雅黑" panose="020B0503020204020204" pitchFamily="34" charset="-122"/>
              </a:rPr>
              <a:t>资源访问反馈项</a:t>
            </a:r>
          </a:p>
        </p:txBody>
      </p:sp>
      <p:sp>
        <p:nvSpPr>
          <p:cNvPr id="20" name="文本框 19">
            <a:extLst>
              <a:ext uri="{FF2B5EF4-FFF2-40B4-BE49-F238E27FC236}">
                <a16:creationId xmlns:a16="http://schemas.microsoft.com/office/drawing/2014/main" id="{4EAAAE0B-176D-6764-8AA9-52F0B90DF84D}"/>
              </a:ext>
            </a:extLst>
          </p:cNvPr>
          <p:cNvSpPr txBox="1"/>
          <p:nvPr/>
        </p:nvSpPr>
        <p:spPr>
          <a:xfrm>
            <a:off x="337130" y="3808268"/>
            <a:ext cx="3414811" cy="482080"/>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gn="ctr">
              <a:lnSpc>
                <a:spcPct val="150000"/>
              </a:lnSpc>
            </a:pPr>
            <a:r>
              <a:rPr lang="zh-CN" altLang="en-US" sz="2000" dirty="0">
                <a:solidFill>
                  <a:schemeClr val="bg1"/>
                </a:solidFill>
                <a:latin typeface="微软雅黑" panose="020B0503020204020204" pitchFamily="34" charset="-122"/>
                <a:ea typeface="微软雅黑" panose="020B0503020204020204" pitchFamily="34" charset="-122"/>
              </a:rPr>
              <a:t>强化学习闭环更新</a:t>
            </a:r>
          </a:p>
        </p:txBody>
      </p:sp>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BF83D58C-FC2C-051A-5F7D-CD97DD37B6FE}"/>
                  </a:ext>
                </a:extLst>
              </p:cNvPr>
              <p:cNvSpPr txBox="1"/>
              <p:nvPr/>
            </p:nvSpPr>
            <p:spPr>
              <a:xfrm>
                <a:off x="523241" y="1869351"/>
                <a:ext cx="3799902" cy="359867"/>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14:m>
                  <m:oMath xmlns:m="http://schemas.openxmlformats.org/officeDocument/2006/math">
                    <m:r>
                      <a:rPr lang="en-US" altLang="zh-CN" sz="1400" i="1" dirty="0">
                        <a:solidFill>
                          <a:schemeClr val="tx1"/>
                        </a:solidFill>
                        <a:latin typeface="Cambria Math" panose="02040503050406030204" pitchFamily="18" charset="0"/>
                        <a:ea typeface="微软雅黑" panose="020B0503020204020204" pitchFamily="34" charset="-122"/>
                      </a:rPr>
                      <m:t>•</m:t>
                    </m:r>
                    <m:r>
                      <a:rPr lang="en-US" altLang="zh-CN" sz="1400" b="1" i="1" dirty="0" smtClean="0">
                        <a:solidFill>
                          <a:schemeClr val="tx1"/>
                        </a:solidFill>
                        <a:latin typeface="Cambria Math" panose="02040503050406030204" pitchFamily="18" charset="0"/>
                        <a:ea typeface="微软雅黑" panose="020B0503020204020204" pitchFamily="34" charset="-122"/>
                      </a:rPr>
                      <m:t> </m:t>
                    </m:r>
                  </m:oMath>
                </a14:m>
                <a:r>
                  <a:rPr lang="zh-CN" altLang="en-US" sz="1400" dirty="0">
                    <a:solidFill>
                      <a:schemeClr val="tx1"/>
                    </a:solidFill>
                    <a:ea typeface="微软雅黑" panose="020B0503020204020204" pitchFamily="34" charset="-122"/>
                  </a:rPr>
                  <a:t>缩短扰动恢复周期：</a:t>
                </a:r>
                <a:endParaRPr lang="zh-CN" altLang="en-US" sz="140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15" name="文本框 14">
                <a:extLst>
                  <a:ext uri="{FF2B5EF4-FFF2-40B4-BE49-F238E27FC236}">
                    <a16:creationId xmlns:a16="http://schemas.microsoft.com/office/drawing/2014/main" id="{BF83D58C-FC2C-051A-5F7D-CD97DD37B6FE}"/>
                  </a:ext>
                </a:extLst>
              </p:cNvPr>
              <p:cNvSpPr txBox="1">
                <a:spLocks noRot="1" noChangeAspect="1" noMove="1" noResize="1" noEditPoints="1" noAdjustHandles="1" noChangeArrowheads="1" noChangeShapeType="1" noTextEdit="1"/>
              </p:cNvSpPr>
              <p:nvPr/>
            </p:nvSpPr>
            <p:spPr>
              <a:xfrm>
                <a:off x="523241" y="1869351"/>
                <a:ext cx="3799902" cy="359867"/>
              </a:xfrm>
              <a:prstGeom prst="rect">
                <a:avLst/>
              </a:prstGeom>
              <a:blipFill>
                <a:blip r:embed="rId4"/>
                <a:stretch>
                  <a:fillRect b="-18644"/>
                </a:stretch>
              </a:blipFill>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6D23FE8C-3B6F-ACFF-0569-8780992DFC9A}"/>
                  </a:ext>
                </a:extLst>
              </p:cNvPr>
              <p:cNvSpPr txBox="1"/>
              <p:nvPr/>
            </p:nvSpPr>
            <p:spPr>
              <a:xfrm>
                <a:off x="532426" y="2153572"/>
                <a:ext cx="4949598" cy="497405"/>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14:m>
                  <m:oMathPara xmlns:m="http://schemas.openxmlformats.org/officeDocument/2006/math">
                    <m:oMathParaPr>
                      <m:jc m:val="left"/>
                    </m:oMathParaPr>
                    <m:oMath xmlns:m="http://schemas.openxmlformats.org/officeDocument/2006/math">
                      <m:sSub>
                        <m:sSubPr>
                          <m:ctrlPr>
                            <a:rPr lang="en-US" altLang="zh-CN" sz="1400" i="1" dirty="0">
                              <a:solidFill>
                                <a:schemeClr val="tx1"/>
                              </a:solidFill>
                              <a:latin typeface="Cambria Math" panose="02040503050406030204" pitchFamily="18" charset="0"/>
                              <a:ea typeface="微软雅黑" panose="020B0503020204020204" pitchFamily="34" charset="-122"/>
                            </a:rPr>
                          </m:ctrlPr>
                        </m:sSubPr>
                        <m:e>
                          <m:r>
                            <a:rPr lang="en-US" altLang="zh-CN" sz="1400" i="1" dirty="0">
                              <a:solidFill>
                                <a:schemeClr val="tx1"/>
                              </a:solidFill>
                              <a:latin typeface="Cambria Math" panose="02040503050406030204" pitchFamily="18" charset="0"/>
                              <a:ea typeface="微软雅黑" panose="020B0503020204020204" pitchFamily="34" charset="-122"/>
                            </a:rPr>
                            <m:t>𝑪</m:t>
                          </m:r>
                        </m:e>
                        <m:sub>
                          <m:r>
                            <a:rPr lang="en-US" altLang="zh-CN" sz="1400" i="1" dirty="0">
                              <a:solidFill>
                                <a:schemeClr val="tx1"/>
                              </a:solidFill>
                              <a:latin typeface="Cambria Math" panose="02040503050406030204" pitchFamily="18" charset="0"/>
                              <a:ea typeface="微软雅黑" panose="020B0503020204020204" pitchFamily="34" charset="-122"/>
                            </a:rPr>
                            <m:t>𝑻𝒂𝒌𝒕</m:t>
                          </m:r>
                        </m:sub>
                      </m:sSub>
                      <m:r>
                        <a:rPr lang="en-US" altLang="zh-CN" sz="1400" i="1" dirty="0">
                          <a:solidFill>
                            <a:schemeClr val="tx1"/>
                          </a:solidFill>
                          <a:latin typeface="Cambria Math" panose="02040503050406030204" pitchFamily="18" charset="0"/>
                          <a:ea typeface="微软雅黑" panose="020B0503020204020204" pitchFamily="34" charset="-122"/>
                        </a:rPr>
                        <m:t>=</m:t>
                      </m:r>
                      <m:func>
                        <m:funcPr>
                          <m:ctrlPr>
                            <a:rPr lang="en-US" altLang="zh-CN" sz="1400" i="1" dirty="0">
                              <a:solidFill>
                                <a:schemeClr val="tx1"/>
                              </a:solidFill>
                              <a:latin typeface="Cambria Math" panose="02040503050406030204" pitchFamily="18" charset="0"/>
                              <a:ea typeface="微软雅黑" panose="020B0503020204020204" pitchFamily="34" charset="-122"/>
                            </a:rPr>
                          </m:ctrlPr>
                        </m:funcPr>
                        <m:fName>
                          <m:limLow>
                            <m:limLowPr>
                              <m:ctrlPr>
                                <a:rPr lang="en-US" altLang="zh-CN" sz="1400" i="1" dirty="0">
                                  <a:solidFill>
                                    <a:schemeClr val="tx1"/>
                                  </a:solidFill>
                                  <a:latin typeface="Cambria Math" panose="02040503050406030204" pitchFamily="18" charset="0"/>
                                  <a:ea typeface="微软雅黑" panose="020B0503020204020204" pitchFamily="34" charset="-122"/>
                                </a:rPr>
                              </m:ctrlPr>
                            </m:limLowPr>
                            <m:e>
                              <m:r>
                                <m:rPr>
                                  <m:sty m:val="p"/>
                                </m:rPr>
                                <a:rPr lang="en-US" altLang="zh-CN" sz="1400" i="0" dirty="0">
                                  <a:solidFill>
                                    <a:schemeClr val="tx1"/>
                                  </a:solidFill>
                                  <a:latin typeface="Cambria Math" panose="02040503050406030204" pitchFamily="18" charset="0"/>
                                  <a:ea typeface="微软雅黑" panose="020B0503020204020204" pitchFamily="34" charset="-122"/>
                                </a:rPr>
                                <m:t>max</m:t>
                              </m:r>
                            </m:e>
                            <m:lim>
                              <m:r>
                                <a:rPr lang="en-US" altLang="zh-CN" sz="1400" i="1" dirty="0">
                                  <a:solidFill>
                                    <a:schemeClr val="tx1"/>
                                  </a:solidFill>
                                  <a:latin typeface="Cambria Math" panose="02040503050406030204" pitchFamily="18" charset="0"/>
                                  <a:ea typeface="微软雅黑" panose="020B0503020204020204" pitchFamily="34" charset="-122"/>
                                </a:rPr>
                                <m:t>𝒔</m:t>
                              </m:r>
                              <m:r>
                                <a:rPr lang="en-US" altLang="zh-CN" sz="1400" i="1" dirty="0">
                                  <a:solidFill>
                                    <a:schemeClr val="tx1"/>
                                  </a:solidFill>
                                  <a:latin typeface="Cambria Math" panose="02040503050406030204" pitchFamily="18" charset="0"/>
                                  <a:ea typeface="微软雅黑" panose="020B0503020204020204" pitchFamily="34" charset="-122"/>
                                </a:rPr>
                                <m:t>∈</m:t>
                              </m:r>
                              <m:r>
                                <a:rPr lang="en-US" altLang="zh-CN" sz="1400" i="1" dirty="0">
                                  <a:solidFill>
                                    <a:schemeClr val="tx1"/>
                                  </a:solidFill>
                                  <a:latin typeface="Cambria Math" panose="02040503050406030204" pitchFamily="18" charset="0"/>
                                  <a:ea typeface="微软雅黑" panose="020B0503020204020204" pitchFamily="34" charset="-122"/>
                                </a:rPr>
                                <m:t>𝓢</m:t>
                              </m:r>
                            </m:lim>
                          </m:limLow>
                        </m:fName>
                        <m:e>
                          <m:sSub>
                            <m:sSubPr>
                              <m:ctrlPr>
                                <a:rPr lang="en-US" altLang="zh-CN" sz="1400" i="1" dirty="0">
                                  <a:solidFill>
                                    <a:schemeClr val="tx1"/>
                                  </a:solidFill>
                                  <a:latin typeface="Cambria Math" panose="02040503050406030204" pitchFamily="18" charset="0"/>
                                  <a:ea typeface="微软雅黑" panose="020B0503020204020204" pitchFamily="34" charset="-122"/>
                                </a:rPr>
                              </m:ctrlPr>
                            </m:sSubPr>
                            <m:e>
                              <m:r>
                                <a:rPr lang="en-US" altLang="zh-CN" sz="1400" i="1" dirty="0">
                                  <a:solidFill>
                                    <a:schemeClr val="tx1"/>
                                  </a:solidFill>
                                  <a:latin typeface="Cambria Math" panose="02040503050406030204" pitchFamily="18" charset="0"/>
                                  <a:ea typeface="微软雅黑" panose="020B0503020204020204" pitchFamily="34" charset="-122"/>
                                </a:rPr>
                                <m:t>𝑪</m:t>
                              </m:r>
                            </m:e>
                            <m:sub>
                              <m:r>
                                <a:rPr lang="en-US" altLang="zh-CN" sz="1400" i="1" dirty="0">
                                  <a:solidFill>
                                    <a:schemeClr val="tx1"/>
                                  </a:solidFill>
                                  <a:latin typeface="Cambria Math" panose="02040503050406030204" pitchFamily="18" charset="0"/>
                                  <a:ea typeface="微软雅黑" panose="020B0503020204020204" pitchFamily="34" charset="-122"/>
                                </a:rPr>
                                <m:t>𝒔</m:t>
                              </m:r>
                            </m:sub>
                          </m:sSub>
                        </m:e>
                      </m:func>
                    </m:oMath>
                  </m:oMathPara>
                </a14:m>
                <a:endParaRPr lang="zh-CN" altLang="en-US" sz="140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22" name="文本框 21">
                <a:extLst>
                  <a:ext uri="{FF2B5EF4-FFF2-40B4-BE49-F238E27FC236}">
                    <a16:creationId xmlns:a16="http://schemas.microsoft.com/office/drawing/2014/main" id="{6D23FE8C-3B6F-ACFF-0569-8780992DFC9A}"/>
                  </a:ext>
                </a:extLst>
              </p:cNvPr>
              <p:cNvSpPr txBox="1">
                <a:spLocks noRot="1" noChangeAspect="1" noMove="1" noResize="1" noEditPoints="1" noAdjustHandles="1" noChangeArrowheads="1" noChangeShapeType="1" noTextEdit="1"/>
              </p:cNvSpPr>
              <p:nvPr/>
            </p:nvSpPr>
            <p:spPr>
              <a:xfrm>
                <a:off x="532426" y="2153572"/>
                <a:ext cx="4949598" cy="497405"/>
              </a:xfrm>
              <a:prstGeom prst="rect">
                <a:avLst/>
              </a:prstGeom>
              <a:blipFill>
                <a:blip r:embed="rId5"/>
                <a:stretch>
                  <a:fillRect/>
                </a:stretch>
              </a:blipFill>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59613C1C-F80E-4273-9726-16D7B1F4EB44}"/>
                  </a:ext>
                </a:extLst>
              </p:cNvPr>
              <p:cNvSpPr txBox="1"/>
              <p:nvPr/>
            </p:nvSpPr>
            <p:spPr>
              <a:xfrm>
                <a:off x="532426" y="2642073"/>
                <a:ext cx="1878876" cy="359867"/>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14:m>
                  <m:oMath xmlns:m="http://schemas.openxmlformats.org/officeDocument/2006/math">
                    <m:r>
                      <a:rPr lang="en-US" altLang="zh-CN" sz="1400" i="1" dirty="0">
                        <a:solidFill>
                          <a:schemeClr val="tx1"/>
                        </a:solidFill>
                        <a:latin typeface="Cambria Math" panose="02040503050406030204" pitchFamily="18" charset="0"/>
                        <a:ea typeface="微软雅黑" panose="020B0503020204020204" pitchFamily="34" charset="-122"/>
                      </a:rPr>
                      <m:t>•</m:t>
                    </m:r>
                  </m:oMath>
                </a14:m>
                <a:r>
                  <a:rPr lang="zh-CN" altLang="en-US" sz="1400" dirty="0">
                    <a:solidFill>
                      <a:schemeClr val="tx1"/>
                    </a:solidFill>
                    <a:ea typeface="微软雅黑" panose="020B0503020204020204" pitchFamily="34" charset="-122"/>
                  </a:rPr>
                  <a:t>降低站位恢复不均衡：</a:t>
                </a:r>
                <a:endParaRPr lang="zh-CN" altLang="en-US" sz="140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23" name="文本框 22">
                <a:extLst>
                  <a:ext uri="{FF2B5EF4-FFF2-40B4-BE49-F238E27FC236}">
                    <a16:creationId xmlns:a16="http://schemas.microsoft.com/office/drawing/2014/main" id="{59613C1C-F80E-4273-9726-16D7B1F4EB44}"/>
                  </a:ext>
                </a:extLst>
              </p:cNvPr>
              <p:cNvSpPr txBox="1">
                <a:spLocks noRot="1" noChangeAspect="1" noMove="1" noResize="1" noEditPoints="1" noAdjustHandles="1" noChangeArrowheads="1" noChangeShapeType="1" noTextEdit="1"/>
              </p:cNvSpPr>
              <p:nvPr/>
            </p:nvSpPr>
            <p:spPr>
              <a:xfrm>
                <a:off x="532426" y="2642073"/>
                <a:ext cx="1878876" cy="359867"/>
              </a:xfrm>
              <a:prstGeom prst="rect">
                <a:avLst/>
              </a:prstGeom>
              <a:blipFill>
                <a:blip r:embed="rId6"/>
                <a:stretch>
                  <a:fillRect r="-11327" b="-18644"/>
                </a:stretch>
              </a:blipFill>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D73EFD05-D9C2-8629-D972-0FF0FD1F8BFE}"/>
                  </a:ext>
                </a:extLst>
              </p:cNvPr>
              <p:cNvSpPr txBox="1"/>
              <p:nvPr/>
            </p:nvSpPr>
            <p:spPr>
              <a:xfrm>
                <a:off x="532426" y="2635840"/>
                <a:ext cx="4949598" cy="1029602"/>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14:m>
                  <m:oMathPara xmlns:m="http://schemas.openxmlformats.org/officeDocument/2006/math">
                    <m:oMathParaPr>
                      <m:jc m:val="left"/>
                    </m:oMathParaPr>
                    <m:oMath xmlns:m="http://schemas.openxmlformats.org/officeDocument/2006/math">
                      <m:sSub>
                        <m:sSubPr>
                          <m:ctrlPr>
                            <a:rPr lang="en-US" altLang="zh-CN" sz="1400" i="1" dirty="0" smtClean="0">
                              <a:solidFill>
                                <a:schemeClr val="tx1"/>
                              </a:solidFill>
                              <a:latin typeface="Cambria Math" panose="02040503050406030204" pitchFamily="18" charset="0"/>
                              <a:ea typeface="微软雅黑" panose="020B0503020204020204" pitchFamily="34" charset="-122"/>
                            </a:rPr>
                          </m:ctrlPr>
                        </m:sSubPr>
                        <m:e>
                          <m:r>
                            <a:rPr lang="en-US" altLang="zh-CN" sz="1400" i="1" dirty="0">
                              <a:solidFill>
                                <a:schemeClr val="tx1"/>
                              </a:solidFill>
                              <a:latin typeface="Cambria Math" panose="02040503050406030204" pitchFamily="18" charset="0"/>
                              <a:ea typeface="微软雅黑" panose="020B0503020204020204" pitchFamily="34" charset="-122"/>
                            </a:rPr>
                            <m:t>𝑰</m:t>
                          </m:r>
                        </m:e>
                        <m:sub>
                          <m:r>
                            <m:rPr>
                              <m:nor/>
                            </m:rPr>
                            <a:rPr lang="en-US" altLang="zh-CN" sz="1400" i="0" dirty="0">
                              <a:solidFill>
                                <a:schemeClr val="tx1"/>
                              </a:solidFill>
                              <a:latin typeface="Cambria Math" panose="02040503050406030204" pitchFamily="18" charset="0"/>
                              <a:ea typeface="微软雅黑" panose="020B0503020204020204" pitchFamily="34" charset="-122"/>
                            </a:rPr>
                            <m:t>smooth</m:t>
                          </m:r>
                        </m:sub>
                      </m:sSub>
                      <m:r>
                        <a:rPr lang="en-US" altLang="zh-CN" sz="1400" i="1" dirty="0">
                          <a:solidFill>
                            <a:schemeClr val="tx1"/>
                          </a:solidFill>
                          <a:latin typeface="Cambria Math" panose="02040503050406030204" pitchFamily="18" charset="0"/>
                          <a:ea typeface="微软雅黑" panose="020B0503020204020204" pitchFamily="34" charset="-122"/>
                        </a:rPr>
                        <m:t>=</m:t>
                      </m:r>
                      <m:rad>
                        <m:radPr>
                          <m:degHide m:val="on"/>
                          <m:ctrlPr>
                            <a:rPr lang="en-US" altLang="zh-CN" sz="1400" i="1" dirty="0">
                              <a:solidFill>
                                <a:schemeClr val="tx1"/>
                              </a:solidFill>
                              <a:latin typeface="Cambria Math" panose="02040503050406030204" pitchFamily="18" charset="0"/>
                              <a:ea typeface="微软雅黑" panose="020B0503020204020204" pitchFamily="34" charset="-122"/>
                            </a:rPr>
                          </m:ctrlPr>
                        </m:radPr>
                        <m:deg/>
                        <m:e>
                          <m:nary>
                            <m:naryPr>
                              <m:chr m:val="∑"/>
                              <m:supHide m:val="on"/>
                              <m:ctrlPr>
                                <a:rPr lang="en-US" altLang="zh-CN" sz="1400" i="1" dirty="0">
                                  <a:solidFill>
                                    <a:schemeClr val="tx1"/>
                                  </a:solidFill>
                                  <a:latin typeface="Cambria Math" panose="02040503050406030204" pitchFamily="18" charset="0"/>
                                  <a:ea typeface="微软雅黑" panose="020B0503020204020204" pitchFamily="34" charset="-122"/>
                                </a:rPr>
                              </m:ctrlPr>
                            </m:naryPr>
                            <m:sub>
                              <m:r>
                                <a:rPr lang="en-US" altLang="zh-CN" sz="1400" i="1" dirty="0">
                                  <a:solidFill>
                                    <a:schemeClr val="tx1"/>
                                  </a:solidFill>
                                  <a:latin typeface="Cambria Math" panose="02040503050406030204" pitchFamily="18" charset="0"/>
                                  <a:ea typeface="微软雅黑" panose="020B0503020204020204" pitchFamily="34" charset="-122"/>
                                </a:rPr>
                                <m:t>𝒔</m:t>
                              </m:r>
                              <m:r>
                                <a:rPr lang="en-US" altLang="zh-CN" sz="1400" i="1" dirty="0">
                                  <a:solidFill>
                                    <a:schemeClr val="tx1"/>
                                  </a:solidFill>
                                  <a:latin typeface="Cambria Math" panose="02040503050406030204" pitchFamily="18" charset="0"/>
                                  <a:ea typeface="微软雅黑" panose="020B0503020204020204" pitchFamily="34" charset="-122"/>
                                </a:rPr>
                                <m:t>∈</m:t>
                              </m:r>
                              <m:r>
                                <a:rPr lang="en-US" altLang="zh-CN" sz="1400" i="1" dirty="0">
                                  <a:solidFill>
                                    <a:schemeClr val="tx1"/>
                                  </a:solidFill>
                                  <a:latin typeface="Cambria Math" panose="02040503050406030204" pitchFamily="18" charset="0"/>
                                  <a:ea typeface="微软雅黑" panose="020B0503020204020204" pitchFamily="34" charset="-122"/>
                                </a:rPr>
                                <m:t>𝓢</m:t>
                              </m:r>
                            </m:sub>
                            <m:sup/>
                            <m:e>
                              <m:sSup>
                                <m:sSupPr>
                                  <m:ctrlPr>
                                    <a:rPr lang="en-US" altLang="zh-CN" sz="1400" i="1" dirty="0">
                                      <a:solidFill>
                                        <a:schemeClr val="tx1"/>
                                      </a:solidFill>
                                      <a:latin typeface="Cambria Math" panose="02040503050406030204" pitchFamily="18" charset="0"/>
                                      <a:ea typeface="微软雅黑" panose="020B0503020204020204" pitchFamily="34" charset="-122"/>
                                    </a:rPr>
                                  </m:ctrlPr>
                                </m:sSupPr>
                                <m:e>
                                  <m:d>
                                    <m:dPr>
                                      <m:ctrlPr>
                                        <a:rPr lang="en-US" altLang="zh-CN" sz="1400" i="1" dirty="0">
                                          <a:solidFill>
                                            <a:schemeClr val="tx1"/>
                                          </a:solidFill>
                                          <a:latin typeface="Cambria Math" panose="02040503050406030204" pitchFamily="18" charset="0"/>
                                          <a:ea typeface="微软雅黑" panose="020B0503020204020204" pitchFamily="34" charset="-122"/>
                                        </a:rPr>
                                      </m:ctrlPr>
                                    </m:dPr>
                                    <m:e>
                                      <m:sSub>
                                        <m:sSubPr>
                                          <m:ctrlPr>
                                            <a:rPr lang="en-US" altLang="zh-CN" sz="1400" i="1" dirty="0">
                                              <a:solidFill>
                                                <a:schemeClr val="tx1"/>
                                              </a:solidFill>
                                              <a:latin typeface="Cambria Math" panose="02040503050406030204" pitchFamily="18" charset="0"/>
                                              <a:ea typeface="微软雅黑" panose="020B0503020204020204" pitchFamily="34" charset="-122"/>
                                            </a:rPr>
                                          </m:ctrlPr>
                                        </m:sSubPr>
                                        <m:e>
                                          <m:r>
                                            <a:rPr lang="en-US" altLang="zh-CN" sz="1400" i="1" dirty="0">
                                              <a:solidFill>
                                                <a:schemeClr val="tx1"/>
                                              </a:solidFill>
                                              <a:latin typeface="Cambria Math" panose="02040503050406030204" pitchFamily="18" charset="0"/>
                                              <a:ea typeface="微软雅黑" panose="020B0503020204020204" pitchFamily="34" charset="-122"/>
                                            </a:rPr>
                                            <m:t>𝑪</m:t>
                                          </m:r>
                                        </m:e>
                                        <m:sub>
                                          <m:r>
                                            <a:rPr lang="en-US" altLang="zh-CN" sz="1400" i="1" dirty="0">
                                              <a:solidFill>
                                                <a:schemeClr val="tx1"/>
                                              </a:solidFill>
                                              <a:latin typeface="Cambria Math" panose="02040503050406030204" pitchFamily="18" charset="0"/>
                                              <a:ea typeface="微软雅黑" panose="020B0503020204020204" pitchFamily="34" charset="-122"/>
                                            </a:rPr>
                                            <m:t>𝑻𝒂𝒌𝒕</m:t>
                                          </m:r>
                                        </m:sub>
                                      </m:sSub>
                                      <m:r>
                                        <a:rPr lang="en-US" altLang="zh-CN" sz="1400" i="1" dirty="0">
                                          <a:solidFill>
                                            <a:schemeClr val="tx1"/>
                                          </a:solidFill>
                                          <a:latin typeface="Cambria Math" panose="02040503050406030204" pitchFamily="18" charset="0"/>
                                          <a:ea typeface="微软雅黑" panose="020B0503020204020204" pitchFamily="34" charset="-122"/>
                                        </a:rPr>
                                        <m:t>−</m:t>
                                      </m:r>
                                      <m:sSub>
                                        <m:sSubPr>
                                          <m:ctrlPr>
                                            <a:rPr lang="en-US" altLang="zh-CN" sz="1400" i="1" dirty="0">
                                              <a:solidFill>
                                                <a:schemeClr val="tx1"/>
                                              </a:solidFill>
                                              <a:latin typeface="Cambria Math" panose="02040503050406030204" pitchFamily="18" charset="0"/>
                                              <a:ea typeface="微软雅黑" panose="020B0503020204020204" pitchFamily="34" charset="-122"/>
                                            </a:rPr>
                                          </m:ctrlPr>
                                        </m:sSubPr>
                                        <m:e>
                                          <m:r>
                                            <a:rPr lang="en-US" altLang="zh-CN" sz="1400" i="1" dirty="0">
                                              <a:solidFill>
                                                <a:schemeClr val="tx1"/>
                                              </a:solidFill>
                                              <a:latin typeface="Cambria Math" panose="02040503050406030204" pitchFamily="18" charset="0"/>
                                              <a:ea typeface="微软雅黑" panose="020B0503020204020204" pitchFamily="34" charset="-122"/>
                                            </a:rPr>
                                            <m:t>𝑪</m:t>
                                          </m:r>
                                        </m:e>
                                        <m:sub>
                                          <m:r>
                                            <a:rPr lang="en-US" altLang="zh-CN" sz="1400" i="1" dirty="0">
                                              <a:solidFill>
                                                <a:schemeClr val="tx1"/>
                                              </a:solidFill>
                                              <a:latin typeface="Cambria Math" panose="02040503050406030204" pitchFamily="18" charset="0"/>
                                              <a:ea typeface="微软雅黑" panose="020B0503020204020204" pitchFamily="34" charset="-122"/>
                                            </a:rPr>
                                            <m:t>𝒔</m:t>
                                          </m:r>
                                        </m:sub>
                                      </m:sSub>
                                    </m:e>
                                  </m:d>
                                </m:e>
                                <m:sup>
                                  <m:r>
                                    <a:rPr lang="en-US" altLang="zh-CN" sz="1400" i="1" dirty="0">
                                      <a:solidFill>
                                        <a:schemeClr val="tx1"/>
                                      </a:solidFill>
                                      <a:latin typeface="Cambria Math" panose="02040503050406030204" pitchFamily="18" charset="0"/>
                                      <a:ea typeface="微软雅黑" panose="020B0503020204020204" pitchFamily="34" charset="-122"/>
                                    </a:rPr>
                                    <m:t>𝟐</m:t>
                                  </m:r>
                                </m:sup>
                              </m:sSup>
                            </m:e>
                          </m:nary>
                        </m:e>
                      </m:rad>
                    </m:oMath>
                  </m:oMathPara>
                </a14:m>
                <a:endParaRPr lang="zh-CN" altLang="en-US" sz="140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24" name="文本框 23">
                <a:extLst>
                  <a:ext uri="{FF2B5EF4-FFF2-40B4-BE49-F238E27FC236}">
                    <a16:creationId xmlns:a16="http://schemas.microsoft.com/office/drawing/2014/main" id="{D73EFD05-D9C2-8629-D972-0FF0FD1F8BFE}"/>
                  </a:ext>
                </a:extLst>
              </p:cNvPr>
              <p:cNvSpPr txBox="1">
                <a:spLocks noRot="1" noChangeAspect="1" noMove="1" noResize="1" noEditPoints="1" noAdjustHandles="1" noChangeArrowheads="1" noChangeShapeType="1" noTextEdit="1"/>
              </p:cNvSpPr>
              <p:nvPr/>
            </p:nvSpPr>
            <p:spPr>
              <a:xfrm>
                <a:off x="532426" y="2635840"/>
                <a:ext cx="4949598" cy="1029602"/>
              </a:xfrm>
              <a:prstGeom prst="rect">
                <a:avLst/>
              </a:prstGeom>
              <a:blipFill>
                <a:blip r:embed="rId7"/>
                <a:stretch>
                  <a:fillRect/>
                </a:stretch>
              </a:blipFill>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DA35880A-835F-9833-844C-DC1B7943B0DD}"/>
                  </a:ext>
                </a:extLst>
              </p:cNvPr>
              <p:cNvSpPr txBox="1"/>
              <p:nvPr/>
            </p:nvSpPr>
            <p:spPr>
              <a:xfrm>
                <a:off x="4176252" y="1914544"/>
                <a:ext cx="2543863" cy="473296"/>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14:m>
                  <m:oMathPara xmlns:m="http://schemas.openxmlformats.org/officeDocument/2006/math">
                    <m:oMathParaPr>
                      <m:jc m:val="left"/>
                    </m:oMathParaPr>
                    <m:oMath xmlns:m="http://schemas.openxmlformats.org/officeDocument/2006/math">
                      <m:r>
                        <a:rPr lang="en-US" altLang="zh-CN" sz="1400" i="1" dirty="0">
                          <a:solidFill>
                            <a:schemeClr val="tx1"/>
                          </a:solidFill>
                          <a:latin typeface="Cambria Math" panose="02040503050406030204" pitchFamily="18" charset="0"/>
                          <a:ea typeface="微软雅黑" panose="020B0503020204020204" pitchFamily="34" charset="-122"/>
                        </a:rPr>
                        <m:t>• </m:t>
                      </m:r>
                      <m:sSub>
                        <m:sSubPr>
                          <m:ctrlPr>
                            <a:rPr lang="en-US" altLang="zh-CN" sz="1400" i="1" dirty="0" smtClean="0">
                              <a:solidFill>
                                <a:schemeClr val="tx1"/>
                              </a:solidFill>
                              <a:latin typeface="Cambria Math" panose="02040503050406030204" pitchFamily="18" charset="0"/>
                              <a:ea typeface="微软雅黑" panose="020B0503020204020204" pitchFamily="34" charset="-122"/>
                            </a:rPr>
                          </m:ctrlPr>
                        </m:sSubPr>
                        <m:e>
                          <m:r>
                            <a:rPr lang="en-US" altLang="zh-CN" sz="1400" i="1" dirty="0">
                              <a:solidFill>
                                <a:schemeClr val="tx1"/>
                              </a:solidFill>
                              <a:latin typeface="Cambria Math" panose="02040503050406030204" pitchFamily="18" charset="0"/>
                              <a:ea typeface="微软雅黑" panose="020B0503020204020204" pitchFamily="34" charset="-122"/>
                            </a:rPr>
                            <m:t>𝒓</m:t>
                          </m:r>
                        </m:e>
                        <m:sub>
                          <m:r>
                            <a:rPr lang="en-US" altLang="zh-CN" sz="1400" i="1" dirty="0">
                              <a:solidFill>
                                <a:schemeClr val="tx1"/>
                              </a:solidFill>
                              <a:latin typeface="Cambria Math" panose="02040503050406030204" pitchFamily="18" charset="0"/>
                              <a:ea typeface="微软雅黑" panose="020B0503020204020204" pitchFamily="34" charset="-122"/>
                            </a:rPr>
                            <m:t>𝒕</m:t>
                          </m:r>
                        </m:sub>
                      </m:sSub>
                      <m:r>
                        <a:rPr lang="en-US" altLang="zh-CN" sz="1400" i="1" dirty="0">
                          <a:solidFill>
                            <a:schemeClr val="tx1"/>
                          </a:solidFill>
                          <a:latin typeface="Cambria Math" panose="02040503050406030204" pitchFamily="18" charset="0"/>
                          <a:ea typeface="微软雅黑" panose="020B0503020204020204" pitchFamily="34" charset="-122"/>
                        </a:rPr>
                        <m:t>=</m:t>
                      </m:r>
                      <m:sSubSup>
                        <m:sSubSupPr>
                          <m:ctrlPr>
                            <a:rPr lang="en-US" altLang="zh-CN" sz="1400" i="1" dirty="0">
                              <a:solidFill>
                                <a:schemeClr val="tx1"/>
                              </a:solidFill>
                              <a:latin typeface="Cambria Math" panose="02040503050406030204" pitchFamily="18" charset="0"/>
                              <a:ea typeface="微软雅黑" panose="020B0503020204020204" pitchFamily="34" charset="-122"/>
                            </a:rPr>
                          </m:ctrlPr>
                        </m:sSubSupPr>
                        <m:e>
                          <m:r>
                            <a:rPr lang="en-US" altLang="zh-CN" sz="1400" i="1" dirty="0">
                              <a:solidFill>
                                <a:schemeClr val="tx1"/>
                              </a:solidFill>
                              <a:latin typeface="Cambria Math" panose="02040503050406030204" pitchFamily="18" charset="0"/>
                              <a:ea typeface="微软雅黑" panose="020B0503020204020204" pitchFamily="34" charset="-122"/>
                            </a:rPr>
                            <m:t>𝒓</m:t>
                          </m:r>
                        </m:e>
                        <m:sub>
                          <m:r>
                            <a:rPr lang="en-US" altLang="zh-CN" sz="1400" i="1" dirty="0">
                              <a:solidFill>
                                <a:schemeClr val="tx1"/>
                              </a:solidFill>
                              <a:latin typeface="Cambria Math" panose="02040503050406030204" pitchFamily="18" charset="0"/>
                              <a:ea typeface="微软雅黑" panose="020B0503020204020204" pitchFamily="34" charset="-122"/>
                            </a:rPr>
                            <m:t>𝒕</m:t>
                          </m:r>
                        </m:sub>
                        <m:sup>
                          <m:r>
                            <a:rPr lang="en-US" altLang="zh-CN" sz="1400" i="1" dirty="0">
                              <a:solidFill>
                                <a:schemeClr val="tx1"/>
                              </a:solidFill>
                              <a:latin typeface="Cambria Math" panose="02040503050406030204" pitchFamily="18" charset="0"/>
                              <a:ea typeface="微软雅黑" panose="020B0503020204020204" pitchFamily="34" charset="-122"/>
                            </a:rPr>
                            <m:t>𝒔𝒉𝒂𝒑𝒆</m:t>
                          </m:r>
                        </m:sup>
                      </m:sSubSup>
                      <m:r>
                        <a:rPr lang="en-US" altLang="zh-CN" sz="1400" i="1" dirty="0">
                          <a:solidFill>
                            <a:schemeClr val="tx1"/>
                          </a:solidFill>
                          <a:latin typeface="Cambria Math" panose="02040503050406030204" pitchFamily="18" charset="0"/>
                          <a:ea typeface="微软雅黑" panose="020B0503020204020204" pitchFamily="34" charset="-122"/>
                        </a:rPr>
                        <m:t>+</m:t>
                      </m:r>
                      <m:sSubSup>
                        <m:sSubSupPr>
                          <m:ctrlPr>
                            <a:rPr lang="en-US" altLang="zh-CN" sz="1400" i="1" dirty="0">
                              <a:solidFill>
                                <a:schemeClr val="tx1"/>
                              </a:solidFill>
                              <a:latin typeface="Cambria Math" panose="02040503050406030204" pitchFamily="18" charset="0"/>
                              <a:ea typeface="微软雅黑" panose="020B0503020204020204" pitchFamily="34" charset="-122"/>
                            </a:rPr>
                          </m:ctrlPr>
                        </m:sSubSupPr>
                        <m:e>
                          <m:r>
                            <a:rPr lang="en-US" altLang="zh-CN" sz="1400" i="1" dirty="0">
                              <a:solidFill>
                                <a:schemeClr val="tx1"/>
                              </a:solidFill>
                              <a:latin typeface="Cambria Math" panose="02040503050406030204" pitchFamily="18" charset="0"/>
                              <a:ea typeface="微软雅黑" panose="020B0503020204020204" pitchFamily="34" charset="-122"/>
                            </a:rPr>
                            <m:t>𝑰</m:t>
                          </m:r>
                        </m:e>
                        <m:sub>
                          <m:r>
                            <a:rPr lang="en-US" altLang="zh-CN" sz="1400" i="1" dirty="0">
                              <a:solidFill>
                                <a:schemeClr val="tx1"/>
                              </a:solidFill>
                              <a:latin typeface="Cambria Math" panose="02040503050406030204" pitchFamily="18" charset="0"/>
                              <a:ea typeface="微软雅黑" panose="020B0503020204020204" pitchFamily="34" charset="-122"/>
                            </a:rPr>
                            <m:t>𝒕</m:t>
                          </m:r>
                        </m:sub>
                        <m:sup>
                          <m:r>
                            <a:rPr lang="en-US" altLang="zh-CN" sz="1400" i="1" dirty="0">
                              <a:solidFill>
                                <a:schemeClr val="tx1"/>
                              </a:solidFill>
                              <a:latin typeface="Cambria Math" panose="02040503050406030204" pitchFamily="18" charset="0"/>
                              <a:ea typeface="微软雅黑" panose="020B0503020204020204" pitchFamily="34" charset="-122"/>
                            </a:rPr>
                            <m:t>𝒅𝒐𝒏𝒆</m:t>
                          </m:r>
                        </m:sup>
                      </m:sSubSup>
                      <m:sSubSup>
                        <m:sSubSupPr>
                          <m:ctrlPr>
                            <a:rPr lang="en-US" altLang="zh-CN" sz="1400" i="1" dirty="0">
                              <a:solidFill>
                                <a:schemeClr val="tx1"/>
                              </a:solidFill>
                              <a:latin typeface="Cambria Math" panose="02040503050406030204" pitchFamily="18" charset="0"/>
                              <a:ea typeface="微软雅黑" panose="020B0503020204020204" pitchFamily="34" charset="-122"/>
                            </a:rPr>
                          </m:ctrlPr>
                        </m:sSubSupPr>
                        <m:e>
                          <m:r>
                            <a:rPr lang="en-US" altLang="zh-CN" sz="1400" i="1" dirty="0">
                              <a:solidFill>
                                <a:schemeClr val="tx1"/>
                              </a:solidFill>
                              <a:latin typeface="Cambria Math" panose="02040503050406030204" pitchFamily="18" charset="0"/>
                              <a:ea typeface="微软雅黑" panose="020B0503020204020204" pitchFamily="34" charset="-122"/>
                            </a:rPr>
                            <m:t>𝒓</m:t>
                          </m:r>
                        </m:e>
                        <m:sub>
                          <m:r>
                            <a:rPr lang="en-US" altLang="zh-CN" sz="1400" i="1" dirty="0">
                              <a:solidFill>
                                <a:schemeClr val="tx1"/>
                              </a:solidFill>
                              <a:latin typeface="Cambria Math" panose="02040503050406030204" pitchFamily="18" charset="0"/>
                              <a:ea typeface="微软雅黑" panose="020B0503020204020204" pitchFamily="34" charset="-122"/>
                            </a:rPr>
                            <m:t>𝑻</m:t>
                          </m:r>
                        </m:sub>
                        <m:sup>
                          <m:r>
                            <a:rPr lang="en-US" altLang="zh-CN" sz="1400" i="1" dirty="0">
                              <a:solidFill>
                                <a:schemeClr val="tx1"/>
                              </a:solidFill>
                              <a:latin typeface="Cambria Math" panose="02040503050406030204" pitchFamily="18" charset="0"/>
                              <a:ea typeface="微软雅黑" panose="020B0503020204020204" pitchFamily="34" charset="-122"/>
                            </a:rPr>
                            <m:t>𝒕𝒆𝒓𝒎</m:t>
                          </m:r>
                        </m:sup>
                      </m:sSubSup>
                    </m:oMath>
                  </m:oMathPara>
                </a14:m>
                <a:endParaRPr lang="zh-CN" altLang="en-US" sz="140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25" name="文本框 24">
                <a:extLst>
                  <a:ext uri="{FF2B5EF4-FFF2-40B4-BE49-F238E27FC236}">
                    <a16:creationId xmlns:a16="http://schemas.microsoft.com/office/drawing/2014/main" id="{DA35880A-835F-9833-844C-DC1B7943B0DD}"/>
                  </a:ext>
                </a:extLst>
              </p:cNvPr>
              <p:cNvSpPr txBox="1">
                <a:spLocks noRot="1" noChangeAspect="1" noMove="1" noResize="1" noEditPoints="1" noAdjustHandles="1" noChangeArrowheads="1" noChangeShapeType="1" noTextEdit="1"/>
              </p:cNvSpPr>
              <p:nvPr/>
            </p:nvSpPr>
            <p:spPr>
              <a:xfrm>
                <a:off x="4176252" y="1914544"/>
                <a:ext cx="2543863" cy="473296"/>
              </a:xfrm>
              <a:prstGeom prst="rect">
                <a:avLst/>
              </a:prstGeom>
              <a:blipFill>
                <a:blip r:embed="rId8"/>
                <a:stretch>
                  <a:fillRect/>
                </a:stretch>
              </a:blipFill>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文本框 25">
                <a:extLst>
                  <a:ext uri="{FF2B5EF4-FFF2-40B4-BE49-F238E27FC236}">
                    <a16:creationId xmlns:a16="http://schemas.microsoft.com/office/drawing/2014/main" id="{B29418D9-26C0-53F1-2B31-D51D5380ADCB}"/>
                  </a:ext>
                </a:extLst>
              </p:cNvPr>
              <p:cNvSpPr txBox="1"/>
              <p:nvPr/>
            </p:nvSpPr>
            <p:spPr>
              <a:xfrm>
                <a:off x="4183512" y="2502371"/>
                <a:ext cx="3119442" cy="414434"/>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14:m>
                  <m:oMathPara xmlns:m="http://schemas.openxmlformats.org/officeDocument/2006/math">
                    <m:oMathParaPr>
                      <m:jc m:val="left"/>
                    </m:oMathParaPr>
                    <m:oMath xmlns:m="http://schemas.openxmlformats.org/officeDocument/2006/math">
                      <m:r>
                        <a:rPr lang="en-US" altLang="zh-CN" sz="1400" i="1" dirty="0" smtClean="0">
                          <a:solidFill>
                            <a:schemeClr val="tx1"/>
                          </a:solidFill>
                          <a:latin typeface="Cambria Math" panose="02040503050406030204" pitchFamily="18" charset="0"/>
                          <a:ea typeface="微软雅黑" panose="020B0503020204020204" pitchFamily="34" charset="-122"/>
                        </a:rPr>
                        <m:t>•</m:t>
                      </m:r>
                      <m:sSubSup>
                        <m:sSubSupPr>
                          <m:ctrlPr>
                            <a:rPr lang="en-US" altLang="zh-CN" sz="1400" i="1" dirty="0">
                              <a:solidFill>
                                <a:schemeClr val="tx1"/>
                              </a:solidFill>
                              <a:latin typeface="Cambria Math" panose="02040503050406030204" pitchFamily="18" charset="0"/>
                              <a:ea typeface="微软雅黑" panose="020B0503020204020204" pitchFamily="34" charset="-122"/>
                            </a:rPr>
                          </m:ctrlPr>
                        </m:sSubSupPr>
                        <m:e>
                          <m:r>
                            <a:rPr lang="en-US" altLang="zh-CN" sz="1400" i="1" dirty="0">
                              <a:solidFill>
                                <a:schemeClr val="tx1"/>
                              </a:solidFill>
                              <a:latin typeface="Cambria Math" panose="02040503050406030204" pitchFamily="18" charset="0"/>
                              <a:ea typeface="微软雅黑" panose="020B0503020204020204" pitchFamily="34" charset="-122"/>
                            </a:rPr>
                            <m:t>𝒓</m:t>
                          </m:r>
                        </m:e>
                        <m:sub>
                          <m:r>
                            <a:rPr lang="en-US" altLang="zh-CN" sz="1400" i="1" dirty="0">
                              <a:solidFill>
                                <a:schemeClr val="tx1"/>
                              </a:solidFill>
                              <a:latin typeface="Cambria Math" panose="02040503050406030204" pitchFamily="18" charset="0"/>
                              <a:ea typeface="微软雅黑" panose="020B0503020204020204" pitchFamily="34" charset="-122"/>
                            </a:rPr>
                            <m:t>𝑻</m:t>
                          </m:r>
                        </m:sub>
                        <m:sup>
                          <m:r>
                            <a:rPr lang="en-US" altLang="zh-CN" sz="1400" i="1" dirty="0">
                              <a:solidFill>
                                <a:schemeClr val="tx1"/>
                              </a:solidFill>
                              <a:latin typeface="Cambria Math" panose="02040503050406030204" pitchFamily="18" charset="0"/>
                              <a:ea typeface="微软雅黑" panose="020B0503020204020204" pitchFamily="34" charset="-122"/>
                            </a:rPr>
                            <m:t>𝒕𝒆𝒓𝒎</m:t>
                          </m:r>
                        </m:sup>
                      </m:sSubSup>
                      <m:r>
                        <a:rPr lang="en-US" altLang="zh-CN" sz="1400" i="1" dirty="0">
                          <a:solidFill>
                            <a:schemeClr val="tx1"/>
                          </a:solidFill>
                          <a:latin typeface="Cambria Math" panose="02040503050406030204" pitchFamily="18" charset="0"/>
                          <a:ea typeface="微软雅黑" panose="020B0503020204020204" pitchFamily="34" charset="-122"/>
                        </a:rPr>
                        <m:t>=−</m:t>
                      </m:r>
                      <m:sSub>
                        <m:sSubPr>
                          <m:ctrlPr>
                            <a:rPr lang="en-US" altLang="zh-CN" sz="1400" i="1" dirty="0">
                              <a:solidFill>
                                <a:schemeClr val="tx1"/>
                              </a:solidFill>
                              <a:latin typeface="Cambria Math" panose="02040503050406030204" pitchFamily="18" charset="0"/>
                              <a:ea typeface="微软雅黑" panose="020B0503020204020204" pitchFamily="34" charset="-122"/>
                            </a:rPr>
                          </m:ctrlPr>
                        </m:sSubPr>
                        <m:e>
                          <m:r>
                            <a:rPr lang="en-US" altLang="zh-CN" sz="1400" i="1" dirty="0">
                              <a:solidFill>
                                <a:schemeClr val="tx1"/>
                              </a:solidFill>
                              <a:latin typeface="Cambria Math" panose="02040503050406030204" pitchFamily="18" charset="0"/>
                              <a:ea typeface="微软雅黑" panose="020B0503020204020204" pitchFamily="34" charset="-122"/>
                            </a:rPr>
                            <m:t>𝛽</m:t>
                          </m:r>
                        </m:e>
                        <m:sub>
                          <m:r>
                            <a:rPr lang="en-US" altLang="zh-CN" sz="1400" i="1" dirty="0">
                              <a:solidFill>
                                <a:schemeClr val="tx1"/>
                              </a:solidFill>
                              <a:latin typeface="Cambria Math" panose="02040503050406030204" pitchFamily="18" charset="0"/>
                              <a:ea typeface="微软雅黑" panose="020B0503020204020204" pitchFamily="34" charset="-122"/>
                            </a:rPr>
                            <m:t>𝑻</m:t>
                          </m:r>
                        </m:sub>
                      </m:sSub>
                      <m:acc>
                        <m:accPr>
                          <m:chr m:val="̃"/>
                          <m:ctrlPr>
                            <a:rPr lang="en-US" altLang="zh-CN" sz="1400" i="1" dirty="0">
                              <a:solidFill>
                                <a:schemeClr val="tx1"/>
                              </a:solidFill>
                              <a:latin typeface="Cambria Math" panose="02040503050406030204" pitchFamily="18" charset="0"/>
                              <a:ea typeface="微软雅黑" panose="020B0503020204020204" pitchFamily="34" charset="-122"/>
                            </a:rPr>
                          </m:ctrlPr>
                        </m:accPr>
                        <m:e>
                          <m:sSub>
                            <m:sSubPr>
                              <m:ctrlPr>
                                <a:rPr lang="en-US" altLang="zh-CN" sz="1400" i="1" dirty="0">
                                  <a:solidFill>
                                    <a:schemeClr val="tx1"/>
                                  </a:solidFill>
                                  <a:latin typeface="Cambria Math" panose="02040503050406030204" pitchFamily="18" charset="0"/>
                                  <a:ea typeface="微软雅黑" panose="020B0503020204020204" pitchFamily="34" charset="-122"/>
                                </a:rPr>
                              </m:ctrlPr>
                            </m:sSubPr>
                            <m:e>
                              <m:r>
                                <a:rPr lang="en-US" altLang="zh-CN" sz="1400" i="1" dirty="0">
                                  <a:solidFill>
                                    <a:schemeClr val="tx1"/>
                                  </a:solidFill>
                                  <a:latin typeface="Cambria Math" panose="02040503050406030204" pitchFamily="18" charset="0"/>
                                  <a:ea typeface="微软雅黑" panose="020B0503020204020204" pitchFamily="34" charset="-122"/>
                                </a:rPr>
                                <m:t>𝑪</m:t>
                              </m:r>
                            </m:e>
                            <m:sub>
                              <m:r>
                                <a:rPr lang="en-US" altLang="zh-CN" sz="1400" i="1" dirty="0">
                                  <a:solidFill>
                                    <a:schemeClr val="tx1"/>
                                  </a:solidFill>
                                  <a:latin typeface="Cambria Math" panose="02040503050406030204" pitchFamily="18" charset="0"/>
                                  <a:ea typeface="微软雅黑" panose="020B0503020204020204" pitchFamily="34" charset="-122"/>
                                </a:rPr>
                                <m:t>𝑻𝒂𝒌𝒕</m:t>
                              </m:r>
                            </m:sub>
                          </m:sSub>
                        </m:e>
                      </m:acc>
                      <m:r>
                        <a:rPr lang="en-US" altLang="zh-CN" sz="1400" i="1" dirty="0">
                          <a:solidFill>
                            <a:schemeClr val="tx1"/>
                          </a:solidFill>
                          <a:latin typeface="Cambria Math" panose="02040503050406030204" pitchFamily="18" charset="0"/>
                          <a:ea typeface="微软雅黑" panose="020B0503020204020204" pitchFamily="34" charset="-122"/>
                        </a:rPr>
                        <m:t>−</m:t>
                      </m:r>
                      <m:sSub>
                        <m:sSubPr>
                          <m:ctrlPr>
                            <a:rPr lang="en-US" altLang="zh-CN" sz="1400" i="1" dirty="0">
                              <a:solidFill>
                                <a:schemeClr val="tx1"/>
                              </a:solidFill>
                              <a:latin typeface="Cambria Math" panose="02040503050406030204" pitchFamily="18" charset="0"/>
                              <a:ea typeface="微软雅黑" panose="020B0503020204020204" pitchFamily="34" charset="-122"/>
                            </a:rPr>
                          </m:ctrlPr>
                        </m:sSubPr>
                        <m:e>
                          <m:r>
                            <a:rPr lang="en-US" altLang="zh-CN" sz="1400" i="1" dirty="0">
                              <a:solidFill>
                                <a:schemeClr val="tx1"/>
                              </a:solidFill>
                              <a:latin typeface="Cambria Math" panose="02040503050406030204" pitchFamily="18" charset="0"/>
                              <a:ea typeface="微软雅黑" panose="020B0503020204020204" pitchFamily="34" charset="-122"/>
                            </a:rPr>
                            <m:t>𝛽</m:t>
                          </m:r>
                        </m:e>
                        <m:sub>
                          <m:r>
                            <a:rPr lang="en-US" altLang="zh-CN" sz="1400" i="1" dirty="0">
                              <a:solidFill>
                                <a:schemeClr val="tx1"/>
                              </a:solidFill>
                              <a:latin typeface="Cambria Math" panose="02040503050406030204" pitchFamily="18" charset="0"/>
                              <a:ea typeface="微软雅黑" panose="020B0503020204020204" pitchFamily="34" charset="-122"/>
                            </a:rPr>
                            <m:t>𝑺</m:t>
                          </m:r>
                        </m:sub>
                      </m:sSub>
                      <m:acc>
                        <m:accPr>
                          <m:chr m:val="̃"/>
                          <m:ctrlPr>
                            <a:rPr lang="en-US" altLang="zh-CN" sz="1400" i="1" dirty="0">
                              <a:solidFill>
                                <a:schemeClr val="tx1"/>
                              </a:solidFill>
                              <a:latin typeface="Cambria Math" panose="02040503050406030204" pitchFamily="18" charset="0"/>
                              <a:ea typeface="微软雅黑" panose="020B0503020204020204" pitchFamily="34" charset="-122"/>
                            </a:rPr>
                          </m:ctrlPr>
                        </m:accPr>
                        <m:e>
                          <m:sSub>
                            <m:sSubPr>
                              <m:ctrlPr>
                                <a:rPr lang="en-US" altLang="zh-CN" sz="1400" i="1" dirty="0">
                                  <a:solidFill>
                                    <a:schemeClr val="tx1"/>
                                  </a:solidFill>
                                  <a:latin typeface="Cambria Math" panose="02040503050406030204" pitchFamily="18" charset="0"/>
                                  <a:ea typeface="微软雅黑" panose="020B0503020204020204" pitchFamily="34" charset="-122"/>
                                </a:rPr>
                              </m:ctrlPr>
                            </m:sSubPr>
                            <m:e>
                              <m:r>
                                <a:rPr lang="en-US" altLang="zh-CN" sz="1400" i="1" dirty="0">
                                  <a:solidFill>
                                    <a:schemeClr val="tx1"/>
                                  </a:solidFill>
                                  <a:latin typeface="Cambria Math" panose="02040503050406030204" pitchFamily="18" charset="0"/>
                                  <a:ea typeface="微软雅黑" panose="020B0503020204020204" pitchFamily="34" charset="-122"/>
                                </a:rPr>
                                <m:t>𝑰</m:t>
                              </m:r>
                            </m:e>
                            <m:sub>
                              <m:r>
                                <a:rPr lang="en-US" altLang="zh-CN" sz="1400" i="1" dirty="0">
                                  <a:solidFill>
                                    <a:schemeClr val="tx1"/>
                                  </a:solidFill>
                                  <a:latin typeface="Cambria Math" panose="02040503050406030204" pitchFamily="18" charset="0"/>
                                  <a:ea typeface="微软雅黑" panose="020B0503020204020204" pitchFamily="34" charset="-122"/>
                                </a:rPr>
                                <m:t>𝒔𝒎𝒐𝒐𝒕𝒉</m:t>
                              </m:r>
                            </m:sub>
                          </m:sSub>
                        </m:e>
                      </m:acc>
                    </m:oMath>
                  </m:oMathPara>
                </a14:m>
                <a:endParaRPr lang="zh-CN" altLang="en-US" sz="140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26" name="文本框 25">
                <a:extLst>
                  <a:ext uri="{FF2B5EF4-FFF2-40B4-BE49-F238E27FC236}">
                    <a16:creationId xmlns:a16="http://schemas.microsoft.com/office/drawing/2014/main" id="{B29418D9-26C0-53F1-2B31-D51D5380ADCB}"/>
                  </a:ext>
                </a:extLst>
              </p:cNvPr>
              <p:cNvSpPr txBox="1">
                <a:spLocks noRot="1" noChangeAspect="1" noMove="1" noResize="1" noEditPoints="1" noAdjustHandles="1" noChangeArrowheads="1" noChangeShapeType="1" noTextEdit="1"/>
              </p:cNvSpPr>
              <p:nvPr/>
            </p:nvSpPr>
            <p:spPr>
              <a:xfrm>
                <a:off x="4183512" y="2502371"/>
                <a:ext cx="3119442" cy="414434"/>
              </a:xfrm>
              <a:prstGeom prst="rect">
                <a:avLst/>
              </a:prstGeom>
              <a:blipFill>
                <a:blip r:embed="rId9"/>
                <a:stretch>
                  <a:fillRect r="-9961"/>
                </a:stretch>
              </a:blipFill>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文本框 26">
                <a:extLst>
                  <a:ext uri="{FF2B5EF4-FFF2-40B4-BE49-F238E27FC236}">
                    <a16:creationId xmlns:a16="http://schemas.microsoft.com/office/drawing/2014/main" id="{90FB09EF-6AD0-37DC-3B26-C3C9B59DAD1D}"/>
                  </a:ext>
                </a:extLst>
              </p:cNvPr>
              <p:cNvSpPr txBox="1"/>
              <p:nvPr/>
            </p:nvSpPr>
            <p:spPr>
              <a:xfrm>
                <a:off x="4190768" y="3053916"/>
                <a:ext cx="2543863" cy="473296"/>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14:m>
                  <m:oMathPara xmlns:m="http://schemas.openxmlformats.org/officeDocument/2006/math">
                    <m:oMathParaPr>
                      <m:jc m:val="left"/>
                    </m:oMathParaPr>
                    <m:oMath xmlns:m="http://schemas.openxmlformats.org/officeDocument/2006/math">
                      <m:r>
                        <a:rPr lang="en-US" altLang="zh-CN" sz="1400" i="1" dirty="0" smtClean="0">
                          <a:solidFill>
                            <a:schemeClr val="tx1"/>
                          </a:solidFill>
                          <a:latin typeface="Cambria Math" panose="02040503050406030204" pitchFamily="18" charset="0"/>
                          <a:ea typeface="微软雅黑" panose="020B0503020204020204" pitchFamily="34" charset="-122"/>
                        </a:rPr>
                        <m:t>•</m:t>
                      </m:r>
                      <m:sSubSup>
                        <m:sSubSupPr>
                          <m:ctrlPr>
                            <a:rPr lang="en-US" altLang="zh-CN" sz="1400" i="1" dirty="0" smtClean="0">
                              <a:solidFill>
                                <a:schemeClr val="tx1"/>
                              </a:solidFill>
                              <a:latin typeface="Cambria Math" panose="02040503050406030204" pitchFamily="18" charset="0"/>
                              <a:ea typeface="微软雅黑" panose="020B0503020204020204" pitchFamily="34" charset="-122"/>
                            </a:rPr>
                          </m:ctrlPr>
                        </m:sSubSupPr>
                        <m:e>
                          <m:r>
                            <a:rPr lang="en-US" altLang="zh-CN" sz="1400" i="1" dirty="0" smtClean="0">
                              <a:solidFill>
                                <a:schemeClr val="tx1"/>
                              </a:solidFill>
                              <a:latin typeface="Cambria Math" panose="02040503050406030204" pitchFamily="18" charset="0"/>
                              <a:ea typeface="微软雅黑" panose="020B0503020204020204" pitchFamily="34" charset="-122"/>
                            </a:rPr>
                            <m:t>𝒓</m:t>
                          </m:r>
                        </m:e>
                        <m:sub>
                          <m:r>
                            <a:rPr lang="en-US" altLang="zh-CN" sz="1400" i="1" dirty="0" smtClean="0">
                              <a:solidFill>
                                <a:schemeClr val="tx1"/>
                              </a:solidFill>
                              <a:latin typeface="Cambria Math" panose="02040503050406030204" pitchFamily="18" charset="0"/>
                              <a:ea typeface="微软雅黑" panose="020B0503020204020204" pitchFamily="34" charset="-122"/>
                            </a:rPr>
                            <m:t>𝒕</m:t>
                          </m:r>
                        </m:sub>
                        <m:sup>
                          <m:r>
                            <a:rPr lang="en-US" altLang="zh-CN" sz="1400" i="1" dirty="0" smtClean="0">
                              <a:solidFill>
                                <a:schemeClr val="tx1"/>
                              </a:solidFill>
                              <a:latin typeface="Cambria Math" panose="02040503050406030204" pitchFamily="18" charset="0"/>
                              <a:ea typeface="微软雅黑" panose="020B0503020204020204" pitchFamily="34" charset="-122"/>
                            </a:rPr>
                            <m:t>𝒔𝒉𝒂𝒑𝒆</m:t>
                          </m:r>
                        </m:sup>
                      </m:sSubSup>
                      <m:r>
                        <a:rPr lang="en-US" altLang="zh-CN" sz="1400" i="1" dirty="0">
                          <a:solidFill>
                            <a:schemeClr val="tx1"/>
                          </a:solidFill>
                          <a:latin typeface="Cambria Math" panose="02040503050406030204" pitchFamily="18" charset="0"/>
                          <a:ea typeface="微软雅黑" panose="020B0503020204020204" pitchFamily="34" charset="-122"/>
                        </a:rPr>
                        <m:t>=−</m:t>
                      </m:r>
                      <m:sSub>
                        <m:sSubPr>
                          <m:ctrlPr>
                            <a:rPr lang="en-US" altLang="zh-CN" sz="1400" i="1" dirty="0">
                              <a:solidFill>
                                <a:schemeClr val="tx1"/>
                              </a:solidFill>
                              <a:latin typeface="Cambria Math" panose="02040503050406030204" pitchFamily="18" charset="0"/>
                              <a:ea typeface="微软雅黑" panose="020B0503020204020204" pitchFamily="34" charset="-122"/>
                            </a:rPr>
                          </m:ctrlPr>
                        </m:sSubPr>
                        <m:e>
                          <m:r>
                            <a:rPr lang="en-US" altLang="zh-CN" sz="1400" i="1" dirty="0">
                              <a:solidFill>
                                <a:schemeClr val="tx1"/>
                              </a:solidFill>
                              <a:latin typeface="Cambria Math" panose="02040503050406030204" pitchFamily="18" charset="0"/>
                              <a:ea typeface="微软雅黑" panose="020B0503020204020204" pitchFamily="34" charset="-122"/>
                            </a:rPr>
                            <m:t>𝜆</m:t>
                          </m:r>
                        </m:e>
                        <m:sub>
                          <m:r>
                            <a:rPr lang="en-US" altLang="zh-CN" sz="1400" i="1" dirty="0">
                              <a:solidFill>
                                <a:schemeClr val="tx1"/>
                              </a:solidFill>
                              <a:latin typeface="Cambria Math" panose="02040503050406030204" pitchFamily="18" charset="0"/>
                              <a:ea typeface="微软雅黑" panose="020B0503020204020204" pitchFamily="34" charset="-122"/>
                            </a:rPr>
                            <m:t>𝑪</m:t>
                          </m:r>
                        </m:sub>
                      </m:sSub>
                      <m:r>
                        <m:rPr>
                          <m:sty m:val="p"/>
                        </m:rPr>
                        <a:rPr lang="en-US" altLang="zh-CN" sz="1400" i="0" dirty="0">
                          <a:solidFill>
                            <a:schemeClr val="tx1"/>
                          </a:solidFill>
                          <a:latin typeface="Cambria Math" panose="02040503050406030204" pitchFamily="18" charset="0"/>
                          <a:ea typeface="微软雅黑" panose="020B0503020204020204" pitchFamily="34" charset="-122"/>
                        </a:rPr>
                        <m:t>Δ</m:t>
                      </m:r>
                      <m:sSub>
                        <m:sSubPr>
                          <m:ctrlPr>
                            <a:rPr lang="en-US" altLang="zh-CN" sz="1400" i="1" dirty="0">
                              <a:solidFill>
                                <a:schemeClr val="tx1"/>
                              </a:solidFill>
                              <a:latin typeface="Cambria Math" panose="02040503050406030204" pitchFamily="18" charset="0"/>
                              <a:ea typeface="微软雅黑" panose="020B0503020204020204" pitchFamily="34" charset="-122"/>
                            </a:rPr>
                          </m:ctrlPr>
                        </m:sSubPr>
                        <m:e>
                          <m:r>
                            <a:rPr lang="en-US" altLang="zh-CN" sz="1400" i="1" dirty="0">
                              <a:solidFill>
                                <a:schemeClr val="tx1"/>
                              </a:solidFill>
                              <a:latin typeface="Cambria Math" panose="02040503050406030204" pitchFamily="18" charset="0"/>
                              <a:ea typeface="微软雅黑" panose="020B0503020204020204" pitchFamily="34" charset="-122"/>
                            </a:rPr>
                            <m:t>𝑪</m:t>
                          </m:r>
                        </m:e>
                        <m:sub>
                          <m:r>
                            <a:rPr lang="en-US" altLang="zh-CN" sz="1400" i="1" dirty="0">
                              <a:solidFill>
                                <a:schemeClr val="tx1"/>
                              </a:solidFill>
                              <a:latin typeface="Cambria Math" panose="02040503050406030204" pitchFamily="18" charset="0"/>
                              <a:ea typeface="微软雅黑" panose="020B0503020204020204" pitchFamily="34" charset="-122"/>
                            </a:rPr>
                            <m:t>𝒕</m:t>
                          </m:r>
                        </m:sub>
                      </m:sSub>
                      <m:r>
                        <a:rPr lang="en-US" altLang="zh-CN" sz="1400" i="1" dirty="0">
                          <a:solidFill>
                            <a:schemeClr val="tx1"/>
                          </a:solidFill>
                          <a:latin typeface="Cambria Math" panose="02040503050406030204" pitchFamily="18" charset="0"/>
                          <a:ea typeface="微软雅黑" panose="020B0503020204020204" pitchFamily="34" charset="-122"/>
                        </a:rPr>
                        <m:t>−</m:t>
                      </m:r>
                      <m:sSub>
                        <m:sSubPr>
                          <m:ctrlPr>
                            <a:rPr lang="en-US" altLang="zh-CN" sz="1400" i="1" dirty="0">
                              <a:solidFill>
                                <a:schemeClr val="tx1"/>
                              </a:solidFill>
                              <a:latin typeface="Cambria Math" panose="02040503050406030204" pitchFamily="18" charset="0"/>
                              <a:ea typeface="微软雅黑" panose="020B0503020204020204" pitchFamily="34" charset="-122"/>
                            </a:rPr>
                          </m:ctrlPr>
                        </m:sSubPr>
                        <m:e>
                          <m:r>
                            <a:rPr lang="en-US" altLang="zh-CN" sz="1400" i="1" dirty="0">
                              <a:solidFill>
                                <a:schemeClr val="tx1"/>
                              </a:solidFill>
                              <a:latin typeface="Cambria Math" panose="02040503050406030204" pitchFamily="18" charset="0"/>
                              <a:ea typeface="微软雅黑" panose="020B0503020204020204" pitchFamily="34" charset="-122"/>
                            </a:rPr>
                            <m:t>𝜆</m:t>
                          </m:r>
                        </m:e>
                        <m:sub>
                          <m:r>
                            <a:rPr lang="en-US" altLang="zh-CN" sz="1400" i="1" dirty="0">
                              <a:solidFill>
                                <a:schemeClr val="tx1"/>
                              </a:solidFill>
                              <a:latin typeface="Cambria Math" panose="02040503050406030204" pitchFamily="18" charset="0"/>
                              <a:ea typeface="微软雅黑" panose="020B0503020204020204" pitchFamily="34" charset="-122"/>
                            </a:rPr>
                            <m:t>𝑷</m:t>
                          </m:r>
                        </m:sub>
                      </m:sSub>
                      <m:sSub>
                        <m:sSubPr>
                          <m:ctrlPr>
                            <a:rPr lang="en-US" altLang="zh-CN" sz="1400" i="1" dirty="0">
                              <a:solidFill>
                                <a:schemeClr val="tx1"/>
                              </a:solidFill>
                              <a:latin typeface="Cambria Math" panose="02040503050406030204" pitchFamily="18" charset="0"/>
                              <a:ea typeface="微软雅黑" panose="020B0503020204020204" pitchFamily="34" charset="-122"/>
                            </a:rPr>
                          </m:ctrlPr>
                        </m:sSubPr>
                        <m:e>
                          <m:r>
                            <a:rPr lang="en-US" altLang="zh-CN" sz="1400" i="1" dirty="0">
                              <a:solidFill>
                                <a:schemeClr val="tx1"/>
                              </a:solidFill>
                              <a:latin typeface="Cambria Math" panose="02040503050406030204" pitchFamily="18" charset="0"/>
                              <a:ea typeface="微软雅黑" panose="020B0503020204020204" pitchFamily="34" charset="-122"/>
                            </a:rPr>
                            <m:t>𝑷</m:t>
                          </m:r>
                        </m:e>
                        <m:sub>
                          <m:r>
                            <a:rPr lang="en-US" altLang="zh-CN" sz="1400" i="1" dirty="0">
                              <a:solidFill>
                                <a:schemeClr val="tx1"/>
                              </a:solidFill>
                              <a:latin typeface="Cambria Math" panose="02040503050406030204" pitchFamily="18" charset="0"/>
                              <a:ea typeface="微软雅黑" panose="020B0503020204020204" pitchFamily="34" charset="-122"/>
                            </a:rPr>
                            <m:t>𝒕</m:t>
                          </m:r>
                        </m:sub>
                      </m:sSub>
                    </m:oMath>
                  </m:oMathPara>
                </a14:m>
                <a:endParaRPr lang="zh-CN" altLang="en-US" sz="140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27" name="文本框 26">
                <a:extLst>
                  <a:ext uri="{FF2B5EF4-FFF2-40B4-BE49-F238E27FC236}">
                    <a16:creationId xmlns:a16="http://schemas.microsoft.com/office/drawing/2014/main" id="{90FB09EF-6AD0-37DC-3B26-C3C9B59DAD1D}"/>
                  </a:ext>
                </a:extLst>
              </p:cNvPr>
              <p:cNvSpPr txBox="1">
                <a:spLocks noRot="1" noChangeAspect="1" noMove="1" noResize="1" noEditPoints="1" noAdjustHandles="1" noChangeArrowheads="1" noChangeShapeType="1" noTextEdit="1"/>
              </p:cNvSpPr>
              <p:nvPr/>
            </p:nvSpPr>
            <p:spPr>
              <a:xfrm>
                <a:off x="4190768" y="3053916"/>
                <a:ext cx="2543863" cy="473296"/>
              </a:xfrm>
              <a:prstGeom prst="rect">
                <a:avLst/>
              </a:prstGeom>
              <a:blipFill>
                <a:blip r:embed="rId10"/>
                <a:stretch>
                  <a:fillRect/>
                </a:stretch>
              </a:blipFill>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56EA6296-D288-F6FF-9CEB-F0A6B245CE49}"/>
                  </a:ext>
                </a:extLst>
              </p:cNvPr>
              <p:cNvSpPr txBox="1"/>
              <p:nvPr/>
            </p:nvSpPr>
            <p:spPr>
              <a:xfrm>
                <a:off x="7706553" y="1960030"/>
                <a:ext cx="4749474" cy="1126231"/>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14:m>
                  <m:oMathPara xmlns:m="http://schemas.openxmlformats.org/officeDocument/2006/math">
                    <m:oMathParaPr>
                      <m:jc m:val="left"/>
                    </m:oMathParaPr>
                    <m:oMath xmlns:m="http://schemas.openxmlformats.org/officeDocument/2006/math">
                      <m:sSub>
                        <m:sSubPr>
                          <m:ctrlPr>
                            <a:rPr lang="en-US" altLang="zh-CN" sz="1400" i="1" dirty="0" smtClean="0">
                              <a:solidFill>
                                <a:schemeClr val="tx1"/>
                              </a:solidFill>
                              <a:latin typeface="Cambria Math" panose="02040503050406030204" pitchFamily="18" charset="0"/>
                              <a:ea typeface="微软雅黑" panose="020B0503020204020204" pitchFamily="34" charset="-122"/>
                            </a:rPr>
                          </m:ctrlPr>
                        </m:sSubPr>
                        <m:e>
                          <m:r>
                            <a:rPr lang="en-US" altLang="zh-CN" sz="1400" i="1" dirty="0">
                              <a:solidFill>
                                <a:schemeClr val="tx1"/>
                              </a:solidFill>
                              <a:latin typeface="Cambria Math" panose="02040503050406030204" pitchFamily="18" charset="0"/>
                              <a:ea typeface="微软雅黑" panose="020B0503020204020204" pitchFamily="34" charset="-122"/>
                            </a:rPr>
                            <m:t>•</m:t>
                          </m:r>
                          <m:r>
                            <a:rPr lang="zh-CN" altLang="en-US" sz="1400" i="1" dirty="0">
                              <a:solidFill>
                                <a:schemeClr val="tx1"/>
                              </a:solidFill>
                              <a:latin typeface="Cambria Math" panose="02040503050406030204" pitchFamily="18" charset="0"/>
                              <a:ea typeface="微软雅黑" panose="020B0503020204020204" pitchFamily="34" charset="-122"/>
                            </a:rPr>
                            <m:t>𝑷</m:t>
                          </m:r>
                        </m:e>
                        <m:sub>
                          <m:r>
                            <a:rPr lang="zh-CN" altLang="en-US" sz="1400" i="1" dirty="0">
                              <a:solidFill>
                                <a:schemeClr val="tx1"/>
                              </a:solidFill>
                              <a:latin typeface="Cambria Math" panose="02040503050406030204" pitchFamily="18" charset="0"/>
                              <a:ea typeface="微软雅黑" panose="020B0503020204020204" pitchFamily="34" charset="-122"/>
                            </a:rPr>
                            <m:t>𝒕</m:t>
                          </m:r>
                        </m:sub>
                      </m:sSub>
                      <m:r>
                        <a:rPr lang="en-US" altLang="zh-CN" sz="1400" i="1" dirty="0">
                          <a:solidFill>
                            <a:schemeClr val="tx1"/>
                          </a:solidFill>
                          <a:latin typeface="Cambria Math" panose="02040503050406030204" pitchFamily="18" charset="0"/>
                          <a:ea typeface="微软雅黑" panose="020B0503020204020204" pitchFamily="34" charset="-122"/>
                        </a:rPr>
                        <m:t>=</m:t>
                      </m:r>
                      <m:sSub>
                        <m:sSubPr>
                          <m:ctrlPr>
                            <a:rPr lang="en-US" altLang="zh-CN" sz="1400" i="1" dirty="0">
                              <a:solidFill>
                                <a:schemeClr val="tx1"/>
                              </a:solidFill>
                              <a:latin typeface="Cambria Math" panose="02040503050406030204" pitchFamily="18" charset="0"/>
                              <a:ea typeface="微软雅黑" panose="020B0503020204020204" pitchFamily="34" charset="-122"/>
                            </a:rPr>
                          </m:ctrlPr>
                        </m:sSubPr>
                        <m:e>
                          <m:r>
                            <a:rPr lang="en-US" altLang="zh-CN" sz="1400" i="1" dirty="0">
                              <a:solidFill>
                                <a:schemeClr val="tx1"/>
                              </a:solidFill>
                              <a:latin typeface="Cambria Math" panose="02040503050406030204" pitchFamily="18" charset="0"/>
                              <a:ea typeface="微软雅黑" panose="020B0503020204020204" pitchFamily="34" charset="-122"/>
                            </a:rPr>
                            <m:t>𝜇</m:t>
                          </m:r>
                        </m:e>
                        <m:sub>
                          <m:r>
                            <a:rPr lang="en-US" altLang="zh-CN" sz="1400" i="1" dirty="0">
                              <a:solidFill>
                                <a:schemeClr val="tx1"/>
                              </a:solidFill>
                              <a:latin typeface="Cambria Math" panose="02040503050406030204" pitchFamily="18" charset="0"/>
                              <a:ea typeface="微软雅黑" panose="020B0503020204020204" pitchFamily="34" charset="-122"/>
                            </a:rPr>
                            <m:t>𝒃</m:t>
                          </m:r>
                        </m:sub>
                      </m:sSub>
                      <m:sSubSup>
                        <m:sSubSupPr>
                          <m:ctrlPr>
                            <a:rPr lang="en-US" altLang="zh-CN" sz="1400" i="1" dirty="0">
                              <a:solidFill>
                                <a:schemeClr val="tx1"/>
                              </a:solidFill>
                              <a:latin typeface="Cambria Math" panose="02040503050406030204" pitchFamily="18" charset="0"/>
                              <a:ea typeface="微软雅黑" panose="020B0503020204020204" pitchFamily="34" charset="-122"/>
                            </a:rPr>
                          </m:ctrlPr>
                        </m:sSubSupPr>
                        <m:e>
                          <m:r>
                            <a:rPr lang="en-US" altLang="zh-CN" sz="1400" i="1" dirty="0">
                              <a:solidFill>
                                <a:schemeClr val="tx1"/>
                              </a:solidFill>
                              <a:latin typeface="Cambria Math" panose="02040503050406030204" pitchFamily="18" charset="0"/>
                              <a:ea typeface="微软雅黑" panose="020B0503020204020204" pitchFamily="34" charset="-122"/>
                            </a:rPr>
                            <m:t>𝑷</m:t>
                          </m:r>
                        </m:e>
                        <m:sub>
                          <m:r>
                            <a:rPr lang="en-US" altLang="zh-CN" sz="1400" i="1" dirty="0">
                              <a:solidFill>
                                <a:schemeClr val="tx1"/>
                              </a:solidFill>
                              <a:latin typeface="Cambria Math" panose="02040503050406030204" pitchFamily="18" charset="0"/>
                              <a:ea typeface="微软雅黑" panose="020B0503020204020204" pitchFamily="34" charset="-122"/>
                            </a:rPr>
                            <m:t>𝒕</m:t>
                          </m:r>
                        </m:sub>
                        <m:sup>
                          <m:r>
                            <a:rPr lang="en-US" altLang="zh-CN" sz="1400" i="1" dirty="0">
                              <a:solidFill>
                                <a:schemeClr val="tx1"/>
                              </a:solidFill>
                              <a:latin typeface="Cambria Math" panose="02040503050406030204" pitchFamily="18" charset="0"/>
                              <a:ea typeface="微软雅黑" panose="020B0503020204020204" pitchFamily="34" charset="-122"/>
                            </a:rPr>
                            <m:t>𝒃𝒍𝒐𝒄𝒌</m:t>
                          </m:r>
                        </m:sup>
                      </m:sSubSup>
                      <m:r>
                        <a:rPr lang="zh-CN" altLang="en-US" sz="1400" i="1" dirty="0" smtClean="0">
                          <a:solidFill>
                            <a:schemeClr val="tx1"/>
                          </a:solidFill>
                          <a:latin typeface="Cambria Math" panose="02040503050406030204" pitchFamily="18" charset="0"/>
                          <a:ea typeface="微软雅黑" panose="020B0503020204020204" pitchFamily="34" charset="-122"/>
                        </a:rPr>
                        <m:t>（</m:t>
                      </m:r>
                      <m:r>
                        <a:rPr lang="zh-CN" altLang="en-US" sz="1400" i="1" dirty="0">
                          <a:solidFill>
                            <a:schemeClr val="tx1"/>
                          </a:solidFill>
                          <a:latin typeface="Cambria Math" panose="02040503050406030204" pitchFamily="18" charset="0"/>
                          <a:ea typeface="微软雅黑" panose="020B0503020204020204" pitchFamily="34" charset="-122"/>
                        </a:rPr>
                        <m:t>阻塞状态）</m:t>
                      </m:r>
                      <m:r>
                        <a:rPr lang="en-US" altLang="zh-CN" sz="1400" i="1" dirty="0">
                          <a:solidFill>
                            <a:schemeClr val="tx1"/>
                          </a:solidFill>
                          <a:latin typeface="Cambria Math" panose="02040503050406030204" pitchFamily="18" charset="0"/>
                          <a:ea typeface="微软雅黑" panose="020B0503020204020204" pitchFamily="34" charset="-122"/>
                        </a:rPr>
                        <m:t>+</m:t>
                      </m:r>
                      <m:sSub>
                        <m:sSubPr>
                          <m:ctrlPr>
                            <a:rPr lang="en-US" altLang="zh-CN" sz="1400" i="1" dirty="0">
                              <a:solidFill>
                                <a:schemeClr val="tx1"/>
                              </a:solidFill>
                              <a:latin typeface="Cambria Math" panose="02040503050406030204" pitchFamily="18" charset="0"/>
                              <a:ea typeface="微软雅黑" panose="020B0503020204020204" pitchFamily="34" charset="-122"/>
                            </a:rPr>
                          </m:ctrlPr>
                        </m:sSubPr>
                        <m:e>
                          <m:r>
                            <a:rPr lang="en-US" altLang="zh-CN" sz="1400" i="1" dirty="0">
                              <a:solidFill>
                                <a:schemeClr val="tx1"/>
                              </a:solidFill>
                              <a:latin typeface="Cambria Math" panose="02040503050406030204" pitchFamily="18" charset="0"/>
                              <a:ea typeface="微软雅黑" panose="020B0503020204020204" pitchFamily="34" charset="-122"/>
                            </a:rPr>
                            <m:t>𝜇</m:t>
                          </m:r>
                        </m:e>
                        <m:sub>
                          <m:r>
                            <a:rPr lang="en-US" altLang="zh-CN" sz="1400" i="1" dirty="0">
                              <a:solidFill>
                                <a:schemeClr val="tx1"/>
                              </a:solidFill>
                              <a:latin typeface="Cambria Math" panose="02040503050406030204" pitchFamily="18" charset="0"/>
                              <a:ea typeface="微软雅黑" panose="020B0503020204020204" pitchFamily="34" charset="-122"/>
                            </a:rPr>
                            <m:t>𝒊</m:t>
                          </m:r>
                        </m:sub>
                      </m:sSub>
                      <m:sSubSup>
                        <m:sSubSupPr>
                          <m:ctrlPr>
                            <a:rPr lang="en-US" altLang="zh-CN" sz="1400" i="1" dirty="0">
                              <a:solidFill>
                                <a:schemeClr val="tx1"/>
                              </a:solidFill>
                              <a:latin typeface="Cambria Math" panose="02040503050406030204" pitchFamily="18" charset="0"/>
                              <a:ea typeface="微软雅黑" panose="020B0503020204020204" pitchFamily="34" charset="-122"/>
                            </a:rPr>
                          </m:ctrlPr>
                        </m:sSubSupPr>
                        <m:e>
                          <m:r>
                            <a:rPr lang="en-US" altLang="zh-CN" sz="1400" i="1" dirty="0">
                              <a:solidFill>
                                <a:schemeClr val="tx1"/>
                              </a:solidFill>
                              <a:latin typeface="Cambria Math" panose="02040503050406030204" pitchFamily="18" charset="0"/>
                              <a:ea typeface="微软雅黑" panose="020B0503020204020204" pitchFamily="34" charset="-122"/>
                            </a:rPr>
                            <m:t>𝑷</m:t>
                          </m:r>
                        </m:e>
                        <m:sub>
                          <m:r>
                            <a:rPr lang="en-US" altLang="zh-CN" sz="1400" i="1" dirty="0">
                              <a:solidFill>
                                <a:schemeClr val="tx1"/>
                              </a:solidFill>
                              <a:latin typeface="Cambria Math" panose="02040503050406030204" pitchFamily="18" charset="0"/>
                              <a:ea typeface="微软雅黑" panose="020B0503020204020204" pitchFamily="34" charset="-122"/>
                            </a:rPr>
                            <m:t>𝒕</m:t>
                          </m:r>
                        </m:sub>
                        <m:sup>
                          <m:r>
                            <a:rPr lang="en-US" altLang="zh-CN" sz="1400" i="1" dirty="0">
                              <a:solidFill>
                                <a:schemeClr val="tx1"/>
                              </a:solidFill>
                              <a:latin typeface="Cambria Math" panose="02040503050406030204" pitchFamily="18" charset="0"/>
                              <a:ea typeface="微软雅黑" panose="020B0503020204020204" pitchFamily="34" charset="-122"/>
                            </a:rPr>
                            <m:t>𝒊𝒏𝒗𝒂𝒍𝒊𝒅</m:t>
                          </m:r>
                        </m:sup>
                      </m:sSubSup>
                      <m:r>
                        <a:rPr lang="zh-CN" altLang="en-US" sz="1400" i="1" dirty="0" smtClean="0">
                          <a:solidFill>
                            <a:schemeClr val="tx1"/>
                          </a:solidFill>
                          <a:latin typeface="Cambria Math" panose="02040503050406030204" pitchFamily="18" charset="0"/>
                          <a:ea typeface="微软雅黑" panose="020B0503020204020204" pitchFamily="34" charset="-122"/>
                        </a:rPr>
                        <m:t>（</m:t>
                      </m:r>
                      <m:r>
                        <a:rPr lang="zh-CN" altLang="en-US" sz="1400" i="1" dirty="0">
                          <a:solidFill>
                            <a:schemeClr val="tx1"/>
                          </a:solidFill>
                          <a:latin typeface="Cambria Math" panose="02040503050406030204" pitchFamily="18" charset="0"/>
                          <a:ea typeface="微软雅黑" panose="020B0503020204020204" pitchFamily="34" charset="-122"/>
                        </a:rPr>
                        <m:t>无效动作）</m:t>
                      </m:r>
                      <m:r>
                        <a:rPr lang="en-US" altLang="zh-CN" sz="1400" i="1" dirty="0">
                          <a:solidFill>
                            <a:schemeClr val="tx1"/>
                          </a:solidFill>
                          <a:latin typeface="Cambria Math" panose="02040503050406030204" pitchFamily="18" charset="0"/>
                          <a:ea typeface="微软雅黑" panose="020B0503020204020204" pitchFamily="34" charset="-122"/>
                        </a:rPr>
                        <m:t>+</m:t>
                      </m:r>
                      <m:sSub>
                        <m:sSubPr>
                          <m:ctrlPr>
                            <a:rPr lang="en-US" altLang="zh-CN" sz="1400" i="1" dirty="0">
                              <a:solidFill>
                                <a:schemeClr val="tx1"/>
                              </a:solidFill>
                              <a:latin typeface="Cambria Math" panose="02040503050406030204" pitchFamily="18" charset="0"/>
                              <a:ea typeface="微软雅黑" panose="020B0503020204020204" pitchFamily="34" charset="-122"/>
                            </a:rPr>
                          </m:ctrlPr>
                        </m:sSubPr>
                        <m:e>
                          <m:r>
                            <a:rPr lang="en-US" altLang="zh-CN" sz="1400" i="1" dirty="0">
                              <a:solidFill>
                                <a:schemeClr val="tx1"/>
                              </a:solidFill>
                              <a:latin typeface="Cambria Math" panose="02040503050406030204" pitchFamily="18" charset="0"/>
                              <a:ea typeface="微软雅黑" panose="020B0503020204020204" pitchFamily="34" charset="-122"/>
                            </a:rPr>
                            <m:t>𝜇</m:t>
                          </m:r>
                        </m:e>
                        <m:sub>
                          <m:r>
                            <a:rPr lang="en-US" altLang="zh-CN" sz="1400" i="1" dirty="0">
                              <a:solidFill>
                                <a:schemeClr val="tx1"/>
                              </a:solidFill>
                              <a:latin typeface="Cambria Math" panose="02040503050406030204" pitchFamily="18" charset="0"/>
                              <a:ea typeface="微软雅黑" panose="020B0503020204020204" pitchFamily="34" charset="-122"/>
                            </a:rPr>
                            <m:t>𝒓</m:t>
                          </m:r>
                        </m:sub>
                      </m:sSub>
                      <m:sSubSup>
                        <m:sSubSupPr>
                          <m:ctrlPr>
                            <a:rPr lang="en-US" altLang="zh-CN" sz="1400" i="1" dirty="0">
                              <a:solidFill>
                                <a:schemeClr val="tx1"/>
                              </a:solidFill>
                              <a:latin typeface="Cambria Math" panose="02040503050406030204" pitchFamily="18" charset="0"/>
                              <a:ea typeface="微软雅黑" panose="020B0503020204020204" pitchFamily="34" charset="-122"/>
                            </a:rPr>
                          </m:ctrlPr>
                        </m:sSubSupPr>
                        <m:e>
                          <m:r>
                            <a:rPr lang="en-US" altLang="zh-CN" sz="1400" i="1" dirty="0">
                              <a:solidFill>
                                <a:schemeClr val="tx1"/>
                              </a:solidFill>
                              <a:latin typeface="Cambria Math" panose="02040503050406030204" pitchFamily="18" charset="0"/>
                              <a:ea typeface="微软雅黑" panose="020B0503020204020204" pitchFamily="34" charset="-122"/>
                            </a:rPr>
                            <m:t>𝑷</m:t>
                          </m:r>
                        </m:e>
                        <m:sub>
                          <m:r>
                            <a:rPr lang="en-US" altLang="zh-CN" sz="1400" i="1" dirty="0">
                              <a:solidFill>
                                <a:schemeClr val="tx1"/>
                              </a:solidFill>
                              <a:latin typeface="Cambria Math" panose="02040503050406030204" pitchFamily="18" charset="0"/>
                              <a:ea typeface="微软雅黑" panose="020B0503020204020204" pitchFamily="34" charset="-122"/>
                            </a:rPr>
                            <m:t>𝒕</m:t>
                          </m:r>
                        </m:sub>
                        <m:sup>
                          <m:r>
                            <a:rPr lang="en-US" altLang="zh-CN" sz="1400" i="1" dirty="0">
                              <a:solidFill>
                                <a:schemeClr val="tx1"/>
                              </a:solidFill>
                              <a:latin typeface="Cambria Math" panose="02040503050406030204" pitchFamily="18" charset="0"/>
                              <a:ea typeface="微软雅黑" panose="020B0503020204020204" pitchFamily="34" charset="-122"/>
                            </a:rPr>
                            <m:t>𝒃𝒐𝒓𝒓𝒐𝒘</m:t>
                          </m:r>
                        </m:sup>
                      </m:sSubSup>
                      <m:r>
                        <a:rPr lang="zh-CN" altLang="en-US" sz="1400" i="1" dirty="0" smtClean="0">
                          <a:solidFill>
                            <a:schemeClr val="tx1"/>
                          </a:solidFill>
                          <a:latin typeface="Cambria Math" panose="02040503050406030204" pitchFamily="18" charset="0"/>
                          <a:ea typeface="微软雅黑" panose="020B0503020204020204" pitchFamily="34" charset="-122"/>
                        </a:rPr>
                        <m:t>（</m:t>
                      </m:r>
                      <m:r>
                        <a:rPr lang="zh-CN" altLang="en-US" sz="1400" i="1" dirty="0">
                          <a:solidFill>
                            <a:schemeClr val="tx1"/>
                          </a:solidFill>
                          <a:latin typeface="Cambria Math" panose="02040503050406030204" pitchFamily="18" charset="0"/>
                          <a:ea typeface="微软雅黑" panose="020B0503020204020204" pitchFamily="34" charset="-122"/>
                        </a:rPr>
                        <m:t>借调代价）</m:t>
                      </m:r>
                      <m:r>
                        <a:rPr lang="en-US" altLang="zh-CN" sz="1400" i="1" dirty="0">
                          <a:solidFill>
                            <a:schemeClr val="tx1"/>
                          </a:solidFill>
                          <a:latin typeface="Cambria Math" panose="02040503050406030204" pitchFamily="18" charset="0"/>
                          <a:ea typeface="微软雅黑" panose="020B0503020204020204" pitchFamily="34" charset="-122"/>
                        </a:rPr>
                        <m:t>+</m:t>
                      </m:r>
                      <m:sSub>
                        <m:sSubPr>
                          <m:ctrlPr>
                            <a:rPr lang="en-US" altLang="zh-CN" sz="1400" i="1" dirty="0">
                              <a:solidFill>
                                <a:schemeClr val="tx1"/>
                              </a:solidFill>
                              <a:latin typeface="Cambria Math" panose="02040503050406030204" pitchFamily="18" charset="0"/>
                              <a:ea typeface="微软雅黑" panose="020B0503020204020204" pitchFamily="34" charset="-122"/>
                            </a:rPr>
                          </m:ctrlPr>
                        </m:sSubPr>
                        <m:e>
                          <m:r>
                            <a:rPr lang="en-US" altLang="zh-CN" sz="1400" i="1" dirty="0">
                              <a:solidFill>
                                <a:schemeClr val="tx1"/>
                              </a:solidFill>
                              <a:latin typeface="Cambria Math" panose="02040503050406030204" pitchFamily="18" charset="0"/>
                              <a:ea typeface="微软雅黑" panose="020B0503020204020204" pitchFamily="34" charset="-122"/>
                            </a:rPr>
                            <m:t>𝜇</m:t>
                          </m:r>
                        </m:e>
                        <m:sub>
                          <m:r>
                            <a:rPr lang="en-US" altLang="zh-CN" sz="1400" i="1" dirty="0">
                              <a:solidFill>
                                <a:schemeClr val="tx1"/>
                              </a:solidFill>
                              <a:latin typeface="Cambria Math" panose="02040503050406030204" pitchFamily="18" charset="0"/>
                              <a:ea typeface="微软雅黑" panose="020B0503020204020204" pitchFamily="34" charset="-122"/>
                            </a:rPr>
                            <m:t>𝒑</m:t>
                          </m:r>
                        </m:sub>
                      </m:sSub>
                      <m:sSubSup>
                        <m:sSubSupPr>
                          <m:ctrlPr>
                            <a:rPr lang="en-US" altLang="zh-CN" sz="1400" i="1" dirty="0">
                              <a:solidFill>
                                <a:schemeClr val="tx1"/>
                              </a:solidFill>
                              <a:latin typeface="Cambria Math" panose="02040503050406030204" pitchFamily="18" charset="0"/>
                              <a:ea typeface="微软雅黑" panose="020B0503020204020204" pitchFamily="34" charset="-122"/>
                            </a:rPr>
                          </m:ctrlPr>
                        </m:sSubSupPr>
                        <m:e>
                          <m:r>
                            <a:rPr lang="en-US" altLang="zh-CN" sz="1400" i="1" dirty="0">
                              <a:solidFill>
                                <a:schemeClr val="tx1"/>
                              </a:solidFill>
                              <a:latin typeface="Cambria Math" panose="02040503050406030204" pitchFamily="18" charset="0"/>
                              <a:ea typeface="微软雅黑" panose="020B0503020204020204" pitchFamily="34" charset="-122"/>
                            </a:rPr>
                            <m:t>𝑷</m:t>
                          </m:r>
                        </m:e>
                        <m:sub>
                          <m:r>
                            <a:rPr lang="en-US" altLang="zh-CN" sz="1400" i="1" dirty="0">
                              <a:solidFill>
                                <a:schemeClr val="tx1"/>
                              </a:solidFill>
                              <a:latin typeface="Cambria Math" panose="02040503050406030204" pitchFamily="18" charset="0"/>
                              <a:ea typeface="微软雅黑" panose="020B0503020204020204" pitchFamily="34" charset="-122"/>
                            </a:rPr>
                            <m:t>𝒕</m:t>
                          </m:r>
                        </m:sub>
                        <m:sup>
                          <m:r>
                            <a:rPr lang="en-US" altLang="zh-CN" sz="1400" i="1" dirty="0">
                              <a:solidFill>
                                <a:schemeClr val="tx1"/>
                              </a:solidFill>
                              <a:latin typeface="Cambria Math" panose="02040503050406030204" pitchFamily="18" charset="0"/>
                              <a:ea typeface="微软雅黑" panose="020B0503020204020204" pitchFamily="34" charset="-122"/>
                            </a:rPr>
                            <m:t>𝒑𝒓𝒐𝒕𝒆𝒄𝒕</m:t>
                          </m:r>
                        </m:sup>
                      </m:sSubSup>
                      <m:r>
                        <a:rPr lang="zh-CN" altLang="en-US" sz="1400" i="1" dirty="0" smtClean="0">
                          <a:solidFill>
                            <a:schemeClr val="tx1"/>
                          </a:solidFill>
                          <a:latin typeface="Cambria Math" panose="02040503050406030204" pitchFamily="18" charset="0"/>
                          <a:ea typeface="微软雅黑" panose="020B0503020204020204" pitchFamily="34" charset="-122"/>
                        </a:rPr>
                        <m:t>（</m:t>
                      </m:r>
                      <m:r>
                        <a:rPr lang="zh-CN" altLang="en-US" sz="1400" i="1" dirty="0">
                          <a:solidFill>
                            <a:schemeClr val="tx1"/>
                          </a:solidFill>
                          <a:latin typeface="Cambria Math" panose="02040503050406030204" pitchFamily="18" charset="0"/>
                          <a:ea typeface="微软雅黑" panose="020B0503020204020204" pitchFamily="34" charset="-122"/>
                        </a:rPr>
                        <m:t>保护边界）</m:t>
                      </m:r>
                    </m:oMath>
                  </m:oMathPara>
                </a14:m>
                <a:endParaRPr lang="zh-CN" altLang="en-US" sz="140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28" name="文本框 27">
                <a:extLst>
                  <a:ext uri="{FF2B5EF4-FFF2-40B4-BE49-F238E27FC236}">
                    <a16:creationId xmlns:a16="http://schemas.microsoft.com/office/drawing/2014/main" id="{56EA6296-D288-F6FF-9CEB-F0A6B245CE49}"/>
                  </a:ext>
                </a:extLst>
              </p:cNvPr>
              <p:cNvSpPr txBox="1">
                <a:spLocks noRot="1" noChangeAspect="1" noMove="1" noResize="1" noEditPoints="1" noAdjustHandles="1" noChangeArrowheads="1" noChangeShapeType="1" noTextEdit="1"/>
              </p:cNvSpPr>
              <p:nvPr/>
            </p:nvSpPr>
            <p:spPr>
              <a:xfrm>
                <a:off x="7706553" y="1960030"/>
                <a:ext cx="4749474" cy="1126231"/>
              </a:xfrm>
              <a:prstGeom prst="rect">
                <a:avLst/>
              </a:prstGeom>
              <a:blipFill>
                <a:blip r:embed="rId11"/>
                <a:stretch>
                  <a:fillRect/>
                </a:stretch>
              </a:blipFill>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文本框 29">
                <a:extLst>
                  <a:ext uri="{FF2B5EF4-FFF2-40B4-BE49-F238E27FC236}">
                    <a16:creationId xmlns:a16="http://schemas.microsoft.com/office/drawing/2014/main" id="{0E4258DE-53AF-27C8-8F6C-819F12B27DF0}"/>
                  </a:ext>
                </a:extLst>
              </p:cNvPr>
              <p:cNvSpPr txBox="1"/>
              <p:nvPr/>
            </p:nvSpPr>
            <p:spPr>
              <a:xfrm>
                <a:off x="7752886" y="3160696"/>
                <a:ext cx="4627779" cy="399622"/>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14:m>
                  <m:oMathPara xmlns:m="http://schemas.openxmlformats.org/officeDocument/2006/math">
                    <m:oMathParaPr>
                      <m:jc m:val="left"/>
                    </m:oMathParaPr>
                    <m:oMath xmlns:m="http://schemas.openxmlformats.org/officeDocument/2006/math">
                      <m:r>
                        <a:rPr lang="zh-CN" altLang="en-US" sz="1400" i="1" dirty="0">
                          <a:solidFill>
                            <a:schemeClr val="tx1"/>
                          </a:solidFill>
                          <a:latin typeface="Cambria Math" panose="02040503050406030204" pitchFamily="18" charset="0"/>
                          <a:ea typeface="微软雅黑" panose="020B0503020204020204" pitchFamily="34" charset="-122"/>
                        </a:rPr>
                        <m:t>作为过程反馈项，不改变周期与平滑性主目标。</m:t>
                      </m:r>
                    </m:oMath>
                  </m:oMathPara>
                </a14:m>
                <a:endParaRPr lang="zh-CN" altLang="en-US" sz="140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30" name="文本框 29">
                <a:extLst>
                  <a:ext uri="{FF2B5EF4-FFF2-40B4-BE49-F238E27FC236}">
                    <a16:creationId xmlns:a16="http://schemas.microsoft.com/office/drawing/2014/main" id="{0E4258DE-53AF-27C8-8F6C-819F12B27DF0}"/>
                  </a:ext>
                </a:extLst>
              </p:cNvPr>
              <p:cNvSpPr txBox="1">
                <a:spLocks noRot="1" noChangeAspect="1" noMove="1" noResize="1" noEditPoints="1" noAdjustHandles="1" noChangeArrowheads="1" noChangeShapeType="1" noTextEdit="1"/>
              </p:cNvSpPr>
              <p:nvPr/>
            </p:nvSpPr>
            <p:spPr>
              <a:xfrm>
                <a:off x="7752886" y="3160696"/>
                <a:ext cx="4627779" cy="399622"/>
              </a:xfrm>
              <a:prstGeom prst="rect">
                <a:avLst/>
              </a:prstGeom>
              <a:blipFill>
                <a:blip r:embed="rId12"/>
                <a:stretch>
                  <a:fillRect l="-527" b="-1515"/>
                </a:stretch>
              </a:blipFill>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 name="矩形: 圆角 30">
                <a:extLst>
                  <a:ext uri="{FF2B5EF4-FFF2-40B4-BE49-F238E27FC236}">
                    <a16:creationId xmlns:a16="http://schemas.microsoft.com/office/drawing/2014/main" id="{C7DF20AC-5AA9-DFAA-F1FF-5CC73F632AA8}"/>
                  </a:ext>
                </a:extLst>
              </p:cNvPr>
              <p:cNvSpPr/>
              <p:nvPr/>
            </p:nvSpPr>
            <p:spPr>
              <a:xfrm>
                <a:off x="613449" y="4531735"/>
                <a:ext cx="1768001" cy="831294"/>
              </a:xfrm>
              <a:prstGeom prst="roundRect">
                <a:avLst>
                  <a:gd name="adj" fmla="val 3510"/>
                </a:avLst>
              </a:prstGeom>
              <a:solidFill>
                <a:srgbClr val="3192F2">
                  <a:alpha val="10000"/>
                </a:srgbClr>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CN" sz="1400" i="1" dirty="0">
                          <a:solidFill>
                            <a:schemeClr val="tx1"/>
                          </a:solidFill>
                          <a:latin typeface="Cambria Math" panose="02040503050406030204" pitchFamily="18" charset="0"/>
                          <a:ea typeface="微软雅黑" panose="020B0503020204020204" pitchFamily="34" charset="-122"/>
                        </a:rPr>
                        <m:t>𝑅𝑜𝑙𝑙𝑜𝑢𝑡</m:t>
                      </m:r>
                      <m:r>
                        <a:rPr lang="en-US" altLang="zh-CN" sz="1400" i="1" dirty="0">
                          <a:solidFill>
                            <a:schemeClr val="tx1"/>
                          </a:solidFill>
                          <a:latin typeface="Cambria Math" panose="02040503050406030204" pitchFamily="18" charset="0"/>
                          <a:ea typeface="微软雅黑" panose="020B0503020204020204" pitchFamily="34" charset="-122"/>
                        </a:rPr>
                        <m:t> </m:t>
                      </m:r>
                      <m:r>
                        <a:rPr lang="en-US" altLang="zh-CN" sz="1400" i="1" dirty="0">
                          <a:solidFill>
                            <a:schemeClr val="tx1"/>
                          </a:solidFill>
                          <a:latin typeface="Cambria Math" panose="02040503050406030204" pitchFamily="18" charset="0"/>
                          <a:ea typeface="微软雅黑" panose="020B0503020204020204" pitchFamily="34" charset="-122"/>
                        </a:rPr>
                        <m:t>𝐵𝑢𝑓𝑓𝑒𝑟</m:t>
                      </m:r>
                    </m:oMath>
                  </m:oMathPara>
                </a14:m>
                <a:endParaRPr lang="zh-CN" altLang="en-US" sz="1400" b="1" i="1" dirty="0">
                  <a:solidFill>
                    <a:schemeClr val="tx1"/>
                  </a:solidFill>
                  <a:latin typeface="微软雅黑" panose="020B0503020204020204" pitchFamily="34" charset="-122"/>
                  <a:ea typeface="微软雅黑" panose="020B0503020204020204" pitchFamily="34" charset="-122"/>
                </a:endParaRPr>
              </a:p>
            </p:txBody>
          </p:sp>
        </mc:Choice>
        <mc:Fallback xmlns="">
          <p:sp>
            <p:nvSpPr>
              <p:cNvPr id="31" name="矩形: 圆角 30">
                <a:extLst>
                  <a:ext uri="{FF2B5EF4-FFF2-40B4-BE49-F238E27FC236}">
                    <a16:creationId xmlns:a16="http://schemas.microsoft.com/office/drawing/2014/main" id="{C7DF20AC-5AA9-DFAA-F1FF-5CC73F632AA8}"/>
                  </a:ext>
                </a:extLst>
              </p:cNvPr>
              <p:cNvSpPr>
                <a:spLocks noRot="1" noChangeAspect="1" noMove="1" noResize="1" noEditPoints="1" noAdjustHandles="1" noChangeArrowheads="1" noChangeShapeType="1" noTextEdit="1"/>
              </p:cNvSpPr>
              <p:nvPr/>
            </p:nvSpPr>
            <p:spPr>
              <a:xfrm>
                <a:off x="613449" y="4531735"/>
                <a:ext cx="1768001" cy="831294"/>
              </a:xfrm>
              <a:prstGeom prst="roundRect">
                <a:avLst>
                  <a:gd name="adj" fmla="val 3510"/>
                </a:avLst>
              </a:prstGeom>
              <a:blipFill>
                <a:blip r:embed="rId13"/>
                <a:stretch>
                  <a:fillRect/>
                </a:stretch>
              </a:blipFill>
              <a:ln>
                <a:solidFill>
                  <a:srgbClr val="003F88"/>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 name="矩形: 圆角 31">
                <a:extLst>
                  <a:ext uri="{FF2B5EF4-FFF2-40B4-BE49-F238E27FC236}">
                    <a16:creationId xmlns:a16="http://schemas.microsoft.com/office/drawing/2014/main" id="{326AAC8C-A2C7-D6B7-4BFB-9ABFC278D839}"/>
                  </a:ext>
                </a:extLst>
              </p:cNvPr>
              <p:cNvSpPr/>
              <p:nvPr/>
            </p:nvSpPr>
            <p:spPr>
              <a:xfrm>
                <a:off x="2908694" y="4531735"/>
                <a:ext cx="1768001" cy="831294"/>
              </a:xfrm>
              <a:prstGeom prst="roundRect">
                <a:avLst>
                  <a:gd name="adj" fmla="val 3510"/>
                </a:avLst>
              </a:prstGeom>
              <a:solidFill>
                <a:srgbClr val="3192F2">
                  <a:alpha val="10000"/>
                </a:srgbClr>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CN" sz="1400" i="1" dirty="0">
                          <a:solidFill>
                            <a:schemeClr val="tx1"/>
                          </a:solidFill>
                          <a:latin typeface="Cambria Math" panose="02040503050406030204" pitchFamily="18" charset="0"/>
                          <a:ea typeface="微软雅黑" panose="020B0503020204020204" pitchFamily="34" charset="-122"/>
                        </a:rPr>
                        <m:t>𝐺𝐴𝐸</m:t>
                      </m:r>
                      <m:r>
                        <a:rPr lang="en-US" altLang="zh-CN" sz="1400" i="1" dirty="0">
                          <a:solidFill>
                            <a:schemeClr val="tx1"/>
                          </a:solidFill>
                          <a:latin typeface="Cambria Math" panose="02040503050406030204" pitchFamily="18" charset="0"/>
                          <a:ea typeface="微软雅黑" panose="020B0503020204020204" pitchFamily="34" charset="-122"/>
                        </a:rPr>
                        <m:t> </m:t>
                      </m:r>
                      <m:r>
                        <a:rPr lang="zh-CN" altLang="en-US" sz="1400" i="1" dirty="0">
                          <a:solidFill>
                            <a:schemeClr val="tx1"/>
                          </a:solidFill>
                          <a:latin typeface="Cambria Math" panose="02040503050406030204" pitchFamily="18" charset="0"/>
                          <a:ea typeface="微软雅黑" panose="020B0503020204020204" pitchFamily="34" charset="-122"/>
                        </a:rPr>
                        <m:t>优势估计</m:t>
                      </m:r>
                    </m:oMath>
                  </m:oMathPara>
                </a14:m>
                <a:endParaRPr lang="zh-CN" altLang="en-US" sz="1400" b="1" i="1" dirty="0">
                  <a:solidFill>
                    <a:schemeClr val="tx1"/>
                  </a:solidFill>
                  <a:latin typeface="微软雅黑" panose="020B0503020204020204" pitchFamily="34" charset="-122"/>
                  <a:ea typeface="微软雅黑" panose="020B0503020204020204" pitchFamily="34" charset="-122"/>
                </a:endParaRPr>
              </a:p>
            </p:txBody>
          </p:sp>
        </mc:Choice>
        <mc:Fallback xmlns="">
          <p:sp>
            <p:nvSpPr>
              <p:cNvPr id="32" name="矩形: 圆角 31">
                <a:extLst>
                  <a:ext uri="{FF2B5EF4-FFF2-40B4-BE49-F238E27FC236}">
                    <a16:creationId xmlns:a16="http://schemas.microsoft.com/office/drawing/2014/main" id="{326AAC8C-A2C7-D6B7-4BFB-9ABFC278D839}"/>
                  </a:ext>
                </a:extLst>
              </p:cNvPr>
              <p:cNvSpPr>
                <a:spLocks noRot="1" noChangeAspect="1" noMove="1" noResize="1" noEditPoints="1" noAdjustHandles="1" noChangeArrowheads="1" noChangeShapeType="1" noTextEdit="1"/>
              </p:cNvSpPr>
              <p:nvPr/>
            </p:nvSpPr>
            <p:spPr>
              <a:xfrm>
                <a:off x="2908694" y="4531735"/>
                <a:ext cx="1768001" cy="831294"/>
              </a:xfrm>
              <a:prstGeom prst="roundRect">
                <a:avLst>
                  <a:gd name="adj" fmla="val 3510"/>
                </a:avLst>
              </a:prstGeom>
              <a:blipFill>
                <a:blip r:embed="rId14"/>
                <a:stretch>
                  <a:fillRect/>
                </a:stretch>
              </a:blipFill>
              <a:ln>
                <a:solidFill>
                  <a:srgbClr val="003F88"/>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 name="矩形: 圆角 32">
                <a:extLst>
                  <a:ext uri="{FF2B5EF4-FFF2-40B4-BE49-F238E27FC236}">
                    <a16:creationId xmlns:a16="http://schemas.microsoft.com/office/drawing/2014/main" id="{6746E546-2323-9CAC-7267-DEFF2A56F293}"/>
                  </a:ext>
                </a:extLst>
              </p:cNvPr>
              <p:cNvSpPr/>
              <p:nvPr/>
            </p:nvSpPr>
            <p:spPr>
              <a:xfrm>
                <a:off x="5205870" y="4531735"/>
                <a:ext cx="1768001" cy="831294"/>
              </a:xfrm>
              <a:prstGeom prst="roundRect">
                <a:avLst>
                  <a:gd name="adj" fmla="val 3510"/>
                </a:avLst>
              </a:prstGeom>
              <a:solidFill>
                <a:srgbClr val="3192F2">
                  <a:alpha val="10000"/>
                </a:srgbClr>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CN" sz="1400" i="1" dirty="0">
                          <a:solidFill>
                            <a:schemeClr val="tx1"/>
                          </a:solidFill>
                          <a:latin typeface="Cambria Math" panose="02040503050406030204" pitchFamily="18" charset="0"/>
                          <a:ea typeface="微软雅黑" panose="020B0503020204020204" pitchFamily="34" charset="-122"/>
                        </a:rPr>
                        <m:t>𝑃𝑃𝑂</m:t>
                      </m:r>
                      <m:r>
                        <a:rPr lang="en-US" altLang="zh-CN" sz="1400" i="1" dirty="0">
                          <a:solidFill>
                            <a:schemeClr val="tx1"/>
                          </a:solidFill>
                          <a:latin typeface="Cambria Math" panose="02040503050406030204" pitchFamily="18" charset="0"/>
                          <a:ea typeface="微软雅黑" panose="020B0503020204020204" pitchFamily="34" charset="-122"/>
                        </a:rPr>
                        <m:t> </m:t>
                      </m:r>
                      <m:r>
                        <a:rPr lang="en-US" altLang="zh-CN" sz="1400" i="1" dirty="0">
                          <a:solidFill>
                            <a:schemeClr val="tx1"/>
                          </a:solidFill>
                          <a:latin typeface="Cambria Math" panose="02040503050406030204" pitchFamily="18" charset="0"/>
                          <a:ea typeface="微软雅黑" panose="020B0503020204020204" pitchFamily="34" charset="-122"/>
                        </a:rPr>
                        <m:t>𝐶𝑙𝑖𝑝</m:t>
                      </m:r>
                      <m:r>
                        <a:rPr lang="en-US" altLang="zh-CN" sz="1400" i="1" dirty="0">
                          <a:solidFill>
                            <a:schemeClr val="tx1"/>
                          </a:solidFill>
                          <a:latin typeface="Cambria Math" panose="02040503050406030204" pitchFamily="18" charset="0"/>
                          <a:ea typeface="微软雅黑" panose="020B0503020204020204" pitchFamily="34" charset="-122"/>
                        </a:rPr>
                        <m:t> </m:t>
                      </m:r>
                      <m:r>
                        <a:rPr lang="zh-CN" altLang="en-US" sz="1400" i="1" dirty="0">
                          <a:solidFill>
                            <a:schemeClr val="tx1"/>
                          </a:solidFill>
                          <a:latin typeface="Cambria Math" panose="02040503050406030204" pitchFamily="18" charset="0"/>
                          <a:ea typeface="微软雅黑" panose="020B0503020204020204" pitchFamily="34" charset="-122"/>
                        </a:rPr>
                        <m:t>更新</m:t>
                      </m:r>
                    </m:oMath>
                  </m:oMathPara>
                </a14:m>
                <a:endParaRPr lang="zh-CN" altLang="en-US" sz="1400" b="1" i="1" dirty="0">
                  <a:solidFill>
                    <a:schemeClr val="tx1"/>
                  </a:solidFill>
                  <a:latin typeface="微软雅黑" panose="020B0503020204020204" pitchFamily="34" charset="-122"/>
                  <a:ea typeface="微软雅黑" panose="020B0503020204020204" pitchFamily="34" charset="-122"/>
                </a:endParaRPr>
              </a:p>
            </p:txBody>
          </p:sp>
        </mc:Choice>
        <mc:Fallback xmlns="">
          <p:sp>
            <p:nvSpPr>
              <p:cNvPr id="33" name="矩形: 圆角 32">
                <a:extLst>
                  <a:ext uri="{FF2B5EF4-FFF2-40B4-BE49-F238E27FC236}">
                    <a16:creationId xmlns:a16="http://schemas.microsoft.com/office/drawing/2014/main" id="{6746E546-2323-9CAC-7267-DEFF2A56F293}"/>
                  </a:ext>
                </a:extLst>
              </p:cNvPr>
              <p:cNvSpPr>
                <a:spLocks noRot="1" noChangeAspect="1" noMove="1" noResize="1" noEditPoints="1" noAdjustHandles="1" noChangeArrowheads="1" noChangeShapeType="1" noTextEdit="1"/>
              </p:cNvSpPr>
              <p:nvPr/>
            </p:nvSpPr>
            <p:spPr>
              <a:xfrm>
                <a:off x="5205870" y="4531735"/>
                <a:ext cx="1768001" cy="831294"/>
              </a:xfrm>
              <a:prstGeom prst="roundRect">
                <a:avLst>
                  <a:gd name="adj" fmla="val 3510"/>
                </a:avLst>
              </a:prstGeom>
              <a:blipFill>
                <a:blip r:embed="rId15"/>
                <a:stretch>
                  <a:fillRect/>
                </a:stretch>
              </a:blipFill>
              <a:ln>
                <a:solidFill>
                  <a:srgbClr val="003F88"/>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4" name="矩形: 圆角 33">
                <a:extLst>
                  <a:ext uri="{FF2B5EF4-FFF2-40B4-BE49-F238E27FC236}">
                    <a16:creationId xmlns:a16="http://schemas.microsoft.com/office/drawing/2014/main" id="{98E58FD9-F8B8-0E37-BDF7-EB02DB29B003}"/>
                  </a:ext>
                </a:extLst>
              </p:cNvPr>
              <p:cNvSpPr/>
              <p:nvPr/>
            </p:nvSpPr>
            <p:spPr>
              <a:xfrm>
                <a:off x="7503046" y="4531735"/>
                <a:ext cx="1768001" cy="831294"/>
              </a:xfrm>
              <a:prstGeom prst="roundRect">
                <a:avLst>
                  <a:gd name="adj" fmla="val 3510"/>
                </a:avLst>
              </a:prstGeom>
              <a:solidFill>
                <a:srgbClr val="3192F2">
                  <a:alpha val="10000"/>
                </a:srgbClr>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zh-CN" altLang="en-US" sz="1400" i="1" dirty="0">
                          <a:solidFill>
                            <a:schemeClr val="tx1"/>
                          </a:solidFill>
                          <a:latin typeface="Cambria Math" panose="02040503050406030204" pitchFamily="18" charset="0"/>
                          <a:ea typeface="微软雅黑" panose="020B0503020204020204" pitchFamily="34" charset="-122"/>
                        </a:rPr>
                        <m:t>集中式价值评估</m:t>
                      </m:r>
                    </m:oMath>
                  </m:oMathPara>
                </a14:m>
                <a:endParaRPr lang="zh-CN" altLang="en-US" sz="1400" b="1" i="1" dirty="0">
                  <a:solidFill>
                    <a:schemeClr val="tx1"/>
                  </a:solidFill>
                  <a:latin typeface="微软雅黑" panose="020B0503020204020204" pitchFamily="34" charset="-122"/>
                  <a:ea typeface="微软雅黑" panose="020B0503020204020204" pitchFamily="34" charset="-122"/>
                </a:endParaRPr>
              </a:p>
            </p:txBody>
          </p:sp>
        </mc:Choice>
        <mc:Fallback xmlns="">
          <p:sp>
            <p:nvSpPr>
              <p:cNvPr id="34" name="矩形: 圆角 33">
                <a:extLst>
                  <a:ext uri="{FF2B5EF4-FFF2-40B4-BE49-F238E27FC236}">
                    <a16:creationId xmlns:a16="http://schemas.microsoft.com/office/drawing/2014/main" id="{98E58FD9-F8B8-0E37-BDF7-EB02DB29B003}"/>
                  </a:ext>
                </a:extLst>
              </p:cNvPr>
              <p:cNvSpPr>
                <a:spLocks noRot="1" noChangeAspect="1" noMove="1" noResize="1" noEditPoints="1" noAdjustHandles="1" noChangeArrowheads="1" noChangeShapeType="1" noTextEdit="1"/>
              </p:cNvSpPr>
              <p:nvPr/>
            </p:nvSpPr>
            <p:spPr>
              <a:xfrm>
                <a:off x="7503046" y="4531735"/>
                <a:ext cx="1768001" cy="831294"/>
              </a:xfrm>
              <a:prstGeom prst="roundRect">
                <a:avLst>
                  <a:gd name="adj" fmla="val 3510"/>
                </a:avLst>
              </a:prstGeom>
              <a:blipFill>
                <a:blip r:embed="rId16"/>
                <a:stretch>
                  <a:fillRect/>
                </a:stretch>
              </a:blipFill>
              <a:ln>
                <a:solidFill>
                  <a:srgbClr val="003F88"/>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5" name="矩形: 圆角 34">
                <a:extLst>
                  <a:ext uri="{FF2B5EF4-FFF2-40B4-BE49-F238E27FC236}">
                    <a16:creationId xmlns:a16="http://schemas.microsoft.com/office/drawing/2014/main" id="{3F60139C-6CA6-6DE6-615E-2079E86CFC25}"/>
                  </a:ext>
                </a:extLst>
              </p:cNvPr>
              <p:cNvSpPr/>
              <p:nvPr/>
            </p:nvSpPr>
            <p:spPr>
              <a:xfrm>
                <a:off x="9800222" y="4531735"/>
                <a:ext cx="1768001" cy="831294"/>
              </a:xfrm>
              <a:prstGeom prst="roundRect">
                <a:avLst>
                  <a:gd name="adj" fmla="val 3510"/>
                </a:avLst>
              </a:prstGeom>
              <a:solidFill>
                <a:srgbClr val="3192F2">
                  <a:alpha val="10000"/>
                </a:srgbClr>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zh-CN" altLang="en-US" sz="1400" i="1" dirty="0">
                          <a:solidFill>
                            <a:schemeClr val="tx1"/>
                          </a:solidFill>
                          <a:latin typeface="Cambria Math" panose="02040503050406030204" pitchFamily="18" charset="0"/>
                          <a:ea typeface="微软雅黑" panose="020B0503020204020204" pitchFamily="34" charset="-122"/>
                        </a:rPr>
                        <m:t>图编码器</m:t>
                      </m:r>
                      <m:r>
                        <a:rPr lang="zh-CN" altLang="en-US" sz="1400" i="1" dirty="0">
                          <a:solidFill>
                            <a:schemeClr val="tx1"/>
                          </a:solidFill>
                          <a:latin typeface="Cambria Math" panose="02040503050406030204" pitchFamily="18" charset="0"/>
                          <a:ea typeface="微软雅黑" panose="020B0503020204020204" pitchFamily="34" charset="-122"/>
                        </a:rPr>
                        <m:t> / </m:t>
                      </m:r>
                      <m:r>
                        <a:rPr lang="zh-CN" altLang="en-US" sz="1400" i="1" dirty="0">
                          <a:solidFill>
                            <a:schemeClr val="tx1"/>
                          </a:solidFill>
                          <a:latin typeface="Cambria Math" panose="02040503050406030204" pitchFamily="18" charset="0"/>
                          <a:ea typeface="微软雅黑" panose="020B0503020204020204" pitchFamily="34" charset="-122"/>
                        </a:rPr>
                        <m:t>分层策略</m:t>
                      </m:r>
                      <m:r>
                        <a:rPr lang="zh-CN" altLang="en-US" sz="1400" i="1" dirty="0">
                          <a:solidFill>
                            <a:schemeClr val="tx1"/>
                          </a:solidFill>
                          <a:latin typeface="Cambria Math" panose="02040503050406030204" pitchFamily="18" charset="0"/>
                          <a:ea typeface="微软雅黑" panose="020B0503020204020204" pitchFamily="34" charset="-122"/>
                        </a:rPr>
                        <m:t> / </m:t>
                      </m:r>
                      <m:r>
                        <a:rPr lang="zh-CN" altLang="en-US" sz="1400" i="1" dirty="0">
                          <a:solidFill>
                            <a:schemeClr val="tx1"/>
                          </a:solidFill>
                          <a:latin typeface="Cambria Math" panose="02040503050406030204" pitchFamily="18" charset="0"/>
                          <a:ea typeface="微软雅黑" panose="020B0503020204020204" pitchFamily="34" charset="-122"/>
                        </a:rPr>
                        <m:t>编组策略更新</m:t>
                      </m:r>
                    </m:oMath>
                  </m:oMathPara>
                </a14:m>
                <a:endParaRPr lang="zh-CN" altLang="en-US" sz="1400" b="1" i="1" dirty="0">
                  <a:solidFill>
                    <a:schemeClr val="tx1"/>
                  </a:solidFill>
                  <a:latin typeface="微软雅黑" panose="020B0503020204020204" pitchFamily="34" charset="-122"/>
                  <a:ea typeface="微软雅黑" panose="020B0503020204020204" pitchFamily="34" charset="-122"/>
                </a:endParaRPr>
              </a:p>
            </p:txBody>
          </p:sp>
        </mc:Choice>
        <mc:Fallback xmlns="">
          <p:sp>
            <p:nvSpPr>
              <p:cNvPr id="35" name="矩形: 圆角 34">
                <a:extLst>
                  <a:ext uri="{FF2B5EF4-FFF2-40B4-BE49-F238E27FC236}">
                    <a16:creationId xmlns:a16="http://schemas.microsoft.com/office/drawing/2014/main" id="{3F60139C-6CA6-6DE6-615E-2079E86CFC25}"/>
                  </a:ext>
                </a:extLst>
              </p:cNvPr>
              <p:cNvSpPr>
                <a:spLocks noRot="1" noChangeAspect="1" noMove="1" noResize="1" noEditPoints="1" noAdjustHandles="1" noChangeArrowheads="1" noChangeShapeType="1" noTextEdit="1"/>
              </p:cNvSpPr>
              <p:nvPr/>
            </p:nvSpPr>
            <p:spPr>
              <a:xfrm>
                <a:off x="9800222" y="4531735"/>
                <a:ext cx="1768001" cy="831294"/>
              </a:xfrm>
              <a:prstGeom prst="roundRect">
                <a:avLst>
                  <a:gd name="adj" fmla="val 3510"/>
                </a:avLst>
              </a:prstGeom>
              <a:blipFill>
                <a:blip r:embed="rId17"/>
                <a:stretch>
                  <a:fillRect/>
                </a:stretch>
              </a:blipFill>
              <a:ln>
                <a:solidFill>
                  <a:srgbClr val="003F88"/>
                </a:solidFill>
              </a:ln>
            </p:spPr>
            <p:txBody>
              <a:bodyPr/>
              <a:lstStyle/>
              <a:p>
                <a:r>
                  <a:rPr lang="zh-CN" altLang="en-US">
                    <a:noFill/>
                  </a:rPr>
                  <a:t> </a:t>
                </a:r>
              </a:p>
            </p:txBody>
          </p:sp>
        </mc:Fallback>
      </mc:AlternateContent>
      <p:sp>
        <p:nvSpPr>
          <p:cNvPr id="36" name="文本框 35">
            <a:extLst>
              <a:ext uri="{FF2B5EF4-FFF2-40B4-BE49-F238E27FC236}">
                <a16:creationId xmlns:a16="http://schemas.microsoft.com/office/drawing/2014/main" id="{61BB55C2-F092-94E6-20ED-15B5F1348489}"/>
              </a:ext>
            </a:extLst>
          </p:cNvPr>
          <p:cNvSpPr txBox="1"/>
          <p:nvPr/>
        </p:nvSpPr>
        <p:spPr>
          <a:xfrm>
            <a:off x="2605314" y="5572859"/>
            <a:ext cx="7010399" cy="359867"/>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zh-CN" altLang="en-US" sz="1400" b="0" dirty="0">
                <a:solidFill>
                  <a:schemeClr val="tx1"/>
                </a:solidFill>
                <a:latin typeface="微软雅黑" panose="020B0503020204020204" pitchFamily="34" charset="-122"/>
                <a:ea typeface="微软雅黑" panose="020B0503020204020204" pitchFamily="34" charset="-122"/>
              </a:rPr>
              <a:t>集中训练、分层执行：共享全局反馈，分别更新资源编组、借入权限与站位执行策略。</a:t>
            </a:r>
          </a:p>
        </p:txBody>
      </p:sp>
      <p:cxnSp>
        <p:nvCxnSpPr>
          <p:cNvPr id="37" name="直接箭头连接符 36">
            <a:extLst>
              <a:ext uri="{FF2B5EF4-FFF2-40B4-BE49-F238E27FC236}">
                <a16:creationId xmlns:a16="http://schemas.microsoft.com/office/drawing/2014/main" id="{3724C28C-2F52-F186-8B59-B8361E77418A}"/>
              </a:ext>
            </a:extLst>
          </p:cNvPr>
          <p:cNvCxnSpPr>
            <a:stCxn id="31" idx="3"/>
            <a:endCxn id="32" idx="1"/>
          </p:cNvCxnSpPr>
          <p:nvPr/>
        </p:nvCxnSpPr>
        <p:spPr>
          <a:xfrm>
            <a:off x="2381450" y="4947382"/>
            <a:ext cx="527244"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39" name="直接箭头连接符 38">
            <a:extLst>
              <a:ext uri="{FF2B5EF4-FFF2-40B4-BE49-F238E27FC236}">
                <a16:creationId xmlns:a16="http://schemas.microsoft.com/office/drawing/2014/main" id="{948F0E1C-09D8-773C-541A-F5CBBB6585F6}"/>
              </a:ext>
            </a:extLst>
          </p:cNvPr>
          <p:cNvCxnSpPr>
            <a:stCxn id="32" idx="3"/>
            <a:endCxn id="33" idx="1"/>
          </p:cNvCxnSpPr>
          <p:nvPr/>
        </p:nvCxnSpPr>
        <p:spPr>
          <a:xfrm>
            <a:off x="4676695" y="4947382"/>
            <a:ext cx="529175"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41" name="直接箭头连接符 40">
            <a:extLst>
              <a:ext uri="{FF2B5EF4-FFF2-40B4-BE49-F238E27FC236}">
                <a16:creationId xmlns:a16="http://schemas.microsoft.com/office/drawing/2014/main" id="{0D7DA62C-3C7D-488F-9A4C-2BF51F33FBD5}"/>
              </a:ext>
            </a:extLst>
          </p:cNvPr>
          <p:cNvCxnSpPr>
            <a:stCxn id="33" idx="3"/>
            <a:endCxn id="34" idx="1"/>
          </p:cNvCxnSpPr>
          <p:nvPr/>
        </p:nvCxnSpPr>
        <p:spPr>
          <a:xfrm>
            <a:off x="6973871" y="4947382"/>
            <a:ext cx="529175"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43" name="直接箭头连接符 42">
            <a:extLst>
              <a:ext uri="{FF2B5EF4-FFF2-40B4-BE49-F238E27FC236}">
                <a16:creationId xmlns:a16="http://schemas.microsoft.com/office/drawing/2014/main" id="{289C12E5-0F1D-24E9-3D57-2D8EE7A5EBD7}"/>
              </a:ext>
            </a:extLst>
          </p:cNvPr>
          <p:cNvCxnSpPr>
            <a:stCxn id="34" idx="3"/>
            <a:endCxn id="35" idx="1"/>
          </p:cNvCxnSpPr>
          <p:nvPr/>
        </p:nvCxnSpPr>
        <p:spPr>
          <a:xfrm>
            <a:off x="9271047" y="4947382"/>
            <a:ext cx="529175"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274988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BB78B4-B375-54FB-4544-92ADA5877B02}"/>
            </a:ext>
          </a:extLst>
        </p:cNvPr>
        <p:cNvGrpSpPr/>
        <p:nvPr/>
      </p:nvGrpSpPr>
      <p:grpSpPr>
        <a:xfrm>
          <a:off x="0" y="0"/>
          <a:ext cx="0" cy="0"/>
          <a:chOff x="0" y="0"/>
          <a:chExt cx="0" cy="0"/>
        </a:xfrm>
      </p:grpSpPr>
      <p:grpSp>
        <p:nvGrpSpPr>
          <p:cNvPr id="46" name="组合 45">
            <a:extLst>
              <a:ext uri="{FF2B5EF4-FFF2-40B4-BE49-F238E27FC236}">
                <a16:creationId xmlns:a16="http://schemas.microsoft.com/office/drawing/2014/main" id="{EB8CDC81-B146-AE63-9B29-4B193378633D}"/>
              </a:ext>
            </a:extLst>
          </p:cNvPr>
          <p:cNvGrpSpPr/>
          <p:nvPr/>
        </p:nvGrpSpPr>
        <p:grpSpPr>
          <a:xfrm>
            <a:off x="4084664" y="882471"/>
            <a:ext cx="7815738" cy="5279326"/>
            <a:chOff x="3746159" y="646062"/>
            <a:chExt cx="7815738" cy="5279326"/>
          </a:xfrm>
        </p:grpSpPr>
        <p:sp>
          <p:nvSpPr>
            <p:cNvPr id="2" name="椭圆 1">
              <a:extLst>
                <a:ext uri="{FF2B5EF4-FFF2-40B4-BE49-F238E27FC236}">
                  <a16:creationId xmlns:a16="http://schemas.microsoft.com/office/drawing/2014/main" id="{6A471E72-E470-380F-7454-15B051A1E8D9}"/>
                </a:ext>
              </a:extLst>
            </p:cNvPr>
            <p:cNvSpPr/>
            <p:nvPr/>
          </p:nvSpPr>
          <p:spPr>
            <a:xfrm>
              <a:off x="3746159" y="656441"/>
              <a:ext cx="554005" cy="554005"/>
            </a:xfrm>
            <a:prstGeom prst="ellipse">
              <a:avLst/>
            </a:prstGeom>
            <a:solidFill>
              <a:srgbClr val="9D9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a:extLst>
                <a:ext uri="{FF2B5EF4-FFF2-40B4-BE49-F238E27FC236}">
                  <a16:creationId xmlns:a16="http://schemas.microsoft.com/office/drawing/2014/main" id="{2986D0CF-4E5B-72C8-5E66-8596223B7E91}"/>
                </a:ext>
              </a:extLst>
            </p:cNvPr>
            <p:cNvSpPr/>
            <p:nvPr/>
          </p:nvSpPr>
          <p:spPr>
            <a:xfrm>
              <a:off x="4412724" y="656441"/>
              <a:ext cx="2172085" cy="5643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zh-CN" altLang="en-US" sz="2200" b="1" i="0" u="none" strike="noStrike" kern="1200" cap="none" spc="0" normalizeH="0" baseline="0" noProof="0" dirty="0">
                  <a:ln>
                    <a:noFill/>
                  </a:ln>
                  <a:solidFill>
                    <a:srgbClr val="9D90A0"/>
                  </a:solidFill>
                  <a:effectLst/>
                  <a:uLnTx/>
                  <a:uFillTx/>
                  <a:latin typeface="Times New Roman" panose="02020603050405020304" pitchFamily="18" charset="0"/>
                  <a:ea typeface="微软雅黑"/>
                  <a:cs typeface="Times New Roman" panose="02020603050405020304" pitchFamily="18" charset="0"/>
                </a:rPr>
                <a:t>研究背景与现状</a:t>
              </a:r>
            </a:p>
          </p:txBody>
        </p:sp>
        <p:sp>
          <p:nvSpPr>
            <p:cNvPr id="10" name="矩形 9">
              <a:extLst>
                <a:ext uri="{FF2B5EF4-FFF2-40B4-BE49-F238E27FC236}">
                  <a16:creationId xmlns:a16="http://schemas.microsoft.com/office/drawing/2014/main" id="{78D48AD7-BD2C-143C-C5F7-B56D5C2A3056}"/>
                </a:ext>
              </a:extLst>
            </p:cNvPr>
            <p:cNvSpPr/>
            <p:nvPr/>
          </p:nvSpPr>
          <p:spPr>
            <a:xfrm>
              <a:off x="3760762" y="646062"/>
              <a:ext cx="642405" cy="5643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altLang="zh-CN" sz="2600" b="1" i="0" u="none" strike="noStrike" kern="1200" cap="none" spc="0" normalizeH="0" baseline="0" noProof="0" dirty="0">
                  <a:ln>
                    <a:noFill/>
                  </a:ln>
                  <a:solidFill>
                    <a:schemeClr val="bg1"/>
                  </a:solidFill>
                  <a:effectLst/>
                  <a:uLnTx/>
                  <a:uFillTx/>
                  <a:latin typeface="Times New Roman" panose="02020603050405020304" pitchFamily="18" charset="0"/>
                  <a:ea typeface="微软雅黑"/>
                  <a:cs typeface="Times New Roman" panose="02020603050405020304" pitchFamily="18" charset="0"/>
                </a:rPr>
                <a:t>01</a:t>
              </a:r>
              <a:endParaRPr kumimoji="0" lang="zh-CN" altLang="en-US" sz="2600" b="1" i="0" u="none" strike="noStrike" kern="1200" cap="none" spc="0" normalizeH="0" baseline="0" noProof="0" dirty="0">
                <a:ln>
                  <a:noFill/>
                </a:ln>
                <a:solidFill>
                  <a:schemeClr val="bg1"/>
                </a:solidFill>
                <a:effectLst/>
                <a:uLnTx/>
                <a:uFillTx/>
                <a:latin typeface="Times New Roman" panose="02020603050405020304" pitchFamily="18" charset="0"/>
                <a:ea typeface="微软雅黑"/>
                <a:cs typeface="Times New Roman" panose="02020603050405020304" pitchFamily="18" charset="0"/>
              </a:endParaRPr>
            </a:p>
          </p:txBody>
        </p:sp>
        <p:sp>
          <p:nvSpPr>
            <p:cNvPr id="4" name="椭圆 3">
              <a:extLst>
                <a:ext uri="{FF2B5EF4-FFF2-40B4-BE49-F238E27FC236}">
                  <a16:creationId xmlns:a16="http://schemas.microsoft.com/office/drawing/2014/main" id="{B77052BF-268B-5307-06C1-0A357137B72C}"/>
                </a:ext>
              </a:extLst>
            </p:cNvPr>
            <p:cNvSpPr/>
            <p:nvPr/>
          </p:nvSpPr>
          <p:spPr>
            <a:xfrm>
              <a:off x="3746159" y="1767768"/>
              <a:ext cx="554005" cy="554005"/>
            </a:xfrm>
            <a:prstGeom prst="ellipse">
              <a:avLst/>
            </a:prstGeom>
            <a:solidFill>
              <a:srgbClr val="9D9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矩形 8">
              <a:extLst>
                <a:ext uri="{FF2B5EF4-FFF2-40B4-BE49-F238E27FC236}">
                  <a16:creationId xmlns:a16="http://schemas.microsoft.com/office/drawing/2014/main" id="{DBD0308F-AE6A-272E-420D-E11D8784ED2E}"/>
                </a:ext>
              </a:extLst>
            </p:cNvPr>
            <p:cNvSpPr/>
            <p:nvPr/>
          </p:nvSpPr>
          <p:spPr>
            <a:xfrm>
              <a:off x="4403166" y="1777352"/>
              <a:ext cx="7119967" cy="5643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zh-CN" altLang="en-US" sz="2200" b="1" i="0" u="none" strike="noStrike" kern="1200" cap="none" spc="0" normalizeH="0" baseline="0" noProof="0" dirty="0">
                  <a:ln>
                    <a:noFill/>
                  </a:ln>
                  <a:solidFill>
                    <a:srgbClr val="9D90A0"/>
                  </a:solidFill>
                  <a:effectLst/>
                  <a:uLnTx/>
                  <a:uFillTx/>
                  <a:latin typeface="Times New Roman" panose="02020603050405020304" pitchFamily="18" charset="0"/>
                  <a:ea typeface="微软雅黑"/>
                  <a:cs typeface="Times New Roman" panose="02020603050405020304" pitchFamily="18" charset="0"/>
                </a:rPr>
                <a:t>问题描述</a:t>
              </a:r>
            </a:p>
          </p:txBody>
        </p:sp>
        <p:sp>
          <p:nvSpPr>
            <p:cNvPr id="14" name="矩形 13">
              <a:extLst>
                <a:ext uri="{FF2B5EF4-FFF2-40B4-BE49-F238E27FC236}">
                  <a16:creationId xmlns:a16="http://schemas.microsoft.com/office/drawing/2014/main" id="{0553E00E-5B9C-C877-45D4-0086F65C911D}"/>
                </a:ext>
              </a:extLst>
            </p:cNvPr>
            <p:cNvSpPr/>
            <p:nvPr/>
          </p:nvSpPr>
          <p:spPr>
            <a:xfrm>
              <a:off x="3760762" y="1764641"/>
              <a:ext cx="642405" cy="5643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altLang="zh-CN" sz="2600" b="1" i="0" u="none" strike="noStrike" kern="1200" cap="none" spc="0" normalizeH="0" baseline="0" noProof="0" dirty="0">
                  <a:ln>
                    <a:noFill/>
                  </a:ln>
                  <a:solidFill>
                    <a:schemeClr val="bg1"/>
                  </a:solidFill>
                  <a:effectLst/>
                  <a:uLnTx/>
                  <a:uFillTx/>
                  <a:latin typeface="Times New Roman" panose="02020603050405020304" pitchFamily="18" charset="0"/>
                  <a:ea typeface="微软雅黑"/>
                  <a:cs typeface="Times New Roman" panose="02020603050405020304" pitchFamily="18" charset="0"/>
                </a:rPr>
                <a:t>02</a:t>
              </a:r>
              <a:endParaRPr kumimoji="0" lang="zh-CN" altLang="en-US" sz="2600" b="1" i="0" u="none" strike="noStrike" kern="1200" cap="none" spc="0" normalizeH="0" baseline="0" noProof="0" dirty="0">
                <a:ln>
                  <a:noFill/>
                </a:ln>
                <a:solidFill>
                  <a:schemeClr val="bg1"/>
                </a:solidFill>
                <a:effectLst/>
                <a:uLnTx/>
                <a:uFillTx/>
                <a:latin typeface="Times New Roman" panose="02020603050405020304" pitchFamily="18" charset="0"/>
                <a:ea typeface="微软雅黑"/>
                <a:cs typeface="Times New Roman" panose="02020603050405020304" pitchFamily="18" charset="0"/>
              </a:endParaRPr>
            </a:p>
          </p:txBody>
        </p:sp>
        <p:sp>
          <p:nvSpPr>
            <p:cNvPr id="33" name="椭圆 32">
              <a:extLst>
                <a:ext uri="{FF2B5EF4-FFF2-40B4-BE49-F238E27FC236}">
                  <a16:creationId xmlns:a16="http://schemas.microsoft.com/office/drawing/2014/main" id="{D633A349-EF6A-6B6D-3C4C-3014B8204E98}"/>
                </a:ext>
              </a:extLst>
            </p:cNvPr>
            <p:cNvSpPr/>
            <p:nvPr/>
          </p:nvSpPr>
          <p:spPr>
            <a:xfrm>
              <a:off x="3760762" y="2952069"/>
              <a:ext cx="554005" cy="554005"/>
            </a:xfrm>
            <a:prstGeom prst="ellipse">
              <a:avLst/>
            </a:prstGeom>
            <a:solidFill>
              <a:srgbClr val="9D9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a:extLst>
                <a:ext uri="{FF2B5EF4-FFF2-40B4-BE49-F238E27FC236}">
                  <a16:creationId xmlns:a16="http://schemas.microsoft.com/office/drawing/2014/main" id="{A12F258F-745C-5560-9A4C-6709923C44BF}"/>
                </a:ext>
              </a:extLst>
            </p:cNvPr>
            <p:cNvSpPr/>
            <p:nvPr/>
          </p:nvSpPr>
          <p:spPr>
            <a:xfrm>
              <a:off x="4427327" y="2952069"/>
              <a:ext cx="7119967" cy="5643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zh-CN" altLang="en-US" sz="2200" b="1" i="0" u="none" strike="noStrike" kern="1200" cap="none" spc="0" normalizeH="0" baseline="0" noProof="0" dirty="0">
                  <a:ln>
                    <a:noFill/>
                  </a:ln>
                  <a:solidFill>
                    <a:srgbClr val="9D90A0"/>
                  </a:solidFill>
                  <a:effectLst/>
                  <a:uLnTx/>
                  <a:uFillTx/>
                  <a:latin typeface="Times New Roman" panose="02020603050405020304" pitchFamily="18" charset="0"/>
                  <a:ea typeface="微软雅黑"/>
                  <a:cs typeface="Times New Roman" panose="02020603050405020304" pitchFamily="18" charset="0"/>
                </a:rPr>
                <a:t>方法框架</a:t>
              </a:r>
            </a:p>
          </p:txBody>
        </p:sp>
        <p:sp>
          <p:nvSpPr>
            <p:cNvPr id="35" name="矩形 34">
              <a:extLst>
                <a:ext uri="{FF2B5EF4-FFF2-40B4-BE49-F238E27FC236}">
                  <a16:creationId xmlns:a16="http://schemas.microsoft.com/office/drawing/2014/main" id="{775510B9-A27B-F8BD-01C1-B728BCF29A4E}"/>
                </a:ext>
              </a:extLst>
            </p:cNvPr>
            <p:cNvSpPr/>
            <p:nvPr/>
          </p:nvSpPr>
          <p:spPr>
            <a:xfrm>
              <a:off x="3775365" y="2941690"/>
              <a:ext cx="642405" cy="5643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altLang="zh-CN" sz="2600" b="1" i="0" u="none" strike="noStrike" kern="1200" cap="none" spc="0" normalizeH="0" baseline="0" noProof="0" dirty="0">
                  <a:ln>
                    <a:noFill/>
                  </a:ln>
                  <a:solidFill>
                    <a:schemeClr val="bg1"/>
                  </a:solidFill>
                  <a:effectLst/>
                  <a:uLnTx/>
                  <a:uFillTx/>
                  <a:latin typeface="Times New Roman" panose="02020603050405020304" pitchFamily="18" charset="0"/>
                  <a:ea typeface="微软雅黑"/>
                  <a:cs typeface="Times New Roman" panose="02020603050405020304" pitchFamily="18" charset="0"/>
                </a:rPr>
                <a:t>03</a:t>
              </a:r>
              <a:endParaRPr kumimoji="0" lang="zh-CN" altLang="en-US" sz="2600" b="1" i="0" u="none" strike="noStrike" kern="1200" cap="none" spc="0" normalizeH="0" baseline="0" noProof="0" dirty="0">
                <a:ln>
                  <a:noFill/>
                </a:ln>
                <a:solidFill>
                  <a:schemeClr val="bg1"/>
                </a:solidFill>
                <a:effectLst/>
                <a:uLnTx/>
                <a:uFillTx/>
                <a:latin typeface="Times New Roman" panose="02020603050405020304" pitchFamily="18" charset="0"/>
                <a:ea typeface="微软雅黑"/>
                <a:cs typeface="Times New Roman" panose="02020603050405020304" pitchFamily="18" charset="0"/>
              </a:endParaRPr>
            </a:p>
          </p:txBody>
        </p:sp>
        <p:sp>
          <p:nvSpPr>
            <p:cNvPr id="40" name="椭圆 39">
              <a:extLst>
                <a:ext uri="{FF2B5EF4-FFF2-40B4-BE49-F238E27FC236}">
                  <a16:creationId xmlns:a16="http://schemas.microsoft.com/office/drawing/2014/main" id="{F0D521C9-76C3-1F6F-9691-D56C554B36DD}"/>
                </a:ext>
              </a:extLst>
            </p:cNvPr>
            <p:cNvSpPr/>
            <p:nvPr/>
          </p:nvSpPr>
          <p:spPr>
            <a:xfrm>
              <a:off x="3775365" y="4155415"/>
              <a:ext cx="554005" cy="554005"/>
            </a:xfrm>
            <a:prstGeom prst="ellipse">
              <a:avLst/>
            </a:prstGeom>
            <a:solidFill>
              <a:srgbClr val="003F8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1" name="矩形 40">
              <a:extLst>
                <a:ext uri="{FF2B5EF4-FFF2-40B4-BE49-F238E27FC236}">
                  <a16:creationId xmlns:a16="http://schemas.microsoft.com/office/drawing/2014/main" id="{6895E1AF-A79C-F4DC-EC9C-1A238691B547}"/>
                </a:ext>
              </a:extLst>
            </p:cNvPr>
            <p:cNvSpPr/>
            <p:nvPr/>
          </p:nvSpPr>
          <p:spPr>
            <a:xfrm>
              <a:off x="4441930" y="4140899"/>
              <a:ext cx="7119967" cy="5643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zh-CN" altLang="en-US" sz="2200" b="1" i="0" u="none" strike="noStrike" kern="120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实验验证</a:t>
              </a:r>
            </a:p>
          </p:txBody>
        </p:sp>
        <p:sp>
          <p:nvSpPr>
            <p:cNvPr id="42" name="矩形 41">
              <a:extLst>
                <a:ext uri="{FF2B5EF4-FFF2-40B4-BE49-F238E27FC236}">
                  <a16:creationId xmlns:a16="http://schemas.microsoft.com/office/drawing/2014/main" id="{D101D250-93FB-A5E5-918F-F11CEF6680FF}"/>
                </a:ext>
              </a:extLst>
            </p:cNvPr>
            <p:cNvSpPr/>
            <p:nvPr/>
          </p:nvSpPr>
          <p:spPr>
            <a:xfrm>
              <a:off x="3789968" y="4137781"/>
              <a:ext cx="642405" cy="5643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altLang="zh-CN" sz="2600" b="1" i="0" u="none" strike="noStrike" kern="1200" cap="none" spc="0" normalizeH="0" baseline="0" noProof="0" dirty="0">
                  <a:ln>
                    <a:noFill/>
                  </a:ln>
                  <a:solidFill>
                    <a:schemeClr val="bg1"/>
                  </a:solidFill>
                  <a:effectLst/>
                  <a:uLnTx/>
                  <a:uFillTx/>
                  <a:latin typeface="Times New Roman" panose="02020603050405020304" pitchFamily="18" charset="0"/>
                  <a:ea typeface="微软雅黑"/>
                  <a:cs typeface="Times New Roman" panose="02020603050405020304" pitchFamily="18" charset="0"/>
                </a:rPr>
                <a:t>04</a:t>
              </a:r>
              <a:endParaRPr kumimoji="0" lang="zh-CN" altLang="en-US" sz="2600" b="1" i="0" u="none" strike="noStrike" kern="1200" cap="none" spc="0" normalizeH="0" baseline="0" noProof="0" dirty="0">
                <a:ln>
                  <a:noFill/>
                </a:ln>
                <a:solidFill>
                  <a:schemeClr val="bg1"/>
                </a:solidFill>
                <a:effectLst/>
                <a:uLnTx/>
                <a:uFillTx/>
                <a:latin typeface="Times New Roman" panose="02020603050405020304" pitchFamily="18" charset="0"/>
                <a:ea typeface="微软雅黑"/>
                <a:cs typeface="Times New Roman" panose="02020603050405020304" pitchFamily="18" charset="0"/>
              </a:endParaRPr>
            </a:p>
          </p:txBody>
        </p:sp>
        <p:sp>
          <p:nvSpPr>
            <p:cNvPr id="43" name="椭圆 42">
              <a:extLst>
                <a:ext uri="{FF2B5EF4-FFF2-40B4-BE49-F238E27FC236}">
                  <a16:creationId xmlns:a16="http://schemas.microsoft.com/office/drawing/2014/main" id="{29A912DD-E8CA-0C71-9355-3337DA9F2B3D}"/>
                </a:ext>
              </a:extLst>
            </p:cNvPr>
            <p:cNvSpPr/>
            <p:nvPr/>
          </p:nvSpPr>
          <p:spPr>
            <a:xfrm>
              <a:off x="3775365" y="5361004"/>
              <a:ext cx="554005" cy="554005"/>
            </a:xfrm>
            <a:prstGeom prst="ellipse">
              <a:avLst/>
            </a:prstGeom>
            <a:solidFill>
              <a:srgbClr val="9D9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4" name="矩形 43">
              <a:extLst>
                <a:ext uri="{FF2B5EF4-FFF2-40B4-BE49-F238E27FC236}">
                  <a16:creationId xmlns:a16="http://schemas.microsoft.com/office/drawing/2014/main" id="{4FBDCB9B-EB8F-91FC-567D-E8C20DF58644}"/>
                </a:ext>
              </a:extLst>
            </p:cNvPr>
            <p:cNvSpPr/>
            <p:nvPr/>
          </p:nvSpPr>
          <p:spPr>
            <a:xfrm>
              <a:off x="4441930" y="5361004"/>
              <a:ext cx="7119967" cy="5643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zh-CN" altLang="en-US" sz="2200" b="1" i="0" u="none" strike="noStrike" kern="1200" cap="none" spc="0" normalizeH="0" baseline="0" noProof="0" dirty="0">
                  <a:ln>
                    <a:noFill/>
                  </a:ln>
                  <a:solidFill>
                    <a:srgbClr val="9D90A0"/>
                  </a:solidFill>
                  <a:effectLst/>
                  <a:uLnTx/>
                  <a:uFillTx/>
                  <a:latin typeface="Times New Roman" panose="02020603050405020304" pitchFamily="18" charset="0"/>
                  <a:ea typeface="微软雅黑"/>
                  <a:cs typeface="Times New Roman" panose="02020603050405020304" pitchFamily="18" charset="0"/>
                </a:rPr>
                <a:t>总结与展望</a:t>
              </a:r>
            </a:p>
          </p:txBody>
        </p:sp>
        <p:sp>
          <p:nvSpPr>
            <p:cNvPr id="45" name="矩形 44">
              <a:extLst>
                <a:ext uri="{FF2B5EF4-FFF2-40B4-BE49-F238E27FC236}">
                  <a16:creationId xmlns:a16="http://schemas.microsoft.com/office/drawing/2014/main" id="{C77F5499-9863-5874-2C8B-F15227EE9E61}"/>
                </a:ext>
              </a:extLst>
            </p:cNvPr>
            <p:cNvSpPr/>
            <p:nvPr/>
          </p:nvSpPr>
          <p:spPr>
            <a:xfrm>
              <a:off x="3789968" y="5350625"/>
              <a:ext cx="642405" cy="5643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altLang="zh-CN" sz="2600" b="1" i="0" u="none" strike="noStrike" kern="1200" cap="none" spc="0" normalizeH="0" baseline="0" noProof="0" dirty="0">
                  <a:ln>
                    <a:noFill/>
                  </a:ln>
                  <a:solidFill>
                    <a:schemeClr val="bg1"/>
                  </a:solidFill>
                  <a:effectLst/>
                  <a:uLnTx/>
                  <a:uFillTx/>
                  <a:latin typeface="Times New Roman" panose="02020603050405020304" pitchFamily="18" charset="0"/>
                  <a:ea typeface="微软雅黑"/>
                  <a:cs typeface="Times New Roman" panose="02020603050405020304" pitchFamily="18" charset="0"/>
                </a:rPr>
                <a:t>05</a:t>
              </a:r>
              <a:endParaRPr kumimoji="0" lang="zh-CN" altLang="en-US" sz="2600" b="1" i="0" u="none" strike="noStrike" kern="1200" cap="none" spc="0" normalizeH="0" baseline="0" noProof="0" dirty="0">
                <a:ln>
                  <a:noFill/>
                </a:ln>
                <a:solidFill>
                  <a:schemeClr val="bg1"/>
                </a:solidFill>
                <a:effectLst/>
                <a:uLnTx/>
                <a:uFillTx/>
                <a:latin typeface="Times New Roman" panose="02020603050405020304" pitchFamily="18" charset="0"/>
                <a:ea typeface="微软雅黑"/>
                <a:cs typeface="Times New Roman" panose="02020603050405020304" pitchFamily="18" charset="0"/>
              </a:endParaRPr>
            </a:p>
          </p:txBody>
        </p:sp>
      </p:grpSp>
      <p:pic>
        <p:nvPicPr>
          <p:cNvPr id="47" name="图片 46">
            <a:extLst>
              <a:ext uri="{FF2B5EF4-FFF2-40B4-BE49-F238E27FC236}">
                <a16:creationId xmlns:a16="http://schemas.microsoft.com/office/drawing/2014/main" id="{374D95E2-9051-C91D-A0DD-11FD12F9727C}"/>
              </a:ext>
            </a:extLst>
          </p:cNvPr>
          <p:cNvPicPr>
            <a:picLocks noChangeAspect="1"/>
          </p:cNvPicPr>
          <p:nvPr/>
        </p:nvPicPr>
        <p:blipFill>
          <a:blip r:embed="rId3">
            <a:extLst>
              <a:ext uri="{28A0092B-C50C-407E-A947-70E740481C1C}">
                <a14:useLocalDpi xmlns:a14="http://schemas.microsoft.com/office/drawing/2010/main" val="0"/>
              </a:ext>
            </a:extLst>
          </a:blip>
          <a:srcRect l="44043" t="-7039" r="30763" b="50"/>
          <a:stretch>
            <a:fillRect/>
          </a:stretch>
        </p:blipFill>
        <p:spPr>
          <a:xfrm>
            <a:off x="0" y="-482958"/>
            <a:ext cx="3071613" cy="7340958"/>
          </a:xfrm>
          <a:custGeom>
            <a:avLst/>
            <a:gdLst>
              <a:gd name="connsiteX0" fmla="*/ 0 w 9144000"/>
              <a:gd name="connsiteY0" fmla="*/ 0 h 1896177"/>
              <a:gd name="connsiteX1" fmla="*/ 9144000 w 9144000"/>
              <a:gd name="connsiteY1" fmla="*/ 0 h 1896177"/>
              <a:gd name="connsiteX2" fmla="*/ 9144000 w 9144000"/>
              <a:gd name="connsiteY2" fmla="*/ 1896177 h 1896177"/>
              <a:gd name="connsiteX3" fmla="*/ 0 w 9144000"/>
              <a:gd name="connsiteY3" fmla="*/ 1896177 h 1896177"/>
            </a:gdLst>
            <a:ahLst/>
            <a:cxnLst>
              <a:cxn ang="0">
                <a:pos x="connsiteX0" y="connsiteY0"/>
              </a:cxn>
              <a:cxn ang="0">
                <a:pos x="connsiteX1" y="connsiteY1"/>
              </a:cxn>
              <a:cxn ang="0">
                <a:pos x="connsiteX2" y="connsiteY2"/>
              </a:cxn>
              <a:cxn ang="0">
                <a:pos x="connsiteX3" y="connsiteY3"/>
              </a:cxn>
            </a:cxnLst>
            <a:rect l="l" t="t" r="r" b="b"/>
            <a:pathLst>
              <a:path w="9144000" h="1896177">
                <a:moveTo>
                  <a:pt x="0" y="0"/>
                </a:moveTo>
                <a:lnTo>
                  <a:pt x="9144000" y="0"/>
                </a:lnTo>
                <a:lnTo>
                  <a:pt x="9144000" y="1896177"/>
                </a:lnTo>
                <a:lnTo>
                  <a:pt x="0" y="1896177"/>
                </a:lnTo>
                <a:close/>
              </a:path>
            </a:pathLst>
          </a:custGeom>
        </p:spPr>
      </p:pic>
      <p:sp>
        <p:nvSpPr>
          <p:cNvPr id="48" name="矩形 47">
            <a:extLst>
              <a:ext uri="{FF2B5EF4-FFF2-40B4-BE49-F238E27FC236}">
                <a16:creationId xmlns:a16="http://schemas.microsoft.com/office/drawing/2014/main" id="{2CDC7754-733A-ADD3-D968-6F719D4D2E3A}"/>
              </a:ext>
            </a:extLst>
          </p:cNvPr>
          <p:cNvSpPr/>
          <p:nvPr/>
        </p:nvSpPr>
        <p:spPr>
          <a:xfrm>
            <a:off x="-1" y="0"/>
            <a:ext cx="3071613" cy="6858000"/>
          </a:xfrm>
          <a:prstGeom prst="rect">
            <a:avLst/>
          </a:prstGeom>
          <a:gradFill flip="none" rotWithShape="1">
            <a:gsLst>
              <a:gs pos="0">
                <a:schemeClr val="accent1">
                  <a:alpha val="20000"/>
                </a:schemeClr>
              </a:gs>
              <a:gs pos="100000">
                <a:schemeClr val="accent1"/>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grpSp>
        <p:nvGrpSpPr>
          <p:cNvPr id="49" name="组合 48">
            <a:extLst>
              <a:ext uri="{FF2B5EF4-FFF2-40B4-BE49-F238E27FC236}">
                <a16:creationId xmlns:a16="http://schemas.microsoft.com/office/drawing/2014/main" id="{E2D947E3-1271-998F-1155-AFD21DC2CE3F}"/>
              </a:ext>
            </a:extLst>
          </p:cNvPr>
          <p:cNvGrpSpPr/>
          <p:nvPr/>
        </p:nvGrpSpPr>
        <p:grpSpPr>
          <a:xfrm>
            <a:off x="475740" y="2536644"/>
            <a:ext cx="2708433" cy="1784713"/>
            <a:chOff x="456177" y="2436885"/>
            <a:chExt cx="2708433" cy="1784713"/>
          </a:xfrm>
        </p:grpSpPr>
        <p:sp>
          <p:nvSpPr>
            <p:cNvPr id="50" name="文本框 49" descr="e7d195523061f1c09e9d68d7cf438b91ef959ecb14fc25d26BBA7F7DBC18E55DFF4014AF651F0BF2569D4B6C1DA7F1A4683A481403BD872FC687266AD13265C1DE7C373772FD8728ABDD69ADD03BFF5BE2862BC891DBB79EB73C15828F0DF1DC2F0B1C670C38CB84D872D3C6C609B3C2C95C34232EA5F7BBA4BF190274E430E03C02613D2AC7931007E66AA5AE319EC6">
              <a:extLst>
                <a:ext uri="{FF2B5EF4-FFF2-40B4-BE49-F238E27FC236}">
                  <a16:creationId xmlns:a16="http://schemas.microsoft.com/office/drawing/2014/main" id="{31586B7A-1541-3489-CC97-A6751BC62525}"/>
                </a:ext>
              </a:extLst>
            </p:cNvPr>
            <p:cNvSpPr txBox="1"/>
            <p:nvPr/>
          </p:nvSpPr>
          <p:spPr>
            <a:xfrm>
              <a:off x="456177" y="2436885"/>
              <a:ext cx="2708433" cy="1200329"/>
            </a:xfrm>
            <a:prstGeom prst="rect">
              <a:avLst/>
            </a:prstGeom>
            <a:noFill/>
          </p:spPr>
          <p:txBody>
            <a:bodyPr vert="horz"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7200" b="1" i="0" u="none" strike="noStrike" kern="1200" cap="none" spc="3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目录</a:t>
              </a:r>
              <a:endParaRPr kumimoji="0" lang="en-US" altLang="zh-CN" sz="7200" b="1" i="0" u="none" strike="noStrike" kern="1200" cap="none" spc="3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1" name="文本框 50" descr="e7d195523061f1c09e9d68d7cf438b91ef959ecb14fc25d26BBA7F7DBC18E55DFF4014AF651F0BF2569D4B6C1DA7F1A4683A481403BD872FC687266AD13265C1DE7C373772FD8728ABDD69ADD03BFF5BE2862BC891DBB79E384CBA2AD7BD29318610FEDF51B3FEE05FEC5A091F42846D822380C7930B8446232BAEF97A5CF8EFA5006F9FB7A0D65F653EDA17F6F433D1">
              <a:extLst>
                <a:ext uri="{FF2B5EF4-FFF2-40B4-BE49-F238E27FC236}">
                  <a16:creationId xmlns:a16="http://schemas.microsoft.com/office/drawing/2014/main" id="{D6603F1C-F66A-ADCE-F03D-95E68C991920}"/>
                </a:ext>
              </a:extLst>
            </p:cNvPr>
            <p:cNvSpPr txBox="1"/>
            <p:nvPr/>
          </p:nvSpPr>
          <p:spPr>
            <a:xfrm>
              <a:off x="456177" y="3718832"/>
              <a:ext cx="2708433" cy="502766"/>
            </a:xfrm>
            <a:prstGeom prst="rect">
              <a:avLst/>
            </a:prstGeom>
            <a:noFill/>
          </p:spPr>
          <p:txBody>
            <a:bodyPr wrap="square" rtlCol="0">
              <a:spAutoFit/>
            </a:bodyPr>
            <a:lstStyle>
              <a:defPPr>
                <a:defRPr lang="en-US"/>
              </a:defPPr>
              <a:lvl1pPr algn="ctr">
                <a:defRPr sz="4800" b="1">
                  <a:solidFill>
                    <a:schemeClr val="bg1"/>
                  </a:solidFill>
                  <a:effectLst>
                    <a:outerShdw blurRad="101600" dist="101600" dir="2700000" algn="tl">
                      <a:srgbClr val="000000">
                        <a:alpha val="43137"/>
                      </a:srgbClr>
                    </a:outerShdw>
                  </a:effectLst>
                  <a:latin typeface="+mj-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667"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CONTENTS</a:t>
              </a:r>
            </a:p>
          </p:txBody>
        </p:sp>
      </p:grpSp>
    </p:spTree>
    <p:extLst>
      <p:ext uri="{BB962C8B-B14F-4D97-AF65-F5344CB8AC3E}">
        <p14:creationId xmlns:p14="http://schemas.microsoft.com/office/powerpoint/2010/main" val="141041496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61BFC5-32BD-0CF6-4B32-99740D8F9D4A}"/>
            </a:ext>
          </a:extLst>
        </p:cNvPr>
        <p:cNvGrpSpPr/>
        <p:nvPr/>
      </p:nvGrpSpPr>
      <p:grpSpPr>
        <a:xfrm>
          <a:off x="0" y="0"/>
          <a:ext cx="0" cy="0"/>
          <a:chOff x="0" y="0"/>
          <a:chExt cx="0" cy="0"/>
        </a:xfrm>
      </p:grpSpPr>
      <p:cxnSp>
        <p:nvCxnSpPr>
          <p:cNvPr id="7" name="直接连接符 6">
            <a:extLst>
              <a:ext uri="{FF2B5EF4-FFF2-40B4-BE49-F238E27FC236}">
                <a16:creationId xmlns:a16="http://schemas.microsoft.com/office/drawing/2014/main" id="{6D9E8449-9FBD-64C7-1C37-38F79612456C}"/>
              </a:ext>
            </a:extLst>
          </p:cNvPr>
          <p:cNvCxnSpPr>
            <a:cxnSpLocks/>
          </p:cNvCxnSpPr>
          <p:nvPr/>
        </p:nvCxnSpPr>
        <p:spPr>
          <a:xfrm>
            <a:off x="337132" y="774574"/>
            <a:ext cx="11567001" cy="0"/>
          </a:xfrm>
          <a:prstGeom prst="line">
            <a:avLst/>
          </a:prstGeom>
          <a:ln w="19050">
            <a:solidFill>
              <a:srgbClr val="133C7A">
                <a:alpha val="80000"/>
              </a:srgbClr>
            </a:solidFill>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95192403-ED15-6D5D-2AA3-39624667D878}"/>
              </a:ext>
            </a:extLst>
          </p:cNvPr>
          <p:cNvSpPr txBox="1"/>
          <p:nvPr/>
        </p:nvSpPr>
        <p:spPr>
          <a:xfrm>
            <a:off x="683012" y="256087"/>
            <a:ext cx="9510123" cy="505676"/>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r>
              <a:rPr lang="en-US" altLang="zh-CN" sz="2800" dirty="0">
                <a:solidFill>
                  <a:schemeClr val="tx2">
                    <a:lumMod val="75000"/>
                  </a:schemeClr>
                </a:solidFill>
                <a:latin typeface="微软雅黑" panose="020B0503020204020204" pitchFamily="34" charset="-122"/>
                <a:ea typeface="微软雅黑" panose="020B0503020204020204" pitchFamily="34" charset="-122"/>
              </a:rPr>
              <a:t>4 </a:t>
            </a:r>
            <a:r>
              <a:rPr lang="zh-CN" altLang="en-US" sz="2800" dirty="0">
                <a:solidFill>
                  <a:schemeClr val="tx2">
                    <a:lumMod val="75000"/>
                  </a:schemeClr>
                </a:solidFill>
                <a:latin typeface="微软雅黑" panose="020B0503020204020204" pitchFamily="34" charset="-122"/>
                <a:ea typeface="微软雅黑" panose="020B0503020204020204" pitchFamily="34" charset="-122"/>
              </a:rPr>
              <a:t>实验验证</a:t>
            </a:r>
          </a:p>
        </p:txBody>
      </p:sp>
      <p:sp>
        <p:nvSpPr>
          <p:cNvPr id="9" name="矩形 8">
            <a:extLst>
              <a:ext uri="{FF2B5EF4-FFF2-40B4-BE49-F238E27FC236}">
                <a16:creationId xmlns:a16="http://schemas.microsoft.com/office/drawing/2014/main" id="{F9DF66BC-7D6E-8E06-0621-02C6462F3552}"/>
              </a:ext>
            </a:extLst>
          </p:cNvPr>
          <p:cNvSpPr/>
          <p:nvPr/>
        </p:nvSpPr>
        <p:spPr>
          <a:xfrm>
            <a:off x="337132" y="268900"/>
            <a:ext cx="195295" cy="50567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668EB0C5-3DFF-B4AB-65FF-BCD61EE607B7}"/>
              </a:ext>
            </a:extLst>
          </p:cNvPr>
          <p:cNvSpPr/>
          <p:nvPr/>
        </p:nvSpPr>
        <p:spPr>
          <a:xfrm>
            <a:off x="337132" y="268900"/>
            <a:ext cx="276318" cy="505674"/>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56AEED6D-80C0-FC26-8683-3970D625DED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66776" y="256087"/>
            <a:ext cx="1788092" cy="431989"/>
          </a:xfrm>
          <a:prstGeom prst="rect">
            <a:avLst/>
          </a:prstGeom>
        </p:spPr>
      </p:pic>
      <p:sp>
        <p:nvSpPr>
          <p:cNvPr id="2" name="文本框 1">
            <a:extLst>
              <a:ext uri="{FF2B5EF4-FFF2-40B4-BE49-F238E27FC236}">
                <a16:creationId xmlns:a16="http://schemas.microsoft.com/office/drawing/2014/main" id="{32F62006-A94D-6B4C-A54C-2F671695ED84}"/>
              </a:ext>
            </a:extLst>
          </p:cNvPr>
          <p:cNvSpPr txBox="1"/>
          <p:nvPr/>
        </p:nvSpPr>
        <p:spPr>
          <a:xfrm>
            <a:off x="299410" y="862073"/>
            <a:ext cx="9510123" cy="444121"/>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r>
              <a:rPr lang="en-US" altLang="zh-CN" sz="2400" dirty="0">
                <a:solidFill>
                  <a:schemeClr val="tx2">
                    <a:lumMod val="75000"/>
                  </a:schemeClr>
                </a:solidFill>
                <a:latin typeface="微软雅黑" panose="020B0503020204020204" pitchFamily="34" charset="-122"/>
                <a:ea typeface="微软雅黑" panose="020B0503020204020204" pitchFamily="34" charset="-122"/>
              </a:rPr>
              <a:t>• 4.1 </a:t>
            </a:r>
            <a:r>
              <a:rPr lang="zh-CN" altLang="en-US" sz="2400" dirty="0">
                <a:solidFill>
                  <a:schemeClr val="tx2">
                    <a:lumMod val="75000"/>
                  </a:schemeClr>
                </a:solidFill>
                <a:latin typeface="微软雅黑" panose="020B0503020204020204" pitchFamily="34" charset="-122"/>
                <a:ea typeface="微软雅黑" panose="020B0503020204020204" pitchFamily="34" charset="-122"/>
              </a:rPr>
              <a:t>实验设置</a:t>
            </a:r>
          </a:p>
        </p:txBody>
      </p:sp>
      <p:sp>
        <p:nvSpPr>
          <p:cNvPr id="3" name="矩形: 圆角 2">
            <a:extLst>
              <a:ext uri="{FF2B5EF4-FFF2-40B4-BE49-F238E27FC236}">
                <a16:creationId xmlns:a16="http://schemas.microsoft.com/office/drawing/2014/main" id="{A34867D0-2A33-A438-1641-2152E311590B}"/>
              </a:ext>
            </a:extLst>
          </p:cNvPr>
          <p:cNvSpPr/>
          <p:nvPr/>
        </p:nvSpPr>
        <p:spPr>
          <a:xfrm>
            <a:off x="337131" y="1393692"/>
            <a:ext cx="5393817" cy="5195408"/>
          </a:xfrm>
          <a:prstGeom prst="roundRect">
            <a:avLst>
              <a:gd name="adj" fmla="val 3510"/>
            </a:avLst>
          </a:prstGeom>
          <a:no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ACD9108C-E694-CF93-EFB2-DA1D82176311}"/>
              </a:ext>
            </a:extLst>
          </p:cNvPr>
          <p:cNvSpPr txBox="1"/>
          <p:nvPr/>
        </p:nvSpPr>
        <p:spPr>
          <a:xfrm>
            <a:off x="434779" y="1393690"/>
            <a:ext cx="2361584" cy="482080"/>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zh-CN" altLang="en-US" sz="2000" dirty="0">
                <a:solidFill>
                  <a:srgbClr val="003F88"/>
                </a:solidFill>
                <a:latin typeface="微软雅黑" panose="020B0503020204020204" pitchFamily="34" charset="-122"/>
                <a:ea typeface="微软雅黑" panose="020B0503020204020204" pitchFamily="34" charset="-122"/>
              </a:rPr>
              <a:t>数据集与环境建模</a:t>
            </a:r>
          </a:p>
        </p:txBody>
      </p:sp>
      <p:cxnSp>
        <p:nvCxnSpPr>
          <p:cNvPr id="5" name="直接连接符 4">
            <a:extLst>
              <a:ext uri="{FF2B5EF4-FFF2-40B4-BE49-F238E27FC236}">
                <a16:creationId xmlns:a16="http://schemas.microsoft.com/office/drawing/2014/main" id="{328FFD28-EBA7-FE37-E964-964F4BF919A7}"/>
              </a:ext>
            </a:extLst>
          </p:cNvPr>
          <p:cNvCxnSpPr>
            <a:cxnSpLocks/>
          </p:cNvCxnSpPr>
          <p:nvPr/>
        </p:nvCxnSpPr>
        <p:spPr>
          <a:xfrm>
            <a:off x="475291" y="1882190"/>
            <a:ext cx="4699244" cy="0"/>
          </a:xfrm>
          <a:prstGeom prst="line">
            <a:avLst/>
          </a:prstGeom>
          <a:ln w="25400">
            <a:prstDash val="dash"/>
          </a:ln>
        </p:spPr>
        <p:style>
          <a:lnRef idx="1">
            <a:schemeClr val="accent1"/>
          </a:lnRef>
          <a:fillRef idx="0">
            <a:schemeClr val="accent1"/>
          </a:fillRef>
          <a:effectRef idx="0">
            <a:schemeClr val="accent1"/>
          </a:effectRef>
          <a:fontRef idx="minor">
            <a:schemeClr val="tx1"/>
          </a:fontRef>
        </p:style>
      </p:cxnSp>
      <p:sp>
        <p:nvSpPr>
          <p:cNvPr id="12" name="矩形: 圆角 11">
            <a:extLst>
              <a:ext uri="{FF2B5EF4-FFF2-40B4-BE49-F238E27FC236}">
                <a16:creationId xmlns:a16="http://schemas.microsoft.com/office/drawing/2014/main" id="{C939D339-4526-5DAC-9B50-0B36AF90A0C1}"/>
              </a:ext>
            </a:extLst>
          </p:cNvPr>
          <p:cNvSpPr/>
          <p:nvPr/>
        </p:nvSpPr>
        <p:spPr>
          <a:xfrm>
            <a:off x="6461051" y="1393693"/>
            <a:ext cx="5393817" cy="5195408"/>
          </a:xfrm>
          <a:prstGeom prst="roundRect">
            <a:avLst>
              <a:gd name="adj" fmla="val 3510"/>
            </a:avLst>
          </a:prstGeom>
          <a:no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13" name="文本框 12">
            <a:extLst>
              <a:ext uri="{FF2B5EF4-FFF2-40B4-BE49-F238E27FC236}">
                <a16:creationId xmlns:a16="http://schemas.microsoft.com/office/drawing/2014/main" id="{EFFF6465-46D0-CE30-9E06-81034504D208}"/>
              </a:ext>
            </a:extLst>
          </p:cNvPr>
          <p:cNvSpPr txBox="1"/>
          <p:nvPr/>
        </p:nvSpPr>
        <p:spPr>
          <a:xfrm>
            <a:off x="6558699" y="1393690"/>
            <a:ext cx="3063766" cy="482080"/>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zh-CN" altLang="en-US" sz="2000" dirty="0">
                <a:solidFill>
                  <a:srgbClr val="003F88"/>
                </a:solidFill>
                <a:latin typeface="微软雅黑" panose="020B0503020204020204" pitchFamily="34" charset="-122"/>
                <a:ea typeface="微软雅黑" panose="020B0503020204020204" pitchFamily="34" charset="-122"/>
              </a:rPr>
              <a:t>性能指标与训练参数设置</a:t>
            </a:r>
          </a:p>
        </p:txBody>
      </p:sp>
      <p:cxnSp>
        <p:nvCxnSpPr>
          <p:cNvPr id="14" name="直接连接符 13">
            <a:extLst>
              <a:ext uri="{FF2B5EF4-FFF2-40B4-BE49-F238E27FC236}">
                <a16:creationId xmlns:a16="http://schemas.microsoft.com/office/drawing/2014/main" id="{54D885AB-E12F-A0C6-9402-FBC30E8B79B4}"/>
              </a:ext>
            </a:extLst>
          </p:cNvPr>
          <p:cNvCxnSpPr>
            <a:cxnSpLocks/>
          </p:cNvCxnSpPr>
          <p:nvPr/>
        </p:nvCxnSpPr>
        <p:spPr>
          <a:xfrm>
            <a:off x="6599211" y="1882190"/>
            <a:ext cx="4699244" cy="0"/>
          </a:xfrm>
          <a:prstGeom prst="line">
            <a:avLst/>
          </a:prstGeom>
          <a:ln w="25400">
            <a:prstDash val="dash"/>
          </a:ln>
        </p:spPr>
        <p:style>
          <a:lnRef idx="1">
            <a:schemeClr val="accent1"/>
          </a:lnRef>
          <a:fillRef idx="0">
            <a:schemeClr val="accent1"/>
          </a:fillRef>
          <a:effectRef idx="0">
            <a:schemeClr val="accent1"/>
          </a:effectRef>
          <a:fontRef idx="minor">
            <a:schemeClr val="tx1"/>
          </a:fontRef>
        </p:style>
      </p:cxnSp>
      <p:sp>
        <p:nvSpPr>
          <p:cNvPr id="20" name="矩形: 圆角 19">
            <a:extLst>
              <a:ext uri="{FF2B5EF4-FFF2-40B4-BE49-F238E27FC236}">
                <a16:creationId xmlns:a16="http://schemas.microsoft.com/office/drawing/2014/main" id="{3ED45265-5964-CE7D-0707-173D20FA9F38}"/>
              </a:ext>
            </a:extLst>
          </p:cNvPr>
          <p:cNvSpPr/>
          <p:nvPr/>
        </p:nvSpPr>
        <p:spPr>
          <a:xfrm>
            <a:off x="555420" y="2349424"/>
            <a:ext cx="1130291" cy="829712"/>
          </a:xfrm>
          <a:prstGeom prst="roundRect">
            <a:avLst>
              <a:gd name="adj" fmla="val 3510"/>
            </a:avLst>
          </a:prstGeom>
          <a:solidFill>
            <a:srgbClr val="3192F2">
              <a:alpha val="10000"/>
            </a:srgbClr>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latin typeface="微软雅黑" panose="020B0503020204020204" pitchFamily="34" charset="-122"/>
                <a:ea typeface="微软雅黑" panose="020B0503020204020204" pitchFamily="34" charset="-122"/>
              </a:rPr>
              <a:t>50</a:t>
            </a:r>
          </a:p>
          <a:p>
            <a:pPr algn="ctr"/>
            <a:r>
              <a:rPr lang="zh-CN" altLang="en-US" sz="1400" dirty="0">
                <a:solidFill>
                  <a:schemeClr val="tx1"/>
                </a:solidFill>
                <a:latin typeface="微软雅黑" panose="020B0503020204020204" pitchFamily="34" charset="-122"/>
                <a:ea typeface="微软雅黑" panose="020B0503020204020204" pitchFamily="34" charset="-122"/>
              </a:rPr>
              <a:t>道工序</a:t>
            </a:r>
          </a:p>
        </p:txBody>
      </p:sp>
      <p:sp>
        <p:nvSpPr>
          <p:cNvPr id="21" name="矩形: 圆角 20">
            <a:extLst>
              <a:ext uri="{FF2B5EF4-FFF2-40B4-BE49-F238E27FC236}">
                <a16:creationId xmlns:a16="http://schemas.microsoft.com/office/drawing/2014/main" id="{0C3F12E6-F8DF-95B4-4B0C-1A4ADBD10B2D}"/>
              </a:ext>
            </a:extLst>
          </p:cNvPr>
          <p:cNvSpPr/>
          <p:nvPr/>
        </p:nvSpPr>
        <p:spPr>
          <a:xfrm>
            <a:off x="1850668" y="2349424"/>
            <a:ext cx="1130291" cy="829712"/>
          </a:xfrm>
          <a:prstGeom prst="roundRect">
            <a:avLst>
              <a:gd name="adj" fmla="val 3510"/>
            </a:avLst>
          </a:prstGeom>
          <a:solidFill>
            <a:srgbClr val="3192F2">
              <a:alpha val="10000"/>
            </a:srgbClr>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latin typeface="微软雅黑" panose="020B0503020204020204" pitchFamily="34" charset="-122"/>
                <a:ea typeface="微软雅黑" panose="020B0503020204020204" pitchFamily="34" charset="-122"/>
              </a:rPr>
              <a:t>3</a:t>
            </a:r>
          </a:p>
          <a:p>
            <a:pPr algn="ctr"/>
            <a:r>
              <a:rPr lang="zh-CN" altLang="en-US" sz="1400" dirty="0">
                <a:solidFill>
                  <a:schemeClr val="tx1"/>
                </a:solidFill>
                <a:latin typeface="微软雅黑" panose="020B0503020204020204" pitchFamily="34" charset="-122"/>
                <a:ea typeface="微软雅黑" panose="020B0503020204020204" pitchFamily="34" charset="-122"/>
              </a:rPr>
              <a:t>个站位</a:t>
            </a:r>
          </a:p>
        </p:txBody>
      </p:sp>
      <p:sp>
        <p:nvSpPr>
          <p:cNvPr id="22" name="矩形: 圆角 21">
            <a:extLst>
              <a:ext uri="{FF2B5EF4-FFF2-40B4-BE49-F238E27FC236}">
                <a16:creationId xmlns:a16="http://schemas.microsoft.com/office/drawing/2014/main" id="{F7ACE6F4-FEFA-0C1E-D5C9-150755C71CA0}"/>
              </a:ext>
            </a:extLst>
          </p:cNvPr>
          <p:cNvSpPr/>
          <p:nvPr/>
        </p:nvSpPr>
        <p:spPr>
          <a:xfrm>
            <a:off x="3145916" y="2349423"/>
            <a:ext cx="1130291" cy="829712"/>
          </a:xfrm>
          <a:prstGeom prst="roundRect">
            <a:avLst>
              <a:gd name="adj" fmla="val 3510"/>
            </a:avLst>
          </a:prstGeom>
          <a:solidFill>
            <a:srgbClr val="3192F2">
              <a:alpha val="10000"/>
            </a:srgbClr>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latin typeface="微软雅黑" panose="020B0503020204020204" pitchFamily="34" charset="-122"/>
                <a:ea typeface="微软雅黑" panose="020B0503020204020204" pitchFamily="34" charset="-122"/>
              </a:rPr>
              <a:t>15</a:t>
            </a:r>
          </a:p>
          <a:p>
            <a:pPr algn="ctr"/>
            <a:r>
              <a:rPr lang="zh-CN" altLang="en-US" sz="1400" dirty="0">
                <a:solidFill>
                  <a:schemeClr val="tx1"/>
                </a:solidFill>
                <a:latin typeface="微软雅黑" panose="020B0503020204020204" pitchFamily="34" charset="-122"/>
                <a:ea typeface="微软雅黑" panose="020B0503020204020204" pitchFamily="34" charset="-122"/>
              </a:rPr>
              <a:t>名工人</a:t>
            </a:r>
          </a:p>
        </p:txBody>
      </p:sp>
      <p:sp>
        <p:nvSpPr>
          <p:cNvPr id="23" name="矩形: 圆角 22">
            <a:extLst>
              <a:ext uri="{FF2B5EF4-FFF2-40B4-BE49-F238E27FC236}">
                <a16:creationId xmlns:a16="http://schemas.microsoft.com/office/drawing/2014/main" id="{E24865AD-929F-F7E2-27DE-873EEFA751C8}"/>
              </a:ext>
            </a:extLst>
          </p:cNvPr>
          <p:cNvSpPr/>
          <p:nvPr/>
        </p:nvSpPr>
        <p:spPr>
          <a:xfrm>
            <a:off x="4444408" y="2349422"/>
            <a:ext cx="1130291" cy="829712"/>
          </a:xfrm>
          <a:prstGeom prst="roundRect">
            <a:avLst>
              <a:gd name="adj" fmla="val 3510"/>
            </a:avLst>
          </a:prstGeom>
          <a:solidFill>
            <a:srgbClr val="3192F2">
              <a:alpha val="10000"/>
            </a:srgbClr>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latin typeface="微软雅黑" panose="020B0503020204020204" pitchFamily="34" charset="-122"/>
                <a:ea typeface="微软雅黑" panose="020B0503020204020204" pitchFamily="34" charset="-122"/>
              </a:rPr>
              <a:t>12</a:t>
            </a:r>
          </a:p>
          <a:p>
            <a:pPr algn="ctr"/>
            <a:r>
              <a:rPr lang="zh-CN" altLang="en-US" sz="1400" dirty="0">
                <a:solidFill>
                  <a:schemeClr val="tx1"/>
                </a:solidFill>
                <a:latin typeface="微软雅黑" panose="020B0503020204020204" pitchFamily="34" charset="-122"/>
                <a:ea typeface="微软雅黑" panose="020B0503020204020204" pitchFamily="34" charset="-122"/>
              </a:rPr>
              <a:t>台设备</a:t>
            </a:r>
          </a:p>
        </p:txBody>
      </p:sp>
      <p:graphicFrame>
        <p:nvGraphicFramePr>
          <p:cNvPr id="24" name="表格 23">
            <a:extLst>
              <a:ext uri="{FF2B5EF4-FFF2-40B4-BE49-F238E27FC236}">
                <a16:creationId xmlns:a16="http://schemas.microsoft.com/office/drawing/2014/main" id="{C797788C-02D4-250A-50A3-8F13A0319D42}"/>
              </a:ext>
            </a:extLst>
          </p:cNvPr>
          <p:cNvGraphicFramePr>
            <a:graphicFrameLocks noGrp="1"/>
          </p:cNvGraphicFramePr>
          <p:nvPr>
            <p:extLst>
              <p:ext uri="{D42A27DB-BD31-4B8C-83A1-F6EECF244321}">
                <p14:modId xmlns:p14="http://schemas.microsoft.com/office/powerpoint/2010/main" val="1521824535"/>
              </p:ext>
            </p:extLst>
          </p:nvPr>
        </p:nvGraphicFramePr>
        <p:xfrm>
          <a:off x="556931" y="3646365"/>
          <a:ext cx="5017768" cy="1524000"/>
        </p:xfrm>
        <a:graphic>
          <a:graphicData uri="http://schemas.openxmlformats.org/drawingml/2006/table">
            <a:tbl>
              <a:tblPr firstRow="1" bandRow="1">
                <a:tableStyleId>{5940675A-B579-460E-94D1-54222C63F5DA}</a:tableStyleId>
              </a:tblPr>
              <a:tblGrid>
                <a:gridCol w="1399460">
                  <a:extLst>
                    <a:ext uri="{9D8B030D-6E8A-4147-A177-3AD203B41FA5}">
                      <a16:colId xmlns:a16="http://schemas.microsoft.com/office/drawing/2014/main" val="895693352"/>
                    </a:ext>
                  </a:extLst>
                </a:gridCol>
                <a:gridCol w="3618308">
                  <a:extLst>
                    <a:ext uri="{9D8B030D-6E8A-4147-A177-3AD203B41FA5}">
                      <a16:colId xmlns:a16="http://schemas.microsoft.com/office/drawing/2014/main" val="3054845502"/>
                    </a:ext>
                  </a:extLst>
                </a:gridCol>
              </a:tblGrid>
              <a:tr h="280695">
                <a:tc>
                  <a:txBody>
                    <a:bodyPr/>
                    <a:lstStyle/>
                    <a:p>
                      <a:r>
                        <a:rPr lang="zh-CN" altLang="en-US" sz="1400" dirty="0">
                          <a:latin typeface="微软雅黑" panose="020B0503020204020204" pitchFamily="34" charset="-122"/>
                          <a:ea typeface="微软雅黑" panose="020B0503020204020204" pitchFamily="34" charset="-122"/>
                        </a:rPr>
                        <a:t>工序分布：</a:t>
                      </a:r>
                    </a:p>
                  </a:txBody>
                  <a:tcPr>
                    <a:lnL w="12700" cap="flat" cmpd="sng" algn="ctr">
                      <a:solidFill>
                        <a:schemeClr val="tx1"/>
                      </a:solidFill>
                      <a:prstDash val="solid"/>
                      <a:round/>
                      <a:headEnd type="none" w="med" len="med"/>
                      <a:tailEnd type="none" w="med" len="med"/>
                    </a:lnL>
                  </a:tcPr>
                </a:tc>
                <a:tc>
                  <a:txBody>
                    <a:bodyPr/>
                    <a:lstStyle/>
                    <a:p>
                      <a:r>
                        <a:rPr lang="en-US" altLang="zh-CN" sz="1400" dirty="0">
                          <a:latin typeface="微软雅黑" panose="020B0503020204020204" pitchFamily="34" charset="-122"/>
                          <a:ea typeface="微软雅黑" panose="020B0503020204020204" pitchFamily="34" charset="-122"/>
                        </a:rPr>
                        <a:t>18 / 14 / 18</a:t>
                      </a:r>
                      <a:endParaRPr lang="zh-CN" altLang="en-US" sz="1400"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252229157"/>
                  </a:ext>
                </a:extLst>
              </a:tr>
              <a:tr h="280695">
                <a:tc>
                  <a:txBody>
                    <a:bodyPr/>
                    <a:lstStyle/>
                    <a:p>
                      <a:r>
                        <a:rPr lang="zh-CN" altLang="en-US" sz="1400" dirty="0">
                          <a:latin typeface="微软雅黑" panose="020B0503020204020204" pitchFamily="34" charset="-122"/>
                          <a:ea typeface="微软雅黑" panose="020B0503020204020204" pitchFamily="34" charset="-122"/>
                        </a:rPr>
                        <a:t>工时范围：</a:t>
                      </a:r>
                    </a:p>
                  </a:txBody>
                  <a:tcPr>
                    <a:lnL w="12700" cap="flat" cmpd="sng" algn="ctr">
                      <a:solidFill>
                        <a:schemeClr val="tx1"/>
                      </a:solidFill>
                      <a:prstDash val="solid"/>
                      <a:round/>
                      <a:headEnd type="none" w="med" len="med"/>
                      <a:tailEnd type="none" w="med" len="med"/>
                    </a:lnL>
                  </a:tcPr>
                </a:tc>
                <a:tc>
                  <a:txBody>
                    <a:bodyPr/>
                    <a:lstStyle/>
                    <a:p>
                      <a:r>
                        <a:rPr lang="en-US" altLang="zh-CN" sz="1400" dirty="0">
                          <a:latin typeface="微软雅黑" panose="020B0503020204020204" pitchFamily="34" charset="-122"/>
                          <a:ea typeface="微软雅黑" panose="020B0503020204020204" pitchFamily="34" charset="-122"/>
                        </a:rPr>
                        <a:t>33-303</a:t>
                      </a:r>
                      <a:endParaRPr lang="zh-CN" altLang="en-US" sz="1400"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3314102931"/>
                  </a:ext>
                </a:extLst>
              </a:tr>
              <a:tr h="280695">
                <a:tc>
                  <a:txBody>
                    <a:bodyPr/>
                    <a:lstStyle/>
                    <a:p>
                      <a:r>
                        <a:rPr lang="zh-CN" altLang="en-US" sz="1400" dirty="0">
                          <a:latin typeface="微软雅黑" panose="020B0503020204020204" pitchFamily="34" charset="-122"/>
                          <a:ea typeface="微软雅黑" panose="020B0503020204020204" pitchFamily="34" charset="-122"/>
                        </a:rPr>
                        <a:t>技能类型：</a:t>
                      </a:r>
                    </a:p>
                  </a:txBody>
                  <a:tcPr>
                    <a:lnL w="12700" cap="flat" cmpd="sng" algn="ctr">
                      <a:solidFill>
                        <a:schemeClr val="tx1"/>
                      </a:solidFill>
                      <a:prstDash val="solid"/>
                      <a:round/>
                      <a:headEnd type="none" w="med" len="med"/>
                      <a:tailEnd type="none" w="med" len="med"/>
                    </a:lnL>
                  </a:tcPr>
                </a:tc>
                <a:tc>
                  <a:txBody>
                    <a:bodyPr/>
                    <a:lstStyle/>
                    <a:p>
                      <a:r>
                        <a:rPr lang="en-US" altLang="zh-CN" sz="1400" dirty="0">
                          <a:latin typeface="微软雅黑" panose="020B0503020204020204" pitchFamily="34" charset="-122"/>
                          <a:ea typeface="微软雅黑" panose="020B0503020204020204" pitchFamily="34" charset="-122"/>
                        </a:rPr>
                        <a:t>1 / 2 / 3</a:t>
                      </a:r>
                      <a:endParaRPr lang="zh-CN" altLang="en-US" sz="1400"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830242112"/>
                  </a:ext>
                </a:extLst>
              </a:tr>
              <a:tr h="280695">
                <a:tc>
                  <a:txBody>
                    <a:bodyPr/>
                    <a:lstStyle/>
                    <a:p>
                      <a:r>
                        <a:rPr lang="zh-CN" altLang="en-US" sz="1400" dirty="0">
                          <a:latin typeface="微软雅黑" panose="020B0503020204020204" pitchFamily="34" charset="-122"/>
                          <a:ea typeface="微软雅黑" panose="020B0503020204020204" pitchFamily="34" charset="-122"/>
                        </a:rPr>
                        <a:t>设备类型：</a:t>
                      </a:r>
                    </a:p>
                  </a:txBody>
                  <a:tcPr>
                    <a:lnL w="12700" cap="flat" cmpd="sng" algn="ctr">
                      <a:solidFill>
                        <a:schemeClr val="tx1"/>
                      </a:solidFill>
                      <a:prstDash val="solid"/>
                      <a:round/>
                      <a:headEnd type="none" w="med" len="med"/>
                      <a:tailEnd type="none" w="med" len="med"/>
                    </a:lnL>
                  </a:tcPr>
                </a:tc>
                <a:tc>
                  <a:txBody>
                    <a:bodyPr/>
                    <a:lstStyle/>
                    <a:p>
                      <a:r>
                        <a:rPr lang="en-US" altLang="zh-CN" sz="1400" dirty="0">
                          <a:latin typeface="微软雅黑" panose="020B0503020204020204" pitchFamily="34" charset="-122"/>
                          <a:ea typeface="微软雅黑" panose="020B0503020204020204" pitchFamily="34" charset="-122"/>
                        </a:rPr>
                        <a:t>E1 / E2 / E3</a:t>
                      </a:r>
                      <a:endParaRPr lang="zh-CN" altLang="en-US" sz="1400"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2606310549"/>
                  </a:ext>
                </a:extLst>
              </a:tr>
              <a:tr h="280695">
                <a:tc>
                  <a:txBody>
                    <a:bodyPr/>
                    <a:lstStyle/>
                    <a:p>
                      <a:r>
                        <a:rPr lang="zh-CN" altLang="en-US" sz="1400" dirty="0">
                          <a:latin typeface="微软雅黑" panose="020B0503020204020204" pitchFamily="34" charset="-122"/>
                          <a:ea typeface="微软雅黑" panose="020B0503020204020204" pitchFamily="34" charset="-122"/>
                        </a:rPr>
                        <a:t>设备需求：</a:t>
                      </a:r>
                    </a:p>
                  </a:txBody>
                  <a:tcPr>
                    <a:lnL w="12700" cap="flat" cmpd="sng" algn="ctr">
                      <a:solidFill>
                        <a:schemeClr val="tx1"/>
                      </a:solidFill>
                      <a:prstDash val="solid"/>
                      <a:round/>
                      <a:headEnd type="none" w="med" len="med"/>
                      <a:tailEnd type="none" w="med" len="med"/>
                    </a:lnL>
                  </a:tcPr>
                </a:tc>
                <a:tc>
                  <a:txBody>
                    <a:bodyPr/>
                    <a:lstStyle/>
                    <a:p>
                      <a:r>
                        <a:rPr lang="en-US" altLang="zh-CN" sz="1400" dirty="0">
                          <a:latin typeface="微软雅黑" panose="020B0503020204020204" pitchFamily="34" charset="-122"/>
                          <a:ea typeface="微软雅黑" panose="020B0503020204020204" pitchFamily="34" charset="-122"/>
                        </a:rPr>
                        <a:t>32</a:t>
                      </a:r>
                      <a:r>
                        <a:rPr lang="zh-CN" altLang="en-US" sz="1400" dirty="0">
                          <a:latin typeface="微软雅黑" panose="020B0503020204020204" pitchFamily="34" charset="-122"/>
                          <a:ea typeface="微软雅黑" panose="020B0503020204020204" pitchFamily="34" charset="-122"/>
                        </a:rPr>
                        <a:t>道工序需要设备，其中</a:t>
                      </a:r>
                      <a:r>
                        <a:rPr lang="en-US" altLang="zh-CN" sz="1400" dirty="0">
                          <a:latin typeface="微软雅黑" panose="020B0503020204020204" pitchFamily="34" charset="-122"/>
                          <a:ea typeface="微软雅黑" panose="020B0503020204020204" pitchFamily="34" charset="-122"/>
                        </a:rPr>
                        <a:t>6</a:t>
                      </a:r>
                      <a:r>
                        <a:rPr lang="zh-CN" altLang="en-US" sz="1400" dirty="0">
                          <a:latin typeface="微软雅黑" panose="020B0503020204020204" pitchFamily="34" charset="-122"/>
                          <a:ea typeface="微软雅黑" panose="020B0503020204020204" pitchFamily="34" charset="-122"/>
                        </a:rPr>
                        <a:t>道需要多设备</a:t>
                      </a:r>
                    </a:p>
                  </a:txBody>
                  <a:tcPr/>
                </a:tc>
                <a:extLst>
                  <a:ext uri="{0D108BD9-81ED-4DB2-BD59-A6C34878D82A}">
                    <a16:rowId xmlns:a16="http://schemas.microsoft.com/office/drawing/2014/main" val="2331523191"/>
                  </a:ext>
                </a:extLst>
              </a:tr>
            </a:tbl>
          </a:graphicData>
        </a:graphic>
      </p:graphicFrame>
      <p:sp>
        <p:nvSpPr>
          <p:cNvPr id="25" name="矩形: 圆角 24">
            <a:extLst>
              <a:ext uri="{FF2B5EF4-FFF2-40B4-BE49-F238E27FC236}">
                <a16:creationId xmlns:a16="http://schemas.microsoft.com/office/drawing/2014/main" id="{FEBBA23F-0F5E-9198-DF84-48241452EA94}"/>
              </a:ext>
            </a:extLst>
          </p:cNvPr>
          <p:cNvSpPr/>
          <p:nvPr/>
        </p:nvSpPr>
        <p:spPr>
          <a:xfrm>
            <a:off x="555419" y="5636150"/>
            <a:ext cx="5017768" cy="711029"/>
          </a:xfrm>
          <a:prstGeom prst="roundRect">
            <a:avLst>
              <a:gd name="adj" fmla="val 3510"/>
            </a:avLst>
          </a:prstGeom>
          <a:solidFill>
            <a:srgbClr val="3192F2">
              <a:alpha val="10000"/>
            </a:srgbClr>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latin typeface="微软雅黑" panose="020B0503020204020204" pitchFamily="34" charset="-122"/>
              <a:ea typeface="微软雅黑" panose="020B0503020204020204" pitchFamily="34" charset="-122"/>
            </a:endParaRPr>
          </a:p>
        </p:txBody>
      </p:sp>
      <p:graphicFrame>
        <p:nvGraphicFramePr>
          <p:cNvPr id="26" name="表格 25">
            <a:extLst>
              <a:ext uri="{FF2B5EF4-FFF2-40B4-BE49-F238E27FC236}">
                <a16:creationId xmlns:a16="http://schemas.microsoft.com/office/drawing/2014/main" id="{72B7D1A6-B068-7935-6E28-01020D8D7C4A}"/>
              </a:ext>
            </a:extLst>
          </p:cNvPr>
          <p:cNvGraphicFramePr>
            <a:graphicFrameLocks noGrp="1"/>
          </p:cNvGraphicFramePr>
          <p:nvPr>
            <p:extLst>
              <p:ext uri="{D42A27DB-BD31-4B8C-83A1-F6EECF244321}">
                <p14:modId xmlns:p14="http://schemas.microsoft.com/office/powerpoint/2010/main" val="211100294"/>
              </p:ext>
            </p:extLst>
          </p:nvPr>
        </p:nvGraphicFramePr>
        <p:xfrm>
          <a:off x="7706054" y="1994773"/>
          <a:ext cx="3929013" cy="1524000"/>
        </p:xfrm>
        <a:graphic>
          <a:graphicData uri="http://schemas.openxmlformats.org/drawingml/2006/table">
            <a:tbl>
              <a:tblPr firstRow="1" bandRow="1">
                <a:tableStyleId>{5940675A-B579-460E-94D1-54222C63F5DA}</a:tableStyleId>
              </a:tblPr>
              <a:tblGrid>
                <a:gridCol w="1309671">
                  <a:extLst>
                    <a:ext uri="{9D8B030D-6E8A-4147-A177-3AD203B41FA5}">
                      <a16:colId xmlns:a16="http://schemas.microsoft.com/office/drawing/2014/main" val="1527043394"/>
                    </a:ext>
                  </a:extLst>
                </a:gridCol>
                <a:gridCol w="1309671">
                  <a:extLst>
                    <a:ext uri="{9D8B030D-6E8A-4147-A177-3AD203B41FA5}">
                      <a16:colId xmlns:a16="http://schemas.microsoft.com/office/drawing/2014/main" val="693624497"/>
                    </a:ext>
                  </a:extLst>
                </a:gridCol>
                <a:gridCol w="1309671">
                  <a:extLst>
                    <a:ext uri="{9D8B030D-6E8A-4147-A177-3AD203B41FA5}">
                      <a16:colId xmlns:a16="http://schemas.microsoft.com/office/drawing/2014/main" val="1723695096"/>
                    </a:ext>
                  </a:extLst>
                </a:gridCol>
              </a:tblGrid>
              <a:tr h="216906">
                <a:tc>
                  <a:txBody>
                    <a:bodyPr/>
                    <a:lstStyle/>
                    <a:p>
                      <a:pPr algn="ctr"/>
                      <a:r>
                        <a:rPr lang="zh-CN" altLang="en-US" sz="1400" b="1" dirty="0">
                          <a:solidFill>
                            <a:schemeClr val="bg1"/>
                          </a:solidFill>
                          <a:latin typeface="微软雅黑" panose="020B0503020204020204" pitchFamily="34" charset="-122"/>
                          <a:ea typeface="微软雅黑" panose="020B0503020204020204" pitchFamily="34" charset="-122"/>
                        </a:rPr>
                        <a:t>扰动等级</a:t>
                      </a:r>
                    </a:p>
                  </a:txBody>
                  <a:tcPr>
                    <a:solidFill>
                      <a:srgbClr val="003F88"/>
                    </a:solidFill>
                  </a:tcPr>
                </a:tc>
                <a:tc>
                  <a:txBody>
                    <a:bodyPr/>
                    <a:lstStyle/>
                    <a:p>
                      <a:pPr algn="ctr"/>
                      <a:r>
                        <a:rPr lang="zh-CN" altLang="en-US" sz="1400" b="1" dirty="0">
                          <a:solidFill>
                            <a:schemeClr val="bg1"/>
                          </a:solidFill>
                          <a:latin typeface="微软雅黑" panose="020B0503020204020204" pitchFamily="34" charset="-122"/>
                          <a:ea typeface="微软雅黑" panose="020B0503020204020204" pitchFamily="34" charset="-122"/>
                        </a:rPr>
                        <a:t>工人缺勤</a:t>
                      </a:r>
                    </a:p>
                  </a:txBody>
                  <a:tcPr>
                    <a:solidFill>
                      <a:srgbClr val="003F88"/>
                    </a:solidFill>
                  </a:tcPr>
                </a:tc>
                <a:tc>
                  <a:txBody>
                    <a:bodyPr/>
                    <a:lstStyle/>
                    <a:p>
                      <a:pPr algn="ctr"/>
                      <a:r>
                        <a:rPr lang="zh-CN" altLang="en-US" sz="1400" b="1" dirty="0">
                          <a:solidFill>
                            <a:schemeClr val="bg1"/>
                          </a:solidFill>
                          <a:latin typeface="微软雅黑" panose="020B0503020204020204" pitchFamily="34" charset="-122"/>
                          <a:ea typeface="微软雅黑" panose="020B0503020204020204" pitchFamily="34" charset="-122"/>
                        </a:rPr>
                        <a:t>设备故障</a:t>
                      </a:r>
                    </a:p>
                  </a:txBody>
                  <a:tcPr>
                    <a:solidFill>
                      <a:srgbClr val="003F88"/>
                    </a:solidFill>
                  </a:tcPr>
                </a:tc>
                <a:extLst>
                  <a:ext uri="{0D108BD9-81ED-4DB2-BD59-A6C34878D82A}">
                    <a16:rowId xmlns:a16="http://schemas.microsoft.com/office/drawing/2014/main" val="826127854"/>
                  </a:ext>
                </a:extLst>
              </a:tr>
              <a:tr h="216906">
                <a:tc>
                  <a:txBody>
                    <a:bodyPr/>
                    <a:lstStyle/>
                    <a:p>
                      <a:pPr algn="ctr"/>
                      <a:r>
                        <a:rPr lang="en-US" altLang="zh-CN" sz="1400" dirty="0">
                          <a:latin typeface="微软雅黑" panose="020B0503020204020204" pitchFamily="34" charset="-122"/>
                          <a:ea typeface="微软雅黑" panose="020B0503020204020204" pitchFamily="34" charset="-122"/>
                        </a:rPr>
                        <a:t>None</a:t>
                      </a:r>
                      <a:endParaRPr lang="zh-CN" altLang="en-US" sz="1400" dirty="0">
                        <a:latin typeface="微软雅黑" panose="020B0503020204020204" pitchFamily="34" charset="-122"/>
                        <a:ea typeface="微软雅黑" panose="020B0503020204020204" pitchFamily="34" charset="-122"/>
                      </a:endParaRPr>
                    </a:p>
                  </a:txBody>
                  <a:tcPr/>
                </a:tc>
                <a:tc>
                  <a:txBody>
                    <a:bodyPr/>
                    <a:lstStyle/>
                    <a:p>
                      <a:pPr algn="ctr"/>
                      <a:r>
                        <a:rPr lang="en-US" altLang="zh-CN" sz="1400" dirty="0">
                          <a:latin typeface="微软雅黑" panose="020B0503020204020204" pitchFamily="34" charset="-122"/>
                          <a:ea typeface="微软雅黑" panose="020B0503020204020204" pitchFamily="34" charset="-122"/>
                        </a:rPr>
                        <a:t>0</a:t>
                      </a:r>
                      <a:endParaRPr lang="zh-CN" altLang="en-US" sz="1400" dirty="0">
                        <a:latin typeface="微软雅黑" panose="020B0503020204020204" pitchFamily="34" charset="-122"/>
                        <a:ea typeface="微软雅黑" panose="020B0503020204020204" pitchFamily="34" charset="-122"/>
                      </a:endParaRPr>
                    </a:p>
                  </a:txBody>
                  <a:tcPr/>
                </a:tc>
                <a:tc>
                  <a:txBody>
                    <a:bodyPr/>
                    <a:lstStyle/>
                    <a:p>
                      <a:pPr algn="ctr"/>
                      <a:r>
                        <a:rPr lang="en-US" altLang="zh-CN" sz="1400" dirty="0">
                          <a:latin typeface="微软雅黑" panose="020B0503020204020204" pitchFamily="34" charset="-122"/>
                          <a:ea typeface="微软雅黑" panose="020B0503020204020204" pitchFamily="34" charset="-122"/>
                        </a:rPr>
                        <a:t>0</a:t>
                      </a:r>
                      <a:endParaRPr lang="zh-CN" altLang="en-US" sz="1400"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2210837324"/>
                  </a:ext>
                </a:extLst>
              </a:tr>
              <a:tr h="216906">
                <a:tc>
                  <a:txBody>
                    <a:bodyPr/>
                    <a:lstStyle/>
                    <a:p>
                      <a:pPr algn="ctr"/>
                      <a:r>
                        <a:rPr lang="en-US" altLang="zh-CN" sz="1400" dirty="0">
                          <a:latin typeface="微软雅黑" panose="020B0503020204020204" pitchFamily="34" charset="-122"/>
                          <a:ea typeface="微软雅黑" panose="020B0503020204020204" pitchFamily="34" charset="-122"/>
                        </a:rPr>
                        <a:t>Mild</a:t>
                      </a:r>
                      <a:endParaRPr lang="zh-CN" altLang="en-US" sz="1400" dirty="0">
                        <a:latin typeface="微软雅黑" panose="020B0503020204020204" pitchFamily="34" charset="-122"/>
                        <a:ea typeface="微软雅黑" panose="020B0503020204020204" pitchFamily="34" charset="-122"/>
                      </a:endParaRPr>
                    </a:p>
                  </a:txBody>
                  <a:tcPr>
                    <a:solidFill>
                      <a:srgbClr val="3192F2">
                        <a:alpha val="10000"/>
                      </a:srgbClr>
                    </a:solidFill>
                  </a:tcPr>
                </a:tc>
                <a:tc>
                  <a:txBody>
                    <a:bodyPr/>
                    <a:lstStyle/>
                    <a:p>
                      <a:pPr algn="ctr"/>
                      <a:r>
                        <a:rPr lang="en-US" altLang="zh-CN" sz="1400" dirty="0">
                          <a:latin typeface="微软雅黑" panose="020B0503020204020204" pitchFamily="34" charset="-122"/>
                          <a:ea typeface="微软雅黑" panose="020B0503020204020204" pitchFamily="34" charset="-122"/>
                        </a:rPr>
                        <a:t>1</a:t>
                      </a:r>
                      <a:endParaRPr lang="zh-CN" altLang="en-US" sz="1400" dirty="0">
                        <a:latin typeface="微软雅黑" panose="020B0503020204020204" pitchFamily="34" charset="-122"/>
                        <a:ea typeface="微软雅黑" panose="020B0503020204020204" pitchFamily="34" charset="-122"/>
                      </a:endParaRPr>
                    </a:p>
                  </a:txBody>
                  <a:tcPr>
                    <a:solidFill>
                      <a:srgbClr val="3192F2">
                        <a:alpha val="10000"/>
                      </a:srgbClr>
                    </a:solidFill>
                  </a:tcPr>
                </a:tc>
                <a:tc>
                  <a:txBody>
                    <a:bodyPr/>
                    <a:lstStyle/>
                    <a:p>
                      <a:pPr algn="ctr"/>
                      <a:r>
                        <a:rPr lang="en-US" altLang="zh-CN" sz="1400" dirty="0">
                          <a:latin typeface="微软雅黑" panose="020B0503020204020204" pitchFamily="34" charset="-122"/>
                          <a:ea typeface="微软雅黑" panose="020B0503020204020204" pitchFamily="34" charset="-122"/>
                        </a:rPr>
                        <a:t>1</a:t>
                      </a:r>
                      <a:endParaRPr lang="zh-CN" altLang="en-US" sz="1400" dirty="0">
                        <a:latin typeface="微软雅黑" panose="020B0503020204020204" pitchFamily="34" charset="-122"/>
                        <a:ea typeface="微软雅黑" panose="020B0503020204020204" pitchFamily="34" charset="-122"/>
                      </a:endParaRPr>
                    </a:p>
                  </a:txBody>
                  <a:tcPr>
                    <a:solidFill>
                      <a:srgbClr val="3192F2">
                        <a:alpha val="10000"/>
                      </a:srgbClr>
                    </a:solidFill>
                  </a:tcPr>
                </a:tc>
                <a:extLst>
                  <a:ext uri="{0D108BD9-81ED-4DB2-BD59-A6C34878D82A}">
                    <a16:rowId xmlns:a16="http://schemas.microsoft.com/office/drawing/2014/main" val="43924496"/>
                  </a:ext>
                </a:extLst>
              </a:tr>
              <a:tr h="216906">
                <a:tc>
                  <a:txBody>
                    <a:bodyPr/>
                    <a:lstStyle/>
                    <a:p>
                      <a:pPr algn="ctr"/>
                      <a:r>
                        <a:rPr lang="en-US" altLang="zh-CN" sz="1400" dirty="0">
                          <a:latin typeface="微软雅黑" panose="020B0503020204020204" pitchFamily="34" charset="-122"/>
                          <a:ea typeface="微软雅黑" panose="020B0503020204020204" pitchFamily="34" charset="-122"/>
                        </a:rPr>
                        <a:t>Medium</a:t>
                      </a:r>
                      <a:endParaRPr lang="zh-CN" altLang="en-US" sz="1400" dirty="0">
                        <a:latin typeface="微软雅黑" panose="020B0503020204020204" pitchFamily="34" charset="-122"/>
                        <a:ea typeface="微软雅黑" panose="020B0503020204020204" pitchFamily="34" charset="-122"/>
                      </a:endParaRPr>
                    </a:p>
                  </a:txBody>
                  <a:tcPr/>
                </a:tc>
                <a:tc>
                  <a:txBody>
                    <a:bodyPr/>
                    <a:lstStyle/>
                    <a:p>
                      <a:pPr algn="ctr"/>
                      <a:r>
                        <a:rPr lang="en-US" altLang="zh-CN" sz="1400" dirty="0">
                          <a:latin typeface="微软雅黑" panose="020B0503020204020204" pitchFamily="34" charset="-122"/>
                          <a:ea typeface="微软雅黑" panose="020B0503020204020204" pitchFamily="34" charset="-122"/>
                        </a:rPr>
                        <a:t>2</a:t>
                      </a:r>
                      <a:endParaRPr lang="zh-CN" altLang="en-US" sz="1400" dirty="0">
                        <a:latin typeface="微软雅黑" panose="020B0503020204020204" pitchFamily="34" charset="-122"/>
                        <a:ea typeface="微软雅黑" panose="020B0503020204020204" pitchFamily="34" charset="-122"/>
                      </a:endParaRPr>
                    </a:p>
                  </a:txBody>
                  <a:tcPr/>
                </a:tc>
                <a:tc>
                  <a:txBody>
                    <a:bodyPr/>
                    <a:lstStyle/>
                    <a:p>
                      <a:pPr algn="ctr"/>
                      <a:r>
                        <a:rPr lang="en-US" altLang="zh-CN" sz="1400" dirty="0">
                          <a:latin typeface="微软雅黑" panose="020B0503020204020204" pitchFamily="34" charset="-122"/>
                          <a:ea typeface="微软雅黑" panose="020B0503020204020204" pitchFamily="34" charset="-122"/>
                        </a:rPr>
                        <a:t>2</a:t>
                      </a:r>
                      <a:endParaRPr lang="zh-CN" altLang="en-US" sz="1400"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1511246766"/>
                  </a:ext>
                </a:extLst>
              </a:tr>
              <a:tr h="216906">
                <a:tc>
                  <a:txBody>
                    <a:bodyPr/>
                    <a:lstStyle/>
                    <a:p>
                      <a:pPr algn="ctr"/>
                      <a:r>
                        <a:rPr lang="en-US" altLang="zh-CN" sz="1400" dirty="0">
                          <a:latin typeface="微软雅黑" panose="020B0503020204020204" pitchFamily="34" charset="-122"/>
                          <a:ea typeface="微软雅黑" panose="020B0503020204020204" pitchFamily="34" charset="-122"/>
                        </a:rPr>
                        <a:t>Severe</a:t>
                      </a:r>
                      <a:endParaRPr lang="zh-CN" altLang="en-US" sz="1400" dirty="0">
                        <a:latin typeface="微软雅黑" panose="020B0503020204020204" pitchFamily="34" charset="-122"/>
                        <a:ea typeface="微软雅黑" panose="020B0503020204020204" pitchFamily="34" charset="-122"/>
                      </a:endParaRPr>
                    </a:p>
                  </a:txBody>
                  <a:tcPr/>
                </a:tc>
                <a:tc>
                  <a:txBody>
                    <a:bodyPr/>
                    <a:lstStyle/>
                    <a:p>
                      <a:pPr algn="ctr"/>
                      <a:r>
                        <a:rPr lang="en-US" altLang="zh-CN" sz="1400" dirty="0">
                          <a:latin typeface="微软雅黑" panose="020B0503020204020204" pitchFamily="34" charset="-122"/>
                          <a:ea typeface="微软雅黑" panose="020B0503020204020204" pitchFamily="34" charset="-122"/>
                        </a:rPr>
                        <a:t>3</a:t>
                      </a:r>
                      <a:endParaRPr lang="zh-CN" altLang="en-US" sz="1400" dirty="0">
                        <a:latin typeface="微软雅黑" panose="020B0503020204020204" pitchFamily="34" charset="-122"/>
                        <a:ea typeface="微软雅黑" panose="020B0503020204020204" pitchFamily="34" charset="-122"/>
                      </a:endParaRPr>
                    </a:p>
                  </a:txBody>
                  <a:tcPr/>
                </a:tc>
                <a:tc>
                  <a:txBody>
                    <a:bodyPr/>
                    <a:lstStyle/>
                    <a:p>
                      <a:pPr algn="ctr"/>
                      <a:r>
                        <a:rPr lang="en-US" altLang="zh-CN" sz="1400" dirty="0">
                          <a:latin typeface="微软雅黑" panose="020B0503020204020204" pitchFamily="34" charset="-122"/>
                          <a:ea typeface="微软雅黑" panose="020B0503020204020204" pitchFamily="34" charset="-122"/>
                        </a:rPr>
                        <a:t>3</a:t>
                      </a:r>
                      <a:endParaRPr lang="zh-CN" altLang="en-US" sz="1400"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2968820815"/>
                  </a:ext>
                </a:extLst>
              </a:tr>
            </a:tbl>
          </a:graphicData>
        </a:graphic>
      </p:graphicFrame>
      <p:sp>
        <p:nvSpPr>
          <p:cNvPr id="27" name="矩形: 圆角 26">
            <a:extLst>
              <a:ext uri="{FF2B5EF4-FFF2-40B4-BE49-F238E27FC236}">
                <a16:creationId xmlns:a16="http://schemas.microsoft.com/office/drawing/2014/main" id="{8EF69E14-657E-4092-732E-C49C6BE0C5A8}"/>
              </a:ext>
            </a:extLst>
          </p:cNvPr>
          <p:cNvSpPr/>
          <p:nvPr/>
        </p:nvSpPr>
        <p:spPr>
          <a:xfrm>
            <a:off x="6698512" y="3646365"/>
            <a:ext cx="2413590" cy="1616751"/>
          </a:xfrm>
          <a:prstGeom prst="roundRect">
            <a:avLst>
              <a:gd name="adj" fmla="val 3510"/>
            </a:avLst>
          </a:prstGeom>
          <a:no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latin typeface="微软雅黑" panose="020B0503020204020204" pitchFamily="34" charset="-122"/>
              <a:ea typeface="微软雅黑" panose="020B0503020204020204" pitchFamily="34" charset="-122"/>
            </a:endParaRPr>
          </a:p>
        </p:txBody>
      </p:sp>
      <p:sp>
        <p:nvSpPr>
          <p:cNvPr id="28" name="矩形: 圆角 27">
            <a:extLst>
              <a:ext uri="{FF2B5EF4-FFF2-40B4-BE49-F238E27FC236}">
                <a16:creationId xmlns:a16="http://schemas.microsoft.com/office/drawing/2014/main" id="{EA240B5C-3A29-E61A-B1A8-23C7D326745E}"/>
              </a:ext>
            </a:extLst>
          </p:cNvPr>
          <p:cNvSpPr/>
          <p:nvPr/>
        </p:nvSpPr>
        <p:spPr>
          <a:xfrm>
            <a:off x="9221479" y="3646365"/>
            <a:ext cx="2413590" cy="1616751"/>
          </a:xfrm>
          <a:prstGeom prst="roundRect">
            <a:avLst>
              <a:gd name="adj" fmla="val 3510"/>
            </a:avLst>
          </a:prstGeom>
          <a:no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latin typeface="微软雅黑" panose="020B0503020204020204" pitchFamily="34" charset="-122"/>
              <a:ea typeface="微软雅黑" panose="020B0503020204020204" pitchFamily="34" charset="-122"/>
            </a:endParaRPr>
          </a:p>
        </p:txBody>
      </p:sp>
      <p:sp>
        <p:nvSpPr>
          <p:cNvPr id="29" name="矩形: 圆角 28">
            <a:extLst>
              <a:ext uri="{FF2B5EF4-FFF2-40B4-BE49-F238E27FC236}">
                <a16:creationId xmlns:a16="http://schemas.microsoft.com/office/drawing/2014/main" id="{A16E487F-27D9-26B0-A59B-E990FE410934}"/>
              </a:ext>
            </a:extLst>
          </p:cNvPr>
          <p:cNvSpPr/>
          <p:nvPr/>
        </p:nvSpPr>
        <p:spPr>
          <a:xfrm>
            <a:off x="6698512" y="5400832"/>
            <a:ext cx="2020186" cy="946347"/>
          </a:xfrm>
          <a:prstGeom prst="roundRect">
            <a:avLst>
              <a:gd name="adj" fmla="val 3510"/>
            </a:avLst>
          </a:prstGeom>
          <a:solidFill>
            <a:srgbClr val="3192F2">
              <a:alpha val="10000"/>
            </a:srgbClr>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latin typeface="微软雅黑" panose="020B0503020204020204" pitchFamily="34" charset="-122"/>
              <a:ea typeface="微软雅黑" panose="020B0503020204020204" pitchFamily="34" charset="-122"/>
            </a:endParaRPr>
          </a:p>
        </p:txBody>
      </p:sp>
      <p:sp>
        <p:nvSpPr>
          <p:cNvPr id="30" name="矩形: 圆角 29">
            <a:extLst>
              <a:ext uri="{FF2B5EF4-FFF2-40B4-BE49-F238E27FC236}">
                <a16:creationId xmlns:a16="http://schemas.microsoft.com/office/drawing/2014/main" id="{ABA222AB-DE96-CEAE-3B0C-68B5944BE1E9}"/>
              </a:ext>
            </a:extLst>
          </p:cNvPr>
          <p:cNvSpPr/>
          <p:nvPr/>
        </p:nvSpPr>
        <p:spPr>
          <a:xfrm>
            <a:off x="8940636" y="5400831"/>
            <a:ext cx="2694432" cy="946347"/>
          </a:xfrm>
          <a:prstGeom prst="roundRect">
            <a:avLst>
              <a:gd name="adj" fmla="val 3510"/>
            </a:avLst>
          </a:prstGeom>
          <a:solidFill>
            <a:srgbClr val="3192F2">
              <a:alpha val="10000"/>
            </a:srgbClr>
          </a:solid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latin typeface="微软雅黑" panose="020B0503020204020204" pitchFamily="34" charset="-122"/>
              <a:ea typeface="微软雅黑" panose="020B0503020204020204" pitchFamily="34" charset="-122"/>
            </a:endParaRPr>
          </a:p>
        </p:txBody>
      </p:sp>
      <p:sp>
        <p:nvSpPr>
          <p:cNvPr id="31" name="文本框 30">
            <a:extLst>
              <a:ext uri="{FF2B5EF4-FFF2-40B4-BE49-F238E27FC236}">
                <a16:creationId xmlns:a16="http://schemas.microsoft.com/office/drawing/2014/main" id="{643ED7FD-D271-9F88-0703-E7F392C63779}"/>
              </a:ext>
            </a:extLst>
          </p:cNvPr>
          <p:cNvSpPr txBox="1"/>
          <p:nvPr/>
        </p:nvSpPr>
        <p:spPr>
          <a:xfrm>
            <a:off x="434779" y="1866126"/>
            <a:ext cx="1659835" cy="400648"/>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en-US" altLang="zh-CN" sz="1600" dirty="0">
                <a:solidFill>
                  <a:srgbClr val="003F88"/>
                </a:solidFill>
                <a:latin typeface="微软雅黑" panose="020B0503020204020204" pitchFamily="34" charset="-122"/>
                <a:ea typeface="微软雅黑" panose="020B0503020204020204" pitchFamily="34" charset="-122"/>
              </a:rPr>
              <a:t>• </a:t>
            </a:r>
            <a:r>
              <a:rPr lang="zh-CN" altLang="en-US" sz="1600" dirty="0">
                <a:solidFill>
                  <a:srgbClr val="003F88"/>
                </a:solidFill>
                <a:latin typeface="微软雅黑" panose="020B0503020204020204" pitchFamily="34" charset="-122"/>
                <a:ea typeface="微软雅黑" panose="020B0503020204020204" pitchFamily="34" charset="-122"/>
              </a:rPr>
              <a:t>数据集信息</a:t>
            </a:r>
          </a:p>
        </p:txBody>
      </p:sp>
      <p:sp>
        <p:nvSpPr>
          <p:cNvPr id="32" name="文本框 31">
            <a:extLst>
              <a:ext uri="{FF2B5EF4-FFF2-40B4-BE49-F238E27FC236}">
                <a16:creationId xmlns:a16="http://schemas.microsoft.com/office/drawing/2014/main" id="{C0E0A4CE-94A9-9EC4-402D-4638B24DFD56}"/>
              </a:ext>
            </a:extLst>
          </p:cNvPr>
          <p:cNvSpPr txBox="1"/>
          <p:nvPr/>
        </p:nvSpPr>
        <p:spPr>
          <a:xfrm>
            <a:off x="440708" y="3190485"/>
            <a:ext cx="1245004" cy="400648"/>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en-US" altLang="zh-CN" sz="1600" dirty="0">
                <a:solidFill>
                  <a:srgbClr val="003F88"/>
                </a:solidFill>
                <a:latin typeface="微软雅黑" panose="020B0503020204020204" pitchFamily="34" charset="-122"/>
                <a:ea typeface="微软雅黑" panose="020B0503020204020204" pitchFamily="34" charset="-122"/>
              </a:rPr>
              <a:t>• </a:t>
            </a:r>
            <a:r>
              <a:rPr lang="zh-CN" altLang="en-US" sz="1600" dirty="0">
                <a:solidFill>
                  <a:srgbClr val="003F88"/>
                </a:solidFill>
                <a:latin typeface="微软雅黑" panose="020B0503020204020204" pitchFamily="34" charset="-122"/>
                <a:ea typeface="微软雅黑" panose="020B0503020204020204" pitchFamily="34" charset="-122"/>
              </a:rPr>
              <a:t>工艺约束</a:t>
            </a:r>
          </a:p>
        </p:txBody>
      </p:sp>
      <p:sp>
        <p:nvSpPr>
          <p:cNvPr id="34" name="文本框 33">
            <a:extLst>
              <a:ext uri="{FF2B5EF4-FFF2-40B4-BE49-F238E27FC236}">
                <a16:creationId xmlns:a16="http://schemas.microsoft.com/office/drawing/2014/main" id="{2BEB8394-003B-6A74-3523-3F8087DC33A2}"/>
              </a:ext>
            </a:extLst>
          </p:cNvPr>
          <p:cNvSpPr txBox="1"/>
          <p:nvPr/>
        </p:nvSpPr>
        <p:spPr>
          <a:xfrm>
            <a:off x="475291" y="5160452"/>
            <a:ext cx="1245004" cy="400648"/>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en-US" altLang="zh-CN" sz="1600" dirty="0">
                <a:solidFill>
                  <a:srgbClr val="003F88"/>
                </a:solidFill>
                <a:latin typeface="微软雅黑" panose="020B0503020204020204" pitchFamily="34" charset="-122"/>
                <a:ea typeface="微软雅黑" panose="020B0503020204020204" pitchFamily="34" charset="-122"/>
              </a:rPr>
              <a:t>• </a:t>
            </a:r>
            <a:r>
              <a:rPr lang="zh-CN" altLang="en-US" sz="1600" dirty="0">
                <a:solidFill>
                  <a:srgbClr val="003F88"/>
                </a:solidFill>
                <a:latin typeface="微软雅黑" panose="020B0503020204020204" pitchFamily="34" charset="-122"/>
                <a:ea typeface="微软雅黑" panose="020B0503020204020204" pitchFamily="34" charset="-122"/>
              </a:rPr>
              <a:t>资源建模</a:t>
            </a:r>
          </a:p>
        </p:txBody>
      </p:sp>
      <p:sp>
        <p:nvSpPr>
          <p:cNvPr id="35" name="文本框 34">
            <a:extLst>
              <a:ext uri="{FF2B5EF4-FFF2-40B4-BE49-F238E27FC236}">
                <a16:creationId xmlns:a16="http://schemas.microsoft.com/office/drawing/2014/main" id="{1910EAF9-D012-C28A-BC00-2309CD6AA058}"/>
              </a:ext>
            </a:extLst>
          </p:cNvPr>
          <p:cNvSpPr txBox="1"/>
          <p:nvPr/>
        </p:nvSpPr>
        <p:spPr>
          <a:xfrm>
            <a:off x="764550" y="5644656"/>
            <a:ext cx="1245004" cy="683033"/>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gn="ctr">
              <a:lnSpc>
                <a:spcPct val="150000"/>
              </a:lnSpc>
            </a:pPr>
            <a:r>
              <a:rPr lang="zh-CN" altLang="en-US" sz="1400" dirty="0">
                <a:solidFill>
                  <a:srgbClr val="003F88"/>
                </a:solidFill>
                <a:latin typeface="微软雅黑" panose="020B0503020204020204" pitchFamily="34" charset="-122"/>
                <a:ea typeface="微软雅黑" panose="020B0503020204020204" pitchFamily="34" charset="-122"/>
              </a:rPr>
              <a:t>工人技能水平</a:t>
            </a:r>
            <a:r>
              <a:rPr lang="en-US" altLang="zh-CN" sz="1400" b="0" dirty="0">
                <a:solidFill>
                  <a:schemeClr val="tx1"/>
                </a:solidFill>
                <a:latin typeface="微软雅黑" panose="020B0503020204020204" pitchFamily="34" charset="-122"/>
                <a:ea typeface="微软雅黑" panose="020B0503020204020204" pitchFamily="34" charset="-122"/>
              </a:rPr>
              <a:t>0.8-1.0</a:t>
            </a:r>
            <a:endParaRPr lang="zh-CN" altLang="en-US" sz="1400" b="0" dirty="0">
              <a:solidFill>
                <a:schemeClr val="tx1"/>
              </a:solidFill>
              <a:latin typeface="微软雅黑" panose="020B0503020204020204" pitchFamily="34" charset="-122"/>
              <a:ea typeface="微软雅黑" panose="020B0503020204020204" pitchFamily="34" charset="-122"/>
            </a:endParaRPr>
          </a:p>
        </p:txBody>
      </p:sp>
      <p:sp>
        <p:nvSpPr>
          <p:cNvPr id="36" name="文本框 35">
            <a:extLst>
              <a:ext uri="{FF2B5EF4-FFF2-40B4-BE49-F238E27FC236}">
                <a16:creationId xmlns:a16="http://schemas.microsoft.com/office/drawing/2014/main" id="{5E15C58F-DA07-9AFF-7E41-CD09EE319648}"/>
              </a:ext>
            </a:extLst>
          </p:cNvPr>
          <p:cNvSpPr txBox="1"/>
          <p:nvPr/>
        </p:nvSpPr>
        <p:spPr>
          <a:xfrm>
            <a:off x="2346277" y="5634022"/>
            <a:ext cx="1245004" cy="683033"/>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gn="ctr">
              <a:lnSpc>
                <a:spcPct val="150000"/>
              </a:lnSpc>
            </a:pPr>
            <a:r>
              <a:rPr lang="zh-CN" altLang="en-US" sz="1400" dirty="0">
                <a:solidFill>
                  <a:srgbClr val="003F88"/>
                </a:solidFill>
                <a:latin typeface="微软雅黑" panose="020B0503020204020204" pitchFamily="34" charset="-122"/>
                <a:ea typeface="微软雅黑" panose="020B0503020204020204" pitchFamily="34" charset="-122"/>
              </a:rPr>
              <a:t>工人疲劳系数</a:t>
            </a:r>
            <a:r>
              <a:rPr lang="en-US" altLang="zh-CN" sz="1400" b="0" dirty="0">
                <a:solidFill>
                  <a:schemeClr val="tx1"/>
                </a:solidFill>
                <a:latin typeface="微软雅黑" panose="020B0503020204020204" pitchFamily="34" charset="-122"/>
                <a:ea typeface="微软雅黑" panose="020B0503020204020204" pitchFamily="34" charset="-122"/>
              </a:rPr>
              <a:t>0.8-1.0</a:t>
            </a:r>
            <a:endParaRPr lang="zh-CN" altLang="en-US" sz="1400" b="0" dirty="0">
              <a:solidFill>
                <a:schemeClr val="tx1"/>
              </a:solidFill>
              <a:latin typeface="微软雅黑" panose="020B0503020204020204" pitchFamily="34" charset="-122"/>
              <a:ea typeface="微软雅黑" panose="020B0503020204020204" pitchFamily="34" charset="-122"/>
            </a:endParaRPr>
          </a:p>
        </p:txBody>
      </p:sp>
      <p:sp>
        <p:nvSpPr>
          <p:cNvPr id="37" name="文本框 36">
            <a:extLst>
              <a:ext uri="{FF2B5EF4-FFF2-40B4-BE49-F238E27FC236}">
                <a16:creationId xmlns:a16="http://schemas.microsoft.com/office/drawing/2014/main" id="{6E240847-AC11-9999-0366-8748AACB853E}"/>
              </a:ext>
            </a:extLst>
          </p:cNvPr>
          <p:cNvSpPr txBox="1"/>
          <p:nvPr/>
        </p:nvSpPr>
        <p:spPr>
          <a:xfrm>
            <a:off x="3864205" y="5634021"/>
            <a:ext cx="1645187" cy="683033"/>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gn="ctr">
              <a:lnSpc>
                <a:spcPct val="150000"/>
              </a:lnSpc>
            </a:pPr>
            <a:r>
              <a:rPr lang="zh-CN" altLang="en-US" sz="1400" dirty="0">
                <a:solidFill>
                  <a:srgbClr val="003F88"/>
                </a:solidFill>
                <a:latin typeface="微软雅黑" panose="020B0503020204020204" pitchFamily="34" charset="-122"/>
                <a:ea typeface="微软雅黑" panose="020B0503020204020204" pitchFamily="34" charset="-122"/>
              </a:rPr>
              <a:t>资源跨站转移时间</a:t>
            </a:r>
            <a:r>
              <a:rPr lang="en-US" altLang="zh-CN" sz="1400" b="0" dirty="0">
                <a:solidFill>
                  <a:schemeClr val="tx1"/>
                </a:solidFill>
                <a:latin typeface="微软雅黑" panose="020B0503020204020204" pitchFamily="34" charset="-122"/>
                <a:ea typeface="微软雅黑" panose="020B0503020204020204" pitchFamily="34" charset="-122"/>
              </a:rPr>
              <a:t>5</a:t>
            </a:r>
            <a:endParaRPr lang="zh-CN" altLang="en-US" sz="1400" b="0" dirty="0">
              <a:solidFill>
                <a:schemeClr val="tx1"/>
              </a:solidFill>
              <a:latin typeface="微软雅黑" panose="020B0503020204020204" pitchFamily="34" charset="-122"/>
              <a:ea typeface="微软雅黑" panose="020B0503020204020204" pitchFamily="34" charset="-122"/>
            </a:endParaRPr>
          </a:p>
        </p:txBody>
      </p:sp>
      <p:cxnSp>
        <p:nvCxnSpPr>
          <p:cNvPr id="38" name="直接连接符 37">
            <a:extLst>
              <a:ext uri="{FF2B5EF4-FFF2-40B4-BE49-F238E27FC236}">
                <a16:creationId xmlns:a16="http://schemas.microsoft.com/office/drawing/2014/main" id="{C922DB00-8285-6C1A-7F57-DF169AB762EC}"/>
              </a:ext>
            </a:extLst>
          </p:cNvPr>
          <p:cNvCxnSpPr>
            <a:cxnSpLocks/>
          </p:cNvCxnSpPr>
          <p:nvPr/>
        </p:nvCxnSpPr>
        <p:spPr>
          <a:xfrm flipV="1">
            <a:off x="2181338" y="5678682"/>
            <a:ext cx="0" cy="638372"/>
          </a:xfrm>
          <a:prstGeom prst="line">
            <a:avLst/>
          </a:prstGeom>
          <a:ln w="25400">
            <a:prstDash val="dash"/>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D59EC6F6-AA98-18E2-DCF7-B3D2AED50437}"/>
              </a:ext>
            </a:extLst>
          </p:cNvPr>
          <p:cNvCxnSpPr>
            <a:cxnSpLocks/>
          </p:cNvCxnSpPr>
          <p:nvPr/>
        </p:nvCxnSpPr>
        <p:spPr>
          <a:xfrm flipV="1">
            <a:off x="3801029" y="5671591"/>
            <a:ext cx="0" cy="638372"/>
          </a:xfrm>
          <a:prstGeom prst="line">
            <a:avLst/>
          </a:prstGeom>
          <a:ln w="25400">
            <a:prstDash val="dash"/>
          </a:ln>
        </p:spPr>
        <p:style>
          <a:lnRef idx="1">
            <a:schemeClr val="accent1"/>
          </a:lnRef>
          <a:fillRef idx="0">
            <a:schemeClr val="accent1"/>
          </a:fillRef>
          <a:effectRef idx="0">
            <a:schemeClr val="accent1"/>
          </a:effectRef>
          <a:fontRef idx="minor">
            <a:schemeClr val="tx1"/>
          </a:fontRef>
        </p:style>
      </p:cxnSp>
      <p:sp>
        <p:nvSpPr>
          <p:cNvPr id="46" name="文本框 45">
            <a:extLst>
              <a:ext uri="{FF2B5EF4-FFF2-40B4-BE49-F238E27FC236}">
                <a16:creationId xmlns:a16="http://schemas.microsoft.com/office/drawing/2014/main" id="{E2F1B6EC-83EF-AF22-E3B3-24904037D10E}"/>
              </a:ext>
            </a:extLst>
          </p:cNvPr>
          <p:cNvSpPr txBox="1"/>
          <p:nvPr/>
        </p:nvSpPr>
        <p:spPr>
          <a:xfrm>
            <a:off x="6483440" y="2525937"/>
            <a:ext cx="1245004" cy="400648"/>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en-US" altLang="zh-CN" sz="1600" dirty="0">
                <a:solidFill>
                  <a:srgbClr val="003F88"/>
                </a:solidFill>
                <a:latin typeface="微软雅黑" panose="020B0503020204020204" pitchFamily="34" charset="-122"/>
                <a:ea typeface="微软雅黑" panose="020B0503020204020204" pitchFamily="34" charset="-122"/>
              </a:rPr>
              <a:t>• </a:t>
            </a:r>
            <a:r>
              <a:rPr lang="zh-CN" altLang="en-US" sz="1600" dirty="0">
                <a:solidFill>
                  <a:srgbClr val="003F88"/>
                </a:solidFill>
                <a:latin typeface="微软雅黑" panose="020B0503020204020204" pitchFamily="34" charset="-122"/>
                <a:ea typeface="微软雅黑" panose="020B0503020204020204" pitchFamily="34" charset="-122"/>
              </a:rPr>
              <a:t>扰动设置</a:t>
            </a:r>
          </a:p>
        </p:txBody>
      </p:sp>
      <p:sp>
        <p:nvSpPr>
          <p:cNvPr id="47" name="文本框 46">
            <a:extLst>
              <a:ext uri="{FF2B5EF4-FFF2-40B4-BE49-F238E27FC236}">
                <a16:creationId xmlns:a16="http://schemas.microsoft.com/office/drawing/2014/main" id="{6176A6CC-68E3-D7A2-53BC-67104055F332}"/>
              </a:ext>
            </a:extLst>
          </p:cNvPr>
          <p:cNvSpPr txBox="1"/>
          <p:nvPr/>
        </p:nvSpPr>
        <p:spPr>
          <a:xfrm>
            <a:off x="6698512" y="3627169"/>
            <a:ext cx="1245004" cy="400648"/>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en-US" altLang="zh-CN" sz="1600" dirty="0">
                <a:solidFill>
                  <a:srgbClr val="003F88"/>
                </a:solidFill>
                <a:latin typeface="微软雅黑" panose="020B0503020204020204" pitchFamily="34" charset="-122"/>
                <a:ea typeface="微软雅黑" panose="020B0503020204020204" pitchFamily="34" charset="-122"/>
              </a:rPr>
              <a:t>• </a:t>
            </a:r>
            <a:r>
              <a:rPr lang="zh-CN" altLang="en-US" sz="1600" dirty="0">
                <a:solidFill>
                  <a:srgbClr val="003F88"/>
                </a:solidFill>
                <a:latin typeface="微软雅黑" panose="020B0503020204020204" pitchFamily="34" charset="-122"/>
                <a:ea typeface="微软雅黑" panose="020B0503020204020204" pitchFamily="34" charset="-122"/>
              </a:rPr>
              <a:t>训练设置</a:t>
            </a:r>
          </a:p>
        </p:txBody>
      </p:sp>
      <p:sp>
        <p:nvSpPr>
          <p:cNvPr id="48" name="文本框 47">
            <a:extLst>
              <a:ext uri="{FF2B5EF4-FFF2-40B4-BE49-F238E27FC236}">
                <a16:creationId xmlns:a16="http://schemas.microsoft.com/office/drawing/2014/main" id="{29A1783F-5B0B-B3E3-FC7B-82629B60EDD8}"/>
              </a:ext>
            </a:extLst>
          </p:cNvPr>
          <p:cNvSpPr txBox="1"/>
          <p:nvPr/>
        </p:nvSpPr>
        <p:spPr>
          <a:xfrm>
            <a:off x="9221479" y="3627169"/>
            <a:ext cx="1245004" cy="400648"/>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en-US" altLang="zh-CN" sz="1600" dirty="0">
                <a:solidFill>
                  <a:srgbClr val="003F88"/>
                </a:solidFill>
                <a:latin typeface="微软雅黑" panose="020B0503020204020204" pitchFamily="34" charset="-122"/>
                <a:ea typeface="微软雅黑" panose="020B0503020204020204" pitchFamily="34" charset="-122"/>
              </a:rPr>
              <a:t>• </a:t>
            </a:r>
            <a:r>
              <a:rPr lang="zh-CN" altLang="en-US" sz="1600" dirty="0">
                <a:solidFill>
                  <a:srgbClr val="003F88"/>
                </a:solidFill>
                <a:latin typeface="微软雅黑" panose="020B0503020204020204" pitchFamily="34" charset="-122"/>
                <a:ea typeface="微软雅黑" panose="020B0503020204020204" pitchFamily="34" charset="-122"/>
              </a:rPr>
              <a:t>对比算法</a:t>
            </a:r>
          </a:p>
        </p:txBody>
      </p:sp>
      <p:graphicFrame>
        <p:nvGraphicFramePr>
          <p:cNvPr id="49" name="表格 48">
            <a:extLst>
              <a:ext uri="{FF2B5EF4-FFF2-40B4-BE49-F238E27FC236}">
                <a16:creationId xmlns:a16="http://schemas.microsoft.com/office/drawing/2014/main" id="{30A0E374-6C41-D811-EDBE-783249B60712}"/>
              </a:ext>
            </a:extLst>
          </p:cNvPr>
          <p:cNvGraphicFramePr>
            <a:graphicFrameLocks noGrp="1"/>
          </p:cNvGraphicFramePr>
          <p:nvPr>
            <p:extLst>
              <p:ext uri="{D42A27DB-BD31-4B8C-83A1-F6EECF244321}">
                <p14:modId xmlns:p14="http://schemas.microsoft.com/office/powerpoint/2010/main" val="1208070237"/>
              </p:ext>
            </p:extLst>
          </p:nvPr>
        </p:nvGraphicFramePr>
        <p:xfrm>
          <a:off x="6783573" y="4049083"/>
          <a:ext cx="2228740" cy="1097280"/>
        </p:xfrm>
        <a:graphic>
          <a:graphicData uri="http://schemas.openxmlformats.org/drawingml/2006/table">
            <a:tbl>
              <a:tblPr firstRow="1" bandRow="1">
                <a:tableStyleId>{5940675A-B579-460E-94D1-54222C63F5DA}</a:tableStyleId>
              </a:tblPr>
              <a:tblGrid>
                <a:gridCol w="1114370">
                  <a:extLst>
                    <a:ext uri="{9D8B030D-6E8A-4147-A177-3AD203B41FA5}">
                      <a16:colId xmlns:a16="http://schemas.microsoft.com/office/drawing/2014/main" val="1635633281"/>
                    </a:ext>
                  </a:extLst>
                </a:gridCol>
                <a:gridCol w="1114370">
                  <a:extLst>
                    <a:ext uri="{9D8B030D-6E8A-4147-A177-3AD203B41FA5}">
                      <a16:colId xmlns:a16="http://schemas.microsoft.com/office/drawing/2014/main" val="931900334"/>
                    </a:ext>
                  </a:extLst>
                </a:gridCol>
              </a:tblGrid>
              <a:tr h="147065">
                <a:tc>
                  <a:txBody>
                    <a:bodyPr/>
                    <a:lstStyle/>
                    <a:p>
                      <a:r>
                        <a:rPr lang="zh-CN" altLang="en-US" sz="1200" dirty="0">
                          <a:latin typeface="微软雅黑" panose="020B0503020204020204" pitchFamily="34" charset="-122"/>
                          <a:ea typeface="微软雅黑" panose="020B0503020204020204" pitchFamily="34" charset="-122"/>
                        </a:rPr>
                        <a:t>训练步数</a:t>
                      </a:r>
                    </a:p>
                  </a:txBody>
                  <a:tcPr/>
                </a:tc>
                <a:tc>
                  <a:txBody>
                    <a:bodyPr/>
                    <a:lstStyle/>
                    <a:p>
                      <a:r>
                        <a:rPr lang="en-US" altLang="zh-CN" sz="1200" dirty="0">
                          <a:latin typeface="微软雅黑" panose="020B0503020204020204" pitchFamily="34" charset="-122"/>
                          <a:ea typeface="微软雅黑" panose="020B0503020204020204" pitchFamily="34" charset="-122"/>
                        </a:rPr>
                        <a:t>1,000,000</a:t>
                      </a:r>
                      <a:endParaRPr lang="zh-CN" altLang="en-US" sz="1200"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1963153305"/>
                  </a:ext>
                </a:extLst>
              </a:tr>
              <a:tr h="147065">
                <a:tc>
                  <a:txBody>
                    <a:bodyPr/>
                    <a:lstStyle/>
                    <a:p>
                      <a:r>
                        <a:rPr lang="en-US" altLang="zh-CN" sz="1200" dirty="0">
                          <a:latin typeface="微软雅黑" panose="020B0503020204020204" pitchFamily="34" charset="-122"/>
                          <a:ea typeface="微软雅黑" panose="020B0503020204020204" pitchFamily="34" charset="-122"/>
                        </a:rPr>
                        <a:t>Rollout</a:t>
                      </a:r>
                      <a:endParaRPr lang="zh-CN" altLang="en-US" sz="1200" dirty="0">
                        <a:latin typeface="微软雅黑" panose="020B0503020204020204" pitchFamily="34" charset="-122"/>
                        <a:ea typeface="微软雅黑" panose="020B0503020204020204" pitchFamily="34" charset="-122"/>
                      </a:endParaRPr>
                    </a:p>
                  </a:txBody>
                  <a:tcPr/>
                </a:tc>
                <a:tc>
                  <a:txBody>
                    <a:bodyPr/>
                    <a:lstStyle/>
                    <a:p>
                      <a:r>
                        <a:rPr lang="en-US" altLang="zh-CN" sz="1200" dirty="0">
                          <a:latin typeface="微软雅黑" panose="020B0503020204020204" pitchFamily="34" charset="-122"/>
                          <a:ea typeface="微软雅黑" panose="020B0503020204020204" pitchFamily="34" charset="-122"/>
                        </a:rPr>
                        <a:t>2048</a:t>
                      </a:r>
                      <a:endParaRPr lang="zh-CN" altLang="en-US" sz="1200"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1027885861"/>
                  </a:ext>
                </a:extLst>
              </a:tr>
              <a:tr h="147065">
                <a:tc>
                  <a:txBody>
                    <a:bodyPr/>
                    <a:lstStyle/>
                    <a:p>
                      <a:r>
                        <a:rPr lang="zh-CN" altLang="en-US" sz="1200" dirty="0">
                          <a:latin typeface="微软雅黑" panose="020B0503020204020204" pitchFamily="34" charset="-122"/>
                          <a:ea typeface="微软雅黑" panose="020B0503020204020204" pitchFamily="34" charset="-122"/>
                        </a:rPr>
                        <a:t>评估种子</a:t>
                      </a:r>
                    </a:p>
                  </a:txBody>
                  <a:tcPr/>
                </a:tc>
                <a:tc>
                  <a:txBody>
                    <a:bodyPr/>
                    <a:lstStyle/>
                    <a:p>
                      <a:r>
                        <a:rPr lang="en-US" altLang="zh-CN" sz="1200" dirty="0">
                          <a:latin typeface="微软雅黑" panose="020B0503020204020204" pitchFamily="34" charset="-122"/>
                          <a:ea typeface="微软雅黑" panose="020B0503020204020204" pitchFamily="34" charset="-122"/>
                        </a:rPr>
                        <a:t>0-4</a:t>
                      </a:r>
                      <a:endParaRPr lang="zh-CN" altLang="en-US" sz="1200"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1884535440"/>
                  </a:ext>
                </a:extLst>
              </a:tr>
              <a:tr h="147065">
                <a:tc>
                  <a:txBody>
                    <a:bodyPr/>
                    <a:lstStyle/>
                    <a:p>
                      <a:r>
                        <a:rPr lang="zh-CN" altLang="en-US" sz="1200" dirty="0">
                          <a:latin typeface="微软雅黑" panose="020B0503020204020204" pitchFamily="34" charset="-122"/>
                          <a:ea typeface="微软雅黑" panose="020B0503020204020204" pitchFamily="34" charset="-122"/>
                        </a:rPr>
                        <a:t>奖励权重</a:t>
                      </a:r>
                    </a:p>
                  </a:txBody>
                  <a:tcPr/>
                </a:tc>
                <a:tc>
                  <a:txBody>
                    <a:bodyPr/>
                    <a:lstStyle/>
                    <a:p>
                      <a:r>
                        <a:rPr lang="en-US" altLang="zh-CN" sz="1200" dirty="0">
                          <a:latin typeface="微软雅黑" panose="020B0503020204020204" pitchFamily="34" charset="-122"/>
                          <a:ea typeface="微软雅黑" panose="020B0503020204020204" pitchFamily="34" charset="-122"/>
                        </a:rPr>
                        <a:t>0.9/0.1</a:t>
                      </a:r>
                      <a:endParaRPr lang="zh-CN" altLang="en-US" sz="1200"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4055612320"/>
                  </a:ext>
                </a:extLst>
              </a:tr>
            </a:tbl>
          </a:graphicData>
        </a:graphic>
      </p:graphicFrame>
      <mc:AlternateContent xmlns:mc="http://schemas.openxmlformats.org/markup-compatibility/2006" xmlns:a14="http://schemas.microsoft.com/office/drawing/2010/main">
        <mc:Choice Requires="a14">
          <p:sp>
            <p:nvSpPr>
              <p:cNvPr id="50" name="文本框 49">
                <a:extLst>
                  <a:ext uri="{FF2B5EF4-FFF2-40B4-BE49-F238E27FC236}">
                    <a16:creationId xmlns:a16="http://schemas.microsoft.com/office/drawing/2014/main" id="{F8FD8154-ECD1-8277-9604-51FB378FA34D}"/>
                  </a:ext>
                </a:extLst>
              </p:cNvPr>
              <p:cNvSpPr txBox="1"/>
              <p:nvPr/>
            </p:nvSpPr>
            <p:spPr>
              <a:xfrm>
                <a:off x="9221479" y="4027817"/>
                <a:ext cx="2228741" cy="1150148"/>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14:m>
                  <m:oMath xmlns:m="http://schemas.openxmlformats.org/officeDocument/2006/math">
                    <m:r>
                      <a:rPr lang="en-US" altLang="zh-CN" sz="1200" b="0" i="1" dirty="0" smtClean="0">
                        <a:solidFill>
                          <a:schemeClr val="tx1"/>
                        </a:solidFill>
                        <a:latin typeface="Cambria Math" panose="02040503050406030204" pitchFamily="18" charset="0"/>
                        <a:ea typeface="微软雅黑" panose="020B0503020204020204" pitchFamily="34" charset="-122"/>
                      </a:rPr>
                      <m:t>•</m:t>
                    </m:r>
                  </m:oMath>
                </a14:m>
                <a:r>
                  <a:rPr lang="en-US" altLang="zh-CN" sz="1200" b="0" i="1" dirty="0">
                    <a:solidFill>
                      <a:schemeClr val="tx1"/>
                    </a:solidFill>
                    <a:latin typeface="微软雅黑" panose="020B0503020204020204" pitchFamily="34" charset="-122"/>
                    <a:ea typeface="微软雅黑" panose="020B0503020204020204" pitchFamily="34" charset="-122"/>
                  </a:rPr>
                  <a:t>  </a:t>
                </a:r>
                <a:r>
                  <a:rPr lang="en-US" altLang="zh-CN" sz="1200" b="0" dirty="0">
                    <a:solidFill>
                      <a:schemeClr val="tx1"/>
                    </a:solidFill>
                    <a:latin typeface="微软雅黑" panose="020B0503020204020204" pitchFamily="34" charset="-122"/>
                    <a:ea typeface="微软雅黑" panose="020B0503020204020204" pitchFamily="34" charset="-122"/>
                  </a:rPr>
                  <a:t>Rule-based(best-of-9)</a:t>
                </a:r>
              </a:p>
              <a:p>
                <a:pPr>
                  <a:lnSpc>
                    <a:spcPct val="150000"/>
                  </a:lnSpc>
                </a:pPr>
                <a:r>
                  <a:rPr lang="en-US" altLang="zh-CN" sz="1200" b="0" i="0" dirty="0">
                    <a:solidFill>
                      <a:schemeClr val="tx1"/>
                    </a:solidFill>
                    <a:latin typeface="微软雅黑" panose="020B0503020204020204" pitchFamily="34" charset="-122"/>
                    <a:ea typeface="微软雅黑" panose="020B0503020204020204" pitchFamily="34" charset="-122"/>
                  </a:rPr>
                  <a:t>•  PPO</a:t>
                </a:r>
                <a:endParaRPr lang="en-US" altLang="zh-CN" sz="1200" b="0" dirty="0">
                  <a:solidFill>
                    <a:schemeClr val="tx1"/>
                  </a:solidFill>
                  <a:latin typeface="微软雅黑" panose="020B0503020204020204" pitchFamily="34" charset="-122"/>
                  <a:ea typeface="微软雅黑" panose="020B0503020204020204" pitchFamily="34" charset="-122"/>
                </a:endParaRPr>
              </a:p>
              <a:p>
                <a:pPr>
                  <a:lnSpc>
                    <a:spcPct val="150000"/>
                  </a:lnSpc>
                </a:pPr>
                <a:r>
                  <a:rPr lang="en-US" altLang="zh-CN" sz="1200" b="0" i="0" dirty="0">
                    <a:solidFill>
                      <a:schemeClr val="tx1"/>
                    </a:solidFill>
                    <a:latin typeface="微软雅黑" panose="020B0503020204020204" pitchFamily="34" charset="-122"/>
                    <a:ea typeface="微软雅黑" panose="020B0503020204020204" pitchFamily="34" charset="-122"/>
                  </a:rPr>
                  <a:t>•  MAPPO / HAPPO</a:t>
                </a:r>
              </a:p>
              <a:p>
                <a:pPr>
                  <a:lnSpc>
                    <a:spcPct val="150000"/>
                  </a:lnSpc>
                </a:pPr>
                <a:r>
                  <a:rPr lang="en-US" altLang="zh-CN" sz="1200" b="0" i="0" dirty="0">
                    <a:solidFill>
                      <a:schemeClr val="tx1"/>
                    </a:solidFill>
                    <a:latin typeface="微软雅黑" panose="020B0503020204020204" pitchFamily="34" charset="-122"/>
                    <a:ea typeface="微软雅黑" panose="020B0503020204020204" pitchFamily="34" charset="-122"/>
                  </a:rPr>
                  <a:t>•  MRG-HMARL</a:t>
                </a:r>
                <a:endParaRPr lang="en-US" altLang="zh-CN" sz="1200" b="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50" name="文本框 49">
                <a:extLst>
                  <a:ext uri="{FF2B5EF4-FFF2-40B4-BE49-F238E27FC236}">
                    <a16:creationId xmlns:a16="http://schemas.microsoft.com/office/drawing/2014/main" id="{F8FD8154-ECD1-8277-9604-51FB378FA34D}"/>
                  </a:ext>
                </a:extLst>
              </p:cNvPr>
              <p:cNvSpPr txBox="1">
                <a:spLocks noRot="1" noChangeAspect="1" noMove="1" noResize="1" noEditPoints="1" noAdjustHandles="1" noChangeArrowheads="1" noChangeShapeType="1" noTextEdit="1"/>
              </p:cNvSpPr>
              <p:nvPr/>
            </p:nvSpPr>
            <p:spPr>
              <a:xfrm>
                <a:off x="9221479" y="4027817"/>
                <a:ext cx="2228741" cy="1150148"/>
              </a:xfrm>
              <a:prstGeom prst="rect">
                <a:avLst/>
              </a:prstGeom>
              <a:blipFill>
                <a:blip r:embed="rId4"/>
                <a:stretch>
                  <a:fillRect l="-1096" b="-4255"/>
                </a:stretch>
              </a:blipFill>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1" name="文本框 50">
                <a:extLst>
                  <a:ext uri="{FF2B5EF4-FFF2-40B4-BE49-F238E27FC236}">
                    <a16:creationId xmlns:a16="http://schemas.microsoft.com/office/drawing/2014/main" id="{840ED1A4-8145-1F3F-FDC6-046768519333}"/>
                  </a:ext>
                </a:extLst>
              </p:cNvPr>
              <p:cNvSpPr txBox="1"/>
              <p:nvPr/>
            </p:nvSpPr>
            <p:spPr>
              <a:xfrm>
                <a:off x="6951506" y="5478132"/>
                <a:ext cx="1413288" cy="497405"/>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14:m>
                  <m:oMathPara xmlns:m="http://schemas.openxmlformats.org/officeDocument/2006/math">
                    <m:oMathParaPr>
                      <m:jc m:val="left"/>
                    </m:oMathParaPr>
                    <m:oMath xmlns:m="http://schemas.openxmlformats.org/officeDocument/2006/math">
                      <m:sSub>
                        <m:sSubPr>
                          <m:ctrlPr>
                            <a:rPr lang="en-US" altLang="zh-CN" sz="1400" i="1" dirty="0" smtClean="0">
                              <a:solidFill>
                                <a:schemeClr val="tx1"/>
                              </a:solidFill>
                              <a:latin typeface="Cambria Math" panose="02040503050406030204" pitchFamily="18" charset="0"/>
                              <a:ea typeface="微软雅黑" panose="020B0503020204020204" pitchFamily="34" charset="-122"/>
                            </a:rPr>
                          </m:ctrlPr>
                        </m:sSubPr>
                        <m:e>
                          <m:r>
                            <a:rPr lang="en-US" altLang="zh-CN" sz="1400" i="1" dirty="0">
                              <a:solidFill>
                                <a:schemeClr val="tx1"/>
                              </a:solidFill>
                              <a:latin typeface="Cambria Math" panose="02040503050406030204" pitchFamily="18" charset="0"/>
                              <a:ea typeface="微软雅黑" panose="020B0503020204020204" pitchFamily="34" charset="-122"/>
                            </a:rPr>
                            <m:t>𝑪</m:t>
                          </m:r>
                        </m:e>
                        <m:sub>
                          <m:r>
                            <a:rPr lang="en-US" altLang="zh-CN" sz="1400" i="1" dirty="0">
                              <a:solidFill>
                                <a:schemeClr val="tx1"/>
                              </a:solidFill>
                              <a:latin typeface="Cambria Math" panose="02040503050406030204" pitchFamily="18" charset="0"/>
                              <a:ea typeface="微软雅黑" panose="020B0503020204020204" pitchFamily="34" charset="-122"/>
                            </a:rPr>
                            <m:t>𝑻𝒂𝒌𝒕</m:t>
                          </m:r>
                        </m:sub>
                      </m:sSub>
                      <m:r>
                        <a:rPr lang="en-US" altLang="zh-CN" sz="1400" i="1" dirty="0">
                          <a:solidFill>
                            <a:schemeClr val="tx1"/>
                          </a:solidFill>
                          <a:latin typeface="Cambria Math" panose="02040503050406030204" pitchFamily="18" charset="0"/>
                          <a:ea typeface="微软雅黑" panose="020B0503020204020204" pitchFamily="34" charset="-122"/>
                        </a:rPr>
                        <m:t>=</m:t>
                      </m:r>
                      <m:func>
                        <m:funcPr>
                          <m:ctrlPr>
                            <a:rPr lang="en-US" altLang="zh-CN" sz="1400" i="1" dirty="0">
                              <a:solidFill>
                                <a:schemeClr val="tx1"/>
                              </a:solidFill>
                              <a:latin typeface="Cambria Math" panose="02040503050406030204" pitchFamily="18" charset="0"/>
                              <a:ea typeface="微软雅黑" panose="020B0503020204020204" pitchFamily="34" charset="-122"/>
                            </a:rPr>
                          </m:ctrlPr>
                        </m:funcPr>
                        <m:fName>
                          <m:limLow>
                            <m:limLowPr>
                              <m:ctrlPr>
                                <a:rPr lang="en-US" altLang="zh-CN" sz="1400" i="1" dirty="0">
                                  <a:solidFill>
                                    <a:schemeClr val="tx1"/>
                                  </a:solidFill>
                                  <a:latin typeface="Cambria Math" panose="02040503050406030204" pitchFamily="18" charset="0"/>
                                  <a:ea typeface="微软雅黑" panose="020B0503020204020204" pitchFamily="34" charset="-122"/>
                                </a:rPr>
                              </m:ctrlPr>
                            </m:limLowPr>
                            <m:e>
                              <m:r>
                                <m:rPr>
                                  <m:sty m:val="p"/>
                                </m:rPr>
                                <a:rPr lang="en-US" altLang="zh-CN" sz="1400" i="0" dirty="0">
                                  <a:solidFill>
                                    <a:schemeClr val="tx1"/>
                                  </a:solidFill>
                                  <a:latin typeface="Cambria Math" panose="02040503050406030204" pitchFamily="18" charset="0"/>
                                  <a:ea typeface="微软雅黑" panose="020B0503020204020204" pitchFamily="34" charset="-122"/>
                                </a:rPr>
                                <m:t>max</m:t>
                              </m:r>
                            </m:e>
                            <m:lim>
                              <m:r>
                                <a:rPr lang="en-US" altLang="zh-CN" sz="1400" i="1" dirty="0">
                                  <a:solidFill>
                                    <a:schemeClr val="tx1"/>
                                  </a:solidFill>
                                  <a:latin typeface="Cambria Math" panose="02040503050406030204" pitchFamily="18" charset="0"/>
                                  <a:ea typeface="微软雅黑" panose="020B0503020204020204" pitchFamily="34" charset="-122"/>
                                </a:rPr>
                                <m:t>𝒔</m:t>
                              </m:r>
                              <m:r>
                                <a:rPr lang="en-US" altLang="zh-CN" sz="1400" i="1" dirty="0">
                                  <a:solidFill>
                                    <a:schemeClr val="tx1"/>
                                  </a:solidFill>
                                  <a:latin typeface="Cambria Math" panose="02040503050406030204" pitchFamily="18" charset="0"/>
                                  <a:ea typeface="微软雅黑" panose="020B0503020204020204" pitchFamily="34" charset="-122"/>
                                </a:rPr>
                                <m:t>∈</m:t>
                              </m:r>
                              <m:r>
                                <a:rPr lang="en-US" altLang="zh-CN" sz="1400" i="1" dirty="0">
                                  <a:solidFill>
                                    <a:schemeClr val="tx1"/>
                                  </a:solidFill>
                                  <a:latin typeface="Cambria Math" panose="02040503050406030204" pitchFamily="18" charset="0"/>
                                  <a:ea typeface="微软雅黑" panose="020B0503020204020204" pitchFamily="34" charset="-122"/>
                                </a:rPr>
                                <m:t>𝓢</m:t>
                              </m:r>
                            </m:lim>
                          </m:limLow>
                        </m:fName>
                        <m:e>
                          <m:sSub>
                            <m:sSubPr>
                              <m:ctrlPr>
                                <a:rPr lang="en-US" altLang="zh-CN" sz="1400" i="1" dirty="0">
                                  <a:solidFill>
                                    <a:schemeClr val="tx1"/>
                                  </a:solidFill>
                                  <a:latin typeface="Cambria Math" panose="02040503050406030204" pitchFamily="18" charset="0"/>
                                  <a:ea typeface="微软雅黑" panose="020B0503020204020204" pitchFamily="34" charset="-122"/>
                                </a:rPr>
                              </m:ctrlPr>
                            </m:sSubPr>
                            <m:e>
                              <m:r>
                                <a:rPr lang="en-US" altLang="zh-CN" sz="1400" i="1" dirty="0">
                                  <a:solidFill>
                                    <a:schemeClr val="tx1"/>
                                  </a:solidFill>
                                  <a:latin typeface="Cambria Math" panose="02040503050406030204" pitchFamily="18" charset="0"/>
                                  <a:ea typeface="微软雅黑" panose="020B0503020204020204" pitchFamily="34" charset="-122"/>
                                </a:rPr>
                                <m:t>𝑪</m:t>
                              </m:r>
                            </m:e>
                            <m:sub>
                              <m:r>
                                <a:rPr lang="en-US" altLang="zh-CN" sz="1400" i="1" dirty="0">
                                  <a:solidFill>
                                    <a:schemeClr val="tx1"/>
                                  </a:solidFill>
                                  <a:latin typeface="Cambria Math" panose="02040503050406030204" pitchFamily="18" charset="0"/>
                                  <a:ea typeface="微软雅黑" panose="020B0503020204020204" pitchFamily="34" charset="-122"/>
                                </a:rPr>
                                <m:t>𝒔</m:t>
                              </m:r>
                            </m:sub>
                          </m:sSub>
                        </m:e>
                      </m:func>
                    </m:oMath>
                  </m:oMathPara>
                </a14:m>
                <a:endParaRPr lang="zh-CN" altLang="en-US" sz="140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51" name="文本框 50">
                <a:extLst>
                  <a:ext uri="{FF2B5EF4-FFF2-40B4-BE49-F238E27FC236}">
                    <a16:creationId xmlns:a16="http://schemas.microsoft.com/office/drawing/2014/main" id="{840ED1A4-8145-1F3F-FDC6-046768519333}"/>
                  </a:ext>
                </a:extLst>
              </p:cNvPr>
              <p:cNvSpPr txBox="1">
                <a:spLocks noRot="1" noChangeAspect="1" noMove="1" noResize="1" noEditPoints="1" noAdjustHandles="1" noChangeArrowheads="1" noChangeShapeType="1" noTextEdit="1"/>
              </p:cNvSpPr>
              <p:nvPr/>
            </p:nvSpPr>
            <p:spPr>
              <a:xfrm>
                <a:off x="6951506" y="5478132"/>
                <a:ext cx="1413288" cy="497405"/>
              </a:xfrm>
              <a:prstGeom prst="rect">
                <a:avLst/>
              </a:prstGeom>
              <a:blipFill>
                <a:blip r:embed="rId5"/>
                <a:stretch>
                  <a:fillRect/>
                </a:stretch>
              </a:blipFill>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2" name="文本框 51">
                <a:extLst>
                  <a:ext uri="{FF2B5EF4-FFF2-40B4-BE49-F238E27FC236}">
                    <a16:creationId xmlns:a16="http://schemas.microsoft.com/office/drawing/2014/main" id="{99D189D4-0296-E0A8-C223-0FDFF4C013C0}"/>
                  </a:ext>
                </a:extLst>
              </p:cNvPr>
              <p:cNvSpPr txBox="1"/>
              <p:nvPr/>
            </p:nvSpPr>
            <p:spPr>
              <a:xfrm>
                <a:off x="9018839" y="5115129"/>
                <a:ext cx="2634019" cy="1029602"/>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14:m>
                  <m:oMathPara xmlns:m="http://schemas.openxmlformats.org/officeDocument/2006/math">
                    <m:oMathParaPr>
                      <m:jc m:val="left"/>
                    </m:oMathParaPr>
                    <m:oMath xmlns:m="http://schemas.openxmlformats.org/officeDocument/2006/math">
                      <m:sSub>
                        <m:sSubPr>
                          <m:ctrlPr>
                            <a:rPr lang="en-US" altLang="zh-CN" sz="1400" i="1" dirty="0" smtClean="0">
                              <a:solidFill>
                                <a:schemeClr val="tx1"/>
                              </a:solidFill>
                              <a:latin typeface="Cambria Math" panose="02040503050406030204" pitchFamily="18" charset="0"/>
                              <a:ea typeface="微软雅黑" panose="020B0503020204020204" pitchFamily="34" charset="-122"/>
                            </a:rPr>
                          </m:ctrlPr>
                        </m:sSubPr>
                        <m:e>
                          <m:r>
                            <a:rPr lang="en-US" altLang="zh-CN" sz="1400" i="1" dirty="0">
                              <a:solidFill>
                                <a:schemeClr val="tx1"/>
                              </a:solidFill>
                              <a:latin typeface="Cambria Math" panose="02040503050406030204" pitchFamily="18" charset="0"/>
                              <a:ea typeface="微软雅黑" panose="020B0503020204020204" pitchFamily="34" charset="-122"/>
                            </a:rPr>
                            <m:t>𝑰</m:t>
                          </m:r>
                        </m:e>
                        <m:sub>
                          <m:r>
                            <m:rPr>
                              <m:nor/>
                            </m:rPr>
                            <a:rPr lang="en-US" altLang="zh-CN" sz="1400" i="1" dirty="0">
                              <a:solidFill>
                                <a:schemeClr val="tx1"/>
                              </a:solidFill>
                              <a:latin typeface="Cambria Math" panose="02040503050406030204" pitchFamily="18" charset="0"/>
                              <a:ea typeface="微软雅黑" panose="020B0503020204020204" pitchFamily="34" charset="-122"/>
                            </a:rPr>
                            <m:t>smooth</m:t>
                          </m:r>
                        </m:sub>
                      </m:sSub>
                      <m:r>
                        <a:rPr lang="en-US" altLang="zh-CN" sz="1400" i="1" dirty="0">
                          <a:solidFill>
                            <a:schemeClr val="tx1"/>
                          </a:solidFill>
                          <a:latin typeface="Cambria Math" panose="02040503050406030204" pitchFamily="18" charset="0"/>
                          <a:ea typeface="微软雅黑" panose="020B0503020204020204" pitchFamily="34" charset="-122"/>
                        </a:rPr>
                        <m:t>=</m:t>
                      </m:r>
                      <m:rad>
                        <m:radPr>
                          <m:degHide m:val="on"/>
                          <m:ctrlPr>
                            <a:rPr lang="en-US" altLang="zh-CN" sz="1400" i="1" dirty="0">
                              <a:solidFill>
                                <a:schemeClr val="tx1"/>
                              </a:solidFill>
                              <a:latin typeface="Cambria Math" panose="02040503050406030204" pitchFamily="18" charset="0"/>
                              <a:ea typeface="微软雅黑" panose="020B0503020204020204" pitchFamily="34" charset="-122"/>
                            </a:rPr>
                          </m:ctrlPr>
                        </m:radPr>
                        <m:deg/>
                        <m:e>
                          <m:nary>
                            <m:naryPr>
                              <m:chr m:val="∑"/>
                              <m:supHide m:val="on"/>
                              <m:ctrlPr>
                                <a:rPr lang="en-US" altLang="zh-CN" sz="1400" i="1" dirty="0">
                                  <a:solidFill>
                                    <a:schemeClr val="tx1"/>
                                  </a:solidFill>
                                  <a:latin typeface="Cambria Math" panose="02040503050406030204" pitchFamily="18" charset="0"/>
                                  <a:ea typeface="微软雅黑" panose="020B0503020204020204" pitchFamily="34" charset="-122"/>
                                </a:rPr>
                              </m:ctrlPr>
                            </m:naryPr>
                            <m:sub>
                              <m:r>
                                <a:rPr lang="en-US" altLang="zh-CN" sz="1400" i="1" dirty="0">
                                  <a:solidFill>
                                    <a:schemeClr val="tx1"/>
                                  </a:solidFill>
                                  <a:latin typeface="Cambria Math" panose="02040503050406030204" pitchFamily="18" charset="0"/>
                                  <a:ea typeface="微软雅黑" panose="020B0503020204020204" pitchFamily="34" charset="-122"/>
                                </a:rPr>
                                <m:t>𝒔</m:t>
                              </m:r>
                              <m:r>
                                <a:rPr lang="en-US" altLang="zh-CN" sz="1400" i="1" dirty="0">
                                  <a:solidFill>
                                    <a:schemeClr val="tx1"/>
                                  </a:solidFill>
                                  <a:latin typeface="Cambria Math" panose="02040503050406030204" pitchFamily="18" charset="0"/>
                                  <a:ea typeface="微软雅黑" panose="020B0503020204020204" pitchFamily="34" charset="-122"/>
                                </a:rPr>
                                <m:t>∈</m:t>
                              </m:r>
                              <m:r>
                                <a:rPr lang="en-US" altLang="zh-CN" sz="1400" i="1" dirty="0">
                                  <a:solidFill>
                                    <a:schemeClr val="tx1"/>
                                  </a:solidFill>
                                  <a:latin typeface="Cambria Math" panose="02040503050406030204" pitchFamily="18" charset="0"/>
                                  <a:ea typeface="微软雅黑" panose="020B0503020204020204" pitchFamily="34" charset="-122"/>
                                </a:rPr>
                                <m:t>𝓢</m:t>
                              </m:r>
                            </m:sub>
                            <m:sup/>
                            <m:e>
                              <m:sSup>
                                <m:sSupPr>
                                  <m:ctrlPr>
                                    <a:rPr lang="en-US" altLang="zh-CN" sz="1400" i="1" dirty="0">
                                      <a:solidFill>
                                        <a:schemeClr val="tx1"/>
                                      </a:solidFill>
                                      <a:latin typeface="Cambria Math" panose="02040503050406030204" pitchFamily="18" charset="0"/>
                                      <a:ea typeface="微软雅黑" panose="020B0503020204020204" pitchFamily="34" charset="-122"/>
                                    </a:rPr>
                                  </m:ctrlPr>
                                </m:sSupPr>
                                <m:e>
                                  <m:d>
                                    <m:dPr>
                                      <m:ctrlPr>
                                        <a:rPr lang="en-US" altLang="zh-CN" sz="1400" i="1" dirty="0">
                                          <a:solidFill>
                                            <a:schemeClr val="tx1"/>
                                          </a:solidFill>
                                          <a:latin typeface="Cambria Math" panose="02040503050406030204" pitchFamily="18" charset="0"/>
                                          <a:ea typeface="微软雅黑" panose="020B0503020204020204" pitchFamily="34" charset="-122"/>
                                        </a:rPr>
                                      </m:ctrlPr>
                                    </m:dPr>
                                    <m:e>
                                      <m:sSub>
                                        <m:sSubPr>
                                          <m:ctrlPr>
                                            <a:rPr lang="en-US" altLang="zh-CN" sz="1400" i="1" dirty="0">
                                              <a:solidFill>
                                                <a:schemeClr val="tx1"/>
                                              </a:solidFill>
                                              <a:latin typeface="Cambria Math" panose="02040503050406030204" pitchFamily="18" charset="0"/>
                                              <a:ea typeface="微软雅黑" panose="020B0503020204020204" pitchFamily="34" charset="-122"/>
                                            </a:rPr>
                                          </m:ctrlPr>
                                        </m:sSubPr>
                                        <m:e>
                                          <m:r>
                                            <a:rPr lang="en-US" altLang="zh-CN" sz="1400" i="1" dirty="0">
                                              <a:solidFill>
                                                <a:schemeClr val="tx1"/>
                                              </a:solidFill>
                                              <a:latin typeface="Cambria Math" panose="02040503050406030204" pitchFamily="18" charset="0"/>
                                              <a:ea typeface="微软雅黑" panose="020B0503020204020204" pitchFamily="34" charset="-122"/>
                                            </a:rPr>
                                            <m:t>𝑪</m:t>
                                          </m:r>
                                        </m:e>
                                        <m:sub>
                                          <m:r>
                                            <a:rPr lang="en-US" altLang="zh-CN" sz="1400" i="1" dirty="0">
                                              <a:solidFill>
                                                <a:schemeClr val="tx1"/>
                                              </a:solidFill>
                                              <a:latin typeface="Cambria Math" panose="02040503050406030204" pitchFamily="18" charset="0"/>
                                              <a:ea typeface="微软雅黑" panose="020B0503020204020204" pitchFamily="34" charset="-122"/>
                                            </a:rPr>
                                            <m:t>𝑻𝒂𝒌𝒕</m:t>
                                          </m:r>
                                        </m:sub>
                                      </m:sSub>
                                      <m:r>
                                        <a:rPr lang="en-US" altLang="zh-CN" sz="1400" i="1" dirty="0">
                                          <a:solidFill>
                                            <a:schemeClr val="tx1"/>
                                          </a:solidFill>
                                          <a:latin typeface="Cambria Math" panose="02040503050406030204" pitchFamily="18" charset="0"/>
                                          <a:ea typeface="微软雅黑" panose="020B0503020204020204" pitchFamily="34" charset="-122"/>
                                        </a:rPr>
                                        <m:t>−</m:t>
                                      </m:r>
                                      <m:sSub>
                                        <m:sSubPr>
                                          <m:ctrlPr>
                                            <a:rPr lang="en-US" altLang="zh-CN" sz="1400" i="1" dirty="0">
                                              <a:solidFill>
                                                <a:schemeClr val="tx1"/>
                                              </a:solidFill>
                                              <a:latin typeface="Cambria Math" panose="02040503050406030204" pitchFamily="18" charset="0"/>
                                              <a:ea typeface="微软雅黑" panose="020B0503020204020204" pitchFamily="34" charset="-122"/>
                                            </a:rPr>
                                          </m:ctrlPr>
                                        </m:sSubPr>
                                        <m:e>
                                          <m:r>
                                            <a:rPr lang="en-US" altLang="zh-CN" sz="1400" i="1" dirty="0">
                                              <a:solidFill>
                                                <a:schemeClr val="tx1"/>
                                              </a:solidFill>
                                              <a:latin typeface="Cambria Math" panose="02040503050406030204" pitchFamily="18" charset="0"/>
                                              <a:ea typeface="微软雅黑" panose="020B0503020204020204" pitchFamily="34" charset="-122"/>
                                            </a:rPr>
                                            <m:t>𝑪</m:t>
                                          </m:r>
                                        </m:e>
                                        <m:sub>
                                          <m:r>
                                            <a:rPr lang="en-US" altLang="zh-CN" sz="1400" i="1" dirty="0">
                                              <a:solidFill>
                                                <a:schemeClr val="tx1"/>
                                              </a:solidFill>
                                              <a:latin typeface="Cambria Math" panose="02040503050406030204" pitchFamily="18" charset="0"/>
                                              <a:ea typeface="微软雅黑" panose="020B0503020204020204" pitchFamily="34" charset="-122"/>
                                            </a:rPr>
                                            <m:t>𝒔</m:t>
                                          </m:r>
                                        </m:sub>
                                      </m:sSub>
                                    </m:e>
                                  </m:d>
                                </m:e>
                                <m:sup>
                                  <m:r>
                                    <a:rPr lang="en-US" altLang="zh-CN" sz="1400" i="1" dirty="0">
                                      <a:solidFill>
                                        <a:schemeClr val="tx1"/>
                                      </a:solidFill>
                                      <a:latin typeface="Cambria Math" panose="02040503050406030204" pitchFamily="18" charset="0"/>
                                      <a:ea typeface="微软雅黑" panose="020B0503020204020204" pitchFamily="34" charset="-122"/>
                                    </a:rPr>
                                    <m:t>𝟐</m:t>
                                  </m:r>
                                </m:sup>
                              </m:sSup>
                            </m:e>
                          </m:nary>
                        </m:e>
                      </m:rad>
                    </m:oMath>
                  </m:oMathPara>
                </a14:m>
                <a:endParaRPr lang="zh-CN" altLang="en-US" sz="140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52" name="文本框 51">
                <a:extLst>
                  <a:ext uri="{FF2B5EF4-FFF2-40B4-BE49-F238E27FC236}">
                    <a16:creationId xmlns:a16="http://schemas.microsoft.com/office/drawing/2014/main" id="{99D189D4-0296-E0A8-C223-0FDFF4C013C0}"/>
                  </a:ext>
                </a:extLst>
              </p:cNvPr>
              <p:cNvSpPr txBox="1">
                <a:spLocks noRot="1" noChangeAspect="1" noMove="1" noResize="1" noEditPoints="1" noAdjustHandles="1" noChangeArrowheads="1" noChangeShapeType="1" noTextEdit="1"/>
              </p:cNvSpPr>
              <p:nvPr/>
            </p:nvSpPr>
            <p:spPr>
              <a:xfrm>
                <a:off x="9018839" y="5115129"/>
                <a:ext cx="2634019" cy="1029602"/>
              </a:xfrm>
              <a:prstGeom prst="rect">
                <a:avLst/>
              </a:prstGeom>
              <a:blipFill>
                <a:blip r:embed="rId6"/>
                <a:stretch>
                  <a:fillRect/>
                </a:stretch>
              </a:blipFill>
              <a:effectLst/>
            </p:spPr>
            <p:txBody>
              <a:bodyPr/>
              <a:lstStyle/>
              <a:p>
                <a:r>
                  <a:rPr lang="zh-CN" altLang="en-US">
                    <a:noFill/>
                  </a:rPr>
                  <a:t> </a:t>
                </a:r>
              </a:p>
            </p:txBody>
          </p:sp>
        </mc:Fallback>
      </mc:AlternateContent>
      <p:sp>
        <p:nvSpPr>
          <p:cNvPr id="53" name="文本框 52">
            <a:extLst>
              <a:ext uri="{FF2B5EF4-FFF2-40B4-BE49-F238E27FC236}">
                <a16:creationId xmlns:a16="http://schemas.microsoft.com/office/drawing/2014/main" id="{9CFFEFC1-1E70-CB08-C71A-B8016B91714B}"/>
              </a:ext>
            </a:extLst>
          </p:cNvPr>
          <p:cNvSpPr txBox="1"/>
          <p:nvPr/>
        </p:nvSpPr>
        <p:spPr>
          <a:xfrm>
            <a:off x="7057823" y="5957187"/>
            <a:ext cx="1245004" cy="359867"/>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gn="ctr">
              <a:lnSpc>
                <a:spcPct val="150000"/>
              </a:lnSpc>
            </a:pPr>
            <a:r>
              <a:rPr lang="zh-CN" altLang="en-US" sz="1400" dirty="0">
                <a:solidFill>
                  <a:srgbClr val="003F88"/>
                </a:solidFill>
                <a:latin typeface="微软雅黑" panose="020B0503020204020204" pitchFamily="34" charset="-122"/>
                <a:ea typeface="微软雅黑" panose="020B0503020204020204" pitchFamily="34" charset="-122"/>
              </a:rPr>
              <a:t>越低越好</a:t>
            </a:r>
            <a:endParaRPr lang="zh-CN" altLang="en-US" sz="1400" dirty="0">
              <a:solidFill>
                <a:schemeClr val="tx1"/>
              </a:solidFill>
              <a:latin typeface="微软雅黑" panose="020B0503020204020204" pitchFamily="34" charset="-122"/>
              <a:ea typeface="微软雅黑" panose="020B0503020204020204" pitchFamily="34" charset="-122"/>
            </a:endParaRPr>
          </a:p>
        </p:txBody>
      </p:sp>
      <p:sp>
        <p:nvSpPr>
          <p:cNvPr id="54" name="文本框 53">
            <a:extLst>
              <a:ext uri="{FF2B5EF4-FFF2-40B4-BE49-F238E27FC236}">
                <a16:creationId xmlns:a16="http://schemas.microsoft.com/office/drawing/2014/main" id="{395DE128-0DC6-D0FC-1731-373059379B45}"/>
              </a:ext>
            </a:extLst>
          </p:cNvPr>
          <p:cNvSpPr txBox="1"/>
          <p:nvPr/>
        </p:nvSpPr>
        <p:spPr>
          <a:xfrm>
            <a:off x="9570633" y="5995927"/>
            <a:ext cx="1245004" cy="359867"/>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gn="ctr">
              <a:lnSpc>
                <a:spcPct val="150000"/>
              </a:lnSpc>
            </a:pPr>
            <a:r>
              <a:rPr lang="zh-CN" altLang="en-US" sz="1400" dirty="0">
                <a:solidFill>
                  <a:srgbClr val="003F88"/>
                </a:solidFill>
                <a:latin typeface="微软雅黑" panose="020B0503020204020204" pitchFamily="34" charset="-122"/>
                <a:ea typeface="微软雅黑" panose="020B0503020204020204" pitchFamily="34" charset="-122"/>
              </a:rPr>
              <a:t>越低越好</a:t>
            </a:r>
            <a:endParaRPr lang="zh-CN" altLang="en-US" sz="1400" dirty="0">
              <a:solidFill>
                <a:schemeClr val="tx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05419765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048491-2C90-B9E3-AAEA-53FC7F8794B7}"/>
            </a:ext>
          </a:extLst>
        </p:cNvPr>
        <p:cNvGrpSpPr/>
        <p:nvPr/>
      </p:nvGrpSpPr>
      <p:grpSpPr>
        <a:xfrm>
          <a:off x="0" y="0"/>
          <a:ext cx="0" cy="0"/>
          <a:chOff x="0" y="0"/>
          <a:chExt cx="0" cy="0"/>
        </a:xfrm>
      </p:grpSpPr>
      <p:cxnSp>
        <p:nvCxnSpPr>
          <p:cNvPr id="7" name="直接连接符 6">
            <a:extLst>
              <a:ext uri="{FF2B5EF4-FFF2-40B4-BE49-F238E27FC236}">
                <a16:creationId xmlns:a16="http://schemas.microsoft.com/office/drawing/2014/main" id="{630E8F39-4A4F-B93F-5ED5-9954C86A33F0}"/>
              </a:ext>
            </a:extLst>
          </p:cNvPr>
          <p:cNvCxnSpPr>
            <a:cxnSpLocks/>
          </p:cNvCxnSpPr>
          <p:nvPr/>
        </p:nvCxnSpPr>
        <p:spPr>
          <a:xfrm>
            <a:off x="337132" y="774574"/>
            <a:ext cx="11567001" cy="0"/>
          </a:xfrm>
          <a:prstGeom prst="line">
            <a:avLst/>
          </a:prstGeom>
          <a:ln w="19050">
            <a:solidFill>
              <a:srgbClr val="133C7A">
                <a:alpha val="80000"/>
              </a:srgbClr>
            </a:solidFill>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EF8A82B9-C77B-A5AC-840E-9B4ACFF06291}"/>
              </a:ext>
            </a:extLst>
          </p:cNvPr>
          <p:cNvSpPr txBox="1"/>
          <p:nvPr/>
        </p:nvSpPr>
        <p:spPr>
          <a:xfrm>
            <a:off x="683012" y="256087"/>
            <a:ext cx="9510123" cy="505676"/>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r>
              <a:rPr lang="en-US" altLang="zh-CN" sz="2800" dirty="0">
                <a:solidFill>
                  <a:schemeClr val="tx2">
                    <a:lumMod val="75000"/>
                  </a:schemeClr>
                </a:solidFill>
                <a:latin typeface="微软雅黑" panose="020B0503020204020204" pitchFamily="34" charset="-122"/>
                <a:ea typeface="微软雅黑" panose="020B0503020204020204" pitchFamily="34" charset="-122"/>
              </a:rPr>
              <a:t>4 </a:t>
            </a:r>
            <a:r>
              <a:rPr lang="zh-CN" altLang="en-US" sz="2800" dirty="0">
                <a:solidFill>
                  <a:schemeClr val="tx2">
                    <a:lumMod val="75000"/>
                  </a:schemeClr>
                </a:solidFill>
                <a:latin typeface="微软雅黑" panose="020B0503020204020204" pitchFamily="34" charset="-122"/>
                <a:ea typeface="微软雅黑" panose="020B0503020204020204" pitchFamily="34" charset="-122"/>
              </a:rPr>
              <a:t>实验验证</a:t>
            </a:r>
          </a:p>
        </p:txBody>
      </p:sp>
      <p:sp>
        <p:nvSpPr>
          <p:cNvPr id="9" name="矩形 8">
            <a:extLst>
              <a:ext uri="{FF2B5EF4-FFF2-40B4-BE49-F238E27FC236}">
                <a16:creationId xmlns:a16="http://schemas.microsoft.com/office/drawing/2014/main" id="{6153AC3F-53EB-E51A-EF03-D52F63D07E04}"/>
              </a:ext>
            </a:extLst>
          </p:cNvPr>
          <p:cNvSpPr/>
          <p:nvPr/>
        </p:nvSpPr>
        <p:spPr>
          <a:xfrm>
            <a:off x="337132" y="268900"/>
            <a:ext cx="195295" cy="50567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5D41156E-737C-9956-54FC-8748824BB3AA}"/>
              </a:ext>
            </a:extLst>
          </p:cNvPr>
          <p:cNvSpPr/>
          <p:nvPr/>
        </p:nvSpPr>
        <p:spPr>
          <a:xfrm>
            <a:off x="337132" y="268900"/>
            <a:ext cx="276318" cy="505674"/>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3F1162CC-7E38-A9EA-09B0-2AF2E09CA5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66776" y="256087"/>
            <a:ext cx="1788092" cy="431989"/>
          </a:xfrm>
          <a:prstGeom prst="rect">
            <a:avLst/>
          </a:prstGeom>
        </p:spPr>
      </p:pic>
      <p:sp>
        <p:nvSpPr>
          <p:cNvPr id="2" name="文本框 1">
            <a:extLst>
              <a:ext uri="{FF2B5EF4-FFF2-40B4-BE49-F238E27FC236}">
                <a16:creationId xmlns:a16="http://schemas.microsoft.com/office/drawing/2014/main" id="{BC44D3D9-EE90-764E-5784-3B72B7728B95}"/>
              </a:ext>
            </a:extLst>
          </p:cNvPr>
          <p:cNvSpPr txBox="1"/>
          <p:nvPr/>
        </p:nvSpPr>
        <p:spPr>
          <a:xfrm>
            <a:off x="299410" y="862073"/>
            <a:ext cx="9510123" cy="444121"/>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r>
              <a:rPr lang="en-US" altLang="zh-CN" sz="2400" dirty="0">
                <a:solidFill>
                  <a:schemeClr val="tx2">
                    <a:lumMod val="75000"/>
                  </a:schemeClr>
                </a:solidFill>
                <a:latin typeface="微软雅黑" panose="020B0503020204020204" pitchFamily="34" charset="-122"/>
                <a:ea typeface="微软雅黑" panose="020B0503020204020204" pitchFamily="34" charset="-122"/>
              </a:rPr>
              <a:t>• 4.2 </a:t>
            </a:r>
            <a:r>
              <a:rPr lang="zh-CN" altLang="en-US" sz="2400" dirty="0">
                <a:solidFill>
                  <a:schemeClr val="tx2">
                    <a:lumMod val="75000"/>
                  </a:schemeClr>
                </a:solidFill>
                <a:latin typeface="微软雅黑" panose="020B0503020204020204" pitchFamily="34" charset="-122"/>
                <a:ea typeface="微软雅黑" panose="020B0503020204020204" pitchFamily="34" charset="-122"/>
              </a:rPr>
              <a:t>对比算法实验</a:t>
            </a:r>
          </a:p>
        </p:txBody>
      </p:sp>
      <p:sp>
        <p:nvSpPr>
          <p:cNvPr id="3" name="矩形: 圆角 2">
            <a:extLst>
              <a:ext uri="{FF2B5EF4-FFF2-40B4-BE49-F238E27FC236}">
                <a16:creationId xmlns:a16="http://schemas.microsoft.com/office/drawing/2014/main" id="{9C11415D-AD6C-A287-4DDF-C6090AA0AE47}"/>
              </a:ext>
            </a:extLst>
          </p:cNvPr>
          <p:cNvSpPr/>
          <p:nvPr/>
        </p:nvSpPr>
        <p:spPr>
          <a:xfrm>
            <a:off x="337132" y="1611406"/>
            <a:ext cx="2183730" cy="4430166"/>
          </a:xfrm>
          <a:prstGeom prst="roundRect">
            <a:avLst>
              <a:gd name="adj" fmla="val 3510"/>
            </a:avLst>
          </a:prstGeom>
          <a:no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4" name="矩形: 圆角 3">
            <a:extLst>
              <a:ext uri="{FF2B5EF4-FFF2-40B4-BE49-F238E27FC236}">
                <a16:creationId xmlns:a16="http://schemas.microsoft.com/office/drawing/2014/main" id="{D0F6D19D-A3F4-EEA6-F7E4-0DD77D9EDD01}"/>
              </a:ext>
            </a:extLst>
          </p:cNvPr>
          <p:cNvSpPr/>
          <p:nvPr/>
        </p:nvSpPr>
        <p:spPr>
          <a:xfrm>
            <a:off x="8802777" y="1611406"/>
            <a:ext cx="3052091" cy="4430166"/>
          </a:xfrm>
          <a:prstGeom prst="roundRect">
            <a:avLst>
              <a:gd name="adj" fmla="val 3510"/>
            </a:avLst>
          </a:prstGeom>
          <a:no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5" name="矩形: 圆角 4">
            <a:extLst>
              <a:ext uri="{FF2B5EF4-FFF2-40B4-BE49-F238E27FC236}">
                <a16:creationId xmlns:a16="http://schemas.microsoft.com/office/drawing/2014/main" id="{7492D514-8F0D-0FB4-F543-AC462C605195}"/>
              </a:ext>
            </a:extLst>
          </p:cNvPr>
          <p:cNvSpPr/>
          <p:nvPr/>
        </p:nvSpPr>
        <p:spPr>
          <a:xfrm>
            <a:off x="2796364" y="1624219"/>
            <a:ext cx="5730912" cy="4417352"/>
          </a:xfrm>
          <a:prstGeom prst="roundRect">
            <a:avLst>
              <a:gd name="adj" fmla="val 3510"/>
            </a:avLst>
          </a:prstGeom>
          <a:no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7BEE9B19-E0E5-0531-5E61-72111932CB98}"/>
              </a:ext>
            </a:extLst>
          </p:cNvPr>
          <p:cNvSpPr txBox="1"/>
          <p:nvPr/>
        </p:nvSpPr>
        <p:spPr>
          <a:xfrm>
            <a:off x="434779" y="1611403"/>
            <a:ext cx="2361584" cy="482080"/>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zh-CN" altLang="en-US" sz="2000" dirty="0">
                <a:solidFill>
                  <a:srgbClr val="003F88"/>
                </a:solidFill>
                <a:latin typeface="微软雅黑" panose="020B0503020204020204" pitchFamily="34" charset="-122"/>
                <a:ea typeface="微软雅黑" panose="020B0503020204020204" pitchFamily="34" charset="-122"/>
              </a:rPr>
              <a:t>实验目的</a:t>
            </a:r>
          </a:p>
        </p:txBody>
      </p:sp>
      <p:cxnSp>
        <p:nvCxnSpPr>
          <p:cNvPr id="12" name="直接连接符 11">
            <a:extLst>
              <a:ext uri="{FF2B5EF4-FFF2-40B4-BE49-F238E27FC236}">
                <a16:creationId xmlns:a16="http://schemas.microsoft.com/office/drawing/2014/main" id="{A25C41D0-10F1-B41D-3E0E-5C8BDDBBC490}"/>
              </a:ext>
            </a:extLst>
          </p:cNvPr>
          <p:cNvCxnSpPr>
            <a:cxnSpLocks/>
          </p:cNvCxnSpPr>
          <p:nvPr/>
        </p:nvCxnSpPr>
        <p:spPr>
          <a:xfrm>
            <a:off x="475291" y="2099903"/>
            <a:ext cx="1929304" cy="0"/>
          </a:xfrm>
          <a:prstGeom prst="line">
            <a:avLst/>
          </a:prstGeom>
          <a:ln w="25400">
            <a:prstDash val="dash"/>
          </a:ln>
        </p:spPr>
        <p:style>
          <a:lnRef idx="1">
            <a:schemeClr val="accent1"/>
          </a:lnRef>
          <a:fillRef idx="0">
            <a:schemeClr val="accent1"/>
          </a:fillRef>
          <a:effectRef idx="0">
            <a:schemeClr val="accent1"/>
          </a:effectRef>
          <a:fontRef idx="minor">
            <a:schemeClr val="tx1"/>
          </a:fontRef>
        </p:style>
      </p:cxnSp>
      <p:sp>
        <p:nvSpPr>
          <p:cNvPr id="14" name="文本框 13">
            <a:extLst>
              <a:ext uri="{FF2B5EF4-FFF2-40B4-BE49-F238E27FC236}">
                <a16:creationId xmlns:a16="http://schemas.microsoft.com/office/drawing/2014/main" id="{CB4E5C28-CA27-3DC4-00BE-6592A4EB52F6}"/>
              </a:ext>
            </a:extLst>
          </p:cNvPr>
          <p:cNvSpPr txBox="1"/>
          <p:nvPr/>
        </p:nvSpPr>
        <p:spPr>
          <a:xfrm>
            <a:off x="3006625" y="1600517"/>
            <a:ext cx="2817806" cy="482080"/>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zh-CN" altLang="en-US" sz="2000" dirty="0">
                <a:solidFill>
                  <a:srgbClr val="003F88"/>
                </a:solidFill>
                <a:latin typeface="微软雅黑" panose="020B0503020204020204" pitchFamily="34" charset="-122"/>
                <a:ea typeface="微软雅黑" panose="020B0503020204020204" pitchFamily="34" charset="-122"/>
              </a:rPr>
              <a:t>参与算法</a:t>
            </a:r>
          </a:p>
        </p:txBody>
      </p:sp>
      <p:cxnSp>
        <p:nvCxnSpPr>
          <p:cNvPr id="15" name="直接连接符 14">
            <a:extLst>
              <a:ext uri="{FF2B5EF4-FFF2-40B4-BE49-F238E27FC236}">
                <a16:creationId xmlns:a16="http://schemas.microsoft.com/office/drawing/2014/main" id="{20363894-EFCC-A0FE-01C2-B9B93D558706}"/>
              </a:ext>
            </a:extLst>
          </p:cNvPr>
          <p:cNvCxnSpPr>
            <a:cxnSpLocks/>
          </p:cNvCxnSpPr>
          <p:nvPr/>
        </p:nvCxnSpPr>
        <p:spPr>
          <a:xfrm>
            <a:off x="3026229" y="2099903"/>
            <a:ext cx="5303435" cy="0"/>
          </a:xfrm>
          <a:prstGeom prst="line">
            <a:avLst/>
          </a:prstGeom>
          <a:ln w="25400">
            <a:prstDash val="dash"/>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5B6E275E-FBA9-A761-9A43-58B0EDF921B9}"/>
              </a:ext>
            </a:extLst>
          </p:cNvPr>
          <p:cNvSpPr txBox="1"/>
          <p:nvPr/>
        </p:nvSpPr>
        <p:spPr>
          <a:xfrm>
            <a:off x="8987513" y="1611403"/>
            <a:ext cx="2361584" cy="482080"/>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zh-CN" altLang="en-US" sz="2000" dirty="0">
                <a:solidFill>
                  <a:srgbClr val="003F88"/>
                </a:solidFill>
                <a:latin typeface="微软雅黑" panose="020B0503020204020204" pitchFamily="34" charset="-122"/>
                <a:ea typeface="微软雅黑" panose="020B0503020204020204" pitchFamily="34" charset="-122"/>
              </a:rPr>
              <a:t>评价指标</a:t>
            </a:r>
          </a:p>
        </p:txBody>
      </p:sp>
      <p:cxnSp>
        <p:nvCxnSpPr>
          <p:cNvPr id="17" name="直接连接符 16">
            <a:extLst>
              <a:ext uri="{FF2B5EF4-FFF2-40B4-BE49-F238E27FC236}">
                <a16:creationId xmlns:a16="http://schemas.microsoft.com/office/drawing/2014/main" id="{489B657C-34B2-1943-D78F-D9045DEE07AC}"/>
              </a:ext>
            </a:extLst>
          </p:cNvPr>
          <p:cNvCxnSpPr>
            <a:cxnSpLocks/>
          </p:cNvCxnSpPr>
          <p:nvPr/>
        </p:nvCxnSpPr>
        <p:spPr>
          <a:xfrm>
            <a:off x="8948057" y="2099903"/>
            <a:ext cx="2761532" cy="0"/>
          </a:xfrm>
          <a:prstGeom prst="line">
            <a:avLst/>
          </a:prstGeom>
          <a:ln w="25400">
            <a:prstDash val="dash"/>
          </a:ln>
        </p:spPr>
        <p:style>
          <a:lnRef idx="1">
            <a:schemeClr val="accent1"/>
          </a:lnRef>
          <a:fillRef idx="0">
            <a:schemeClr val="accent1"/>
          </a:fillRef>
          <a:effectRef idx="0">
            <a:schemeClr val="accent1"/>
          </a:effectRef>
          <a:fontRef idx="minor">
            <a:schemeClr val="tx1"/>
          </a:fontRef>
        </p:style>
      </p:cxnSp>
      <p:sp>
        <p:nvSpPr>
          <p:cNvPr id="19" name="文本框 18">
            <a:extLst>
              <a:ext uri="{FF2B5EF4-FFF2-40B4-BE49-F238E27FC236}">
                <a16:creationId xmlns:a16="http://schemas.microsoft.com/office/drawing/2014/main" id="{A57E0623-A662-907D-4FD2-700C58FF886E}"/>
              </a:ext>
            </a:extLst>
          </p:cNvPr>
          <p:cNvSpPr txBox="1"/>
          <p:nvPr/>
        </p:nvSpPr>
        <p:spPr>
          <a:xfrm>
            <a:off x="434779" y="2243493"/>
            <a:ext cx="1969816" cy="3003515"/>
          </a:xfrm>
          <a:prstGeom prst="rect">
            <a:avLst/>
          </a:prstGeom>
          <a:noFill/>
        </p:spPr>
        <p:txBody>
          <a:bodyPr wrap="square">
            <a:spAutoFit/>
          </a:bodyPr>
          <a:lstStyle/>
          <a:p>
            <a:pPr>
              <a:lnSpc>
                <a:spcPct val="150000"/>
              </a:lnSpc>
            </a:pPr>
            <a:r>
              <a:rPr lang="zh-CN" altLang="en-US" sz="1600" dirty="0">
                <a:latin typeface="微软雅黑" panose="020B0503020204020204" pitchFamily="34" charset="-122"/>
                <a:ea typeface="微软雅黑" panose="020B0503020204020204" pitchFamily="34" charset="-122"/>
              </a:rPr>
              <a:t>本实验用于验证 </a:t>
            </a:r>
            <a:r>
              <a:rPr lang="en-US" altLang="zh-CN" sz="1600" dirty="0">
                <a:latin typeface="微软雅黑" panose="020B0503020204020204" pitchFamily="34" charset="-122"/>
                <a:ea typeface="微软雅黑" panose="020B0503020204020204" pitchFamily="34" charset="-122"/>
              </a:rPr>
              <a:t>MRG-HMARL </a:t>
            </a:r>
            <a:r>
              <a:rPr lang="zh-CN" altLang="en-US" sz="1600" dirty="0">
                <a:latin typeface="微软雅黑" panose="020B0503020204020204" pitchFamily="34" charset="-122"/>
                <a:ea typeface="微软雅黑" panose="020B0503020204020204" pitchFamily="34" charset="-122"/>
              </a:rPr>
              <a:t>在扰动调度场景下相对规则方法、单智能体强化学习方法和多智能体强化学习方法的综合性能优势。</a:t>
            </a:r>
          </a:p>
        </p:txBody>
      </p:sp>
      <p:sp>
        <p:nvSpPr>
          <p:cNvPr id="20" name="文本框 19">
            <a:extLst>
              <a:ext uri="{FF2B5EF4-FFF2-40B4-BE49-F238E27FC236}">
                <a16:creationId xmlns:a16="http://schemas.microsoft.com/office/drawing/2014/main" id="{0EBDC6D0-6A17-605B-7EA6-0A819998D796}"/>
              </a:ext>
            </a:extLst>
          </p:cNvPr>
          <p:cNvSpPr txBox="1"/>
          <p:nvPr/>
        </p:nvSpPr>
        <p:spPr>
          <a:xfrm>
            <a:off x="2829021" y="2117591"/>
            <a:ext cx="5678580" cy="3742178"/>
          </a:xfrm>
          <a:prstGeom prst="rect">
            <a:avLst/>
          </a:prstGeom>
          <a:noFill/>
        </p:spPr>
        <p:txBody>
          <a:bodyPr wrap="square">
            <a:spAutoFit/>
          </a:bodyPr>
          <a:lstStyle/>
          <a:p>
            <a:pPr>
              <a:lnSpc>
                <a:spcPct val="150000"/>
              </a:lnSpc>
            </a:pPr>
            <a:r>
              <a:rPr lang="en-US" altLang="zh-CN" sz="1600" dirty="0">
                <a:latin typeface="微软雅黑" panose="020B0503020204020204" pitchFamily="34" charset="-122"/>
                <a:ea typeface="微软雅黑" panose="020B0503020204020204" pitchFamily="34" charset="-122"/>
              </a:rPr>
              <a:t>• </a:t>
            </a:r>
            <a:r>
              <a:rPr lang="en-US" altLang="zh-CN" sz="1600" b="1" dirty="0">
                <a:latin typeface="微软雅黑" panose="020B0503020204020204" pitchFamily="34" charset="-122"/>
                <a:ea typeface="微软雅黑" panose="020B0503020204020204" pitchFamily="34" charset="-122"/>
              </a:rPr>
              <a:t>Rule-based(best-of-9)</a:t>
            </a:r>
            <a:r>
              <a:rPr lang="zh-CN" altLang="en-US" sz="1600" b="1"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基于启发式规则的调度方法，从 </a:t>
            </a:r>
            <a:r>
              <a:rPr lang="en-US" altLang="zh-CN" sz="1600" dirty="0">
                <a:latin typeface="微软雅黑" panose="020B0503020204020204" pitchFamily="34" charset="-122"/>
                <a:ea typeface="微软雅黑" panose="020B0503020204020204" pitchFamily="34" charset="-122"/>
              </a:rPr>
              <a:t>9</a:t>
            </a:r>
            <a:r>
              <a:rPr lang="zh-CN" altLang="en-US" sz="1600" dirty="0">
                <a:latin typeface="微软雅黑" panose="020B0503020204020204" pitchFamily="34" charset="-122"/>
                <a:ea typeface="微软雅黑" panose="020B0503020204020204" pitchFamily="34" charset="-122"/>
              </a:rPr>
              <a:t>种合理的工序选择</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工人分配规则组合中选取最优组合作为规则基线。</a:t>
            </a:r>
          </a:p>
          <a:p>
            <a:pPr>
              <a:lnSpc>
                <a:spcPct val="150000"/>
              </a:lnSpc>
            </a:pPr>
            <a:r>
              <a:rPr lang="en-US" altLang="zh-CN" sz="1600" b="1" dirty="0">
                <a:latin typeface="微软雅黑" panose="020B0503020204020204" pitchFamily="34" charset="-122"/>
                <a:ea typeface="微软雅黑" panose="020B0503020204020204" pitchFamily="34" charset="-122"/>
              </a:rPr>
              <a:t>• PPO</a:t>
            </a:r>
            <a:r>
              <a:rPr lang="zh-CN" altLang="en-US" sz="1600" b="1"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单智能体近端策略优化方法，将调度环境视为统一决策问题，不显式区分站位间的多智能体协同关系。</a:t>
            </a:r>
            <a:endParaRPr lang="en-US" altLang="zh-CN" sz="1600" dirty="0">
              <a:latin typeface="微软雅黑" panose="020B0503020204020204" pitchFamily="34" charset="-122"/>
              <a:ea typeface="微软雅黑" panose="020B0503020204020204" pitchFamily="34" charset="-122"/>
            </a:endParaRPr>
          </a:p>
          <a:p>
            <a:pPr>
              <a:lnSpc>
                <a:spcPct val="150000"/>
              </a:lnSpc>
            </a:pPr>
            <a:r>
              <a:rPr lang="en-US" altLang="zh-CN" sz="1600" b="1" dirty="0">
                <a:latin typeface="微软雅黑" panose="020B0503020204020204" pitchFamily="34" charset="-122"/>
                <a:ea typeface="微软雅黑" panose="020B0503020204020204" pitchFamily="34" charset="-122"/>
              </a:rPr>
              <a:t>• MAPPO / HAPPO</a:t>
            </a:r>
            <a:r>
              <a:rPr lang="zh-CN" altLang="en-US" sz="1600" b="1"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多智能体 </a:t>
            </a:r>
            <a:r>
              <a:rPr lang="en-US" altLang="zh-CN" sz="1600" dirty="0">
                <a:latin typeface="微软雅黑" panose="020B0503020204020204" pitchFamily="34" charset="-122"/>
                <a:ea typeface="微软雅黑" panose="020B0503020204020204" pitchFamily="34" charset="-122"/>
              </a:rPr>
              <a:t>PPO </a:t>
            </a:r>
            <a:r>
              <a:rPr lang="zh-CN" altLang="en-US" sz="1600" dirty="0">
                <a:latin typeface="微软雅黑" panose="020B0503020204020204" pitchFamily="34" charset="-122"/>
                <a:ea typeface="微软雅黑" panose="020B0503020204020204" pitchFamily="34" charset="-122"/>
              </a:rPr>
              <a:t>基线，将站位或调度单元作为协同智能体，采用多智能体策略学习，但不引入本文的多关系图编码。</a:t>
            </a:r>
          </a:p>
          <a:p>
            <a:pPr>
              <a:lnSpc>
                <a:spcPct val="150000"/>
              </a:lnSpc>
            </a:pPr>
            <a:r>
              <a:rPr lang="en-US" altLang="zh-CN" sz="1600" b="1" dirty="0">
                <a:latin typeface="微软雅黑" panose="020B0503020204020204" pitchFamily="34" charset="-122"/>
                <a:ea typeface="微软雅黑" panose="020B0503020204020204" pitchFamily="34" charset="-122"/>
              </a:rPr>
              <a:t>• MRG-HMARL</a:t>
            </a:r>
            <a:r>
              <a:rPr lang="zh-CN" altLang="en-US" sz="1600" b="1"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本文方法，结合多关系图编码、分层策略决策和动态资源机制，实现扰动场景下的资源恢复与调度优化。</a:t>
            </a:r>
          </a:p>
        </p:txBody>
      </p:sp>
      <p:sp>
        <p:nvSpPr>
          <p:cNvPr id="21" name="文本框 20">
            <a:extLst>
              <a:ext uri="{FF2B5EF4-FFF2-40B4-BE49-F238E27FC236}">
                <a16:creationId xmlns:a16="http://schemas.microsoft.com/office/drawing/2014/main" id="{FD834628-0913-1452-B4DE-53CFCAEF35E6}"/>
              </a:ext>
            </a:extLst>
          </p:cNvPr>
          <p:cNvSpPr txBox="1"/>
          <p:nvPr/>
        </p:nvSpPr>
        <p:spPr>
          <a:xfrm>
            <a:off x="8893627" y="2182049"/>
            <a:ext cx="2930292" cy="2680349"/>
          </a:xfrm>
          <a:prstGeom prst="rect">
            <a:avLst/>
          </a:prstGeom>
          <a:noFill/>
        </p:spPr>
        <p:txBody>
          <a:bodyPr wrap="square">
            <a:spAutoFit/>
          </a:bodyPr>
          <a:lstStyle/>
          <a:p>
            <a:pPr>
              <a:lnSpc>
                <a:spcPct val="150000"/>
              </a:lnSpc>
            </a:pPr>
            <a:r>
              <a:rPr lang="en-US" altLang="zh-CN" sz="1600" dirty="0">
                <a:latin typeface="微软雅黑" panose="020B0503020204020204" pitchFamily="34" charset="-122"/>
                <a:ea typeface="微软雅黑" panose="020B0503020204020204" pitchFamily="34" charset="-122"/>
              </a:rPr>
              <a:t>• </a:t>
            </a:r>
            <a:r>
              <a:rPr lang="zh-CN" altLang="en-US" sz="1600" b="1" dirty="0">
                <a:latin typeface="微软雅黑" panose="020B0503020204020204" pitchFamily="34" charset="-122"/>
                <a:ea typeface="微软雅黑" panose="020B0503020204020204" pitchFamily="34" charset="-122"/>
              </a:rPr>
              <a:t>收敛性：</a:t>
            </a:r>
            <a:r>
              <a:rPr lang="zh-CN" altLang="en-US" sz="1600" dirty="0">
                <a:latin typeface="微软雅黑" panose="020B0503020204020204" pitchFamily="34" charset="-122"/>
                <a:ea typeface="微软雅黑" panose="020B0503020204020204" pitchFamily="34" charset="-122"/>
              </a:rPr>
              <a:t>训练过程中 </a:t>
            </a:r>
            <a:r>
              <a:rPr lang="en-US" altLang="zh-CN" sz="1600" dirty="0">
                <a:latin typeface="微软雅黑" panose="020B0503020204020204" pitchFamily="34" charset="-122"/>
                <a:ea typeface="微软雅黑" panose="020B0503020204020204" pitchFamily="34" charset="-122"/>
              </a:rPr>
              <a:t>Takt Time / Smoothness </a:t>
            </a:r>
            <a:r>
              <a:rPr lang="zh-CN" altLang="en-US" sz="1600" dirty="0">
                <a:latin typeface="微软雅黑" panose="020B0503020204020204" pitchFamily="34" charset="-122"/>
                <a:ea typeface="微软雅黑" panose="020B0503020204020204" pitchFamily="34" charset="-122"/>
              </a:rPr>
              <a:t>变化</a:t>
            </a:r>
          </a:p>
          <a:p>
            <a:pPr>
              <a:lnSpc>
                <a:spcPct val="150000"/>
              </a:lnSpc>
            </a:pPr>
            <a:r>
              <a:rPr lang="en-US" altLang="zh-CN" sz="1600" dirty="0">
                <a:latin typeface="微软雅黑" panose="020B0503020204020204" pitchFamily="34" charset="-122"/>
                <a:ea typeface="微软雅黑" panose="020B0503020204020204" pitchFamily="34" charset="-122"/>
              </a:rPr>
              <a:t>• </a:t>
            </a:r>
            <a:r>
              <a:rPr lang="zh-CN" altLang="en-US" sz="1600" b="1" dirty="0">
                <a:latin typeface="微软雅黑" panose="020B0503020204020204" pitchFamily="34" charset="-122"/>
                <a:ea typeface="微软雅黑" panose="020B0503020204020204" pitchFamily="34" charset="-122"/>
              </a:rPr>
              <a:t>最终性能：</a:t>
            </a:r>
            <a:r>
              <a:rPr lang="en-US" altLang="zh-CN" sz="1600" dirty="0">
                <a:latin typeface="微软雅黑" panose="020B0503020204020204" pitchFamily="34" charset="-122"/>
                <a:ea typeface="微软雅黑" panose="020B0503020204020204" pitchFamily="34" charset="-122"/>
              </a:rPr>
              <a:t>5 </a:t>
            </a:r>
            <a:r>
              <a:rPr lang="zh-CN" altLang="en-US" sz="1600" dirty="0">
                <a:latin typeface="微软雅黑" panose="020B0503020204020204" pitchFamily="34" charset="-122"/>
                <a:ea typeface="微软雅黑" panose="020B0503020204020204" pitchFamily="34" charset="-122"/>
              </a:rPr>
              <a:t>个评估扰动实例下的均值与标准差（</a:t>
            </a:r>
            <a:r>
              <a:rPr lang="en-US" altLang="zh-CN" sz="1600" dirty="0">
                <a:latin typeface="微软雅黑" panose="020B0503020204020204" pitchFamily="34" charset="-122"/>
                <a:ea typeface="微软雅黑" panose="020B0503020204020204" pitchFamily="34" charset="-122"/>
              </a:rPr>
              <a:t>100</a:t>
            </a:r>
            <a:r>
              <a:rPr lang="zh-CN" altLang="en-US" sz="1600" dirty="0">
                <a:latin typeface="微软雅黑" panose="020B0503020204020204" pitchFamily="34" charset="-122"/>
                <a:ea typeface="微软雅黑" panose="020B0503020204020204" pitchFamily="34" charset="-122"/>
              </a:rPr>
              <a:t>次重复实验）</a:t>
            </a:r>
          </a:p>
          <a:p>
            <a:pPr>
              <a:lnSpc>
                <a:spcPct val="150000"/>
              </a:lnSpc>
            </a:pPr>
            <a:r>
              <a:rPr lang="en-US" altLang="zh-CN" sz="1600" dirty="0">
                <a:latin typeface="微软雅黑" panose="020B0503020204020204" pitchFamily="34" charset="-122"/>
                <a:ea typeface="微软雅黑" panose="020B0503020204020204" pitchFamily="34" charset="-122"/>
              </a:rPr>
              <a:t>• </a:t>
            </a:r>
            <a:r>
              <a:rPr lang="zh-CN" altLang="en-US" sz="1600" b="1" dirty="0">
                <a:latin typeface="微软雅黑" panose="020B0503020204020204" pitchFamily="34" charset="-122"/>
                <a:ea typeface="微软雅黑" panose="020B0503020204020204" pitchFamily="34" charset="-122"/>
              </a:rPr>
              <a:t>指标方向：</a:t>
            </a:r>
            <a:r>
              <a:rPr lang="en-US" altLang="zh-CN" sz="1600" dirty="0">
                <a:latin typeface="微软雅黑" panose="020B0503020204020204" pitchFamily="34" charset="-122"/>
                <a:ea typeface="微软雅黑" panose="020B0503020204020204" pitchFamily="34" charset="-122"/>
              </a:rPr>
              <a:t> Takt Time </a:t>
            </a:r>
            <a:r>
              <a:rPr lang="zh-CN" altLang="en-US" sz="1600" dirty="0">
                <a:latin typeface="微软雅黑" panose="020B0503020204020204" pitchFamily="34" charset="-122"/>
                <a:ea typeface="微软雅黑" panose="020B0503020204020204" pitchFamily="34" charset="-122"/>
              </a:rPr>
              <a:t>与 </a:t>
            </a:r>
            <a:r>
              <a:rPr lang="en-US" altLang="zh-CN" sz="1600" dirty="0">
                <a:latin typeface="微软雅黑" panose="020B0503020204020204" pitchFamily="34" charset="-122"/>
                <a:ea typeface="微软雅黑" panose="020B0503020204020204" pitchFamily="34" charset="-122"/>
              </a:rPr>
              <a:t>Smoothness </a:t>
            </a:r>
            <a:r>
              <a:rPr lang="zh-CN" altLang="en-US" sz="1600" dirty="0">
                <a:latin typeface="微软雅黑" panose="020B0503020204020204" pitchFamily="34" charset="-122"/>
                <a:ea typeface="微软雅黑" panose="020B0503020204020204" pitchFamily="34" charset="-122"/>
              </a:rPr>
              <a:t>均越低越好</a:t>
            </a:r>
          </a:p>
        </p:txBody>
      </p:sp>
    </p:spTree>
    <p:extLst>
      <p:ext uri="{BB962C8B-B14F-4D97-AF65-F5344CB8AC3E}">
        <p14:creationId xmlns:p14="http://schemas.microsoft.com/office/powerpoint/2010/main" val="276761304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BC50F-5C23-49C4-E800-A80B29B090C5}"/>
            </a:ext>
          </a:extLst>
        </p:cNvPr>
        <p:cNvGrpSpPr/>
        <p:nvPr/>
      </p:nvGrpSpPr>
      <p:grpSpPr>
        <a:xfrm>
          <a:off x="0" y="0"/>
          <a:ext cx="0" cy="0"/>
          <a:chOff x="0" y="0"/>
          <a:chExt cx="0" cy="0"/>
        </a:xfrm>
      </p:grpSpPr>
      <p:cxnSp>
        <p:nvCxnSpPr>
          <p:cNvPr id="7" name="直接连接符 6">
            <a:extLst>
              <a:ext uri="{FF2B5EF4-FFF2-40B4-BE49-F238E27FC236}">
                <a16:creationId xmlns:a16="http://schemas.microsoft.com/office/drawing/2014/main" id="{23662AE8-154E-0716-EEEA-35DE5E39962F}"/>
              </a:ext>
            </a:extLst>
          </p:cNvPr>
          <p:cNvCxnSpPr>
            <a:cxnSpLocks/>
          </p:cNvCxnSpPr>
          <p:nvPr/>
        </p:nvCxnSpPr>
        <p:spPr>
          <a:xfrm>
            <a:off x="337132" y="774574"/>
            <a:ext cx="11567001" cy="0"/>
          </a:xfrm>
          <a:prstGeom prst="line">
            <a:avLst/>
          </a:prstGeom>
          <a:ln w="19050">
            <a:solidFill>
              <a:srgbClr val="133C7A">
                <a:alpha val="80000"/>
              </a:srgbClr>
            </a:solidFill>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84C95E15-4D64-E7B1-12FB-DD6A3339A816}"/>
              </a:ext>
            </a:extLst>
          </p:cNvPr>
          <p:cNvSpPr txBox="1"/>
          <p:nvPr/>
        </p:nvSpPr>
        <p:spPr>
          <a:xfrm>
            <a:off x="683012" y="256087"/>
            <a:ext cx="9510123" cy="505676"/>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r>
              <a:rPr lang="en-US" altLang="zh-CN" sz="2800" dirty="0">
                <a:solidFill>
                  <a:schemeClr val="tx2">
                    <a:lumMod val="75000"/>
                  </a:schemeClr>
                </a:solidFill>
                <a:latin typeface="微软雅黑" panose="020B0503020204020204" pitchFamily="34" charset="-122"/>
                <a:ea typeface="微软雅黑" panose="020B0503020204020204" pitchFamily="34" charset="-122"/>
              </a:rPr>
              <a:t>4 </a:t>
            </a:r>
            <a:r>
              <a:rPr lang="zh-CN" altLang="en-US" sz="2800" dirty="0">
                <a:solidFill>
                  <a:schemeClr val="tx2">
                    <a:lumMod val="75000"/>
                  </a:schemeClr>
                </a:solidFill>
                <a:latin typeface="微软雅黑" panose="020B0503020204020204" pitchFamily="34" charset="-122"/>
                <a:ea typeface="微软雅黑" panose="020B0503020204020204" pitchFamily="34" charset="-122"/>
              </a:rPr>
              <a:t>实验验证</a:t>
            </a:r>
          </a:p>
        </p:txBody>
      </p:sp>
      <p:sp>
        <p:nvSpPr>
          <p:cNvPr id="9" name="矩形 8">
            <a:extLst>
              <a:ext uri="{FF2B5EF4-FFF2-40B4-BE49-F238E27FC236}">
                <a16:creationId xmlns:a16="http://schemas.microsoft.com/office/drawing/2014/main" id="{3F3C6B71-68BD-510A-BB4A-72BA0E65CA72}"/>
              </a:ext>
            </a:extLst>
          </p:cNvPr>
          <p:cNvSpPr/>
          <p:nvPr/>
        </p:nvSpPr>
        <p:spPr>
          <a:xfrm>
            <a:off x="337132" y="268900"/>
            <a:ext cx="195295" cy="50567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ACE2A70E-23C2-A869-88D3-A46072BA6C5E}"/>
              </a:ext>
            </a:extLst>
          </p:cNvPr>
          <p:cNvSpPr/>
          <p:nvPr/>
        </p:nvSpPr>
        <p:spPr>
          <a:xfrm>
            <a:off x="337132" y="268900"/>
            <a:ext cx="276318" cy="505674"/>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540F8265-BC8A-BBAA-9779-294BCA2BE87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66776" y="256087"/>
            <a:ext cx="1788092" cy="431989"/>
          </a:xfrm>
          <a:prstGeom prst="rect">
            <a:avLst/>
          </a:prstGeom>
        </p:spPr>
      </p:pic>
      <p:sp>
        <p:nvSpPr>
          <p:cNvPr id="2" name="文本框 1">
            <a:extLst>
              <a:ext uri="{FF2B5EF4-FFF2-40B4-BE49-F238E27FC236}">
                <a16:creationId xmlns:a16="http://schemas.microsoft.com/office/drawing/2014/main" id="{7AAE043D-2B8B-E542-BB03-718B9C90ED87}"/>
              </a:ext>
            </a:extLst>
          </p:cNvPr>
          <p:cNvSpPr txBox="1"/>
          <p:nvPr/>
        </p:nvSpPr>
        <p:spPr>
          <a:xfrm>
            <a:off x="299410" y="862073"/>
            <a:ext cx="9510123" cy="444121"/>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r>
              <a:rPr lang="en-US" altLang="zh-CN" sz="2400" dirty="0">
                <a:solidFill>
                  <a:schemeClr val="tx2">
                    <a:lumMod val="75000"/>
                  </a:schemeClr>
                </a:solidFill>
                <a:latin typeface="微软雅黑" panose="020B0503020204020204" pitchFamily="34" charset="-122"/>
                <a:ea typeface="微软雅黑" panose="020B0503020204020204" pitchFamily="34" charset="-122"/>
              </a:rPr>
              <a:t>• 4.2 </a:t>
            </a:r>
            <a:r>
              <a:rPr lang="zh-CN" altLang="en-US" sz="2400" dirty="0">
                <a:solidFill>
                  <a:schemeClr val="tx2">
                    <a:lumMod val="75000"/>
                  </a:schemeClr>
                </a:solidFill>
                <a:latin typeface="微软雅黑" panose="020B0503020204020204" pitchFamily="34" charset="-122"/>
                <a:ea typeface="微软雅黑" panose="020B0503020204020204" pitchFamily="34" charset="-122"/>
              </a:rPr>
              <a:t>对比算法实验</a:t>
            </a:r>
            <a:r>
              <a:rPr lang="en-US" altLang="zh-CN" sz="2400" dirty="0">
                <a:solidFill>
                  <a:schemeClr val="tx2">
                    <a:lumMod val="75000"/>
                  </a:schemeClr>
                </a:solidFill>
                <a:latin typeface="微软雅黑" panose="020B0503020204020204" pitchFamily="34" charset="-122"/>
                <a:ea typeface="微软雅黑" panose="020B0503020204020204" pitchFamily="34" charset="-122"/>
              </a:rPr>
              <a:t>——</a:t>
            </a:r>
            <a:r>
              <a:rPr lang="zh-CN" altLang="en-US" sz="2400" dirty="0">
                <a:solidFill>
                  <a:schemeClr val="tx2">
                    <a:lumMod val="75000"/>
                  </a:schemeClr>
                </a:solidFill>
                <a:latin typeface="微软雅黑" panose="020B0503020204020204" pitchFamily="34" charset="-122"/>
                <a:ea typeface="微软雅黑" panose="020B0503020204020204" pitchFamily="34" charset="-122"/>
              </a:rPr>
              <a:t>收敛曲线</a:t>
            </a:r>
          </a:p>
        </p:txBody>
      </p:sp>
      <p:sp>
        <p:nvSpPr>
          <p:cNvPr id="4" name="文本框 3">
            <a:extLst>
              <a:ext uri="{FF2B5EF4-FFF2-40B4-BE49-F238E27FC236}">
                <a16:creationId xmlns:a16="http://schemas.microsoft.com/office/drawing/2014/main" id="{ACD5C53C-7FE6-101F-14A4-0035FF67452E}"/>
              </a:ext>
            </a:extLst>
          </p:cNvPr>
          <p:cNvSpPr txBox="1"/>
          <p:nvPr/>
        </p:nvSpPr>
        <p:spPr>
          <a:xfrm>
            <a:off x="8262257" y="2318145"/>
            <a:ext cx="3803953" cy="3139321"/>
          </a:xfrm>
          <a:prstGeom prst="rect">
            <a:avLst/>
          </a:prstGeom>
          <a:noFill/>
        </p:spPr>
        <p:txBody>
          <a:bodyPr wrap="square">
            <a:spAutoFit/>
          </a:bodyPr>
          <a:lstStyle/>
          <a:p>
            <a:r>
              <a:rPr lang="en-US" altLang="zh-CN" dirty="0">
                <a:latin typeface="微软雅黑" panose="020B0503020204020204" pitchFamily="34" charset="-122"/>
                <a:ea typeface="微软雅黑" panose="020B0503020204020204" pitchFamily="34" charset="-122"/>
              </a:rPr>
              <a:t>Takt Time </a:t>
            </a:r>
            <a:r>
              <a:rPr lang="zh-CN" altLang="en-US" dirty="0">
                <a:latin typeface="微软雅黑" panose="020B0503020204020204" pitchFamily="34" charset="-122"/>
                <a:ea typeface="微软雅黑" panose="020B0503020204020204" pitchFamily="34" charset="-122"/>
              </a:rPr>
              <a:t>反映训练过程中策略对生产周期的优化能力。</a:t>
            </a:r>
          </a:p>
          <a:p>
            <a:endParaRPr lang="zh-CN" altLang="en-US"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MRG-HMARL </a:t>
            </a:r>
            <a:r>
              <a:rPr lang="zh-CN" altLang="en-US" dirty="0">
                <a:latin typeface="微软雅黑" panose="020B0503020204020204" pitchFamily="34" charset="-122"/>
                <a:ea typeface="微软雅黑" panose="020B0503020204020204" pitchFamily="34" charset="-122"/>
              </a:rPr>
              <a:t>在训练后期保持较低 </a:t>
            </a:r>
            <a:r>
              <a:rPr lang="en-US" altLang="zh-CN" dirty="0">
                <a:latin typeface="微软雅黑" panose="020B0503020204020204" pitchFamily="34" charset="-122"/>
                <a:ea typeface="微软雅黑" panose="020B0503020204020204" pitchFamily="34" charset="-122"/>
              </a:rPr>
              <a:t>Takt Time</a:t>
            </a:r>
            <a:r>
              <a:rPr lang="zh-CN" altLang="en-US" dirty="0">
                <a:latin typeface="微软雅黑" panose="020B0503020204020204" pitchFamily="34" charset="-122"/>
                <a:ea typeface="微软雅黑" panose="020B0503020204020204" pitchFamily="34" charset="-122"/>
              </a:rPr>
              <a:t>，说明多关系图和分层资源决策有助于提高扰动场景下的生产效率。</a:t>
            </a:r>
          </a:p>
          <a:p>
            <a:endParaRPr lang="zh-CN" altLang="en-US"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相比仅依赖策略网络的基线方法，</a:t>
            </a:r>
            <a:r>
              <a:rPr lang="en-US" altLang="zh-CN" dirty="0">
                <a:latin typeface="微软雅黑" panose="020B0503020204020204" pitchFamily="34" charset="-122"/>
                <a:ea typeface="微软雅黑" panose="020B0503020204020204" pitchFamily="34" charset="-122"/>
              </a:rPr>
              <a:t>MRG-HMARL </a:t>
            </a:r>
            <a:r>
              <a:rPr lang="zh-CN" altLang="en-US" dirty="0">
                <a:latin typeface="微软雅黑" panose="020B0503020204020204" pitchFamily="34" charset="-122"/>
                <a:ea typeface="微软雅黑" panose="020B0503020204020204" pitchFamily="34" charset="-122"/>
              </a:rPr>
              <a:t>能更稳定地学习到缩短生产周期的调度策略。</a:t>
            </a:r>
          </a:p>
        </p:txBody>
      </p:sp>
      <p:pic>
        <p:nvPicPr>
          <p:cNvPr id="6" name="图片 5">
            <a:extLst>
              <a:ext uri="{FF2B5EF4-FFF2-40B4-BE49-F238E27FC236}">
                <a16:creationId xmlns:a16="http://schemas.microsoft.com/office/drawing/2014/main" id="{01D13A91-AA3D-0D80-4C7A-3E34DE280B8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7132" y="1619831"/>
            <a:ext cx="7925125" cy="4677493"/>
          </a:xfrm>
          <a:prstGeom prst="rect">
            <a:avLst/>
          </a:prstGeom>
        </p:spPr>
      </p:pic>
    </p:spTree>
    <p:extLst>
      <p:ext uri="{BB962C8B-B14F-4D97-AF65-F5344CB8AC3E}">
        <p14:creationId xmlns:p14="http://schemas.microsoft.com/office/powerpoint/2010/main" val="138028400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84FB72-D201-CB7E-B2F7-3F15474F580A}"/>
            </a:ext>
          </a:extLst>
        </p:cNvPr>
        <p:cNvGrpSpPr/>
        <p:nvPr/>
      </p:nvGrpSpPr>
      <p:grpSpPr>
        <a:xfrm>
          <a:off x="0" y="0"/>
          <a:ext cx="0" cy="0"/>
          <a:chOff x="0" y="0"/>
          <a:chExt cx="0" cy="0"/>
        </a:xfrm>
      </p:grpSpPr>
      <p:cxnSp>
        <p:nvCxnSpPr>
          <p:cNvPr id="7" name="直接连接符 6">
            <a:extLst>
              <a:ext uri="{FF2B5EF4-FFF2-40B4-BE49-F238E27FC236}">
                <a16:creationId xmlns:a16="http://schemas.microsoft.com/office/drawing/2014/main" id="{343DF2A1-39AF-2379-77CB-07A5EA641AE7}"/>
              </a:ext>
            </a:extLst>
          </p:cNvPr>
          <p:cNvCxnSpPr>
            <a:cxnSpLocks/>
          </p:cNvCxnSpPr>
          <p:nvPr/>
        </p:nvCxnSpPr>
        <p:spPr>
          <a:xfrm>
            <a:off x="337132" y="774574"/>
            <a:ext cx="11567001" cy="0"/>
          </a:xfrm>
          <a:prstGeom prst="line">
            <a:avLst/>
          </a:prstGeom>
          <a:ln w="19050">
            <a:solidFill>
              <a:srgbClr val="133C7A">
                <a:alpha val="80000"/>
              </a:srgbClr>
            </a:solidFill>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3C2B189C-18F6-FD51-4789-40F0A4CB94CC}"/>
              </a:ext>
            </a:extLst>
          </p:cNvPr>
          <p:cNvSpPr txBox="1"/>
          <p:nvPr/>
        </p:nvSpPr>
        <p:spPr>
          <a:xfrm>
            <a:off x="683012" y="256087"/>
            <a:ext cx="9510123" cy="505676"/>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r>
              <a:rPr lang="en-US" altLang="zh-CN" sz="2800" dirty="0">
                <a:solidFill>
                  <a:schemeClr val="tx2">
                    <a:lumMod val="75000"/>
                  </a:schemeClr>
                </a:solidFill>
                <a:latin typeface="微软雅黑" panose="020B0503020204020204" pitchFamily="34" charset="-122"/>
                <a:ea typeface="微软雅黑" panose="020B0503020204020204" pitchFamily="34" charset="-122"/>
              </a:rPr>
              <a:t>4 </a:t>
            </a:r>
            <a:r>
              <a:rPr lang="zh-CN" altLang="en-US" sz="2800" dirty="0">
                <a:solidFill>
                  <a:schemeClr val="tx2">
                    <a:lumMod val="75000"/>
                  </a:schemeClr>
                </a:solidFill>
                <a:latin typeface="微软雅黑" panose="020B0503020204020204" pitchFamily="34" charset="-122"/>
                <a:ea typeface="微软雅黑" panose="020B0503020204020204" pitchFamily="34" charset="-122"/>
              </a:rPr>
              <a:t>实验验证</a:t>
            </a:r>
          </a:p>
        </p:txBody>
      </p:sp>
      <p:sp>
        <p:nvSpPr>
          <p:cNvPr id="9" name="矩形 8">
            <a:extLst>
              <a:ext uri="{FF2B5EF4-FFF2-40B4-BE49-F238E27FC236}">
                <a16:creationId xmlns:a16="http://schemas.microsoft.com/office/drawing/2014/main" id="{704F84D7-7170-4BA0-6CEF-3139F41E182D}"/>
              </a:ext>
            </a:extLst>
          </p:cNvPr>
          <p:cNvSpPr/>
          <p:nvPr/>
        </p:nvSpPr>
        <p:spPr>
          <a:xfrm>
            <a:off x="337132" y="268900"/>
            <a:ext cx="195295" cy="50567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83F42D2A-F52B-5C03-25DC-0A946589CBBC}"/>
              </a:ext>
            </a:extLst>
          </p:cNvPr>
          <p:cNvSpPr/>
          <p:nvPr/>
        </p:nvSpPr>
        <p:spPr>
          <a:xfrm>
            <a:off x="337132" y="268900"/>
            <a:ext cx="276318" cy="505674"/>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28071E21-D2EC-BE04-95C5-FAB63910CD9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66776" y="256087"/>
            <a:ext cx="1788092" cy="431989"/>
          </a:xfrm>
          <a:prstGeom prst="rect">
            <a:avLst/>
          </a:prstGeom>
        </p:spPr>
      </p:pic>
      <p:sp>
        <p:nvSpPr>
          <p:cNvPr id="2" name="文本框 1">
            <a:extLst>
              <a:ext uri="{FF2B5EF4-FFF2-40B4-BE49-F238E27FC236}">
                <a16:creationId xmlns:a16="http://schemas.microsoft.com/office/drawing/2014/main" id="{237D003E-DC61-7962-7273-1B766310AF3D}"/>
              </a:ext>
            </a:extLst>
          </p:cNvPr>
          <p:cNvSpPr txBox="1"/>
          <p:nvPr/>
        </p:nvSpPr>
        <p:spPr>
          <a:xfrm>
            <a:off x="299410" y="862073"/>
            <a:ext cx="9510123" cy="444121"/>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r>
              <a:rPr lang="en-US" altLang="zh-CN" sz="2400" dirty="0">
                <a:solidFill>
                  <a:schemeClr val="tx2">
                    <a:lumMod val="75000"/>
                  </a:schemeClr>
                </a:solidFill>
                <a:latin typeface="微软雅黑" panose="020B0503020204020204" pitchFamily="34" charset="-122"/>
                <a:ea typeface="微软雅黑" panose="020B0503020204020204" pitchFamily="34" charset="-122"/>
              </a:rPr>
              <a:t>• 4.2 </a:t>
            </a:r>
            <a:r>
              <a:rPr lang="zh-CN" altLang="en-US" sz="2400" dirty="0">
                <a:solidFill>
                  <a:schemeClr val="tx2">
                    <a:lumMod val="75000"/>
                  </a:schemeClr>
                </a:solidFill>
                <a:latin typeface="微软雅黑" panose="020B0503020204020204" pitchFamily="34" charset="-122"/>
                <a:ea typeface="微软雅黑" panose="020B0503020204020204" pitchFamily="34" charset="-122"/>
              </a:rPr>
              <a:t>对比算法实验</a:t>
            </a:r>
            <a:r>
              <a:rPr lang="en-US" altLang="zh-CN" sz="2400" dirty="0">
                <a:solidFill>
                  <a:schemeClr val="tx2">
                    <a:lumMod val="75000"/>
                  </a:schemeClr>
                </a:solidFill>
                <a:latin typeface="微软雅黑" panose="020B0503020204020204" pitchFamily="34" charset="-122"/>
                <a:ea typeface="微软雅黑" panose="020B0503020204020204" pitchFamily="34" charset="-122"/>
              </a:rPr>
              <a:t>——</a:t>
            </a:r>
            <a:r>
              <a:rPr lang="zh-CN" altLang="en-US" sz="2400" dirty="0">
                <a:solidFill>
                  <a:schemeClr val="tx2">
                    <a:lumMod val="75000"/>
                  </a:schemeClr>
                </a:solidFill>
                <a:latin typeface="微软雅黑" panose="020B0503020204020204" pitchFamily="34" charset="-122"/>
                <a:ea typeface="微软雅黑" panose="020B0503020204020204" pitchFamily="34" charset="-122"/>
              </a:rPr>
              <a:t>收敛曲线</a:t>
            </a:r>
          </a:p>
        </p:txBody>
      </p:sp>
      <p:pic>
        <p:nvPicPr>
          <p:cNvPr id="13" name="图片 12">
            <a:extLst>
              <a:ext uri="{FF2B5EF4-FFF2-40B4-BE49-F238E27FC236}">
                <a16:creationId xmlns:a16="http://schemas.microsoft.com/office/drawing/2014/main" id="{FC713FEF-E26F-0908-277B-92BE3C8B88E0}"/>
              </a:ext>
            </a:extLst>
          </p:cNvPr>
          <p:cNvPicPr>
            <a:picLocks noChangeAspect="1"/>
          </p:cNvPicPr>
          <p:nvPr/>
        </p:nvPicPr>
        <p:blipFill>
          <a:blip r:embed="rId4"/>
          <a:stretch>
            <a:fillRect/>
          </a:stretch>
        </p:blipFill>
        <p:spPr>
          <a:xfrm>
            <a:off x="337132" y="1653948"/>
            <a:ext cx="7903354" cy="4664644"/>
          </a:xfrm>
          <a:prstGeom prst="rect">
            <a:avLst/>
          </a:prstGeom>
        </p:spPr>
      </p:pic>
      <p:sp>
        <p:nvSpPr>
          <p:cNvPr id="3" name="文本框 2">
            <a:extLst>
              <a:ext uri="{FF2B5EF4-FFF2-40B4-BE49-F238E27FC236}">
                <a16:creationId xmlns:a16="http://schemas.microsoft.com/office/drawing/2014/main" id="{7BE754A7-BF8C-B6C2-22ED-3102EC05F0BB}"/>
              </a:ext>
            </a:extLst>
          </p:cNvPr>
          <p:cNvSpPr txBox="1"/>
          <p:nvPr/>
        </p:nvSpPr>
        <p:spPr>
          <a:xfrm>
            <a:off x="8262257" y="2176631"/>
            <a:ext cx="3803953" cy="3416320"/>
          </a:xfrm>
          <a:prstGeom prst="rect">
            <a:avLst/>
          </a:prstGeom>
          <a:noFill/>
        </p:spPr>
        <p:txBody>
          <a:bodyPr wrap="square">
            <a:spAutoFit/>
          </a:bodyPr>
          <a:lstStyle/>
          <a:p>
            <a:r>
              <a:rPr lang="en-US" altLang="zh-CN" dirty="0">
                <a:latin typeface="微软雅黑" panose="020B0503020204020204" pitchFamily="34" charset="-122"/>
                <a:ea typeface="微软雅黑" panose="020B0503020204020204" pitchFamily="34" charset="-122"/>
              </a:rPr>
              <a:t>Smoothness Index </a:t>
            </a:r>
            <a:r>
              <a:rPr lang="zh-CN" altLang="en-US" dirty="0">
                <a:latin typeface="微软雅黑" panose="020B0503020204020204" pitchFamily="34" charset="-122"/>
                <a:ea typeface="微软雅黑" panose="020B0503020204020204" pitchFamily="34" charset="-122"/>
              </a:rPr>
              <a:t>反映各站位完成时间的均衡程度，数值越低表示扰动恢复过程越平稳。</a:t>
            </a:r>
          </a:p>
          <a:p>
            <a:endParaRPr lang="zh-CN" altLang="en-US"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MRG-HMARL </a:t>
            </a:r>
            <a:r>
              <a:rPr lang="zh-CN" altLang="en-US" dirty="0">
                <a:latin typeface="微软雅黑" panose="020B0503020204020204" pitchFamily="34" charset="-122"/>
                <a:ea typeface="微软雅黑" panose="020B0503020204020204" pitchFamily="34" charset="-122"/>
              </a:rPr>
              <a:t>在 </a:t>
            </a:r>
            <a:r>
              <a:rPr lang="en-US" altLang="zh-CN" dirty="0">
                <a:latin typeface="微软雅黑" panose="020B0503020204020204" pitchFamily="34" charset="-122"/>
                <a:ea typeface="微软雅黑" panose="020B0503020204020204" pitchFamily="34" charset="-122"/>
              </a:rPr>
              <a:t>Smoothness </a:t>
            </a:r>
            <a:r>
              <a:rPr lang="zh-CN" altLang="en-US" dirty="0">
                <a:latin typeface="微软雅黑" panose="020B0503020204020204" pitchFamily="34" charset="-122"/>
                <a:ea typeface="微软雅黑" panose="020B0503020204020204" pitchFamily="34" charset="-122"/>
              </a:rPr>
              <a:t>上的收敛优势更明显，说明其不仅关注完工周期，也能降低站位间恢复进度差异。</a:t>
            </a:r>
          </a:p>
          <a:p>
            <a:endParaRPr lang="zh-CN" altLang="en-US"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多关系图提供的就绪、借用、保护和阻塞信息，有助于策略学习更平稳的资源调整方式。</a:t>
            </a:r>
          </a:p>
        </p:txBody>
      </p:sp>
    </p:spTree>
    <p:extLst>
      <p:ext uri="{BB962C8B-B14F-4D97-AF65-F5344CB8AC3E}">
        <p14:creationId xmlns:p14="http://schemas.microsoft.com/office/powerpoint/2010/main" val="318893559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66D3F9-BC2F-14C0-1B35-8DA7C33A9CBB}"/>
            </a:ext>
          </a:extLst>
        </p:cNvPr>
        <p:cNvGrpSpPr/>
        <p:nvPr/>
      </p:nvGrpSpPr>
      <p:grpSpPr>
        <a:xfrm>
          <a:off x="0" y="0"/>
          <a:ext cx="0" cy="0"/>
          <a:chOff x="0" y="0"/>
          <a:chExt cx="0" cy="0"/>
        </a:xfrm>
      </p:grpSpPr>
      <p:cxnSp>
        <p:nvCxnSpPr>
          <p:cNvPr id="7" name="直接连接符 6">
            <a:extLst>
              <a:ext uri="{FF2B5EF4-FFF2-40B4-BE49-F238E27FC236}">
                <a16:creationId xmlns:a16="http://schemas.microsoft.com/office/drawing/2014/main" id="{9C95395E-1430-E0A4-7FC0-EDAC34DF200D}"/>
              </a:ext>
            </a:extLst>
          </p:cNvPr>
          <p:cNvCxnSpPr>
            <a:cxnSpLocks/>
          </p:cNvCxnSpPr>
          <p:nvPr/>
        </p:nvCxnSpPr>
        <p:spPr>
          <a:xfrm>
            <a:off x="337132" y="774574"/>
            <a:ext cx="11567001" cy="0"/>
          </a:xfrm>
          <a:prstGeom prst="line">
            <a:avLst/>
          </a:prstGeom>
          <a:ln w="19050">
            <a:solidFill>
              <a:srgbClr val="133C7A">
                <a:alpha val="80000"/>
              </a:srgbClr>
            </a:solidFill>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891C724C-0BB3-23EC-FAE0-23706E488473}"/>
              </a:ext>
            </a:extLst>
          </p:cNvPr>
          <p:cNvSpPr txBox="1"/>
          <p:nvPr/>
        </p:nvSpPr>
        <p:spPr>
          <a:xfrm>
            <a:off x="683012" y="256087"/>
            <a:ext cx="9510123" cy="505676"/>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r>
              <a:rPr lang="en-US" altLang="zh-CN" sz="2800" dirty="0">
                <a:solidFill>
                  <a:schemeClr val="tx2">
                    <a:lumMod val="75000"/>
                  </a:schemeClr>
                </a:solidFill>
                <a:latin typeface="微软雅黑" panose="020B0503020204020204" pitchFamily="34" charset="-122"/>
                <a:ea typeface="微软雅黑" panose="020B0503020204020204" pitchFamily="34" charset="-122"/>
              </a:rPr>
              <a:t>4 </a:t>
            </a:r>
            <a:r>
              <a:rPr lang="zh-CN" altLang="en-US" sz="2800" dirty="0">
                <a:solidFill>
                  <a:schemeClr val="tx2">
                    <a:lumMod val="75000"/>
                  </a:schemeClr>
                </a:solidFill>
                <a:latin typeface="微软雅黑" panose="020B0503020204020204" pitchFamily="34" charset="-122"/>
                <a:ea typeface="微软雅黑" panose="020B0503020204020204" pitchFamily="34" charset="-122"/>
              </a:rPr>
              <a:t>实验验证</a:t>
            </a:r>
          </a:p>
        </p:txBody>
      </p:sp>
      <p:sp>
        <p:nvSpPr>
          <p:cNvPr id="9" name="矩形 8">
            <a:extLst>
              <a:ext uri="{FF2B5EF4-FFF2-40B4-BE49-F238E27FC236}">
                <a16:creationId xmlns:a16="http://schemas.microsoft.com/office/drawing/2014/main" id="{00868A60-AEEA-E4DA-405D-8412DD7DD71D}"/>
              </a:ext>
            </a:extLst>
          </p:cNvPr>
          <p:cNvSpPr/>
          <p:nvPr/>
        </p:nvSpPr>
        <p:spPr>
          <a:xfrm>
            <a:off x="337132" y="268900"/>
            <a:ext cx="195295" cy="50567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DAFDA434-13DE-C2A2-0567-BDDC9BF21641}"/>
              </a:ext>
            </a:extLst>
          </p:cNvPr>
          <p:cNvSpPr/>
          <p:nvPr/>
        </p:nvSpPr>
        <p:spPr>
          <a:xfrm>
            <a:off x="337132" y="268900"/>
            <a:ext cx="276318" cy="505674"/>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8C5474AC-DE15-8DFF-1FB5-B53019887A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66776" y="256087"/>
            <a:ext cx="1788092" cy="431989"/>
          </a:xfrm>
          <a:prstGeom prst="rect">
            <a:avLst/>
          </a:prstGeom>
        </p:spPr>
      </p:pic>
      <p:sp>
        <p:nvSpPr>
          <p:cNvPr id="16" name="文本框 15">
            <a:extLst>
              <a:ext uri="{FF2B5EF4-FFF2-40B4-BE49-F238E27FC236}">
                <a16:creationId xmlns:a16="http://schemas.microsoft.com/office/drawing/2014/main" id="{106AD5E6-4BEE-EFB7-27E5-440A76137163}"/>
              </a:ext>
            </a:extLst>
          </p:cNvPr>
          <p:cNvSpPr txBox="1"/>
          <p:nvPr/>
        </p:nvSpPr>
        <p:spPr>
          <a:xfrm>
            <a:off x="299410" y="862073"/>
            <a:ext cx="9510123" cy="444121"/>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r>
              <a:rPr lang="en-US" altLang="zh-CN" sz="2400" dirty="0">
                <a:solidFill>
                  <a:schemeClr val="tx2">
                    <a:lumMod val="75000"/>
                  </a:schemeClr>
                </a:solidFill>
                <a:latin typeface="微软雅黑" panose="020B0503020204020204" pitchFamily="34" charset="-122"/>
                <a:ea typeface="微软雅黑" panose="020B0503020204020204" pitchFamily="34" charset="-122"/>
              </a:rPr>
              <a:t>• 4.2 </a:t>
            </a:r>
            <a:r>
              <a:rPr lang="zh-CN" altLang="en-US" sz="2400" dirty="0">
                <a:solidFill>
                  <a:schemeClr val="tx2">
                    <a:lumMod val="75000"/>
                  </a:schemeClr>
                </a:solidFill>
                <a:latin typeface="微软雅黑" panose="020B0503020204020204" pitchFamily="34" charset="-122"/>
                <a:ea typeface="微软雅黑" panose="020B0503020204020204" pitchFamily="34" charset="-122"/>
              </a:rPr>
              <a:t>对比算法实验</a:t>
            </a:r>
            <a:r>
              <a:rPr lang="en-US" altLang="zh-CN" sz="2400" dirty="0">
                <a:solidFill>
                  <a:schemeClr val="tx2">
                    <a:lumMod val="75000"/>
                  </a:schemeClr>
                </a:solidFill>
                <a:latin typeface="微软雅黑" panose="020B0503020204020204" pitchFamily="34" charset="-122"/>
                <a:ea typeface="微软雅黑" panose="020B0503020204020204" pitchFamily="34" charset="-122"/>
              </a:rPr>
              <a:t>——</a:t>
            </a:r>
            <a:r>
              <a:rPr lang="zh-CN" altLang="en-US" sz="2400" dirty="0">
                <a:solidFill>
                  <a:schemeClr val="tx2">
                    <a:lumMod val="75000"/>
                  </a:schemeClr>
                </a:solidFill>
                <a:latin typeface="微软雅黑" panose="020B0503020204020204" pitchFamily="34" charset="-122"/>
                <a:ea typeface="微软雅黑" panose="020B0503020204020204" pitchFamily="34" charset="-122"/>
              </a:rPr>
              <a:t>图表分析</a:t>
            </a:r>
          </a:p>
        </p:txBody>
      </p:sp>
      <p:sp>
        <p:nvSpPr>
          <p:cNvPr id="2" name="文本框 1">
            <a:extLst>
              <a:ext uri="{FF2B5EF4-FFF2-40B4-BE49-F238E27FC236}">
                <a16:creationId xmlns:a16="http://schemas.microsoft.com/office/drawing/2014/main" id="{366EEFC3-4D30-F377-3B16-D3567D7E43FD}"/>
              </a:ext>
            </a:extLst>
          </p:cNvPr>
          <p:cNvSpPr txBox="1"/>
          <p:nvPr/>
        </p:nvSpPr>
        <p:spPr>
          <a:xfrm>
            <a:off x="8928934" y="1937145"/>
            <a:ext cx="3086954" cy="3693319"/>
          </a:xfrm>
          <a:prstGeom prst="rect">
            <a:avLst/>
          </a:prstGeom>
          <a:noFill/>
        </p:spPr>
        <p:txBody>
          <a:bodyPr wrap="square">
            <a:spAutoFit/>
          </a:bodyPr>
          <a:lstStyle/>
          <a:p>
            <a:r>
              <a:rPr lang="zh-CN" altLang="en-US" dirty="0">
                <a:latin typeface="微软雅黑" panose="020B0503020204020204" pitchFamily="34" charset="-122"/>
                <a:ea typeface="微软雅黑" panose="020B0503020204020204" pitchFamily="34" charset="-122"/>
              </a:rPr>
              <a:t>该图比较不同算法在 </a:t>
            </a:r>
            <a:r>
              <a:rPr lang="en-US" altLang="zh-CN" dirty="0">
                <a:latin typeface="微软雅黑" panose="020B0503020204020204" pitchFamily="34" charset="-122"/>
                <a:ea typeface="微软雅黑" panose="020B0503020204020204" pitchFamily="34" charset="-122"/>
              </a:rPr>
              <a:t>mild </a:t>
            </a:r>
            <a:r>
              <a:rPr lang="zh-CN" altLang="en-US" dirty="0">
                <a:latin typeface="微软雅黑" panose="020B0503020204020204" pitchFamily="34" charset="-122"/>
                <a:ea typeface="微软雅黑" panose="020B0503020204020204" pitchFamily="34" charset="-122"/>
              </a:rPr>
              <a:t>扰动场景下的平均</a:t>
            </a:r>
            <a:r>
              <a:rPr lang="en-US" altLang="zh-CN" dirty="0">
                <a:latin typeface="微软雅黑" panose="020B0503020204020204" pitchFamily="34" charset="-122"/>
                <a:ea typeface="微软雅黑" panose="020B0503020204020204" pitchFamily="34" charset="-122"/>
              </a:rPr>
              <a:t>Takt Time </a:t>
            </a:r>
            <a:r>
              <a:rPr lang="zh-CN" altLang="en-US" dirty="0">
                <a:latin typeface="微软雅黑" panose="020B0503020204020204" pitchFamily="34" charset="-122"/>
                <a:ea typeface="微软雅黑" panose="020B0503020204020204" pitchFamily="34" charset="-122"/>
              </a:rPr>
              <a:t>。</a:t>
            </a:r>
          </a:p>
          <a:p>
            <a:endParaRPr lang="zh-CN" altLang="en-US"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MRG-HMARL </a:t>
            </a:r>
            <a:r>
              <a:rPr lang="zh-CN" altLang="en-US" dirty="0">
                <a:latin typeface="微软雅黑" panose="020B0503020204020204" pitchFamily="34" charset="-122"/>
                <a:ea typeface="微软雅黑" panose="020B0503020204020204" pitchFamily="34" charset="-122"/>
              </a:rPr>
              <a:t>相比 </a:t>
            </a:r>
            <a:r>
              <a:rPr lang="en-US" altLang="zh-CN" dirty="0">
                <a:latin typeface="微软雅黑" panose="020B0503020204020204" pitchFamily="34" charset="-122"/>
                <a:ea typeface="微软雅黑" panose="020B0503020204020204" pitchFamily="34" charset="-122"/>
              </a:rPr>
              <a:t>Rule-based </a:t>
            </a:r>
            <a:r>
              <a:rPr lang="zh-CN" altLang="en-US" dirty="0">
                <a:latin typeface="微软雅黑" panose="020B0503020204020204" pitchFamily="34" charset="-122"/>
                <a:ea typeface="微软雅黑" panose="020B0503020204020204" pitchFamily="34" charset="-122"/>
              </a:rPr>
              <a:t>和多数强化学习基线取得更低的</a:t>
            </a:r>
            <a:r>
              <a:rPr lang="en-US" altLang="zh-CN" dirty="0">
                <a:latin typeface="微软雅黑" panose="020B0503020204020204" pitchFamily="34" charset="-122"/>
                <a:ea typeface="微软雅黑" panose="020B0503020204020204" pitchFamily="34" charset="-122"/>
              </a:rPr>
              <a:t>Takt Time </a:t>
            </a:r>
            <a:r>
              <a:rPr lang="zh-CN" altLang="en-US" dirty="0">
                <a:latin typeface="微软雅黑" panose="020B0503020204020204" pitchFamily="34" charset="-122"/>
                <a:ea typeface="微软雅黑" panose="020B0503020204020204" pitchFamily="34" charset="-122"/>
              </a:rPr>
              <a:t>，说明其能够更有效地协调工序选择和资源分配。</a:t>
            </a:r>
          </a:p>
          <a:p>
            <a:endParaRPr lang="zh-CN" altLang="en-US"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本文方法在扰动后恢复生产节拍方面具有优势，能够降低资源失效对整体完工周期的影响。</a:t>
            </a:r>
          </a:p>
        </p:txBody>
      </p:sp>
      <p:pic>
        <p:nvPicPr>
          <p:cNvPr id="4" name="图片 3">
            <a:extLst>
              <a:ext uri="{FF2B5EF4-FFF2-40B4-BE49-F238E27FC236}">
                <a16:creationId xmlns:a16="http://schemas.microsoft.com/office/drawing/2014/main" id="{A261394B-8126-23B4-D1F6-2B18F921BF1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7132" y="1399464"/>
            <a:ext cx="8659561" cy="4906965"/>
          </a:xfrm>
          <a:prstGeom prst="rect">
            <a:avLst/>
          </a:prstGeom>
        </p:spPr>
      </p:pic>
    </p:spTree>
    <p:extLst>
      <p:ext uri="{BB962C8B-B14F-4D97-AF65-F5344CB8AC3E}">
        <p14:creationId xmlns:p14="http://schemas.microsoft.com/office/powerpoint/2010/main" val="242887372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D1D447-F204-5290-3A93-B7C202EFB7DA}"/>
            </a:ext>
          </a:extLst>
        </p:cNvPr>
        <p:cNvGrpSpPr/>
        <p:nvPr/>
      </p:nvGrpSpPr>
      <p:grpSpPr>
        <a:xfrm>
          <a:off x="0" y="0"/>
          <a:ext cx="0" cy="0"/>
          <a:chOff x="0" y="0"/>
          <a:chExt cx="0" cy="0"/>
        </a:xfrm>
      </p:grpSpPr>
      <p:cxnSp>
        <p:nvCxnSpPr>
          <p:cNvPr id="7" name="直接连接符 6">
            <a:extLst>
              <a:ext uri="{FF2B5EF4-FFF2-40B4-BE49-F238E27FC236}">
                <a16:creationId xmlns:a16="http://schemas.microsoft.com/office/drawing/2014/main" id="{6BEDF416-01F0-24A0-F7F8-F46D48DC3E1F}"/>
              </a:ext>
            </a:extLst>
          </p:cNvPr>
          <p:cNvCxnSpPr>
            <a:cxnSpLocks/>
          </p:cNvCxnSpPr>
          <p:nvPr/>
        </p:nvCxnSpPr>
        <p:spPr>
          <a:xfrm>
            <a:off x="337132" y="774574"/>
            <a:ext cx="11567001" cy="0"/>
          </a:xfrm>
          <a:prstGeom prst="line">
            <a:avLst/>
          </a:prstGeom>
          <a:ln w="19050">
            <a:solidFill>
              <a:srgbClr val="133C7A">
                <a:alpha val="80000"/>
              </a:srgbClr>
            </a:solidFill>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36ACDB52-495A-A567-4227-D3106F2B22F9}"/>
              </a:ext>
            </a:extLst>
          </p:cNvPr>
          <p:cNvSpPr txBox="1"/>
          <p:nvPr/>
        </p:nvSpPr>
        <p:spPr>
          <a:xfrm>
            <a:off x="683012" y="256087"/>
            <a:ext cx="9510123" cy="505676"/>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r>
              <a:rPr lang="en-US" altLang="zh-CN" sz="2800" dirty="0">
                <a:solidFill>
                  <a:schemeClr val="tx2">
                    <a:lumMod val="75000"/>
                  </a:schemeClr>
                </a:solidFill>
                <a:latin typeface="微软雅黑" panose="020B0503020204020204" pitchFamily="34" charset="-122"/>
                <a:ea typeface="微软雅黑" panose="020B0503020204020204" pitchFamily="34" charset="-122"/>
              </a:rPr>
              <a:t>4 </a:t>
            </a:r>
            <a:r>
              <a:rPr lang="zh-CN" altLang="en-US" sz="2800" dirty="0">
                <a:solidFill>
                  <a:schemeClr val="tx2">
                    <a:lumMod val="75000"/>
                  </a:schemeClr>
                </a:solidFill>
                <a:latin typeface="微软雅黑" panose="020B0503020204020204" pitchFamily="34" charset="-122"/>
                <a:ea typeface="微软雅黑" panose="020B0503020204020204" pitchFamily="34" charset="-122"/>
              </a:rPr>
              <a:t>实验验证</a:t>
            </a:r>
          </a:p>
        </p:txBody>
      </p:sp>
      <p:sp>
        <p:nvSpPr>
          <p:cNvPr id="9" name="矩形 8">
            <a:extLst>
              <a:ext uri="{FF2B5EF4-FFF2-40B4-BE49-F238E27FC236}">
                <a16:creationId xmlns:a16="http://schemas.microsoft.com/office/drawing/2014/main" id="{5B980398-C575-6B18-6819-32889C36A499}"/>
              </a:ext>
            </a:extLst>
          </p:cNvPr>
          <p:cNvSpPr/>
          <p:nvPr/>
        </p:nvSpPr>
        <p:spPr>
          <a:xfrm>
            <a:off x="337132" y="268900"/>
            <a:ext cx="195295" cy="50567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5EA8ECAF-4690-DFC1-3672-79DA11FE28C5}"/>
              </a:ext>
            </a:extLst>
          </p:cNvPr>
          <p:cNvSpPr/>
          <p:nvPr/>
        </p:nvSpPr>
        <p:spPr>
          <a:xfrm>
            <a:off x="337132" y="268900"/>
            <a:ext cx="276318" cy="505674"/>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8CF0BCE4-7737-D507-E9BB-4F2361F8694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66776" y="256087"/>
            <a:ext cx="1788092" cy="431989"/>
          </a:xfrm>
          <a:prstGeom prst="rect">
            <a:avLst/>
          </a:prstGeom>
        </p:spPr>
      </p:pic>
      <p:sp>
        <p:nvSpPr>
          <p:cNvPr id="16" name="文本框 15">
            <a:extLst>
              <a:ext uri="{FF2B5EF4-FFF2-40B4-BE49-F238E27FC236}">
                <a16:creationId xmlns:a16="http://schemas.microsoft.com/office/drawing/2014/main" id="{76250386-82D2-DFE6-EC6E-81D4CD1962FD}"/>
              </a:ext>
            </a:extLst>
          </p:cNvPr>
          <p:cNvSpPr txBox="1"/>
          <p:nvPr/>
        </p:nvSpPr>
        <p:spPr>
          <a:xfrm>
            <a:off x="299410" y="862073"/>
            <a:ext cx="9510123" cy="444121"/>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r>
              <a:rPr lang="en-US" altLang="zh-CN" sz="2400" dirty="0">
                <a:solidFill>
                  <a:schemeClr val="tx2">
                    <a:lumMod val="75000"/>
                  </a:schemeClr>
                </a:solidFill>
                <a:latin typeface="微软雅黑" panose="020B0503020204020204" pitchFamily="34" charset="-122"/>
                <a:ea typeface="微软雅黑" panose="020B0503020204020204" pitchFamily="34" charset="-122"/>
              </a:rPr>
              <a:t>• 4.2 </a:t>
            </a:r>
            <a:r>
              <a:rPr lang="zh-CN" altLang="en-US" sz="2400" dirty="0">
                <a:solidFill>
                  <a:schemeClr val="tx2">
                    <a:lumMod val="75000"/>
                  </a:schemeClr>
                </a:solidFill>
                <a:latin typeface="微软雅黑" panose="020B0503020204020204" pitchFamily="34" charset="-122"/>
                <a:ea typeface="微软雅黑" panose="020B0503020204020204" pitchFamily="34" charset="-122"/>
              </a:rPr>
              <a:t>对比算法实验</a:t>
            </a:r>
            <a:r>
              <a:rPr lang="en-US" altLang="zh-CN" sz="2400" dirty="0">
                <a:solidFill>
                  <a:schemeClr val="tx2">
                    <a:lumMod val="75000"/>
                  </a:schemeClr>
                </a:solidFill>
                <a:latin typeface="微软雅黑" panose="020B0503020204020204" pitchFamily="34" charset="-122"/>
                <a:ea typeface="微软雅黑" panose="020B0503020204020204" pitchFamily="34" charset="-122"/>
              </a:rPr>
              <a:t>——</a:t>
            </a:r>
            <a:r>
              <a:rPr lang="zh-CN" altLang="en-US" sz="2400" dirty="0">
                <a:solidFill>
                  <a:schemeClr val="tx2">
                    <a:lumMod val="75000"/>
                  </a:schemeClr>
                </a:solidFill>
                <a:latin typeface="微软雅黑" panose="020B0503020204020204" pitchFamily="34" charset="-122"/>
                <a:ea typeface="微软雅黑" panose="020B0503020204020204" pitchFamily="34" charset="-122"/>
              </a:rPr>
              <a:t>图表分析</a:t>
            </a:r>
          </a:p>
        </p:txBody>
      </p:sp>
      <p:pic>
        <p:nvPicPr>
          <p:cNvPr id="4" name="图片 3">
            <a:extLst>
              <a:ext uri="{FF2B5EF4-FFF2-40B4-BE49-F238E27FC236}">
                <a16:creationId xmlns:a16="http://schemas.microsoft.com/office/drawing/2014/main" id="{2B11EE2D-D2C8-8AF0-77EE-829DAB1A8EF8}"/>
              </a:ext>
            </a:extLst>
          </p:cNvPr>
          <p:cNvPicPr>
            <a:picLocks noChangeAspect="1"/>
          </p:cNvPicPr>
          <p:nvPr/>
        </p:nvPicPr>
        <p:blipFill>
          <a:blip r:embed="rId4"/>
          <a:stretch>
            <a:fillRect/>
          </a:stretch>
        </p:blipFill>
        <p:spPr>
          <a:xfrm>
            <a:off x="337132" y="1410588"/>
            <a:ext cx="8643582" cy="4897911"/>
          </a:xfrm>
          <a:prstGeom prst="rect">
            <a:avLst/>
          </a:prstGeom>
        </p:spPr>
      </p:pic>
      <p:sp>
        <p:nvSpPr>
          <p:cNvPr id="2" name="文本框 1">
            <a:extLst>
              <a:ext uri="{FF2B5EF4-FFF2-40B4-BE49-F238E27FC236}">
                <a16:creationId xmlns:a16="http://schemas.microsoft.com/office/drawing/2014/main" id="{2C817B70-8091-9995-F239-A73240418C13}"/>
              </a:ext>
            </a:extLst>
          </p:cNvPr>
          <p:cNvSpPr txBox="1"/>
          <p:nvPr/>
        </p:nvSpPr>
        <p:spPr>
          <a:xfrm>
            <a:off x="8928934" y="1937145"/>
            <a:ext cx="3086954" cy="3693319"/>
          </a:xfrm>
          <a:prstGeom prst="rect">
            <a:avLst/>
          </a:prstGeom>
          <a:noFill/>
        </p:spPr>
        <p:txBody>
          <a:bodyPr wrap="square">
            <a:spAutoFit/>
          </a:bodyPr>
          <a:lstStyle/>
          <a:p>
            <a:r>
              <a:rPr lang="zh-CN" altLang="en-US" dirty="0">
                <a:latin typeface="微软雅黑" panose="020B0503020204020204" pitchFamily="34" charset="-122"/>
                <a:ea typeface="微软雅黑" panose="020B0503020204020204" pitchFamily="34" charset="-122"/>
              </a:rPr>
              <a:t>该图比较不同算法在扰动场景下的 </a:t>
            </a:r>
            <a:r>
              <a:rPr lang="en-US" altLang="zh-CN" dirty="0">
                <a:latin typeface="微软雅黑" panose="020B0503020204020204" pitchFamily="34" charset="-122"/>
                <a:ea typeface="微软雅黑" panose="020B0503020204020204" pitchFamily="34" charset="-122"/>
              </a:rPr>
              <a:t>Smoothness Index</a:t>
            </a:r>
            <a:r>
              <a:rPr lang="zh-CN" altLang="en-US" dirty="0">
                <a:latin typeface="微软雅黑" panose="020B0503020204020204" pitchFamily="34" charset="-122"/>
                <a:ea typeface="微软雅黑" panose="020B0503020204020204" pitchFamily="34" charset="-122"/>
              </a:rPr>
              <a:t>，反映站位完成时间的均衡性。</a:t>
            </a:r>
          </a:p>
          <a:p>
            <a:endParaRPr lang="zh-CN" altLang="en-US"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MRG-HMARL </a:t>
            </a:r>
            <a:r>
              <a:rPr lang="zh-CN" altLang="en-US" dirty="0">
                <a:latin typeface="微软雅黑" panose="020B0503020204020204" pitchFamily="34" charset="-122"/>
                <a:ea typeface="微软雅黑" panose="020B0503020204020204" pitchFamily="34" charset="-122"/>
              </a:rPr>
              <a:t>在 </a:t>
            </a:r>
            <a:r>
              <a:rPr lang="en-US" altLang="zh-CN" dirty="0">
                <a:latin typeface="微软雅黑" panose="020B0503020204020204" pitchFamily="34" charset="-122"/>
                <a:ea typeface="微软雅黑" panose="020B0503020204020204" pitchFamily="34" charset="-122"/>
              </a:rPr>
              <a:t>Smoothness </a:t>
            </a:r>
            <a:r>
              <a:rPr lang="zh-CN" altLang="en-US" dirty="0">
                <a:latin typeface="微软雅黑" panose="020B0503020204020204" pitchFamily="34" charset="-122"/>
                <a:ea typeface="微软雅黑" panose="020B0503020204020204" pitchFamily="34" charset="-122"/>
              </a:rPr>
              <a:t>上改善更明显，说明方法能够减少扰动后站位间完成时间差异。</a:t>
            </a:r>
          </a:p>
          <a:p>
            <a:endParaRPr lang="zh-CN" altLang="en-US"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MRG-HMARL </a:t>
            </a:r>
            <a:r>
              <a:rPr lang="zh-CN" altLang="en-US" dirty="0">
                <a:latin typeface="微软雅黑" panose="020B0503020204020204" pitchFamily="34" charset="-122"/>
                <a:ea typeface="微软雅黑" panose="020B0503020204020204" pitchFamily="34" charset="-122"/>
              </a:rPr>
              <a:t>的优势不仅体现在缩短生产周期，更体现在提升扰动恢复过程的平稳性。</a:t>
            </a:r>
          </a:p>
        </p:txBody>
      </p:sp>
    </p:spTree>
    <p:extLst>
      <p:ext uri="{BB962C8B-B14F-4D97-AF65-F5344CB8AC3E}">
        <p14:creationId xmlns:p14="http://schemas.microsoft.com/office/powerpoint/2010/main" val="417721850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CED126-1C74-77D1-C338-58354FE94030}"/>
            </a:ext>
          </a:extLst>
        </p:cNvPr>
        <p:cNvGrpSpPr/>
        <p:nvPr/>
      </p:nvGrpSpPr>
      <p:grpSpPr>
        <a:xfrm>
          <a:off x="0" y="0"/>
          <a:ext cx="0" cy="0"/>
          <a:chOff x="0" y="0"/>
          <a:chExt cx="0" cy="0"/>
        </a:xfrm>
      </p:grpSpPr>
      <p:cxnSp>
        <p:nvCxnSpPr>
          <p:cNvPr id="7" name="直接连接符 6">
            <a:extLst>
              <a:ext uri="{FF2B5EF4-FFF2-40B4-BE49-F238E27FC236}">
                <a16:creationId xmlns:a16="http://schemas.microsoft.com/office/drawing/2014/main" id="{03AA5AAB-CE60-40AF-1855-DD68458CA43F}"/>
              </a:ext>
            </a:extLst>
          </p:cNvPr>
          <p:cNvCxnSpPr>
            <a:cxnSpLocks/>
          </p:cNvCxnSpPr>
          <p:nvPr/>
        </p:nvCxnSpPr>
        <p:spPr>
          <a:xfrm>
            <a:off x="337132" y="774574"/>
            <a:ext cx="11567001" cy="0"/>
          </a:xfrm>
          <a:prstGeom prst="line">
            <a:avLst/>
          </a:prstGeom>
          <a:ln w="19050">
            <a:solidFill>
              <a:srgbClr val="133C7A">
                <a:alpha val="80000"/>
              </a:srgbClr>
            </a:solidFill>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0E2D170F-A91D-71AD-54B7-0AEA1EE3E196}"/>
              </a:ext>
            </a:extLst>
          </p:cNvPr>
          <p:cNvSpPr txBox="1"/>
          <p:nvPr/>
        </p:nvSpPr>
        <p:spPr>
          <a:xfrm>
            <a:off x="683012" y="256087"/>
            <a:ext cx="9510123" cy="505676"/>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r>
              <a:rPr lang="en-US" altLang="zh-CN" sz="2800" dirty="0">
                <a:solidFill>
                  <a:schemeClr val="tx2">
                    <a:lumMod val="75000"/>
                  </a:schemeClr>
                </a:solidFill>
                <a:latin typeface="微软雅黑" panose="020B0503020204020204" pitchFamily="34" charset="-122"/>
                <a:ea typeface="微软雅黑" panose="020B0503020204020204" pitchFamily="34" charset="-122"/>
              </a:rPr>
              <a:t>4 </a:t>
            </a:r>
            <a:r>
              <a:rPr lang="zh-CN" altLang="en-US" sz="2800" dirty="0">
                <a:solidFill>
                  <a:schemeClr val="tx2">
                    <a:lumMod val="75000"/>
                  </a:schemeClr>
                </a:solidFill>
                <a:latin typeface="微软雅黑" panose="020B0503020204020204" pitchFamily="34" charset="-122"/>
                <a:ea typeface="微软雅黑" panose="020B0503020204020204" pitchFamily="34" charset="-122"/>
              </a:rPr>
              <a:t>实验验证</a:t>
            </a:r>
          </a:p>
        </p:txBody>
      </p:sp>
      <p:sp>
        <p:nvSpPr>
          <p:cNvPr id="9" name="矩形 8">
            <a:extLst>
              <a:ext uri="{FF2B5EF4-FFF2-40B4-BE49-F238E27FC236}">
                <a16:creationId xmlns:a16="http://schemas.microsoft.com/office/drawing/2014/main" id="{6336DF38-D607-1ADA-E90E-B7C463A1C365}"/>
              </a:ext>
            </a:extLst>
          </p:cNvPr>
          <p:cNvSpPr/>
          <p:nvPr/>
        </p:nvSpPr>
        <p:spPr>
          <a:xfrm>
            <a:off x="337132" y="268900"/>
            <a:ext cx="195295" cy="50567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41E859EE-AE3A-5822-C8E7-B8996B2CA6C3}"/>
              </a:ext>
            </a:extLst>
          </p:cNvPr>
          <p:cNvSpPr/>
          <p:nvPr/>
        </p:nvSpPr>
        <p:spPr>
          <a:xfrm>
            <a:off x="337132" y="268900"/>
            <a:ext cx="276318" cy="505674"/>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CC53478D-2402-E53A-09D3-00AABD76D7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66776" y="256087"/>
            <a:ext cx="1788092" cy="431989"/>
          </a:xfrm>
          <a:prstGeom prst="rect">
            <a:avLst/>
          </a:prstGeom>
        </p:spPr>
      </p:pic>
      <p:sp>
        <p:nvSpPr>
          <p:cNvPr id="3" name="文本框 2">
            <a:extLst>
              <a:ext uri="{FF2B5EF4-FFF2-40B4-BE49-F238E27FC236}">
                <a16:creationId xmlns:a16="http://schemas.microsoft.com/office/drawing/2014/main" id="{9110AEFC-5022-6C04-8471-8BD9E4445740}"/>
              </a:ext>
            </a:extLst>
          </p:cNvPr>
          <p:cNvSpPr txBox="1"/>
          <p:nvPr/>
        </p:nvSpPr>
        <p:spPr>
          <a:xfrm>
            <a:off x="299410" y="862073"/>
            <a:ext cx="9510123" cy="444121"/>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r>
              <a:rPr lang="en-US" altLang="zh-CN" sz="2400" dirty="0">
                <a:solidFill>
                  <a:schemeClr val="tx2">
                    <a:lumMod val="75000"/>
                  </a:schemeClr>
                </a:solidFill>
                <a:latin typeface="微软雅黑" panose="020B0503020204020204" pitchFamily="34" charset="-122"/>
                <a:ea typeface="微软雅黑" panose="020B0503020204020204" pitchFamily="34" charset="-122"/>
              </a:rPr>
              <a:t>• 4.3 </a:t>
            </a:r>
            <a:r>
              <a:rPr lang="zh-CN" altLang="en-US" sz="2400" dirty="0">
                <a:solidFill>
                  <a:schemeClr val="tx2">
                    <a:lumMod val="75000"/>
                  </a:schemeClr>
                </a:solidFill>
                <a:latin typeface="微软雅黑" panose="020B0503020204020204" pitchFamily="34" charset="-122"/>
                <a:ea typeface="微软雅黑" panose="020B0503020204020204" pitchFamily="34" charset="-122"/>
              </a:rPr>
              <a:t>图关系消融实验</a:t>
            </a:r>
          </a:p>
        </p:txBody>
      </p:sp>
      <p:sp>
        <p:nvSpPr>
          <p:cNvPr id="20" name="矩形: 圆角 19">
            <a:extLst>
              <a:ext uri="{FF2B5EF4-FFF2-40B4-BE49-F238E27FC236}">
                <a16:creationId xmlns:a16="http://schemas.microsoft.com/office/drawing/2014/main" id="{F007F240-7C36-DD1E-4D65-8670C736924D}"/>
              </a:ext>
            </a:extLst>
          </p:cNvPr>
          <p:cNvSpPr/>
          <p:nvPr/>
        </p:nvSpPr>
        <p:spPr>
          <a:xfrm>
            <a:off x="337132" y="1611406"/>
            <a:ext cx="2183730" cy="4430166"/>
          </a:xfrm>
          <a:prstGeom prst="roundRect">
            <a:avLst>
              <a:gd name="adj" fmla="val 3510"/>
            </a:avLst>
          </a:prstGeom>
          <a:no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21" name="矩形: 圆角 20">
            <a:extLst>
              <a:ext uri="{FF2B5EF4-FFF2-40B4-BE49-F238E27FC236}">
                <a16:creationId xmlns:a16="http://schemas.microsoft.com/office/drawing/2014/main" id="{E89AA8FA-B157-9451-3C7D-F6E498546A3B}"/>
              </a:ext>
            </a:extLst>
          </p:cNvPr>
          <p:cNvSpPr/>
          <p:nvPr/>
        </p:nvSpPr>
        <p:spPr>
          <a:xfrm>
            <a:off x="8802777" y="1611406"/>
            <a:ext cx="3052091" cy="4430166"/>
          </a:xfrm>
          <a:prstGeom prst="roundRect">
            <a:avLst>
              <a:gd name="adj" fmla="val 3510"/>
            </a:avLst>
          </a:prstGeom>
          <a:no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22" name="矩形: 圆角 21">
            <a:extLst>
              <a:ext uri="{FF2B5EF4-FFF2-40B4-BE49-F238E27FC236}">
                <a16:creationId xmlns:a16="http://schemas.microsoft.com/office/drawing/2014/main" id="{2F46B913-FB52-FC06-37FC-F7A39F437771}"/>
              </a:ext>
            </a:extLst>
          </p:cNvPr>
          <p:cNvSpPr/>
          <p:nvPr/>
        </p:nvSpPr>
        <p:spPr>
          <a:xfrm>
            <a:off x="2796364" y="1624219"/>
            <a:ext cx="5730912" cy="4417352"/>
          </a:xfrm>
          <a:prstGeom prst="roundRect">
            <a:avLst>
              <a:gd name="adj" fmla="val 3510"/>
            </a:avLst>
          </a:prstGeom>
          <a:no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23" name="文本框 22">
            <a:extLst>
              <a:ext uri="{FF2B5EF4-FFF2-40B4-BE49-F238E27FC236}">
                <a16:creationId xmlns:a16="http://schemas.microsoft.com/office/drawing/2014/main" id="{F96928CB-9EF3-8203-07BC-92A81E050F89}"/>
              </a:ext>
            </a:extLst>
          </p:cNvPr>
          <p:cNvSpPr txBox="1"/>
          <p:nvPr/>
        </p:nvSpPr>
        <p:spPr>
          <a:xfrm>
            <a:off x="434779" y="1611403"/>
            <a:ext cx="2361584" cy="482080"/>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zh-CN" altLang="en-US" sz="2000" dirty="0">
                <a:solidFill>
                  <a:srgbClr val="003F88"/>
                </a:solidFill>
                <a:latin typeface="微软雅黑" panose="020B0503020204020204" pitchFamily="34" charset="-122"/>
                <a:ea typeface="微软雅黑" panose="020B0503020204020204" pitchFamily="34" charset="-122"/>
              </a:rPr>
              <a:t>实验目的</a:t>
            </a:r>
          </a:p>
        </p:txBody>
      </p:sp>
      <p:cxnSp>
        <p:nvCxnSpPr>
          <p:cNvPr id="24" name="直接连接符 23">
            <a:extLst>
              <a:ext uri="{FF2B5EF4-FFF2-40B4-BE49-F238E27FC236}">
                <a16:creationId xmlns:a16="http://schemas.microsoft.com/office/drawing/2014/main" id="{04B3FE79-FED5-80D2-BC3F-E19973D51CD1}"/>
              </a:ext>
            </a:extLst>
          </p:cNvPr>
          <p:cNvCxnSpPr>
            <a:cxnSpLocks/>
          </p:cNvCxnSpPr>
          <p:nvPr/>
        </p:nvCxnSpPr>
        <p:spPr>
          <a:xfrm>
            <a:off x="475291" y="2099903"/>
            <a:ext cx="1929304" cy="0"/>
          </a:xfrm>
          <a:prstGeom prst="line">
            <a:avLst/>
          </a:prstGeom>
          <a:ln w="25400">
            <a:prstDash val="dash"/>
          </a:ln>
        </p:spPr>
        <p:style>
          <a:lnRef idx="1">
            <a:schemeClr val="accent1"/>
          </a:lnRef>
          <a:fillRef idx="0">
            <a:schemeClr val="accent1"/>
          </a:fillRef>
          <a:effectRef idx="0">
            <a:schemeClr val="accent1"/>
          </a:effectRef>
          <a:fontRef idx="minor">
            <a:schemeClr val="tx1"/>
          </a:fontRef>
        </p:style>
      </p:cxnSp>
      <p:sp>
        <p:nvSpPr>
          <p:cNvPr id="25" name="文本框 24">
            <a:extLst>
              <a:ext uri="{FF2B5EF4-FFF2-40B4-BE49-F238E27FC236}">
                <a16:creationId xmlns:a16="http://schemas.microsoft.com/office/drawing/2014/main" id="{5B77D239-2177-72AA-5EF5-CE00DF1E27C8}"/>
              </a:ext>
            </a:extLst>
          </p:cNvPr>
          <p:cNvSpPr txBox="1"/>
          <p:nvPr/>
        </p:nvSpPr>
        <p:spPr>
          <a:xfrm>
            <a:off x="3006625" y="1600517"/>
            <a:ext cx="2817806" cy="482080"/>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zh-CN" altLang="en-US" sz="2000" dirty="0">
                <a:solidFill>
                  <a:srgbClr val="003F88"/>
                </a:solidFill>
                <a:latin typeface="微软雅黑" panose="020B0503020204020204" pitchFamily="34" charset="-122"/>
                <a:ea typeface="微软雅黑" panose="020B0503020204020204" pitchFamily="34" charset="-122"/>
              </a:rPr>
              <a:t>变体说明</a:t>
            </a:r>
          </a:p>
        </p:txBody>
      </p:sp>
      <p:cxnSp>
        <p:nvCxnSpPr>
          <p:cNvPr id="26" name="直接连接符 25">
            <a:extLst>
              <a:ext uri="{FF2B5EF4-FFF2-40B4-BE49-F238E27FC236}">
                <a16:creationId xmlns:a16="http://schemas.microsoft.com/office/drawing/2014/main" id="{C8AA71E6-31E2-560B-7143-4042568E0CEE}"/>
              </a:ext>
            </a:extLst>
          </p:cNvPr>
          <p:cNvCxnSpPr>
            <a:cxnSpLocks/>
          </p:cNvCxnSpPr>
          <p:nvPr/>
        </p:nvCxnSpPr>
        <p:spPr>
          <a:xfrm>
            <a:off x="3026229" y="2099903"/>
            <a:ext cx="5303435" cy="0"/>
          </a:xfrm>
          <a:prstGeom prst="line">
            <a:avLst/>
          </a:prstGeom>
          <a:ln w="25400">
            <a:prstDash val="dash"/>
          </a:ln>
        </p:spPr>
        <p:style>
          <a:lnRef idx="1">
            <a:schemeClr val="accent1"/>
          </a:lnRef>
          <a:fillRef idx="0">
            <a:schemeClr val="accent1"/>
          </a:fillRef>
          <a:effectRef idx="0">
            <a:schemeClr val="accent1"/>
          </a:effectRef>
          <a:fontRef idx="minor">
            <a:schemeClr val="tx1"/>
          </a:fontRef>
        </p:style>
      </p:cxnSp>
      <p:sp>
        <p:nvSpPr>
          <p:cNvPr id="27" name="文本框 26">
            <a:extLst>
              <a:ext uri="{FF2B5EF4-FFF2-40B4-BE49-F238E27FC236}">
                <a16:creationId xmlns:a16="http://schemas.microsoft.com/office/drawing/2014/main" id="{D3915B24-B587-4858-8350-B00D039B378D}"/>
              </a:ext>
            </a:extLst>
          </p:cNvPr>
          <p:cNvSpPr txBox="1"/>
          <p:nvPr/>
        </p:nvSpPr>
        <p:spPr>
          <a:xfrm>
            <a:off x="8987513" y="1611403"/>
            <a:ext cx="2361584" cy="482080"/>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zh-CN" altLang="en-US" sz="2000" dirty="0">
                <a:solidFill>
                  <a:srgbClr val="003F88"/>
                </a:solidFill>
                <a:latin typeface="微软雅黑" panose="020B0503020204020204" pitchFamily="34" charset="-122"/>
                <a:ea typeface="微软雅黑" panose="020B0503020204020204" pitchFamily="34" charset="-122"/>
              </a:rPr>
              <a:t>评价指标</a:t>
            </a:r>
          </a:p>
        </p:txBody>
      </p:sp>
      <p:cxnSp>
        <p:nvCxnSpPr>
          <p:cNvPr id="28" name="直接连接符 27">
            <a:extLst>
              <a:ext uri="{FF2B5EF4-FFF2-40B4-BE49-F238E27FC236}">
                <a16:creationId xmlns:a16="http://schemas.microsoft.com/office/drawing/2014/main" id="{DCD42FD6-5A94-0A96-00BC-196A4D94A233}"/>
              </a:ext>
            </a:extLst>
          </p:cNvPr>
          <p:cNvCxnSpPr>
            <a:cxnSpLocks/>
          </p:cNvCxnSpPr>
          <p:nvPr/>
        </p:nvCxnSpPr>
        <p:spPr>
          <a:xfrm>
            <a:off x="8948057" y="2099903"/>
            <a:ext cx="2761532" cy="0"/>
          </a:xfrm>
          <a:prstGeom prst="line">
            <a:avLst/>
          </a:prstGeom>
          <a:ln w="25400">
            <a:prstDash val="dash"/>
          </a:ln>
        </p:spPr>
        <p:style>
          <a:lnRef idx="1">
            <a:schemeClr val="accent1"/>
          </a:lnRef>
          <a:fillRef idx="0">
            <a:schemeClr val="accent1"/>
          </a:fillRef>
          <a:effectRef idx="0">
            <a:schemeClr val="accent1"/>
          </a:effectRef>
          <a:fontRef idx="minor">
            <a:schemeClr val="tx1"/>
          </a:fontRef>
        </p:style>
      </p:cxnSp>
      <p:sp>
        <p:nvSpPr>
          <p:cNvPr id="29" name="文本框 28">
            <a:extLst>
              <a:ext uri="{FF2B5EF4-FFF2-40B4-BE49-F238E27FC236}">
                <a16:creationId xmlns:a16="http://schemas.microsoft.com/office/drawing/2014/main" id="{21F69F75-A072-1F36-B7A7-938F0C0176D9}"/>
              </a:ext>
            </a:extLst>
          </p:cNvPr>
          <p:cNvSpPr txBox="1"/>
          <p:nvPr/>
        </p:nvSpPr>
        <p:spPr>
          <a:xfrm>
            <a:off x="434779" y="2243493"/>
            <a:ext cx="1969816" cy="2264851"/>
          </a:xfrm>
          <a:prstGeom prst="rect">
            <a:avLst/>
          </a:prstGeom>
          <a:noFill/>
        </p:spPr>
        <p:txBody>
          <a:bodyPr wrap="square">
            <a:spAutoFit/>
          </a:bodyPr>
          <a:lstStyle/>
          <a:p>
            <a:pPr>
              <a:lnSpc>
                <a:spcPct val="150000"/>
              </a:lnSpc>
            </a:pPr>
            <a:r>
              <a:rPr lang="zh-CN" altLang="en-US" sz="1600" dirty="0">
                <a:latin typeface="微软雅黑" panose="020B0503020204020204" pitchFamily="34" charset="-122"/>
                <a:ea typeface="微软雅黑" panose="020B0503020204020204" pitchFamily="34" charset="-122"/>
              </a:rPr>
              <a:t>本实验用于验证多关系图中不同关系类型对调度性能的贡献，判断图结构是否真正参与了扰动恢复决策。</a:t>
            </a:r>
          </a:p>
        </p:txBody>
      </p:sp>
      <p:sp>
        <p:nvSpPr>
          <p:cNvPr id="30" name="文本框 29">
            <a:extLst>
              <a:ext uri="{FF2B5EF4-FFF2-40B4-BE49-F238E27FC236}">
                <a16:creationId xmlns:a16="http://schemas.microsoft.com/office/drawing/2014/main" id="{8F3EF879-6DC5-883E-530F-FCE92424A213}"/>
              </a:ext>
            </a:extLst>
          </p:cNvPr>
          <p:cNvSpPr txBox="1"/>
          <p:nvPr/>
        </p:nvSpPr>
        <p:spPr>
          <a:xfrm>
            <a:off x="2829021" y="2117591"/>
            <a:ext cx="5678580" cy="3742178"/>
          </a:xfrm>
          <a:prstGeom prst="rect">
            <a:avLst/>
          </a:prstGeom>
          <a:noFill/>
        </p:spPr>
        <p:txBody>
          <a:bodyPr wrap="square">
            <a:spAutoFit/>
          </a:bodyPr>
          <a:lstStyle/>
          <a:p>
            <a:pPr>
              <a:lnSpc>
                <a:spcPct val="150000"/>
              </a:lnSpc>
            </a:pPr>
            <a:r>
              <a:rPr lang="en-US" altLang="zh-CN" sz="1600" b="1" dirty="0">
                <a:latin typeface="微软雅黑" panose="020B0503020204020204" pitchFamily="34" charset="-122"/>
                <a:ea typeface="微软雅黑" panose="020B0503020204020204" pitchFamily="34" charset="-122"/>
              </a:rPr>
              <a:t>• </a:t>
            </a:r>
            <a:r>
              <a:rPr lang="en-US" altLang="zh-CN" sz="1600" b="1" dirty="0" err="1">
                <a:latin typeface="微软雅黑" panose="020B0503020204020204" pitchFamily="34" charset="-122"/>
                <a:ea typeface="微软雅黑" panose="020B0503020204020204" pitchFamily="34" charset="-122"/>
              </a:rPr>
              <a:t>wo_ready</a:t>
            </a:r>
            <a:r>
              <a:rPr lang="zh-CN" altLang="en-US" sz="1600" b="1"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去除工序就绪关系，不再显式建模工序可执行状态及其传播影响。</a:t>
            </a:r>
            <a:endParaRPr lang="en-US" altLang="zh-CN" sz="1600" dirty="0">
              <a:latin typeface="微软雅黑" panose="020B0503020204020204" pitchFamily="34" charset="-122"/>
              <a:ea typeface="微软雅黑" panose="020B0503020204020204" pitchFamily="34" charset="-122"/>
            </a:endParaRPr>
          </a:p>
          <a:p>
            <a:pPr>
              <a:lnSpc>
                <a:spcPct val="150000"/>
              </a:lnSpc>
            </a:pPr>
            <a:r>
              <a:rPr lang="en-US" altLang="zh-CN" sz="1600" b="1" dirty="0">
                <a:latin typeface="微软雅黑" panose="020B0503020204020204" pitchFamily="34" charset="-122"/>
                <a:ea typeface="微软雅黑" panose="020B0503020204020204" pitchFamily="34" charset="-122"/>
              </a:rPr>
              <a:t>• </a:t>
            </a:r>
            <a:r>
              <a:rPr lang="en-US" altLang="zh-CN" sz="1600" b="1" dirty="0" err="1">
                <a:latin typeface="微软雅黑" panose="020B0503020204020204" pitchFamily="34" charset="-122"/>
                <a:ea typeface="微软雅黑" panose="020B0503020204020204" pitchFamily="34" charset="-122"/>
              </a:rPr>
              <a:t>wo_borrow_relation</a:t>
            </a:r>
            <a:r>
              <a:rPr lang="zh-CN" altLang="en-US" sz="1600" b="1"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去除资源借用关系，不再显式建模站位间可借用资源的关联。</a:t>
            </a:r>
            <a:endParaRPr lang="en-US" altLang="zh-CN" sz="1600" dirty="0">
              <a:latin typeface="微软雅黑" panose="020B0503020204020204" pitchFamily="34" charset="-122"/>
              <a:ea typeface="微软雅黑" panose="020B0503020204020204" pitchFamily="34" charset="-122"/>
            </a:endParaRPr>
          </a:p>
          <a:p>
            <a:pPr>
              <a:lnSpc>
                <a:spcPct val="150000"/>
              </a:lnSpc>
            </a:pPr>
            <a:r>
              <a:rPr lang="en-US" altLang="zh-CN" sz="1600" b="1" dirty="0">
                <a:latin typeface="微软雅黑" panose="020B0503020204020204" pitchFamily="34" charset="-122"/>
                <a:ea typeface="微软雅黑" panose="020B0503020204020204" pitchFamily="34" charset="-122"/>
              </a:rPr>
              <a:t>• </a:t>
            </a:r>
            <a:r>
              <a:rPr lang="en-US" altLang="zh-CN" sz="1600" b="1" dirty="0" err="1">
                <a:latin typeface="微软雅黑" panose="020B0503020204020204" pitchFamily="34" charset="-122"/>
                <a:ea typeface="微软雅黑" panose="020B0503020204020204" pitchFamily="34" charset="-122"/>
              </a:rPr>
              <a:t>wo_protect_relation</a:t>
            </a:r>
            <a:r>
              <a:rPr lang="zh-CN" altLang="en-US" sz="1600" b="1"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去除站位保护关系，不再显式建模扰动恢复中的资源保护约束。</a:t>
            </a:r>
            <a:endParaRPr lang="en-US" altLang="zh-CN" sz="1600" dirty="0">
              <a:latin typeface="微软雅黑" panose="020B0503020204020204" pitchFamily="34" charset="-122"/>
              <a:ea typeface="微软雅黑" panose="020B0503020204020204" pitchFamily="34" charset="-122"/>
            </a:endParaRPr>
          </a:p>
          <a:p>
            <a:pPr>
              <a:lnSpc>
                <a:spcPct val="150000"/>
              </a:lnSpc>
            </a:pPr>
            <a:r>
              <a:rPr lang="en-US" altLang="zh-CN" sz="1600" b="1" dirty="0">
                <a:latin typeface="微软雅黑" panose="020B0503020204020204" pitchFamily="34" charset="-122"/>
                <a:ea typeface="微软雅黑" panose="020B0503020204020204" pitchFamily="34" charset="-122"/>
              </a:rPr>
              <a:t>• </a:t>
            </a:r>
            <a:r>
              <a:rPr lang="en-US" altLang="zh-CN" sz="1600" b="1" dirty="0" err="1">
                <a:latin typeface="微软雅黑" panose="020B0503020204020204" pitchFamily="34" charset="-122"/>
                <a:ea typeface="微软雅黑" panose="020B0503020204020204" pitchFamily="34" charset="-122"/>
              </a:rPr>
              <a:t>wo_block_relation</a:t>
            </a:r>
            <a:r>
              <a:rPr lang="zh-CN" altLang="en-US" sz="1600" b="1"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去除阻塞关系，不再显式建模站位容量、资源占用导致的阻塞传播。</a:t>
            </a:r>
            <a:endParaRPr lang="en-US" altLang="zh-CN" sz="1600" dirty="0">
              <a:latin typeface="微软雅黑" panose="020B0503020204020204" pitchFamily="34" charset="-122"/>
              <a:ea typeface="微软雅黑" panose="020B0503020204020204" pitchFamily="34" charset="-122"/>
            </a:endParaRPr>
          </a:p>
          <a:p>
            <a:pPr>
              <a:lnSpc>
                <a:spcPct val="150000"/>
              </a:lnSpc>
            </a:pPr>
            <a:r>
              <a:rPr lang="en-US" altLang="zh-CN" sz="1600" b="1" dirty="0">
                <a:latin typeface="微软雅黑" panose="020B0503020204020204" pitchFamily="34" charset="-122"/>
                <a:ea typeface="微软雅黑" panose="020B0503020204020204" pitchFamily="34" charset="-122"/>
              </a:rPr>
              <a:t>• </a:t>
            </a:r>
            <a:r>
              <a:rPr lang="en-US" altLang="zh-CN" sz="1600" b="1" dirty="0" err="1">
                <a:latin typeface="微软雅黑" panose="020B0503020204020204" pitchFamily="34" charset="-122"/>
                <a:ea typeface="微软雅黑" panose="020B0503020204020204" pitchFamily="34" charset="-122"/>
              </a:rPr>
              <a:t>single_ready</a:t>
            </a:r>
            <a:r>
              <a:rPr lang="zh-CN" altLang="en-US" sz="1600" b="1"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仅保留 </a:t>
            </a:r>
            <a:r>
              <a:rPr lang="en-US" altLang="zh-CN" sz="1600" dirty="0">
                <a:latin typeface="微软雅黑" panose="020B0503020204020204" pitchFamily="34" charset="-122"/>
                <a:ea typeface="微软雅黑" panose="020B0503020204020204" pitchFamily="34" charset="-122"/>
              </a:rPr>
              <a:t>ready </a:t>
            </a:r>
            <a:r>
              <a:rPr lang="zh-CN" altLang="en-US" sz="1600" dirty="0">
                <a:latin typeface="微软雅黑" panose="020B0503020204020204" pitchFamily="34" charset="-122"/>
                <a:ea typeface="微软雅黑" panose="020B0503020204020204" pitchFamily="34" charset="-122"/>
              </a:rPr>
              <a:t>关系，用单一工序就绪图替代完整多关系图。</a:t>
            </a:r>
          </a:p>
        </p:txBody>
      </p:sp>
      <p:sp>
        <p:nvSpPr>
          <p:cNvPr id="31" name="文本框 30">
            <a:extLst>
              <a:ext uri="{FF2B5EF4-FFF2-40B4-BE49-F238E27FC236}">
                <a16:creationId xmlns:a16="http://schemas.microsoft.com/office/drawing/2014/main" id="{8256C9EF-6B10-7801-EAE9-0EFC4B629FE3}"/>
              </a:ext>
            </a:extLst>
          </p:cNvPr>
          <p:cNvSpPr txBox="1"/>
          <p:nvPr/>
        </p:nvSpPr>
        <p:spPr>
          <a:xfrm>
            <a:off x="8893627" y="2182049"/>
            <a:ext cx="2930292" cy="1895519"/>
          </a:xfrm>
          <a:prstGeom prst="rect">
            <a:avLst/>
          </a:prstGeom>
          <a:noFill/>
        </p:spPr>
        <p:txBody>
          <a:bodyPr wrap="square">
            <a:spAutoFit/>
          </a:bodyPr>
          <a:lstStyle/>
          <a:p>
            <a:pPr>
              <a:lnSpc>
                <a:spcPct val="150000"/>
              </a:lnSpc>
            </a:pPr>
            <a:r>
              <a:rPr lang="en-US" altLang="zh-CN" sz="1600" b="1" dirty="0">
                <a:latin typeface="微软雅黑" panose="020B0503020204020204" pitchFamily="34" charset="-122"/>
                <a:ea typeface="微软雅黑" panose="020B0503020204020204" pitchFamily="34" charset="-122"/>
              </a:rPr>
              <a:t>• </a:t>
            </a:r>
            <a:r>
              <a:rPr lang="zh-CN" altLang="en-US" sz="1600" b="1" dirty="0">
                <a:latin typeface="微软雅黑" panose="020B0503020204020204" pitchFamily="34" charset="-122"/>
                <a:ea typeface="微软雅黑" panose="020B0503020204020204" pitchFamily="34" charset="-122"/>
              </a:rPr>
              <a:t>评价方式：</a:t>
            </a:r>
            <a:r>
              <a:rPr lang="zh-CN" altLang="en-US" sz="1600" dirty="0">
                <a:latin typeface="微软雅黑" panose="020B0503020204020204" pitchFamily="34" charset="-122"/>
                <a:ea typeface="微软雅黑" panose="020B0503020204020204" pitchFamily="34" charset="-122"/>
              </a:rPr>
              <a:t>比较去除某类关系后 </a:t>
            </a:r>
            <a:r>
              <a:rPr lang="en-US" altLang="zh-CN" sz="1600" b="1" dirty="0">
                <a:latin typeface="微软雅黑" panose="020B0503020204020204" pitchFamily="34" charset="-122"/>
                <a:ea typeface="微软雅黑" panose="020B0503020204020204" pitchFamily="34" charset="-122"/>
              </a:rPr>
              <a:t>Takt Time </a:t>
            </a:r>
            <a:r>
              <a:rPr lang="zh-CN" altLang="en-US" sz="1600" dirty="0">
                <a:latin typeface="微软雅黑" panose="020B0503020204020204" pitchFamily="34" charset="-122"/>
                <a:ea typeface="微软雅黑" panose="020B0503020204020204" pitchFamily="34" charset="-122"/>
              </a:rPr>
              <a:t>和 </a:t>
            </a:r>
            <a:r>
              <a:rPr lang="en-US" altLang="zh-CN" sz="1600" b="1" dirty="0">
                <a:latin typeface="微软雅黑" panose="020B0503020204020204" pitchFamily="34" charset="-122"/>
                <a:ea typeface="微软雅黑" panose="020B0503020204020204" pitchFamily="34" charset="-122"/>
              </a:rPr>
              <a:t>Smoothness</a:t>
            </a:r>
            <a:r>
              <a:rPr lang="en-US" altLang="zh-CN" sz="16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的退化程度。</a:t>
            </a:r>
          </a:p>
          <a:p>
            <a:pPr>
              <a:lnSpc>
                <a:spcPct val="150000"/>
              </a:lnSpc>
            </a:pPr>
            <a:r>
              <a:rPr lang="zh-CN" altLang="en-US" sz="1600" dirty="0">
                <a:latin typeface="微软雅黑" panose="020B0503020204020204" pitchFamily="34" charset="-122"/>
                <a:ea typeface="微软雅黑" panose="020B0503020204020204" pitchFamily="34" charset="-122"/>
              </a:rPr>
              <a:t>退化越大，说明该关系对调度决策越重要。</a:t>
            </a:r>
          </a:p>
        </p:txBody>
      </p:sp>
    </p:spTree>
    <p:extLst>
      <p:ext uri="{BB962C8B-B14F-4D97-AF65-F5344CB8AC3E}">
        <p14:creationId xmlns:p14="http://schemas.microsoft.com/office/powerpoint/2010/main" val="11125100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FAC6FF-E7AE-B739-E11C-720742E07AEC}"/>
            </a:ext>
          </a:extLst>
        </p:cNvPr>
        <p:cNvGrpSpPr/>
        <p:nvPr/>
      </p:nvGrpSpPr>
      <p:grpSpPr>
        <a:xfrm>
          <a:off x="0" y="0"/>
          <a:ext cx="0" cy="0"/>
          <a:chOff x="0" y="0"/>
          <a:chExt cx="0" cy="0"/>
        </a:xfrm>
      </p:grpSpPr>
      <p:cxnSp>
        <p:nvCxnSpPr>
          <p:cNvPr id="7" name="直接连接符 6">
            <a:extLst>
              <a:ext uri="{FF2B5EF4-FFF2-40B4-BE49-F238E27FC236}">
                <a16:creationId xmlns:a16="http://schemas.microsoft.com/office/drawing/2014/main" id="{1FB6C38A-4EDC-A0F8-0B76-0D331845D6F1}"/>
              </a:ext>
            </a:extLst>
          </p:cNvPr>
          <p:cNvCxnSpPr>
            <a:cxnSpLocks/>
          </p:cNvCxnSpPr>
          <p:nvPr/>
        </p:nvCxnSpPr>
        <p:spPr>
          <a:xfrm>
            <a:off x="337132" y="774574"/>
            <a:ext cx="11567001" cy="0"/>
          </a:xfrm>
          <a:prstGeom prst="line">
            <a:avLst/>
          </a:prstGeom>
          <a:ln w="19050">
            <a:solidFill>
              <a:srgbClr val="133C7A">
                <a:alpha val="80000"/>
              </a:srgbClr>
            </a:solidFill>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ACE2D578-1135-98BB-3369-3EEC53CAE3DC}"/>
              </a:ext>
            </a:extLst>
          </p:cNvPr>
          <p:cNvSpPr txBox="1"/>
          <p:nvPr/>
        </p:nvSpPr>
        <p:spPr>
          <a:xfrm>
            <a:off x="683012" y="256087"/>
            <a:ext cx="9510123" cy="505676"/>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r>
              <a:rPr lang="en-US" altLang="zh-CN" sz="2800" dirty="0">
                <a:solidFill>
                  <a:schemeClr val="tx2">
                    <a:lumMod val="75000"/>
                  </a:schemeClr>
                </a:solidFill>
                <a:latin typeface="微软雅黑" panose="020B0503020204020204" pitchFamily="34" charset="-122"/>
                <a:ea typeface="微软雅黑" panose="020B0503020204020204" pitchFamily="34" charset="-122"/>
              </a:rPr>
              <a:t>4 </a:t>
            </a:r>
            <a:r>
              <a:rPr lang="zh-CN" altLang="en-US" sz="2800" dirty="0">
                <a:solidFill>
                  <a:schemeClr val="tx2">
                    <a:lumMod val="75000"/>
                  </a:schemeClr>
                </a:solidFill>
                <a:latin typeface="微软雅黑" panose="020B0503020204020204" pitchFamily="34" charset="-122"/>
                <a:ea typeface="微软雅黑" panose="020B0503020204020204" pitchFamily="34" charset="-122"/>
              </a:rPr>
              <a:t>实验验证</a:t>
            </a:r>
          </a:p>
        </p:txBody>
      </p:sp>
      <p:sp>
        <p:nvSpPr>
          <p:cNvPr id="9" name="矩形 8">
            <a:extLst>
              <a:ext uri="{FF2B5EF4-FFF2-40B4-BE49-F238E27FC236}">
                <a16:creationId xmlns:a16="http://schemas.microsoft.com/office/drawing/2014/main" id="{A6A8AF96-B1AE-2275-7FEC-3A78D80E8BA3}"/>
              </a:ext>
            </a:extLst>
          </p:cNvPr>
          <p:cNvSpPr/>
          <p:nvPr/>
        </p:nvSpPr>
        <p:spPr>
          <a:xfrm>
            <a:off x="337132" y="268900"/>
            <a:ext cx="195295" cy="50567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C67FD012-D427-A16D-0072-E96D89047996}"/>
              </a:ext>
            </a:extLst>
          </p:cNvPr>
          <p:cNvSpPr/>
          <p:nvPr/>
        </p:nvSpPr>
        <p:spPr>
          <a:xfrm>
            <a:off x="337132" y="268900"/>
            <a:ext cx="276318" cy="505674"/>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4A0A87DD-9C0D-C687-2071-1EDAD2541E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66776" y="256087"/>
            <a:ext cx="1788092" cy="431989"/>
          </a:xfrm>
          <a:prstGeom prst="rect">
            <a:avLst/>
          </a:prstGeom>
        </p:spPr>
      </p:pic>
      <p:sp>
        <p:nvSpPr>
          <p:cNvPr id="3" name="文本框 2">
            <a:extLst>
              <a:ext uri="{FF2B5EF4-FFF2-40B4-BE49-F238E27FC236}">
                <a16:creationId xmlns:a16="http://schemas.microsoft.com/office/drawing/2014/main" id="{6FDB09AB-078A-7AA2-CC04-2F0CAC84AB22}"/>
              </a:ext>
            </a:extLst>
          </p:cNvPr>
          <p:cNvSpPr txBox="1"/>
          <p:nvPr/>
        </p:nvSpPr>
        <p:spPr>
          <a:xfrm>
            <a:off x="299410" y="862073"/>
            <a:ext cx="9510123" cy="444121"/>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r>
              <a:rPr lang="en-US" altLang="zh-CN" sz="2400" dirty="0">
                <a:solidFill>
                  <a:schemeClr val="tx2">
                    <a:lumMod val="75000"/>
                  </a:schemeClr>
                </a:solidFill>
                <a:latin typeface="微软雅黑" panose="020B0503020204020204" pitchFamily="34" charset="-122"/>
                <a:ea typeface="微软雅黑" panose="020B0503020204020204" pitchFamily="34" charset="-122"/>
              </a:rPr>
              <a:t>• 4.3 </a:t>
            </a:r>
            <a:r>
              <a:rPr lang="zh-CN" altLang="en-US" sz="2400" dirty="0">
                <a:solidFill>
                  <a:schemeClr val="tx2">
                    <a:lumMod val="75000"/>
                  </a:schemeClr>
                </a:solidFill>
                <a:latin typeface="微软雅黑" panose="020B0503020204020204" pitchFamily="34" charset="-122"/>
                <a:ea typeface="微软雅黑" panose="020B0503020204020204" pitchFamily="34" charset="-122"/>
              </a:rPr>
              <a:t>图关系消融实验</a:t>
            </a:r>
            <a:r>
              <a:rPr lang="en-US" altLang="zh-CN" sz="2400" dirty="0">
                <a:solidFill>
                  <a:schemeClr val="tx2">
                    <a:lumMod val="75000"/>
                  </a:schemeClr>
                </a:solidFill>
                <a:latin typeface="微软雅黑" panose="020B0503020204020204" pitchFamily="34" charset="-122"/>
                <a:ea typeface="微软雅黑" panose="020B0503020204020204" pitchFamily="34" charset="-122"/>
              </a:rPr>
              <a:t>——</a:t>
            </a:r>
            <a:r>
              <a:rPr lang="zh-CN" altLang="en-US" sz="2400" dirty="0">
                <a:solidFill>
                  <a:schemeClr val="tx2">
                    <a:lumMod val="75000"/>
                  </a:schemeClr>
                </a:solidFill>
                <a:latin typeface="微软雅黑" panose="020B0503020204020204" pitchFamily="34" charset="-122"/>
                <a:ea typeface="微软雅黑" panose="020B0503020204020204" pitchFamily="34" charset="-122"/>
              </a:rPr>
              <a:t>图表分析</a:t>
            </a:r>
          </a:p>
        </p:txBody>
      </p:sp>
      <p:sp>
        <p:nvSpPr>
          <p:cNvPr id="2" name="文本框 1">
            <a:extLst>
              <a:ext uri="{FF2B5EF4-FFF2-40B4-BE49-F238E27FC236}">
                <a16:creationId xmlns:a16="http://schemas.microsoft.com/office/drawing/2014/main" id="{F8811724-970C-4341-6AFE-354CA962EF6E}"/>
              </a:ext>
            </a:extLst>
          </p:cNvPr>
          <p:cNvSpPr txBox="1"/>
          <p:nvPr/>
        </p:nvSpPr>
        <p:spPr>
          <a:xfrm>
            <a:off x="8928934" y="1937145"/>
            <a:ext cx="3086954" cy="3693319"/>
          </a:xfrm>
          <a:prstGeom prst="rect">
            <a:avLst/>
          </a:prstGeom>
          <a:noFill/>
        </p:spPr>
        <p:txBody>
          <a:bodyPr wrap="square">
            <a:spAutoFit/>
          </a:bodyPr>
          <a:lstStyle/>
          <a:p>
            <a:r>
              <a:rPr lang="zh-CN" altLang="en-US" dirty="0">
                <a:latin typeface="微软雅黑" panose="020B0503020204020204" pitchFamily="34" charset="-122"/>
                <a:ea typeface="微软雅黑" panose="020B0503020204020204" pitchFamily="34" charset="-122"/>
              </a:rPr>
              <a:t>该图展示去除不同关系后 </a:t>
            </a:r>
            <a:r>
              <a:rPr lang="en-US" altLang="zh-CN" dirty="0">
                <a:latin typeface="微软雅黑" panose="020B0503020204020204" pitchFamily="34" charset="-122"/>
                <a:ea typeface="微软雅黑" panose="020B0503020204020204" pitchFamily="34" charset="-122"/>
              </a:rPr>
              <a:t>Takt Time </a:t>
            </a:r>
            <a:r>
              <a:rPr lang="zh-CN" altLang="en-US" dirty="0">
                <a:latin typeface="微软雅黑" panose="020B0503020204020204" pitchFamily="34" charset="-122"/>
                <a:ea typeface="微软雅黑" panose="020B0503020204020204" pitchFamily="34" charset="-122"/>
              </a:rPr>
              <a:t>的上升幅度。</a:t>
            </a:r>
          </a:p>
          <a:p>
            <a:endParaRPr lang="zh-CN" altLang="en-US"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去除 </a:t>
            </a:r>
            <a:r>
              <a:rPr lang="en-US" altLang="zh-CN" dirty="0">
                <a:latin typeface="微软雅黑" panose="020B0503020204020204" pitchFamily="34" charset="-122"/>
                <a:ea typeface="微软雅黑" panose="020B0503020204020204" pitchFamily="34" charset="-122"/>
              </a:rPr>
              <a:t>ready</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borrow</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protect </a:t>
            </a:r>
            <a:r>
              <a:rPr lang="zh-CN" altLang="en-US" dirty="0">
                <a:latin typeface="微软雅黑" panose="020B0503020204020204" pitchFamily="34" charset="-122"/>
                <a:ea typeface="微软雅黑" panose="020B0503020204020204" pitchFamily="34" charset="-122"/>
              </a:rPr>
              <a:t>或 </a:t>
            </a:r>
            <a:r>
              <a:rPr lang="en-US" altLang="zh-CN" dirty="0">
                <a:latin typeface="微软雅黑" panose="020B0503020204020204" pitchFamily="34" charset="-122"/>
                <a:ea typeface="微软雅黑" panose="020B0503020204020204" pitchFamily="34" charset="-122"/>
              </a:rPr>
              <a:t>block </a:t>
            </a:r>
            <a:r>
              <a:rPr lang="zh-CN" altLang="en-US" dirty="0">
                <a:latin typeface="微软雅黑" panose="020B0503020204020204" pitchFamily="34" charset="-122"/>
                <a:ea typeface="微软雅黑" panose="020B0503020204020204" pitchFamily="34" charset="-122"/>
              </a:rPr>
              <a:t>关系都会造成不同程度的 </a:t>
            </a:r>
            <a:r>
              <a:rPr lang="en-US" altLang="zh-CN" dirty="0">
                <a:latin typeface="微软雅黑" panose="020B0503020204020204" pitchFamily="34" charset="-122"/>
                <a:ea typeface="微软雅黑" panose="020B0503020204020204" pitchFamily="34" charset="-122"/>
              </a:rPr>
              <a:t>Takt Time</a:t>
            </a:r>
            <a:r>
              <a:rPr lang="zh-CN" altLang="en-US" dirty="0">
                <a:latin typeface="微软雅黑" panose="020B0503020204020204" pitchFamily="34" charset="-122"/>
                <a:ea typeface="微软雅黑" panose="020B0503020204020204" pitchFamily="34" charset="-122"/>
              </a:rPr>
              <a:t>退化，说明多关系图中的关系信息均参与了效率优化。</a:t>
            </a:r>
          </a:p>
          <a:p>
            <a:endParaRPr lang="zh-CN" altLang="en-US"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多关系图不是附加装饰，而是通过刻画工序就绪、资源借用、保护约束和阻塞传播来支持扰动调度。</a:t>
            </a:r>
          </a:p>
        </p:txBody>
      </p:sp>
      <p:pic>
        <p:nvPicPr>
          <p:cNvPr id="5" name="图片 4">
            <a:extLst>
              <a:ext uri="{FF2B5EF4-FFF2-40B4-BE49-F238E27FC236}">
                <a16:creationId xmlns:a16="http://schemas.microsoft.com/office/drawing/2014/main" id="{11AD2CEE-0995-0804-E6AC-C7EDCB0A70B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7132" y="1402347"/>
            <a:ext cx="8654468" cy="4904080"/>
          </a:xfrm>
          <a:prstGeom prst="rect">
            <a:avLst/>
          </a:prstGeom>
        </p:spPr>
      </p:pic>
    </p:spTree>
    <p:extLst>
      <p:ext uri="{BB962C8B-B14F-4D97-AF65-F5344CB8AC3E}">
        <p14:creationId xmlns:p14="http://schemas.microsoft.com/office/powerpoint/2010/main" val="252170319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DDED6-85C4-2877-957F-F7A682D768C4}"/>
            </a:ext>
          </a:extLst>
        </p:cNvPr>
        <p:cNvGrpSpPr/>
        <p:nvPr/>
      </p:nvGrpSpPr>
      <p:grpSpPr>
        <a:xfrm>
          <a:off x="0" y="0"/>
          <a:ext cx="0" cy="0"/>
          <a:chOff x="0" y="0"/>
          <a:chExt cx="0" cy="0"/>
        </a:xfrm>
      </p:grpSpPr>
      <p:cxnSp>
        <p:nvCxnSpPr>
          <p:cNvPr id="7" name="直接连接符 6">
            <a:extLst>
              <a:ext uri="{FF2B5EF4-FFF2-40B4-BE49-F238E27FC236}">
                <a16:creationId xmlns:a16="http://schemas.microsoft.com/office/drawing/2014/main" id="{F4848B5A-C248-3ACF-64D9-897FB7E5C847}"/>
              </a:ext>
            </a:extLst>
          </p:cNvPr>
          <p:cNvCxnSpPr>
            <a:cxnSpLocks/>
          </p:cNvCxnSpPr>
          <p:nvPr/>
        </p:nvCxnSpPr>
        <p:spPr>
          <a:xfrm>
            <a:off x="337132" y="774574"/>
            <a:ext cx="11567001" cy="0"/>
          </a:xfrm>
          <a:prstGeom prst="line">
            <a:avLst/>
          </a:prstGeom>
          <a:ln w="19050">
            <a:solidFill>
              <a:srgbClr val="133C7A">
                <a:alpha val="80000"/>
              </a:srgbClr>
            </a:solidFill>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644230DC-5B03-5895-A6DE-F9F076C80265}"/>
              </a:ext>
            </a:extLst>
          </p:cNvPr>
          <p:cNvSpPr txBox="1"/>
          <p:nvPr/>
        </p:nvSpPr>
        <p:spPr>
          <a:xfrm>
            <a:off x="683012" y="256087"/>
            <a:ext cx="9510123" cy="505676"/>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r>
              <a:rPr lang="en-US" altLang="zh-CN" sz="2800" dirty="0">
                <a:solidFill>
                  <a:schemeClr val="tx2">
                    <a:lumMod val="75000"/>
                  </a:schemeClr>
                </a:solidFill>
                <a:latin typeface="微软雅黑" panose="020B0503020204020204" pitchFamily="34" charset="-122"/>
                <a:ea typeface="微软雅黑" panose="020B0503020204020204" pitchFamily="34" charset="-122"/>
              </a:rPr>
              <a:t>4 </a:t>
            </a:r>
            <a:r>
              <a:rPr lang="zh-CN" altLang="en-US" sz="2800" dirty="0">
                <a:solidFill>
                  <a:schemeClr val="tx2">
                    <a:lumMod val="75000"/>
                  </a:schemeClr>
                </a:solidFill>
                <a:latin typeface="微软雅黑" panose="020B0503020204020204" pitchFamily="34" charset="-122"/>
                <a:ea typeface="微软雅黑" panose="020B0503020204020204" pitchFamily="34" charset="-122"/>
              </a:rPr>
              <a:t>实验验证</a:t>
            </a:r>
          </a:p>
        </p:txBody>
      </p:sp>
      <p:sp>
        <p:nvSpPr>
          <p:cNvPr id="9" name="矩形 8">
            <a:extLst>
              <a:ext uri="{FF2B5EF4-FFF2-40B4-BE49-F238E27FC236}">
                <a16:creationId xmlns:a16="http://schemas.microsoft.com/office/drawing/2014/main" id="{8F876339-2035-C347-41C2-0E4887C87CC9}"/>
              </a:ext>
            </a:extLst>
          </p:cNvPr>
          <p:cNvSpPr/>
          <p:nvPr/>
        </p:nvSpPr>
        <p:spPr>
          <a:xfrm>
            <a:off x="337132" y="268900"/>
            <a:ext cx="195295" cy="50567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78A55B8F-064B-0C61-74E3-18DF80ADE89D}"/>
              </a:ext>
            </a:extLst>
          </p:cNvPr>
          <p:cNvSpPr/>
          <p:nvPr/>
        </p:nvSpPr>
        <p:spPr>
          <a:xfrm>
            <a:off x="337132" y="268900"/>
            <a:ext cx="276318" cy="505674"/>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532BCDB1-4BCE-6F63-572C-E5ACDE03375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66776" y="256087"/>
            <a:ext cx="1788092" cy="431989"/>
          </a:xfrm>
          <a:prstGeom prst="rect">
            <a:avLst/>
          </a:prstGeom>
        </p:spPr>
      </p:pic>
      <p:sp>
        <p:nvSpPr>
          <p:cNvPr id="3" name="文本框 2">
            <a:extLst>
              <a:ext uri="{FF2B5EF4-FFF2-40B4-BE49-F238E27FC236}">
                <a16:creationId xmlns:a16="http://schemas.microsoft.com/office/drawing/2014/main" id="{3C708623-F638-F49F-8BB2-640928BA7661}"/>
              </a:ext>
            </a:extLst>
          </p:cNvPr>
          <p:cNvSpPr txBox="1"/>
          <p:nvPr/>
        </p:nvSpPr>
        <p:spPr>
          <a:xfrm>
            <a:off x="299410" y="862073"/>
            <a:ext cx="9510123" cy="444121"/>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r>
              <a:rPr lang="en-US" altLang="zh-CN" sz="2400" dirty="0">
                <a:solidFill>
                  <a:schemeClr val="tx2">
                    <a:lumMod val="75000"/>
                  </a:schemeClr>
                </a:solidFill>
                <a:latin typeface="微软雅黑" panose="020B0503020204020204" pitchFamily="34" charset="-122"/>
                <a:ea typeface="微软雅黑" panose="020B0503020204020204" pitchFamily="34" charset="-122"/>
              </a:rPr>
              <a:t>• 4.3 </a:t>
            </a:r>
            <a:r>
              <a:rPr lang="zh-CN" altLang="en-US" sz="2400" dirty="0">
                <a:solidFill>
                  <a:schemeClr val="tx2">
                    <a:lumMod val="75000"/>
                  </a:schemeClr>
                </a:solidFill>
                <a:latin typeface="微软雅黑" panose="020B0503020204020204" pitchFamily="34" charset="-122"/>
                <a:ea typeface="微软雅黑" panose="020B0503020204020204" pitchFamily="34" charset="-122"/>
              </a:rPr>
              <a:t>图关系消融实验</a:t>
            </a:r>
            <a:r>
              <a:rPr lang="en-US" altLang="zh-CN" sz="2400" dirty="0">
                <a:solidFill>
                  <a:schemeClr val="tx2">
                    <a:lumMod val="75000"/>
                  </a:schemeClr>
                </a:solidFill>
                <a:latin typeface="微软雅黑" panose="020B0503020204020204" pitchFamily="34" charset="-122"/>
                <a:ea typeface="微软雅黑" panose="020B0503020204020204" pitchFamily="34" charset="-122"/>
              </a:rPr>
              <a:t>——</a:t>
            </a:r>
            <a:r>
              <a:rPr lang="zh-CN" altLang="en-US" sz="2400" dirty="0">
                <a:solidFill>
                  <a:schemeClr val="tx2">
                    <a:lumMod val="75000"/>
                  </a:schemeClr>
                </a:solidFill>
                <a:latin typeface="微软雅黑" panose="020B0503020204020204" pitchFamily="34" charset="-122"/>
                <a:ea typeface="微软雅黑" panose="020B0503020204020204" pitchFamily="34" charset="-122"/>
              </a:rPr>
              <a:t>图表分析</a:t>
            </a:r>
          </a:p>
        </p:txBody>
      </p:sp>
      <p:pic>
        <p:nvPicPr>
          <p:cNvPr id="12" name="图片 11">
            <a:extLst>
              <a:ext uri="{FF2B5EF4-FFF2-40B4-BE49-F238E27FC236}">
                <a16:creationId xmlns:a16="http://schemas.microsoft.com/office/drawing/2014/main" id="{92814DBF-6ADF-AA27-D961-796FF2DD74DF}"/>
              </a:ext>
            </a:extLst>
          </p:cNvPr>
          <p:cNvPicPr>
            <a:picLocks noChangeAspect="1"/>
          </p:cNvPicPr>
          <p:nvPr/>
        </p:nvPicPr>
        <p:blipFill>
          <a:blip r:embed="rId4"/>
          <a:stretch>
            <a:fillRect/>
          </a:stretch>
        </p:blipFill>
        <p:spPr>
          <a:xfrm>
            <a:off x="337132" y="1418221"/>
            <a:ext cx="8643583" cy="4897911"/>
          </a:xfrm>
          <a:prstGeom prst="rect">
            <a:avLst/>
          </a:prstGeom>
        </p:spPr>
      </p:pic>
      <p:sp>
        <p:nvSpPr>
          <p:cNvPr id="2" name="文本框 1">
            <a:extLst>
              <a:ext uri="{FF2B5EF4-FFF2-40B4-BE49-F238E27FC236}">
                <a16:creationId xmlns:a16="http://schemas.microsoft.com/office/drawing/2014/main" id="{0AEB7ECF-BCA2-7006-ADAC-D8925A2ED86E}"/>
              </a:ext>
            </a:extLst>
          </p:cNvPr>
          <p:cNvSpPr txBox="1"/>
          <p:nvPr/>
        </p:nvSpPr>
        <p:spPr>
          <a:xfrm>
            <a:off x="8928934" y="1937145"/>
            <a:ext cx="3086954" cy="3416320"/>
          </a:xfrm>
          <a:prstGeom prst="rect">
            <a:avLst/>
          </a:prstGeom>
          <a:noFill/>
        </p:spPr>
        <p:txBody>
          <a:bodyPr wrap="square">
            <a:spAutoFit/>
          </a:bodyPr>
          <a:lstStyle/>
          <a:p>
            <a:r>
              <a:rPr lang="zh-CN" altLang="en-US" dirty="0">
                <a:latin typeface="微软雅黑" panose="020B0503020204020204" pitchFamily="34" charset="-122"/>
                <a:ea typeface="微软雅黑" panose="020B0503020204020204" pitchFamily="34" charset="-122"/>
              </a:rPr>
              <a:t>该图展示去除不同关系后 </a:t>
            </a:r>
            <a:r>
              <a:rPr lang="en-US" altLang="zh-CN" dirty="0">
                <a:latin typeface="微软雅黑" panose="020B0503020204020204" pitchFamily="34" charset="-122"/>
                <a:ea typeface="微软雅黑" panose="020B0503020204020204" pitchFamily="34" charset="-122"/>
              </a:rPr>
              <a:t>Smoothness </a:t>
            </a:r>
            <a:r>
              <a:rPr lang="zh-CN" altLang="en-US" dirty="0">
                <a:latin typeface="微软雅黑" panose="020B0503020204020204" pitchFamily="34" charset="-122"/>
                <a:ea typeface="微软雅黑" panose="020B0503020204020204" pitchFamily="34" charset="-122"/>
              </a:rPr>
              <a:t>的上升幅度。</a:t>
            </a:r>
          </a:p>
          <a:p>
            <a:endParaRPr lang="zh-CN" altLang="en-US"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去除 </a:t>
            </a:r>
            <a:r>
              <a:rPr lang="en-US" altLang="zh-CN" dirty="0">
                <a:latin typeface="微软雅黑" panose="020B0503020204020204" pitchFamily="34" charset="-122"/>
                <a:ea typeface="微软雅黑" panose="020B0503020204020204" pitchFamily="34" charset="-122"/>
              </a:rPr>
              <a:t>ready </a:t>
            </a:r>
            <a:r>
              <a:rPr lang="zh-CN" altLang="en-US" dirty="0">
                <a:latin typeface="微软雅黑" panose="020B0503020204020204" pitchFamily="34" charset="-122"/>
                <a:ea typeface="微软雅黑" panose="020B0503020204020204" pitchFamily="34" charset="-122"/>
              </a:rPr>
              <a:t>关系后 </a:t>
            </a:r>
            <a:r>
              <a:rPr lang="en-US" altLang="zh-CN" dirty="0">
                <a:latin typeface="微软雅黑" panose="020B0503020204020204" pitchFamily="34" charset="-122"/>
                <a:ea typeface="微软雅黑" panose="020B0503020204020204" pitchFamily="34" charset="-122"/>
              </a:rPr>
              <a:t>Smoothness </a:t>
            </a:r>
            <a:r>
              <a:rPr lang="zh-CN" altLang="en-US" dirty="0">
                <a:latin typeface="微软雅黑" panose="020B0503020204020204" pitchFamily="34" charset="-122"/>
                <a:ea typeface="微软雅黑" panose="020B0503020204020204" pitchFamily="34" charset="-122"/>
              </a:rPr>
              <a:t>退化最明显，说明工序就绪状态对扰动恢复平稳性影响最大。</a:t>
            </a:r>
          </a:p>
          <a:p>
            <a:endParaRPr lang="zh-CN" altLang="en-US"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准确传播工序可执行状态，有助于策略避免局部站位过早或过度调整，从而降低站位间完成时间差异。</a:t>
            </a:r>
          </a:p>
        </p:txBody>
      </p:sp>
    </p:spTree>
    <p:extLst>
      <p:ext uri="{BB962C8B-B14F-4D97-AF65-F5344CB8AC3E}">
        <p14:creationId xmlns:p14="http://schemas.microsoft.com/office/powerpoint/2010/main" val="334613799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E6710F-E8DC-A251-F7F3-A6938AD1D73F}"/>
            </a:ext>
          </a:extLst>
        </p:cNvPr>
        <p:cNvGrpSpPr/>
        <p:nvPr/>
      </p:nvGrpSpPr>
      <p:grpSpPr>
        <a:xfrm>
          <a:off x="0" y="0"/>
          <a:ext cx="0" cy="0"/>
          <a:chOff x="0" y="0"/>
          <a:chExt cx="0" cy="0"/>
        </a:xfrm>
      </p:grpSpPr>
      <p:cxnSp>
        <p:nvCxnSpPr>
          <p:cNvPr id="7" name="直接连接符 6">
            <a:extLst>
              <a:ext uri="{FF2B5EF4-FFF2-40B4-BE49-F238E27FC236}">
                <a16:creationId xmlns:a16="http://schemas.microsoft.com/office/drawing/2014/main" id="{4D8D75F7-F6E4-EC5C-F7E9-74E5B9E0064F}"/>
              </a:ext>
            </a:extLst>
          </p:cNvPr>
          <p:cNvCxnSpPr>
            <a:cxnSpLocks/>
          </p:cNvCxnSpPr>
          <p:nvPr/>
        </p:nvCxnSpPr>
        <p:spPr>
          <a:xfrm>
            <a:off x="337132" y="774574"/>
            <a:ext cx="11567001" cy="0"/>
          </a:xfrm>
          <a:prstGeom prst="line">
            <a:avLst/>
          </a:prstGeom>
          <a:ln w="19050">
            <a:solidFill>
              <a:srgbClr val="133C7A">
                <a:alpha val="80000"/>
              </a:srgbClr>
            </a:solidFill>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3AC637E4-492F-2EAA-61EF-557665BCCEAB}"/>
              </a:ext>
            </a:extLst>
          </p:cNvPr>
          <p:cNvSpPr txBox="1"/>
          <p:nvPr/>
        </p:nvSpPr>
        <p:spPr>
          <a:xfrm>
            <a:off x="683012" y="256087"/>
            <a:ext cx="9510123" cy="505676"/>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r>
              <a:rPr lang="en-US" altLang="zh-CN" sz="2800" dirty="0">
                <a:solidFill>
                  <a:schemeClr val="tx2">
                    <a:lumMod val="75000"/>
                  </a:schemeClr>
                </a:solidFill>
                <a:latin typeface="微软雅黑" panose="020B0503020204020204" pitchFamily="34" charset="-122"/>
                <a:ea typeface="微软雅黑" panose="020B0503020204020204" pitchFamily="34" charset="-122"/>
              </a:rPr>
              <a:t>4 </a:t>
            </a:r>
            <a:r>
              <a:rPr lang="zh-CN" altLang="en-US" sz="2800" dirty="0">
                <a:solidFill>
                  <a:schemeClr val="tx2">
                    <a:lumMod val="75000"/>
                  </a:schemeClr>
                </a:solidFill>
                <a:latin typeface="微软雅黑" panose="020B0503020204020204" pitchFamily="34" charset="-122"/>
                <a:ea typeface="微软雅黑" panose="020B0503020204020204" pitchFamily="34" charset="-122"/>
              </a:rPr>
              <a:t>实验验证</a:t>
            </a:r>
          </a:p>
        </p:txBody>
      </p:sp>
      <p:sp>
        <p:nvSpPr>
          <p:cNvPr id="9" name="矩形 8">
            <a:extLst>
              <a:ext uri="{FF2B5EF4-FFF2-40B4-BE49-F238E27FC236}">
                <a16:creationId xmlns:a16="http://schemas.microsoft.com/office/drawing/2014/main" id="{71FF2ECC-EA00-A9C6-67BD-F29D9C57453C}"/>
              </a:ext>
            </a:extLst>
          </p:cNvPr>
          <p:cNvSpPr/>
          <p:nvPr/>
        </p:nvSpPr>
        <p:spPr>
          <a:xfrm>
            <a:off x="337132" y="268900"/>
            <a:ext cx="195295" cy="50567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79250D28-10FE-E2E6-6E7D-F3A9DE4711B1}"/>
              </a:ext>
            </a:extLst>
          </p:cNvPr>
          <p:cNvSpPr/>
          <p:nvPr/>
        </p:nvSpPr>
        <p:spPr>
          <a:xfrm>
            <a:off x="337132" y="268900"/>
            <a:ext cx="276318" cy="505674"/>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8D43B10B-8251-610E-6AC6-04058479CB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66776" y="256087"/>
            <a:ext cx="1788092" cy="431989"/>
          </a:xfrm>
          <a:prstGeom prst="rect">
            <a:avLst/>
          </a:prstGeom>
        </p:spPr>
      </p:pic>
      <p:sp>
        <p:nvSpPr>
          <p:cNvPr id="2" name="文本框 1">
            <a:extLst>
              <a:ext uri="{FF2B5EF4-FFF2-40B4-BE49-F238E27FC236}">
                <a16:creationId xmlns:a16="http://schemas.microsoft.com/office/drawing/2014/main" id="{6E5E5CB2-973D-9571-DABA-2789251B9F90}"/>
              </a:ext>
            </a:extLst>
          </p:cNvPr>
          <p:cNvSpPr txBox="1"/>
          <p:nvPr/>
        </p:nvSpPr>
        <p:spPr>
          <a:xfrm>
            <a:off x="299410" y="862073"/>
            <a:ext cx="9510123" cy="444121"/>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r>
              <a:rPr lang="en-US" altLang="zh-CN" sz="2400" dirty="0">
                <a:solidFill>
                  <a:schemeClr val="tx2">
                    <a:lumMod val="75000"/>
                  </a:schemeClr>
                </a:solidFill>
                <a:latin typeface="微软雅黑" panose="020B0503020204020204" pitchFamily="34" charset="-122"/>
                <a:ea typeface="微软雅黑" panose="020B0503020204020204" pitchFamily="34" charset="-122"/>
              </a:rPr>
              <a:t>• 4.4 </a:t>
            </a:r>
            <a:r>
              <a:rPr lang="zh-CN" altLang="en-US" sz="2400" dirty="0">
                <a:solidFill>
                  <a:schemeClr val="tx2">
                    <a:lumMod val="75000"/>
                  </a:schemeClr>
                </a:solidFill>
                <a:latin typeface="微软雅黑" panose="020B0503020204020204" pitchFamily="34" charset="-122"/>
                <a:ea typeface="微软雅黑" panose="020B0503020204020204" pitchFamily="34" charset="-122"/>
              </a:rPr>
              <a:t>模块消融实验</a:t>
            </a:r>
          </a:p>
        </p:txBody>
      </p:sp>
      <p:sp>
        <p:nvSpPr>
          <p:cNvPr id="24" name="矩形: 圆角 23">
            <a:extLst>
              <a:ext uri="{FF2B5EF4-FFF2-40B4-BE49-F238E27FC236}">
                <a16:creationId xmlns:a16="http://schemas.microsoft.com/office/drawing/2014/main" id="{1F0A4B36-D929-AA89-82C5-4BFE914E60DF}"/>
              </a:ext>
            </a:extLst>
          </p:cNvPr>
          <p:cNvSpPr/>
          <p:nvPr/>
        </p:nvSpPr>
        <p:spPr>
          <a:xfrm>
            <a:off x="337132" y="1611406"/>
            <a:ext cx="2183730" cy="4430166"/>
          </a:xfrm>
          <a:prstGeom prst="roundRect">
            <a:avLst>
              <a:gd name="adj" fmla="val 3510"/>
            </a:avLst>
          </a:prstGeom>
          <a:no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25" name="矩形: 圆角 24">
            <a:extLst>
              <a:ext uri="{FF2B5EF4-FFF2-40B4-BE49-F238E27FC236}">
                <a16:creationId xmlns:a16="http://schemas.microsoft.com/office/drawing/2014/main" id="{EBCC7469-7972-B1AB-CF13-E19AFBC94502}"/>
              </a:ext>
            </a:extLst>
          </p:cNvPr>
          <p:cNvSpPr/>
          <p:nvPr/>
        </p:nvSpPr>
        <p:spPr>
          <a:xfrm>
            <a:off x="8802777" y="1611406"/>
            <a:ext cx="3052091" cy="4430166"/>
          </a:xfrm>
          <a:prstGeom prst="roundRect">
            <a:avLst>
              <a:gd name="adj" fmla="val 3510"/>
            </a:avLst>
          </a:prstGeom>
          <a:no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26" name="矩形: 圆角 25">
            <a:extLst>
              <a:ext uri="{FF2B5EF4-FFF2-40B4-BE49-F238E27FC236}">
                <a16:creationId xmlns:a16="http://schemas.microsoft.com/office/drawing/2014/main" id="{C757CEFA-3322-1EF7-1357-3A98ACFEB0A1}"/>
              </a:ext>
            </a:extLst>
          </p:cNvPr>
          <p:cNvSpPr/>
          <p:nvPr/>
        </p:nvSpPr>
        <p:spPr>
          <a:xfrm>
            <a:off x="2796364" y="1624219"/>
            <a:ext cx="5730912" cy="4417352"/>
          </a:xfrm>
          <a:prstGeom prst="roundRect">
            <a:avLst>
              <a:gd name="adj" fmla="val 3510"/>
            </a:avLst>
          </a:prstGeom>
          <a:no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27" name="文本框 26">
            <a:extLst>
              <a:ext uri="{FF2B5EF4-FFF2-40B4-BE49-F238E27FC236}">
                <a16:creationId xmlns:a16="http://schemas.microsoft.com/office/drawing/2014/main" id="{1BD1F3F3-4DA6-1937-6E73-22B3F01DC718}"/>
              </a:ext>
            </a:extLst>
          </p:cNvPr>
          <p:cNvSpPr txBox="1"/>
          <p:nvPr/>
        </p:nvSpPr>
        <p:spPr>
          <a:xfrm>
            <a:off x="434779" y="1611403"/>
            <a:ext cx="2361584" cy="482080"/>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zh-CN" altLang="en-US" sz="2000" dirty="0">
                <a:solidFill>
                  <a:srgbClr val="003F88"/>
                </a:solidFill>
                <a:latin typeface="微软雅黑" panose="020B0503020204020204" pitchFamily="34" charset="-122"/>
                <a:ea typeface="微软雅黑" panose="020B0503020204020204" pitchFamily="34" charset="-122"/>
              </a:rPr>
              <a:t>实验目的</a:t>
            </a:r>
          </a:p>
        </p:txBody>
      </p:sp>
      <p:cxnSp>
        <p:nvCxnSpPr>
          <p:cNvPr id="28" name="直接连接符 27">
            <a:extLst>
              <a:ext uri="{FF2B5EF4-FFF2-40B4-BE49-F238E27FC236}">
                <a16:creationId xmlns:a16="http://schemas.microsoft.com/office/drawing/2014/main" id="{FD98610E-7D2F-C914-AB3B-7D9549A2CEA9}"/>
              </a:ext>
            </a:extLst>
          </p:cNvPr>
          <p:cNvCxnSpPr>
            <a:cxnSpLocks/>
          </p:cNvCxnSpPr>
          <p:nvPr/>
        </p:nvCxnSpPr>
        <p:spPr>
          <a:xfrm>
            <a:off x="475291" y="2099903"/>
            <a:ext cx="1929304" cy="0"/>
          </a:xfrm>
          <a:prstGeom prst="line">
            <a:avLst/>
          </a:prstGeom>
          <a:ln w="25400">
            <a:prstDash val="dash"/>
          </a:ln>
        </p:spPr>
        <p:style>
          <a:lnRef idx="1">
            <a:schemeClr val="accent1"/>
          </a:lnRef>
          <a:fillRef idx="0">
            <a:schemeClr val="accent1"/>
          </a:fillRef>
          <a:effectRef idx="0">
            <a:schemeClr val="accent1"/>
          </a:effectRef>
          <a:fontRef idx="minor">
            <a:schemeClr val="tx1"/>
          </a:fontRef>
        </p:style>
      </p:cxnSp>
      <p:sp>
        <p:nvSpPr>
          <p:cNvPr id="29" name="文本框 28">
            <a:extLst>
              <a:ext uri="{FF2B5EF4-FFF2-40B4-BE49-F238E27FC236}">
                <a16:creationId xmlns:a16="http://schemas.microsoft.com/office/drawing/2014/main" id="{3627A93B-E6C6-64BD-C304-206A107C6E62}"/>
              </a:ext>
            </a:extLst>
          </p:cNvPr>
          <p:cNvSpPr txBox="1"/>
          <p:nvPr/>
        </p:nvSpPr>
        <p:spPr>
          <a:xfrm>
            <a:off x="3006625" y="1600517"/>
            <a:ext cx="2817806" cy="482080"/>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zh-CN" altLang="en-US" sz="2000" dirty="0">
                <a:solidFill>
                  <a:srgbClr val="003F88"/>
                </a:solidFill>
                <a:latin typeface="微软雅黑" panose="020B0503020204020204" pitchFamily="34" charset="-122"/>
                <a:ea typeface="微软雅黑" panose="020B0503020204020204" pitchFamily="34" charset="-122"/>
              </a:rPr>
              <a:t>变体说明</a:t>
            </a:r>
          </a:p>
        </p:txBody>
      </p:sp>
      <p:cxnSp>
        <p:nvCxnSpPr>
          <p:cNvPr id="30" name="直接连接符 29">
            <a:extLst>
              <a:ext uri="{FF2B5EF4-FFF2-40B4-BE49-F238E27FC236}">
                <a16:creationId xmlns:a16="http://schemas.microsoft.com/office/drawing/2014/main" id="{20D340D4-F0D9-1B78-F0F6-3B1E8859801C}"/>
              </a:ext>
            </a:extLst>
          </p:cNvPr>
          <p:cNvCxnSpPr>
            <a:cxnSpLocks/>
          </p:cNvCxnSpPr>
          <p:nvPr/>
        </p:nvCxnSpPr>
        <p:spPr>
          <a:xfrm>
            <a:off x="3026229" y="2099903"/>
            <a:ext cx="5303435" cy="0"/>
          </a:xfrm>
          <a:prstGeom prst="line">
            <a:avLst/>
          </a:prstGeom>
          <a:ln w="25400">
            <a:prstDash val="dash"/>
          </a:ln>
        </p:spPr>
        <p:style>
          <a:lnRef idx="1">
            <a:schemeClr val="accent1"/>
          </a:lnRef>
          <a:fillRef idx="0">
            <a:schemeClr val="accent1"/>
          </a:fillRef>
          <a:effectRef idx="0">
            <a:schemeClr val="accent1"/>
          </a:effectRef>
          <a:fontRef idx="minor">
            <a:schemeClr val="tx1"/>
          </a:fontRef>
        </p:style>
      </p:cxnSp>
      <p:sp>
        <p:nvSpPr>
          <p:cNvPr id="31" name="文本框 30">
            <a:extLst>
              <a:ext uri="{FF2B5EF4-FFF2-40B4-BE49-F238E27FC236}">
                <a16:creationId xmlns:a16="http://schemas.microsoft.com/office/drawing/2014/main" id="{507E3B30-873B-ED29-24B8-BE568FF9C0F5}"/>
              </a:ext>
            </a:extLst>
          </p:cNvPr>
          <p:cNvSpPr txBox="1"/>
          <p:nvPr/>
        </p:nvSpPr>
        <p:spPr>
          <a:xfrm>
            <a:off x="8987513" y="1611403"/>
            <a:ext cx="2361584" cy="482080"/>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zh-CN" altLang="en-US" sz="2000" dirty="0">
                <a:solidFill>
                  <a:srgbClr val="003F88"/>
                </a:solidFill>
                <a:latin typeface="微软雅黑" panose="020B0503020204020204" pitchFamily="34" charset="-122"/>
                <a:ea typeface="微软雅黑" panose="020B0503020204020204" pitchFamily="34" charset="-122"/>
              </a:rPr>
              <a:t>评价指标</a:t>
            </a:r>
          </a:p>
        </p:txBody>
      </p:sp>
      <p:cxnSp>
        <p:nvCxnSpPr>
          <p:cNvPr id="32" name="直接连接符 31">
            <a:extLst>
              <a:ext uri="{FF2B5EF4-FFF2-40B4-BE49-F238E27FC236}">
                <a16:creationId xmlns:a16="http://schemas.microsoft.com/office/drawing/2014/main" id="{E28A228D-346D-5A6A-E08D-3409CEE870DE}"/>
              </a:ext>
            </a:extLst>
          </p:cNvPr>
          <p:cNvCxnSpPr>
            <a:cxnSpLocks/>
          </p:cNvCxnSpPr>
          <p:nvPr/>
        </p:nvCxnSpPr>
        <p:spPr>
          <a:xfrm>
            <a:off x="8948057" y="2099903"/>
            <a:ext cx="2761532" cy="0"/>
          </a:xfrm>
          <a:prstGeom prst="line">
            <a:avLst/>
          </a:prstGeom>
          <a:ln w="25400">
            <a:prstDash val="dash"/>
          </a:ln>
        </p:spPr>
        <p:style>
          <a:lnRef idx="1">
            <a:schemeClr val="accent1"/>
          </a:lnRef>
          <a:fillRef idx="0">
            <a:schemeClr val="accent1"/>
          </a:fillRef>
          <a:effectRef idx="0">
            <a:schemeClr val="accent1"/>
          </a:effectRef>
          <a:fontRef idx="minor">
            <a:schemeClr val="tx1"/>
          </a:fontRef>
        </p:style>
      </p:cxnSp>
      <p:sp>
        <p:nvSpPr>
          <p:cNvPr id="33" name="文本框 32">
            <a:extLst>
              <a:ext uri="{FF2B5EF4-FFF2-40B4-BE49-F238E27FC236}">
                <a16:creationId xmlns:a16="http://schemas.microsoft.com/office/drawing/2014/main" id="{551BF6AD-CE66-45C1-1488-C2DE11A5DE58}"/>
              </a:ext>
            </a:extLst>
          </p:cNvPr>
          <p:cNvSpPr txBox="1"/>
          <p:nvPr/>
        </p:nvSpPr>
        <p:spPr>
          <a:xfrm>
            <a:off x="434779" y="2243493"/>
            <a:ext cx="1969816" cy="2634183"/>
          </a:xfrm>
          <a:prstGeom prst="rect">
            <a:avLst/>
          </a:prstGeom>
          <a:noFill/>
        </p:spPr>
        <p:txBody>
          <a:bodyPr wrap="square">
            <a:spAutoFit/>
          </a:bodyPr>
          <a:lstStyle/>
          <a:p>
            <a:pPr>
              <a:lnSpc>
                <a:spcPct val="150000"/>
              </a:lnSpc>
            </a:pPr>
            <a:r>
              <a:rPr lang="zh-CN" altLang="en-US" sz="1600" dirty="0">
                <a:latin typeface="微软雅黑" panose="020B0503020204020204" pitchFamily="34" charset="-122"/>
                <a:ea typeface="微软雅黑" panose="020B0503020204020204" pitchFamily="34" charset="-122"/>
              </a:rPr>
              <a:t>本实验用于验证动态资源机制中各个模块的必要性，分析资源池、资源编组、资源借用、借入拒绝和站位保护对扰动恢复的作用。</a:t>
            </a:r>
          </a:p>
        </p:txBody>
      </p:sp>
      <p:sp>
        <p:nvSpPr>
          <p:cNvPr id="34" name="文本框 33">
            <a:extLst>
              <a:ext uri="{FF2B5EF4-FFF2-40B4-BE49-F238E27FC236}">
                <a16:creationId xmlns:a16="http://schemas.microsoft.com/office/drawing/2014/main" id="{A565C35F-6C29-4A16-6B16-F2B23F1B2E77}"/>
              </a:ext>
            </a:extLst>
          </p:cNvPr>
          <p:cNvSpPr txBox="1"/>
          <p:nvPr/>
        </p:nvSpPr>
        <p:spPr>
          <a:xfrm>
            <a:off x="2829021" y="2117591"/>
            <a:ext cx="5678580" cy="3742178"/>
          </a:xfrm>
          <a:prstGeom prst="rect">
            <a:avLst/>
          </a:prstGeom>
          <a:noFill/>
        </p:spPr>
        <p:txBody>
          <a:bodyPr wrap="square">
            <a:spAutoFit/>
          </a:bodyPr>
          <a:lstStyle/>
          <a:p>
            <a:pPr>
              <a:lnSpc>
                <a:spcPct val="150000"/>
              </a:lnSpc>
            </a:pPr>
            <a:r>
              <a:rPr lang="en-US" altLang="zh-CN" sz="1600" b="1" dirty="0">
                <a:latin typeface="微软雅黑" panose="020B0503020204020204" pitchFamily="34" charset="-122"/>
                <a:ea typeface="微软雅黑" panose="020B0503020204020204" pitchFamily="34" charset="-122"/>
              </a:rPr>
              <a:t>• </a:t>
            </a:r>
            <a:r>
              <a:rPr lang="zh-CN" altLang="zh-CN" sz="1600" b="1" dirty="0">
                <a:latin typeface="微软雅黑" panose="020B0503020204020204" pitchFamily="34" charset="-122"/>
                <a:ea typeface="微软雅黑" panose="020B0503020204020204" pitchFamily="34" charset="-122"/>
              </a:rPr>
              <a:t>wo_dynamic_resource</a:t>
            </a:r>
            <a:r>
              <a:rPr lang="zh-CN" altLang="en-US" sz="1600" b="1" dirty="0">
                <a:latin typeface="微软雅黑" panose="020B0503020204020204" pitchFamily="34" charset="-122"/>
                <a:ea typeface="微软雅黑" panose="020B0503020204020204" pitchFamily="34" charset="-122"/>
              </a:rPr>
              <a:t>：</a:t>
            </a:r>
            <a:r>
              <a:rPr lang="zh-CN" altLang="zh-CN" sz="1600" dirty="0">
                <a:latin typeface="微软雅黑" panose="020B0503020204020204" pitchFamily="34" charset="-122"/>
                <a:ea typeface="微软雅黑" panose="020B0503020204020204" pitchFamily="34" charset="-122"/>
              </a:rPr>
              <a:t>去除动态资源池，将流动资源折叠为静态资源，不再进行动态启用与跨站访问。</a:t>
            </a:r>
          </a:p>
          <a:p>
            <a:pPr>
              <a:lnSpc>
                <a:spcPct val="150000"/>
              </a:lnSpc>
            </a:pPr>
            <a:r>
              <a:rPr lang="en-US" altLang="zh-CN" sz="1600" b="1" dirty="0">
                <a:latin typeface="微软雅黑" panose="020B0503020204020204" pitchFamily="34" charset="-122"/>
                <a:ea typeface="微软雅黑" panose="020B0503020204020204" pitchFamily="34" charset="-122"/>
              </a:rPr>
              <a:t>• </a:t>
            </a:r>
            <a:r>
              <a:rPr lang="zh-CN" altLang="zh-CN" sz="1600" b="1" dirty="0">
                <a:latin typeface="微软雅黑" panose="020B0503020204020204" pitchFamily="34" charset="-122"/>
                <a:ea typeface="微软雅黑" panose="020B0503020204020204" pitchFamily="34" charset="-122"/>
              </a:rPr>
              <a:t>wo_grouping_actor</a:t>
            </a:r>
            <a:r>
              <a:rPr lang="zh-CN" altLang="en-US" sz="1600" b="1" dirty="0">
                <a:latin typeface="微软雅黑" panose="020B0503020204020204" pitchFamily="34" charset="-122"/>
                <a:ea typeface="微软雅黑" panose="020B0503020204020204" pitchFamily="34" charset="-122"/>
              </a:rPr>
              <a:t>：</a:t>
            </a:r>
            <a:r>
              <a:rPr lang="zh-CN" altLang="zh-CN" sz="1600" dirty="0">
                <a:latin typeface="微软雅黑" panose="020B0503020204020204" pitchFamily="34" charset="-122"/>
                <a:ea typeface="微软雅黑" panose="020B0503020204020204" pitchFamily="34" charset="-122"/>
              </a:rPr>
              <a:t>去除资源编组策略，资源池不再由学习策略动态选择，而采用固定编组。</a:t>
            </a:r>
          </a:p>
          <a:p>
            <a:pPr>
              <a:lnSpc>
                <a:spcPct val="150000"/>
              </a:lnSpc>
            </a:pPr>
            <a:r>
              <a:rPr lang="en-US" altLang="zh-CN" sz="1600" b="1" dirty="0">
                <a:latin typeface="微软雅黑" panose="020B0503020204020204" pitchFamily="34" charset="-122"/>
                <a:ea typeface="微软雅黑" panose="020B0503020204020204" pitchFamily="34" charset="-122"/>
              </a:rPr>
              <a:t>• </a:t>
            </a:r>
            <a:r>
              <a:rPr lang="zh-CN" altLang="zh-CN" sz="1600" b="1" dirty="0">
                <a:latin typeface="微软雅黑" panose="020B0503020204020204" pitchFamily="34" charset="-122"/>
                <a:ea typeface="微软雅黑" panose="020B0503020204020204" pitchFamily="34" charset="-122"/>
              </a:rPr>
              <a:t>wo_borrow</a:t>
            </a:r>
            <a:r>
              <a:rPr lang="zh-CN" altLang="en-US" sz="1600" b="1" dirty="0">
                <a:latin typeface="微软雅黑" panose="020B0503020204020204" pitchFamily="34" charset="-122"/>
                <a:ea typeface="微软雅黑" panose="020B0503020204020204" pitchFamily="34" charset="-122"/>
              </a:rPr>
              <a:t>：</a:t>
            </a:r>
            <a:r>
              <a:rPr lang="zh-CN" altLang="zh-CN" sz="1600" dirty="0">
                <a:latin typeface="微软雅黑" panose="020B0503020204020204" pitchFamily="34" charset="-122"/>
                <a:ea typeface="微软雅黑" panose="020B0503020204020204" pitchFamily="34" charset="-122"/>
              </a:rPr>
              <a:t>去除资源借用机制，站位只能使用本地资源，不能跨站调用外部流动资源。</a:t>
            </a:r>
          </a:p>
          <a:p>
            <a:pPr>
              <a:lnSpc>
                <a:spcPct val="150000"/>
              </a:lnSpc>
            </a:pPr>
            <a:r>
              <a:rPr lang="en-US" altLang="zh-CN" sz="1600" b="1" dirty="0">
                <a:latin typeface="微软雅黑" panose="020B0503020204020204" pitchFamily="34" charset="-122"/>
                <a:ea typeface="微软雅黑" panose="020B0503020204020204" pitchFamily="34" charset="-122"/>
              </a:rPr>
              <a:t>• </a:t>
            </a:r>
            <a:r>
              <a:rPr lang="zh-CN" altLang="zh-CN" sz="1600" b="1" dirty="0">
                <a:latin typeface="微软雅黑" panose="020B0503020204020204" pitchFamily="34" charset="-122"/>
                <a:ea typeface="微软雅黑" panose="020B0503020204020204" pitchFamily="34" charset="-122"/>
              </a:rPr>
              <a:t>wo_reject_borrow</a:t>
            </a:r>
            <a:r>
              <a:rPr lang="zh-CN" altLang="en-US" sz="1600" b="1" dirty="0">
                <a:latin typeface="微软雅黑" panose="020B0503020204020204" pitchFamily="34" charset="-122"/>
                <a:ea typeface="微软雅黑" panose="020B0503020204020204" pitchFamily="34" charset="-122"/>
              </a:rPr>
              <a:t>：</a:t>
            </a:r>
            <a:r>
              <a:rPr lang="zh-CN" altLang="zh-CN" sz="1600" dirty="0">
                <a:latin typeface="微软雅黑" panose="020B0503020204020204" pitchFamily="34" charset="-122"/>
                <a:ea typeface="微软雅黑" panose="020B0503020204020204" pitchFamily="34" charset="-122"/>
              </a:rPr>
              <a:t>去除借入拒绝机制，策略不能主动限制其他站位对关键资源的借用。</a:t>
            </a:r>
          </a:p>
          <a:p>
            <a:pPr>
              <a:lnSpc>
                <a:spcPct val="150000"/>
              </a:lnSpc>
            </a:pPr>
            <a:r>
              <a:rPr lang="en-US" altLang="zh-CN" sz="1600" b="1" dirty="0">
                <a:latin typeface="微软雅黑" panose="020B0503020204020204" pitchFamily="34" charset="-122"/>
                <a:ea typeface="微软雅黑" panose="020B0503020204020204" pitchFamily="34" charset="-122"/>
              </a:rPr>
              <a:t>• </a:t>
            </a:r>
            <a:r>
              <a:rPr lang="zh-CN" altLang="zh-CN" sz="1600" b="1" dirty="0">
                <a:latin typeface="微软雅黑" panose="020B0503020204020204" pitchFamily="34" charset="-122"/>
                <a:ea typeface="微软雅黑" panose="020B0503020204020204" pitchFamily="34" charset="-122"/>
              </a:rPr>
              <a:t>wo_station_protection</a:t>
            </a:r>
            <a:r>
              <a:rPr lang="zh-CN" altLang="en-US" sz="1600" b="1" dirty="0">
                <a:latin typeface="微软雅黑" panose="020B0503020204020204" pitchFamily="34" charset="-122"/>
                <a:ea typeface="微软雅黑" panose="020B0503020204020204" pitchFamily="34" charset="-122"/>
              </a:rPr>
              <a:t>：</a:t>
            </a:r>
            <a:r>
              <a:rPr lang="zh-CN" altLang="zh-CN" sz="1600" dirty="0">
                <a:latin typeface="微软雅黑" panose="020B0503020204020204" pitchFamily="34" charset="-122"/>
                <a:ea typeface="微软雅黑" panose="020B0503020204020204" pitchFamily="34" charset="-122"/>
              </a:rPr>
              <a:t>去除站位保护机制，不再对扰动恢复中的关键站位资源进行保护。</a:t>
            </a:r>
          </a:p>
        </p:txBody>
      </p:sp>
      <p:sp>
        <p:nvSpPr>
          <p:cNvPr id="35" name="文本框 34">
            <a:extLst>
              <a:ext uri="{FF2B5EF4-FFF2-40B4-BE49-F238E27FC236}">
                <a16:creationId xmlns:a16="http://schemas.microsoft.com/office/drawing/2014/main" id="{C238C029-3D69-2126-C78E-49D4914314C8}"/>
              </a:ext>
            </a:extLst>
          </p:cNvPr>
          <p:cNvSpPr txBox="1"/>
          <p:nvPr/>
        </p:nvSpPr>
        <p:spPr>
          <a:xfrm>
            <a:off x="8893627" y="2182049"/>
            <a:ext cx="2930292" cy="1526187"/>
          </a:xfrm>
          <a:prstGeom prst="rect">
            <a:avLst/>
          </a:prstGeom>
          <a:noFill/>
        </p:spPr>
        <p:txBody>
          <a:bodyPr wrap="square">
            <a:spAutoFit/>
          </a:bodyPr>
          <a:lstStyle/>
          <a:p>
            <a:pPr>
              <a:lnSpc>
                <a:spcPct val="150000"/>
              </a:lnSpc>
            </a:pPr>
            <a:r>
              <a:rPr lang="en-US" altLang="zh-CN" sz="1600" b="1" dirty="0">
                <a:latin typeface="微软雅黑" panose="020B0503020204020204" pitchFamily="34" charset="-122"/>
                <a:ea typeface="微软雅黑" panose="020B0503020204020204" pitchFamily="34" charset="-122"/>
              </a:rPr>
              <a:t>• </a:t>
            </a:r>
            <a:r>
              <a:rPr lang="zh-CN" altLang="en-US" sz="1600" b="1" dirty="0">
                <a:latin typeface="微软雅黑" panose="020B0503020204020204" pitchFamily="34" charset="-122"/>
                <a:ea typeface="微软雅黑" panose="020B0503020204020204" pitchFamily="34" charset="-122"/>
              </a:rPr>
              <a:t>评价方式：</a:t>
            </a:r>
            <a:r>
              <a:rPr lang="zh-CN" altLang="en-US" sz="1600" dirty="0">
                <a:latin typeface="微软雅黑" panose="020B0503020204020204" pitchFamily="34" charset="-122"/>
                <a:ea typeface="微软雅黑" panose="020B0503020204020204" pitchFamily="34" charset="-122"/>
              </a:rPr>
              <a:t>比较去除模块后相对 </a:t>
            </a:r>
            <a:r>
              <a:rPr lang="en-US" altLang="zh-CN" sz="1600" dirty="0">
                <a:latin typeface="微软雅黑" panose="020B0503020204020204" pitchFamily="34" charset="-122"/>
                <a:ea typeface="微软雅黑" panose="020B0503020204020204" pitchFamily="34" charset="-122"/>
              </a:rPr>
              <a:t>full </a:t>
            </a:r>
            <a:r>
              <a:rPr lang="zh-CN" altLang="en-US" sz="1600" dirty="0">
                <a:latin typeface="微软雅黑" panose="020B0503020204020204" pitchFamily="34" charset="-122"/>
                <a:ea typeface="微软雅黑" panose="020B0503020204020204" pitchFamily="34" charset="-122"/>
              </a:rPr>
              <a:t>的性能退化。</a:t>
            </a:r>
          </a:p>
          <a:p>
            <a:pPr>
              <a:lnSpc>
                <a:spcPct val="150000"/>
              </a:lnSpc>
            </a:pPr>
            <a:r>
              <a:rPr lang="zh-CN" altLang="en-US" sz="1600" dirty="0">
                <a:latin typeface="微软雅黑" panose="020B0503020204020204" pitchFamily="34" charset="-122"/>
                <a:ea typeface="微软雅黑" panose="020B0503020204020204" pitchFamily="34" charset="-122"/>
              </a:rPr>
              <a:t>退化越大，说明该模块对扰动恢复越关键。</a:t>
            </a:r>
          </a:p>
        </p:txBody>
      </p:sp>
    </p:spTree>
    <p:extLst>
      <p:ext uri="{BB962C8B-B14F-4D97-AF65-F5344CB8AC3E}">
        <p14:creationId xmlns:p14="http://schemas.microsoft.com/office/powerpoint/2010/main" val="105412428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0822E4-C068-7B12-3890-FAD5F7E64BF2}"/>
            </a:ext>
          </a:extLst>
        </p:cNvPr>
        <p:cNvGrpSpPr/>
        <p:nvPr/>
      </p:nvGrpSpPr>
      <p:grpSpPr>
        <a:xfrm>
          <a:off x="0" y="0"/>
          <a:ext cx="0" cy="0"/>
          <a:chOff x="0" y="0"/>
          <a:chExt cx="0" cy="0"/>
        </a:xfrm>
      </p:grpSpPr>
      <p:cxnSp>
        <p:nvCxnSpPr>
          <p:cNvPr id="7" name="直接连接符 6">
            <a:extLst>
              <a:ext uri="{FF2B5EF4-FFF2-40B4-BE49-F238E27FC236}">
                <a16:creationId xmlns:a16="http://schemas.microsoft.com/office/drawing/2014/main" id="{DFCB3797-1734-1487-C9CB-DA0657BF3F1A}"/>
              </a:ext>
            </a:extLst>
          </p:cNvPr>
          <p:cNvCxnSpPr>
            <a:cxnSpLocks/>
          </p:cNvCxnSpPr>
          <p:nvPr/>
        </p:nvCxnSpPr>
        <p:spPr>
          <a:xfrm>
            <a:off x="337132" y="774574"/>
            <a:ext cx="11567001" cy="0"/>
          </a:xfrm>
          <a:prstGeom prst="line">
            <a:avLst/>
          </a:prstGeom>
          <a:ln w="19050">
            <a:solidFill>
              <a:srgbClr val="133C7A">
                <a:alpha val="80000"/>
              </a:srgbClr>
            </a:solidFill>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D7ABB5DA-8950-E0CD-27FF-2D4364F02E49}"/>
              </a:ext>
            </a:extLst>
          </p:cNvPr>
          <p:cNvSpPr txBox="1"/>
          <p:nvPr/>
        </p:nvSpPr>
        <p:spPr>
          <a:xfrm>
            <a:off x="683012" y="256087"/>
            <a:ext cx="9510123" cy="505676"/>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r>
              <a:rPr lang="en-US" altLang="zh-CN" sz="2800" dirty="0">
                <a:solidFill>
                  <a:schemeClr val="tx2">
                    <a:lumMod val="75000"/>
                  </a:schemeClr>
                </a:solidFill>
                <a:latin typeface="微软雅黑" panose="020B0503020204020204" pitchFamily="34" charset="-122"/>
                <a:ea typeface="微软雅黑" panose="020B0503020204020204" pitchFamily="34" charset="-122"/>
              </a:rPr>
              <a:t>4 </a:t>
            </a:r>
            <a:r>
              <a:rPr lang="zh-CN" altLang="en-US" sz="2800" dirty="0">
                <a:solidFill>
                  <a:schemeClr val="tx2">
                    <a:lumMod val="75000"/>
                  </a:schemeClr>
                </a:solidFill>
                <a:latin typeface="微软雅黑" panose="020B0503020204020204" pitchFamily="34" charset="-122"/>
                <a:ea typeface="微软雅黑" panose="020B0503020204020204" pitchFamily="34" charset="-122"/>
              </a:rPr>
              <a:t>实验验证</a:t>
            </a:r>
          </a:p>
        </p:txBody>
      </p:sp>
      <p:sp>
        <p:nvSpPr>
          <p:cNvPr id="9" name="矩形 8">
            <a:extLst>
              <a:ext uri="{FF2B5EF4-FFF2-40B4-BE49-F238E27FC236}">
                <a16:creationId xmlns:a16="http://schemas.microsoft.com/office/drawing/2014/main" id="{A4086153-3007-B801-3410-A94E9E6DA75D}"/>
              </a:ext>
            </a:extLst>
          </p:cNvPr>
          <p:cNvSpPr/>
          <p:nvPr/>
        </p:nvSpPr>
        <p:spPr>
          <a:xfrm>
            <a:off x="337132" y="268900"/>
            <a:ext cx="195295" cy="50567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0D5553BB-1E3C-C1B8-5A74-1D9DC07007DC}"/>
              </a:ext>
            </a:extLst>
          </p:cNvPr>
          <p:cNvSpPr/>
          <p:nvPr/>
        </p:nvSpPr>
        <p:spPr>
          <a:xfrm>
            <a:off x="337132" y="268900"/>
            <a:ext cx="276318" cy="505674"/>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F4A917F9-6E18-951D-42BC-BDE340F0B0A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66776" y="256087"/>
            <a:ext cx="1788092" cy="431989"/>
          </a:xfrm>
          <a:prstGeom prst="rect">
            <a:avLst/>
          </a:prstGeom>
        </p:spPr>
      </p:pic>
      <p:sp>
        <p:nvSpPr>
          <p:cNvPr id="2" name="文本框 1">
            <a:extLst>
              <a:ext uri="{FF2B5EF4-FFF2-40B4-BE49-F238E27FC236}">
                <a16:creationId xmlns:a16="http://schemas.microsoft.com/office/drawing/2014/main" id="{0514FE1B-9CD0-47E6-B86A-D4B4DB24E027}"/>
              </a:ext>
            </a:extLst>
          </p:cNvPr>
          <p:cNvSpPr txBox="1"/>
          <p:nvPr/>
        </p:nvSpPr>
        <p:spPr>
          <a:xfrm>
            <a:off x="299410" y="862073"/>
            <a:ext cx="9510123" cy="444121"/>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r>
              <a:rPr lang="en-US" altLang="zh-CN" sz="2400" dirty="0">
                <a:solidFill>
                  <a:schemeClr val="tx2">
                    <a:lumMod val="75000"/>
                  </a:schemeClr>
                </a:solidFill>
                <a:latin typeface="微软雅黑" panose="020B0503020204020204" pitchFamily="34" charset="-122"/>
                <a:ea typeface="微软雅黑" panose="020B0503020204020204" pitchFamily="34" charset="-122"/>
              </a:rPr>
              <a:t>• 4.4 </a:t>
            </a:r>
            <a:r>
              <a:rPr lang="zh-CN" altLang="en-US" sz="2400" dirty="0">
                <a:solidFill>
                  <a:schemeClr val="tx2">
                    <a:lumMod val="75000"/>
                  </a:schemeClr>
                </a:solidFill>
                <a:latin typeface="微软雅黑" panose="020B0503020204020204" pitchFamily="34" charset="-122"/>
                <a:ea typeface="微软雅黑" panose="020B0503020204020204" pitchFamily="34" charset="-122"/>
              </a:rPr>
              <a:t>模块消融实验</a:t>
            </a:r>
            <a:r>
              <a:rPr lang="en-US" altLang="zh-CN" sz="2400" dirty="0">
                <a:solidFill>
                  <a:schemeClr val="tx2">
                    <a:lumMod val="75000"/>
                  </a:schemeClr>
                </a:solidFill>
                <a:latin typeface="微软雅黑" panose="020B0503020204020204" pitchFamily="34" charset="-122"/>
                <a:ea typeface="微软雅黑" panose="020B0503020204020204" pitchFamily="34" charset="-122"/>
              </a:rPr>
              <a:t>——</a:t>
            </a:r>
            <a:r>
              <a:rPr lang="zh-CN" altLang="en-US" sz="2400" dirty="0">
                <a:solidFill>
                  <a:schemeClr val="tx2">
                    <a:lumMod val="75000"/>
                  </a:schemeClr>
                </a:solidFill>
                <a:latin typeface="微软雅黑" panose="020B0503020204020204" pitchFamily="34" charset="-122"/>
                <a:ea typeface="微软雅黑" panose="020B0503020204020204" pitchFamily="34" charset="-122"/>
              </a:rPr>
              <a:t>图表分析</a:t>
            </a:r>
          </a:p>
        </p:txBody>
      </p:sp>
      <p:sp>
        <p:nvSpPr>
          <p:cNvPr id="3" name="文本框 2">
            <a:extLst>
              <a:ext uri="{FF2B5EF4-FFF2-40B4-BE49-F238E27FC236}">
                <a16:creationId xmlns:a16="http://schemas.microsoft.com/office/drawing/2014/main" id="{84F965B6-E940-AB33-A23B-7B622132A02C}"/>
              </a:ext>
            </a:extLst>
          </p:cNvPr>
          <p:cNvSpPr txBox="1"/>
          <p:nvPr/>
        </p:nvSpPr>
        <p:spPr>
          <a:xfrm>
            <a:off x="8928934" y="1937145"/>
            <a:ext cx="3086954" cy="3416320"/>
          </a:xfrm>
          <a:prstGeom prst="rect">
            <a:avLst/>
          </a:prstGeom>
          <a:noFill/>
        </p:spPr>
        <p:txBody>
          <a:bodyPr wrap="square">
            <a:spAutoFit/>
          </a:bodyPr>
          <a:lstStyle/>
          <a:p>
            <a:r>
              <a:rPr lang="zh-CN" altLang="en-US" dirty="0">
                <a:latin typeface="微软雅黑" panose="020B0503020204020204" pitchFamily="34" charset="-122"/>
                <a:ea typeface="微软雅黑" panose="020B0503020204020204" pitchFamily="34" charset="-122"/>
              </a:rPr>
              <a:t>该图展示去除动态资源模块后 </a:t>
            </a:r>
            <a:r>
              <a:rPr lang="en-US" altLang="zh-CN" dirty="0">
                <a:latin typeface="微软雅黑" panose="020B0503020204020204" pitchFamily="34" charset="-122"/>
                <a:ea typeface="微软雅黑" panose="020B0503020204020204" pitchFamily="34" charset="-122"/>
              </a:rPr>
              <a:t>Takt Time</a:t>
            </a:r>
            <a:r>
              <a:rPr lang="zh-CN" altLang="en-US" dirty="0">
                <a:latin typeface="微软雅黑" panose="020B0503020204020204" pitchFamily="34" charset="-122"/>
                <a:ea typeface="微软雅黑" panose="020B0503020204020204" pitchFamily="34" charset="-122"/>
              </a:rPr>
              <a:t>的上升幅度。</a:t>
            </a:r>
          </a:p>
          <a:p>
            <a:endParaRPr lang="zh-CN" altLang="en-US"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去除 </a:t>
            </a:r>
            <a:r>
              <a:rPr lang="en-US" altLang="zh-CN" dirty="0">
                <a:latin typeface="微软雅黑" panose="020B0503020204020204" pitchFamily="34" charset="-122"/>
                <a:ea typeface="微软雅黑" panose="020B0503020204020204" pitchFamily="34" charset="-122"/>
              </a:rPr>
              <a:t>borrow </a:t>
            </a:r>
            <a:r>
              <a:rPr lang="zh-CN" altLang="en-US" dirty="0">
                <a:latin typeface="微软雅黑" panose="020B0503020204020204" pitchFamily="34" charset="-122"/>
                <a:ea typeface="微软雅黑" panose="020B0503020204020204" pitchFamily="34" charset="-122"/>
              </a:rPr>
              <a:t>后 </a:t>
            </a:r>
            <a:r>
              <a:rPr lang="en-US" altLang="zh-CN" dirty="0">
                <a:latin typeface="微软雅黑" panose="020B0503020204020204" pitchFamily="34" charset="-122"/>
                <a:ea typeface="微软雅黑" panose="020B0503020204020204" pitchFamily="34" charset="-122"/>
              </a:rPr>
              <a:t>Takt Time</a:t>
            </a:r>
            <a:r>
              <a:rPr lang="zh-CN" altLang="en-US" dirty="0">
                <a:latin typeface="微软雅黑" panose="020B0503020204020204" pitchFamily="34" charset="-122"/>
                <a:ea typeface="微软雅黑" panose="020B0503020204020204" pitchFamily="34" charset="-122"/>
              </a:rPr>
              <a:t>退化较明显，说明跨站资源借用能够直接缩短扰动后的恢复周期。</a:t>
            </a:r>
          </a:p>
          <a:p>
            <a:endParaRPr lang="zh-CN" altLang="en-US"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动态资源池与资源借用机制为站位提供了更灵活的资源访问边界，有助于缓解局部资源失效造成的生产延迟。</a:t>
            </a:r>
          </a:p>
        </p:txBody>
      </p:sp>
      <p:pic>
        <p:nvPicPr>
          <p:cNvPr id="5" name="图片 4">
            <a:extLst>
              <a:ext uri="{FF2B5EF4-FFF2-40B4-BE49-F238E27FC236}">
                <a16:creationId xmlns:a16="http://schemas.microsoft.com/office/drawing/2014/main" id="{7771DDEB-56EF-443D-207C-3EC75E98B37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9301" y="1403579"/>
            <a:ext cx="8652300" cy="4902851"/>
          </a:xfrm>
          <a:prstGeom prst="rect">
            <a:avLst/>
          </a:prstGeom>
        </p:spPr>
      </p:pic>
    </p:spTree>
    <p:extLst>
      <p:ext uri="{BB962C8B-B14F-4D97-AF65-F5344CB8AC3E}">
        <p14:creationId xmlns:p14="http://schemas.microsoft.com/office/powerpoint/2010/main" val="185780705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4646ED-8179-CDF6-D883-6923EF3676DB}"/>
            </a:ext>
          </a:extLst>
        </p:cNvPr>
        <p:cNvGrpSpPr/>
        <p:nvPr/>
      </p:nvGrpSpPr>
      <p:grpSpPr>
        <a:xfrm>
          <a:off x="0" y="0"/>
          <a:ext cx="0" cy="0"/>
          <a:chOff x="0" y="0"/>
          <a:chExt cx="0" cy="0"/>
        </a:xfrm>
      </p:grpSpPr>
      <p:cxnSp>
        <p:nvCxnSpPr>
          <p:cNvPr id="7" name="直接连接符 6">
            <a:extLst>
              <a:ext uri="{FF2B5EF4-FFF2-40B4-BE49-F238E27FC236}">
                <a16:creationId xmlns:a16="http://schemas.microsoft.com/office/drawing/2014/main" id="{E585C3A8-A263-B6F7-DFF4-8BD938B17B12}"/>
              </a:ext>
            </a:extLst>
          </p:cNvPr>
          <p:cNvCxnSpPr>
            <a:cxnSpLocks/>
          </p:cNvCxnSpPr>
          <p:nvPr/>
        </p:nvCxnSpPr>
        <p:spPr>
          <a:xfrm>
            <a:off x="337132" y="774574"/>
            <a:ext cx="11567001" cy="0"/>
          </a:xfrm>
          <a:prstGeom prst="line">
            <a:avLst/>
          </a:prstGeom>
          <a:ln w="19050">
            <a:solidFill>
              <a:srgbClr val="133C7A">
                <a:alpha val="80000"/>
              </a:srgbClr>
            </a:solidFill>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07851FD3-746F-95C4-FC2F-FD3BFE4D3BD4}"/>
              </a:ext>
            </a:extLst>
          </p:cNvPr>
          <p:cNvSpPr txBox="1"/>
          <p:nvPr/>
        </p:nvSpPr>
        <p:spPr>
          <a:xfrm>
            <a:off x="683012" y="256087"/>
            <a:ext cx="9510123" cy="505676"/>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r>
              <a:rPr lang="en-US" altLang="zh-CN" sz="2800" dirty="0">
                <a:solidFill>
                  <a:schemeClr val="tx2">
                    <a:lumMod val="75000"/>
                  </a:schemeClr>
                </a:solidFill>
                <a:latin typeface="微软雅黑" panose="020B0503020204020204" pitchFamily="34" charset="-122"/>
                <a:ea typeface="微软雅黑" panose="020B0503020204020204" pitchFamily="34" charset="-122"/>
              </a:rPr>
              <a:t>4 </a:t>
            </a:r>
            <a:r>
              <a:rPr lang="zh-CN" altLang="en-US" sz="2800" dirty="0">
                <a:solidFill>
                  <a:schemeClr val="tx2">
                    <a:lumMod val="75000"/>
                  </a:schemeClr>
                </a:solidFill>
                <a:latin typeface="微软雅黑" panose="020B0503020204020204" pitchFamily="34" charset="-122"/>
                <a:ea typeface="微软雅黑" panose="020B0503020204020204" pitchFamily="34" charset="-122"/>
              </a:rPr>
              <a:t>实验验证</a:t>
            </a:r>
          </a:p>
        </p:txBody>
      </p:sp>
      <p:sp>
        <p:nvSpPr>
          <p:cNvPr id="9" name="矩形 8">
            <a:extLst>
              <a:ext uri="{FF2B5EF4-FFF2-40B4-BE49-F238E27FC236}">
                <a16:creationId xmlns:a16="http://schemas.microsoft.com/office/drawing/2014/main" id="{77EA8CAF-6679-8BCA-01FB-ADF618F3265B}"/>
              </a:ext>
            </a:extLst>
          </p:cNvPr>
          <p:cNvSpPr/>
          <p:nvPr/>
        </p:nvSpPr>
        <p:spPr>
          <a:xfrm>
            <a:off x="337132" y="268900"/>
            <a:ext cx="195295" cy="50567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2B29435D-5610-1153-3169-3CC5E985C96A}"/>
              </a:ext>
            </a:extLst>
          </p:cNvPr>
          <p:cNvSpPr/>
          <p:nvPr/>
        </p:nvSpPr>
        <p:spPr>
          <a:xfrm>
            <a:off x="337132" y="268900"/>
            <a:ext cx="276318" cy="505674"/>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56691DA8-5CF7-452C-5D75-3C9AC470F26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66776" y="256087"/>
            <a:ext cx="1788092" cy="431989"/>
          </a:xfrm>
          <a:prstGeom prst="rect">
            <a:avLst/>
          </a:prstGeom>
        </p:spPr>
      </p:pic>
      <p:sp>
        <p:nvSpPr>
          <p:cNvPr id="2" name="文本框 1">
            <a:extLst>
              <a:ext uri="{FF2B5EF4-FFF2-40B4-BE49-F238E27FC236}">
                <a16:creationId xmlns:a16="http://schemas.microsoft.com/office/drawing/2014/main" id="{1D89A9E2-7D43-CFE8-D45F-111356DA6073}"/>
              </a:ext>
            </a:extLst>
          </p:cNvPr>
          <p:cNvSpPr txBox="1"/>
          <p:nvPr/>
        </p:nvSpPr>
        <p:spPr>
          <a:xfrm>
            <a:off x="299410" y="862073"/>
            <a:ext cx="9510123" cy="444121"/>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r>
              <a:rPr lang="en-US" altLang="zh-CN" sz="2400" dirty="0">
                <a:solidFill>
                  <a:schemeClr val="tx2">
                    <a:lumMod val="75000"/>
                  </a:schemeClr>
                </a:solidFill>
                <a:latin typeface="微软雅黑" panose="020B0503020204020204" pitchFamily="34" charset="-122"/>
                <a:ea typeface="微软雅黑" panose="020B0503020204020204" pitchFamily="34" charset="-122"/>
              </a:rPr>
              <a:t>• 4.4 </a:t>
            </a:r>
            <a:r>
              <a:rPr lang="zh-CN" altLang="en-US" sz="2400" dirty="0">
                <a:solidFill>
                  <a:schemeClr val="tx2">
                    <a:lumMod val="75000"/>
                  </a:schemeClr>
                </a:solidFill>
                <a:latin typeface="微软雅黑" panose="020B0503020204020204" pitchFamily="34" charset="-122"/>
                <a:ea typeface="微软雅黑" panose="020B0503020204020204" pitchFamily="34" charset="-122"/>
              </a:rPr>
              <a:t>模块消融实验</a:t>
            </a:r>
            <a:r>
              <a:rPr lang="en-US" altLang="zh-CN" sz="2400" dirty="0">
                <a:solidFill>
                  <a:schemeClr val="tx2">
                    <a:lumMod val="75000"/>
                  </a:schemeClr>
                </a:solidFill>
                <a:latin typeface="微软雅黑" panose="020B0503020204020204" pitchFamily="34" charset="-122"/>
                <a:ea typeface="微软雅黑" panose="020B0503020204020204" pitchFamily="34" charset="-122"/>
              </a:rPr>
              <a:t>——</a:t>
            </a:r>
            <a:r>
              <a:rPr lang="zh-CN" altLang="en-US" sz="2400" dirty="0">
                <a:solidFill>
                  <a:schemeClr val="tx2">
                    <a:lumMod val="75000"/>
                  </a:schemeClr>
                </a:solidFill>
                <a:latin typeface="微软雅黑" panose="020B0503020204020204" pitchFamily="34" charset="-122"/>
                <a:ea typeface="微软雅黑" panose="020B0503020204020204" pitchFamily="34" charset="-122"/>
              </a:rPr>
              <a:t>图表分析</a:t>
            </a:r>
          </a:p>
        </p:txBody>
      </p:sp>
      <p:sp>
        <p:nvSpPr>
          <p:cNvPr id="3" name="文本框 2">
            <a:extLst>
              <a:ext uri="{FF2B5EF4-FFF2-40B4-BE49-F238E27FC236}">
                <a16:creationId xmlns:a16="http://schemas.microsoft.com/office/drawing/2014/main" id="{A5804A14-E8DA-B9A1-58F3-4C4467389EF8}"/>
              </a:ext>
            </a:extLst>
          </p:cNvPr>
          <p:cNvSpPr txBox="1"/>
          <p:nvPr/>
        </p:nvSpPr>
        <p:spPr>
          <a:xfrm>
            <a:off x="8928934" y="1599688"/>
            <a:ext cx="3086954" cy="4524315"/>
          </a:xfrm>
          <a:prstGeom prst="rect">
            <a:avLst/>
          </a:prstGeom>
          <a:noFill/>
        </p:spPr>
        <p:txBody>
          <a:bodyPr wrap="square">
            <a:spAutoFit/>
          </a:bodyPr>
          <a:lstStyle/>
          <a:p>
            <a:r>
              <a:rPr lang="zh-CN" altLang="en-US" dirty="0">
                <a:latin typeface="微软雅黑" panose="020B0503020204020204" pitchFamily="34" charset="-122"/>
                <a:ea typeface="微软雅黑" panose="020B0503020204020204" pitchFamily="34" charset="-122"/>
              </a:rPr>
              <a:t>该图展示去除不同动态资源模块后 </a:t>
            </a:r>
            <a:r>
              <a:rPr lang="en-US" altLang="zh-CN" dirty="0">
                <a:latin typeface="微软雅黑" panose="020B0503020204020204" pitchFamily="34" charset="-122"/>
                <a:ea typeface="微软雅黑" panose="020B0503020204020204" pitchFamily="34" charset="-122"/>
              </a:rPr>
              <a:t>Smoothness </a:t>
            </a:r>
            <a:r>
              <a:rPr lang="zh-CN" altLang="en-US" dirty="0">
                <a:latin typeface="微软雅黑" panose="020B0503020204020204" pitchFamily="34" charset="-122"/>
                <a:ea typeface="微软雅黑" panose="020B0503020204020204" pitchFamily="34" charset="-122"/>
              </a:rPr>
              <a:t>的上升幅度。</a:t>
            </a:r>
          </a:p>
          <a:p>
            <a:endParaRPr lang="zh-CN" altLang="en-US"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去除 </a:t>
            </a:r>
            <a:r>
              <a:rPr lang="en-US" altLang="zh-CN" dirty="0">
                <a:latin typeface="微软雅黑" panose="020B0503020204020204" pitchFamily="34" charset="-122"/>
                <a:ea typeface="微软雅黑" panose="020B0503020204020204" pitchFamily="34" charset="-122"/>
              </a:rPr>
              <a:t>grouping actor </a:t>
            </a:r>
            <a:r>
              <a:rPr lang="zh-CN" altLang="en-US" dirty="0">
                <a:latin typeface="微软雅黑" panose="020B0503020204020204" pitchFamily="34" charset="-122"/>
                <a:ea typeface="微软雅黑" panose="020B0503020204020204" pitchFamily="34" charset="-122"/>
              </a:rPr>
              <a:t>和 </a:t>
            </a:r>
            <a:r>
              <a:rPr lang="en-US" altLang="zh-CN" dirty="0">
                <a:latin typeface="微软雅黑" panose="020B0503020204020204" pitchFamily="34" charset="-122"/>
                <a:ea typeface="微软雅黑" panose="020B0503020204020204" pitchFamily="34" charset="-122"/>
              </a:rPr>
              <a:t>reject borrow </a:t>
            </a:r>
            <a:r>
              <a:rPr lang="zh-CN" altLang="en-US" dirty="0">
                <a:latin typeface="微软雅黑" panose="020B0503020204020204" pitchFamily="34" charset="-122"/>
                <a:ea typeface="微软雅黑" panose="020B0503020204020204" pitchFamily="34" charset="-122"/>
              </a:rPr>
              <a:t>后 </a:t>
            </a:r>
            <a:r>
              <a:rPr lang="en-US" altLang="zh-CN" dirty="0">
                <a:latin typeface="微软雅黑" panose="020B0503020204020204" pitchFamily="34" charset="-122"/>
                <a:ea typeface="微软雅黑" panose="020B0503020204020204" pitchFamily="34" charset="-122"/>
              </a:rPr>
              <a:t>Smoothness </a:t>
            </a:r>
            <a:r>
              <a:rPr lang="zh-CN" altLang="en-US" dirty="0">
                <a:latin typeface="微软雅黑" panose="020B0503020204020204" pitchFamily="34" charset="-122"/>
                <a:ea typeface="微软雅黑" panose="020B0503020204020204" pitchFamily="34" charset="-122"/>
              </a:rPr>
              <a:t>退化更明显，说明资源编组和借入拒绝主要影响扰动恢复过程的平稳性。</a:t>
            </a:r>
          </a:p>
          <a:p>
            <a:endParaRPr lang="zh-CN" altLang="en-US"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资源编组决定哪些资源可以进入动态资源池，借入拒绝机制调节资源访问边界，二者共同减少扰动恢复中的站位间波动。</a:t>
            </a:r>
          </a:p>
        </p:txBody>
      </p:sp>
      <p:pic>
        <p:nvPicPr>
          <p:cNvPr id="5" name="图片 4">
            <a:extLst>
              <a:ext uri="{FF2B5EF4-FFF2-40B4-BE49-F238E27FC236}">
                <a16:creationId xmlns:a16="http://schemas.microsoft.com/office/drawing/2014/main" id="{4DAE7EAD-F19E-CDF4-70C0-8BBA59CA983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7132" y="1414530"/>
            <a:ext cx="8637790" cy="4894629"/>
          </a:xfrm>
          <a:prstGeom prst="rect">
            <a:avLst/>
          </a:prstGeom>
        </p:spPr>
      </p:pic>
    </p:spTree>
    <p:extLst>
      <p:ext uri="{BB962C8B-B14F-4D97-AF65-F5344CB8AC3E}">
        <p14:creationId xmlns:p14="http://schemas.microsoft.com/office/powerpoint/2010/main" val="15246321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76C0D1-8FAF-88E1-B22A-661AD648E6AD}"/>
            </a:ext>
          </a:extLst>
        </p:cNvPr>
        <p:cNvGrpSpPr/>
        <p:nvPr/>
      </p:nvGrpSpPr>
      <p:grpSpPr>
        <a:xfrm>
          <a:off x="0" y="0"/>
          <a:ext cx="0" cy="0"/>
          <a:chOff x="0" y="0"/>
          <a:chExt cx="0" cy="0"/>
        </a:xfrm>
      </p:grpSpPr>
      <p:cxnSp>
        <p:nvCxnSpPr>
          <p:cNvPr id="7" name="直接连接符 6">
            <a:extLst>
              <a:ext uri="{FF2B5EF4-FFF2-40B4-BE49-F238E27FC236}">
                <a16:creationId xmlns:a16="http://schemas.microsoft.com/office/drawing/2014/main" id="{9DA3EDBB-8318-B2F2-0121-62AA094479D4}"/>
              </a:ext>
            </a:extLst>
          </p:cNvPr>
          <p:cNvCxnSpPr>
            <a:cxnSpLocks/>
          </p:cNvCxnSpPr>
          <p:nvPr/>
        </p:nvCxnSpPr>
        <p:spPr>
          <a:xfrm>
            <a:off x="337132" y="774574"/>
            <a:ext cx="11567001" cy="0"/>
          </a:xfrm>
          <a:prstGeom prst="line">
            <a:avLst/>
          </a:prstGeom>
          <a:ln w="19050">
            <a:solidFill>
              <a:srgbClr val="133C7A">
                <a:alpha val="80000"/>
              </a:srgbClr>
            </a:solidFill>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9CC401D7-9FEB-6306-5869-D1BD0B850883}"/>
              </a:ext>
            </a:extLst>
          </p:cNvPr>
          <p:cNvSpPr txBox="1"/>
          <p:nvPr/>
        </p:nvSpPr>
        <p:spPr>
          <a:xfrm>
            <a:off x="683012" y="256087"/>
            <a:ext cx="9510123" cy="505676"/>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r>
              <a:rPr lang="en-US" altLang="zh-CN" sz="2800" dirty="0">
                <a:solidFill>
                  <a:schemeClr val="tx2">
                    <a:lumMod val="75000"/>
                  </a:schemeClr>
                </a:solidFill>
                <a:latin typeface="微软雅黑" panose="020B0503020204020204" pitchFamily="34" charset="-122"/>
                <a:ea typeface="微软雅黑" panose="020B0503020204020204" pitchFamily="34" charset="-122"/>
              </a:rPr>
              <a:t>4 </a:t>
            </a:r>
            <a:r>
              <a:rPr lang="zh-CN" altLang="en-US" sz="2800" dirty="0">
                <a:solidFill>
                  <a:schemeClr val="tx2">
                    <a:lumMod val="75000"/>
                  </a:schemeClr>
                </a:solidFill>
                <a:latin typeface="微软雅黑" panose="020B0503020204020204" pitchFamily="34" charset="-122"/>
                <a:ea typeface="微软雅黑" panose="020B0503020204020204" pitchFamily="34" charset="-122"/>
              </a:rPr>
              <a:t>实验验证</a:t>
            </a:r>
          </a:p>
        </p:txBody>
      </p:sp>
      <p:sp>
        <p:nvSpPr>
          <p:cNvPr id="9" name="矩形 8">
            <a:extLst>
              <a:ext uri="{FF2B5EF4-FFF2-40B4-BE49-F238E27FC236}">
                <a16:creationId xmlns:a16="http://schemas.microsoft.com/office/drawing/2014/main" id="{F7169041-FF41-040B-C26D-374D1CD5FAF4}"/>
              </a:ext>
            </a:extLst>
          </p:cNvPr>
          <p:cNvSpPr/>
          <p:nvPr/>
        </p:nvSpPr>
        <p:spPr>
          <a:xfrm>
            <a:off x="337132" y="268900"/>
            <a:ext cx="195295" cy="50567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197DCF5F-1728-24DA-0DB0-81246928BA25}"/>
              </a:ext>
            </a:extLst>
          </p:cNvPr>
          <p:cNvSpPr/>
          <p:nvPr/>
        </p:nvSpPr>
        <p:spPr>
          <a:xfrm>
            <a:off x="337132" y="268900"/>
            <a:ext cx="276318" cy="505674"/>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BEC6A248-8DA3-9A12-53D8-89E0B250A30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66776" y="256087"/>
            <a:ext cx="1788092" cy="431989"/>
          </a:xfrm>
          <a:prstGeom prst="rect">
            <a:avLst/>
          </a:prstGeom>
        </p:spPr>
      </p:pic>
      <p:sp>
        <p:nvSpPr>
          <p:cNvPr id="2" name="文本框 1">
            <a:extLst>
              <a:ext uri="{FF2B5EF4-FFF2-40B4-BE49-F238E27FC236}">
                <a16:creationId xmlns:a16="http://schemas.microsoft.com/office/drawing/2014/main" id="{95B0B68C-21D7-E174-6F5F-548316878DA0}"/>
              </a:ext>
            </a:extLst>
          </p:cNvPr>
          <p:cNvSpPr txBox="1"/>
          <p:nvPr/>
        </p:nvSpPr>
        <p:spPr>
          <a:xfrm>
            <a:off x="299410" y="862073"/>
            <a:ext cx="9510123" cy="444121"/>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r>
              <a:rPr lang="en-US" altLang="zh-CN" sz="2400" dirty="0">
                <a:solidFill>
                  <a:schemeClr val="tx2">
                    <a:lumMod val="75000"/>
                  </a:schemeClr>
                </a:solidFill>
                <a:latin typeface="微软雅黑" panose="020B0503020204020204" pitchFamily="34" charset="-122"/>
                <a:ea typeface="微软雅黑" panose="020B0503020204020204" pitchFamily="34" charset="-122"/>
              </a:rPr>
              <a:t>• 4.5 </a:t>
            </a:r>
            <a:r>
              <a:rPr lang="zh-CN" altLang="en-US" sz="2400" dirty="0">
                <a:solidFill>
                  <a:schemeClr val="tx2">
                    <a:lumMod val="75000"/>
                  </a:schemeClr>
                </a:solidFill>
                <a:latin typeface="微软雅黑" panose="020B0503020204020204" pitchFamily="34" charset="-122"/>
                <a:ea typeface="微软雅黑" panose="020B0503020204020204" pitchFamily="34" charset="-122"/>
              </a:rPr>
              <a:t>鲁棒性实验</a:t>
            </a:r>
          </a:p>
        </p:txBody>
      </p:sp>
      <p:sp>
        <p:nvSpPr>
          <p:cNvPr id="3" name="矩形: 圆角 2">
            <a:extLst>
              <a:ext uri="{FF2B5EF4-FFF2-40B4-BE49-F238E27FC236}">
                <a16:creationId xmlns:a16="http://schemas.microsoft.com/office/drawing/2014/main" id="{2F7AB1BA-C246-5407-1165-FA4996A23469}"/>
              </a:ext>
            </a:extLst>
          </p:cNvPr>
          <p:cNvSpPr/>
          <p:nvPr/>
        </p:nvSpPr>
        <p:spPr>
          <a:xfrm>
            <a:off x="337132" y="1611406"/>
            <a:ext cx="2183730" cy="4430166"/>
          </a:xfrm>
          <a:prstGeom prst="roundRect">
            <a:avLst>
              <a:gd name="adj" fmla="val 3510"/>
            </a:avLst>
          </a:prstGeom>
          <a:no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4" name="矩形: 圆角 3">
            <a:extLst>
              <a:ext uri="{FF2B5EF4-FFF2-40B4-BE49-F238E27FC236}">
                <a16:creationId xmlns:a16="http://schemas.microsoft.com/office/drawing/2014/main" id="{1038A47A-0A3F-64A9-C6F6-39469EFC1F72}"/>
              </a:ext>
            </a:extLst>
          </p:cNvPr>
          <p:cNvSpPr/>
          <p:nvPr/>
        </p:nvSpPr>
        <p:spPr>
          <a:xfrm>
            <a:off x="8802777" y="1611406"/>
            <a:ext cx="3052091" cy="4430166"/>
          </a:xfrm>
          <a:prstGeom prst="roundRect">
            <a:avLst>
              <a:gd name="adj" fmla="val 3510"/>
            </a:avLst>
          </a:prstGeom>
          <a:no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5" name="矩形: 圆角 4">
            <a:extLst>
              <a:ext uri="{FF2B5EF4-FFF2-40B4-BE49-F238E27FC236}">
                <a16:creationId xmlns:a16="http://schemas.microsoft.com/office/drawing/2014/main" id="{DC241E48-B757-5755-2D49-FCF135940097}"/>
              </a:ext>
            </a:extLst>
          </p:cNvPr>
          <p:cNvSpPr/>
          <p:nvPr/>
        </p:nvSpPr>
        <p:spPr>
          <a:xfrm>
            <a:off x="2796364" y="1624219"/>
            <a:ext cx="5730912" cy="4417352"/>
          </a:xfrm>
          <a:prstGeom prst="roundRect">
            <a:avLst>
              <a:gd name="adj" fmla="val 3510"/>
            </a:avLst>
          </a:prstGeom>
          <a:noFill/>
          <a:ln>
            <a:solidFill>
              <a:srgbClr val="003F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EF3BFE8A-C2C3-BF0C-69A1-3841EAA67092}"/>
              </a:ext>
            </a:extLst>
          </p:cNvPr>
          <p:cNvSpPr txBox="1"/>
          <p:nvPr/>
        </p:nvSpPr>
        <p:spPr>
          <a:xfrm>
            <a:off x="434779" y="1611403"/>
            <a:ext cx="2361584" cy="482080"/>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zh-CN" altLang="en-US" sz="2000" dirty="0">
                <a:solidFill>
                  <a:srgbClr val="003F88"/>
                </a:solidFill>
                <a:latin typeface="微软雅黑" panose="020B0503020204020204" pitchFamily="34" charset="-122"/>
                <a:ea typeface="微软雅黑" panose="020B0503020204020204" pitchFamily="34" charset="-122"/>
              </a:rPr>
              <a:t>实验目的</a:t>
            </a:r>
          </a:p>
        </p:txBody>
      </p:sp>
      <p:cxnSp>
        <p:nvCxnSpPr>
          <p:cNvPr id="12" name="直接连接符 11">
            <a:extLst>
              <a:ext uri="{FF2B5EF4-FFF2-40B4-BE49-F238E27FC236}">
                <a16:creationId xmlns:a16="http://schemas.microsoft.com/office/drawing/2014/main" id="{FA60F9D4-5C6F-CA52-FE95-9542866FC50A}"/>
              </a:ext>
            </a:extLst>
          </p:cNvPr>
          <p:cNvCxnSpPr>
            <a:cxnSpLocks/>
          </p:cNvCxnSpPr>
          <p:nvPr/>
        </p:nvCxnSpPr>
        <p:spPr>
          <a:xfrm>
            <a:off x="475291" y="2099903"/>
            <a:ext cx="1929304" cy="0"/>
          </a:xfrm>
          <a:prstGeom prst="line">
            <a:avLst/>
          </a:prstGeom>
          <a:ln w="25400">
            <a:prstDash val="dash"/>
          </a:ln>
        </p:spPr>
        <p:style>
          <a:lnRef idx="1">
            <a:schemeClr val="accent1"/>
          </a:lnRef>
          <a:fillRef idx="0">
            <a:schemeClr val="accent1"/>
          </a:fillRef>
          <a:effectRef idx="0">
            <a:schemeClr val="accent1"/>
          </a:effectRef>
          <a:fontRef idx="minor">
            <a:schemeClr val="tx1"/>
          </a:fontRef>
        </p:style>
      </p:cxnSp>
      <p:sp>
        <p:nvSpPr>
          <p:cNvPr id="13" name="文本框 12">
            <a:extLst>
              <a:ext uri="{FF2B5EF4-FFF2-40B4-BE49-F238E27FC236}">
                <a16:creationId xmlns:a16="http://schemas.microsoft.com/office/drawing/2014/main" id="{4DCA7402-72E5-F88E-66C9-96AA47573A22}"/>
              </a:ext>
            </a:extLst>
          </p:cNvPr>
          <p:cNvSpPr txBox="1"/>
          <p:nvPr/>
        </p:nvSpPr>
        <p:spPr>
          <a:xfrm>
            <a:off x="3006625" y="1600517"/>
            <a:ext cx="2817806" cy="482080"/>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zh-CN" altLang="en-US" sz="2000" dirty="0">
                <a:solidFill>
                  <a:srgbClr val="003F88"/>
                </a:solidFill>
                <a:latin typeface="微软雅黑" panose="020B0503020204020204" pitchFamily="34" charset="-122"/>
                <a:ea typeface="微软雅黑" panose="020B0503020204020204" pitchFamily="34" charset="-122"/>
              </a:rPr>
              <a:t>扰动设置与对比算法</a:t>
            </a:r>
          </a:p>
        </p:txBody>
      </p:sp>
      <p:cxnSp>
        <p:nvCxnSpPr>
          <p:cNvPr id="14" name="直接连接符 13">
            <a:extLst>
              <a:ext uri="{FF2B5EF4-FFF2-40B4-BE49-F238E27FC236}">
                <a16:creationId xmlns:a16="http://schemas.microsoft.com/office/drawing/2014/main" id="{4E1334C6-9287-1A2A-AFF7-9D5DE1731EEF}"/>
              </a:ext>
            </a:extLst>
          </p:cNvPr>
          <p:cNvCxnSpPr>
            <a:cxnSpLocks/>
          </p:cNvCxnSpPr>
          <p:nvPr/>
        </p:nvCxnSpPr>
        <p:spPr>
          <a:xfrm>
            <a:off x="3026229" y="2099903"/>
            <a:ext cx="5303435" cy="0"/>
          </a:xfrm>
          <a:prstGeom prst="line">
            <a:avLst/>
          </a:prstGeom>
          <a:ln w="25400">
            <a:prstDash val="dash"/>
          </a:ln>
        </p:spPr>
        <p:style>
          <a:lnRef idx="1">
            <a:schemeClr val="accent1"/>
          </a:lnRef>
          <a:fillRef idx="0">
            <a:schemeClr val="accent1"/>
          </a:fillRef>
          <a:effectRef idx="0">
            <a:schemeClr val="accent1"/>
          </a:effectRef>
          <a:fontRef idx="minor">
            <a:schemeClr val="tx1"/>
          </a:fontRef>
        </p:style>
      </p:cxnSp>
      <p:sp>
        <p:nvSpPr>
          <p:cNvPr id="15" name="文本框 14">
            <a:extLst>
              <a:ext uri="{FF2B5EF4-FFF2-40B4-BE49-F238E27FC236}">
                <a16:creationId xmlns:a16="http://schemas.microsoft.com/office/drawing/2014/main" id="{BF3A6D7F-9E1D-CAD7-D0A6-1DF3E6F28813}"/>
              </a:ext>
            </a:extLst>
          </p:cNvPr>
          <p:cNvSpPr txBox="1"/>
          <p:nvPr/>
        </p:nvSpPr>
        <p:spPr>
          <a:xfrm>
            <a:off x="8987513" y="1611403"/>
            <a:ext cx="2361584" cy="482080"/>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zh-CN" altLang="en-US" sz="2000" dirty="0">
                <a:solidFill>
                  <a:srgbClr val="003F88"/>
                </a:solidFill>
                <a:latin typeface="微软雅黑" panose="020B0503020204020204" pitchFamily="34" charset="-122"/>
                <a:ea typeface="微软雅黑" panose="020B0503020204020204" pitchFamily="34" charset="-122"/>
              </a:rPr>
              <a:t>评价指标</a:t>
            </a:r>
          </a:p>
        </p:txBody>
      </p:sp>
      <p:cxnSp>
        <p:nvCxnSpPr>
          <p:cNvPr id="16" name="直接连接符 15">
            <a:extLst>
              <a:ext uri="{FF2B5EF4-FFF2-40B4-BE49-F238E27FC236}">
                <a16:creationId xmlns:a16="http://schemas.microsoft.com/office/drawing/2014/main" id="{753CC545-0FDA-23BC-2B0A-F50A0333AD80}"/>
              </a:ext>
            </a:extLst>
          </p:cNvPr>
          <p:cNvCxnSpPr>
            <a:cxnSpLocks/>
          </p:cNvCxnSpPr>
          <p:nvPr/>
        </p:nvCxnSpPr>
        <p:spPr>
          <a:xfrm>
            <a:off x="8948057" y="2099903"/>
            <a:ext cx="2761532" cy="0"/>
          </a:xfrm>
          <a:prstGeom prst="line">
            <a:avLst/>
          </a:prstGeom>
          <a:ln w="25400">
            <a:prstDash val="dash"/>
          </a:ln>
        </p:spPr>
        <p:style>
          <a:lnRef idx="1">
            <a:schemeClr val="accent1"/>
          </a:lnRef>
          <a:fillRef idx="0">
            <a:schemeClr val="accent1"/>
          </a:fillRef>
          <a:effectRef idx="0">
            <a:schemeClr val="accent1"/>
          </a:effectRef>
          <a:fontRef idx="minor">
            <a:schemeClr val="tx1"/>
          </a:fontRef>
        </p:style>
      </p:cxnSp>
      <p:sp>
        <p:nvSpPr>
          <p:cNvPr id="17" name="文本框 16">
            <a:extLst>
              <a:ext uri="{FF2B5EF4-FFF2-40B4-BE49-F238E27FC236}">
                <a16:creationId xmlns:a16="http://schemas.microsoft.com/office/drawing/2014/main" id="{06F6BD67-0ADC-37E7-8448-C411E42055A3}"/>
              </a:ext>
            </a:extLst>
          </p:cNvPr>
          <p:cNvSpPr txBox="1"/>
          <p:nvPr/>
        </p:nvSpPr>
        <p:spPr>
          <a:xfrm>
            <a:off x="434779" y="2243493"/>
            <a:ext cx="1969816" cy="3003515"/>
          </a:xfrm>
          <a:prstGeom prst="rect">
            <a:avLst/>
          </a:prstGeom>
          <a:noFill/>
        </p:spPr>
        <p:txBody>
          <a:bodyPr wrap="square">
            <a:spAutoFit/>
          </a:bodyPr>
          <a:lstStyle/>
          <a:p>
            <a:pPr>
              <a:lnSpc>
                <a:spcPct val="150000"/>
              </a:lnSpc>
            </a:pPr>
            <a:r>
              <a:rPr lang="zh-CN" altLang="en-US" sz="1600" dirty="0">
                <a:latin typeface="微软雅黑" panose="020B0503020204020204" pitchFamily="34" charset="-122"/>
                <a:ea typeface="微软雅黑" panose="020B0503020204020204" pitchFamily="34" charset="-122"/>
              </a:rPr>
              <a:t>本实验用于分析不同扰动强度下各算法性能的变化趋势，验证 </a:t>
            </a:r>
            <a:r>
              <a:rPr lang="en-US" altLang="zh-CN" sz="1600" dirty="0">
                <a:latin typeface="微软雅黑" panose="020B0503020204020204" pitchFamily="34" charset="-122"/>
                <a:ea typeface="微软雅黑" panose="020B0503020204020204" pitchFamily="34" charset="-122"/>
              </a:rPr>
              <a:t>MRG-HMARL </a:t>
            </a:r>
            <a:r>
              <a:rPr lang="zh-CN" altLang="en-US" sz="1600" dirty="0">
                <a:latin typeface="微软雅黑" panose="020B0503020204020204" pitchFamily="34" charset="-122"/>
                <a:ea typeface="微软雅黑" panose="020B0503020204020204" pitchFamily="34" charset="-122"/>
              </a:rPr>
              <a:t>在扰动增强时是否仍能保持较好的调度性能与恢复平稳性。</a:t>
            </a:r>
          </a:p>
        </p:txBody>
      </p:sp>
      <p:sp>
        <p:nvSpPr>
          <p:cNvPr id="18" name="文本框 17">
            <a:extLst>
              <a:ext uri="{FF2B5EF4-FFF2-40B4-BE49-F238E27FC236}">
                <a16:creationId xmlns:a16="http://schemas.microsoft.com/office/drawing/2014/main" id="{2276F22C-4D4D-91F0-6E56-D33A937B85C7}"/>
              </a:ext>
            </a:extLst>
          </p:cNvPr>
          <p:cNvSpPr txBox="1"/>
          <p:nvPr/>
        </p:nvSpPr>
        <p:spPr>
          <a:xfrm>
            <a:off x="2829021" y="2117591"/>
            <a:ext cx="5678580" cy="3742178"/>
          </a:xfrm>
          <a:prstGeom prst="rect">
            <a:avLst/>
          </a:prstGeom>
          <a:noFill/>
        </p:spPr>
        <p:txBody>
          <a:bodyPr wrap="square">
            <a:spAutoFit/>
          </a:bodyPr>
          <a:lstStyle/>
          <a:p>
            <a:pPr>
              <a:lnSpc>
                <a:spcPct val="150000"/>
              </a:lnSpc>
            </a:pPr>
            <a:r>
              <a:rPr lang="en-US" altLang="zh-CN" sz="1600" b="1" dirty="0">
                <a:latin typeface="微软雅黑" panose="020B0503020204020204" pitchFamily="34" charset="-122"/>
                <a:ea typeface="微软雅黑" panose="020B0503020204020204" pitchFamily="34" charset="-122"/>
              </a:rPr>
              <a:t>• none</a:t>
            </a:r>
            <a:r>
              <a:rPr lang="zh-CN" altLang="en-US" sz="1600" b="1"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无计划扰动，用作各算法自身的无扰动名义基准</a:t>
            </a:r>
          </a:p>
          <a:p>
            <a:pPr>
              <a:lnSpc>
                <a:spcPct val="150000"/>
              </a:lnSpc>
            </a:pPr>
            <a:r>
              <a:rPr lang="en-US" altLang="zh-CN" sz="1600" b="1" dirty="0">
                <a:latin typeface="微软雅黑" panose="020B0503020204020204" pitchFamily="34" charset="-122"/>
                <a:ea typeface="微软雅黑" panose="020B0503020204020204" pitchFamily="34" charset="-122"/>
              </a:rPr>
              <a:t>• mild</a:t>
            </a:r>
            <a:r>
              <a:rPr lang="zh-CN" altLang="en-US" sz="1600" b="1"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1 </a:t>
            </a:r>
            <a:r>
              <a:rPr lang="zh-CN" altLang="en-US" sz="1600" dirty="0">
                <a:latin typeface="微软雅黑" panose="020B0503020204020204" pitchFamily="34" charset="-122"/>
                <a:ea typeface="微软雅黑" panose="020B0503020204020204" pitchFamily="34" charset="-122"/>
              </a:rPr>
              <a:t>名工人缺勤 </a:t>
            </a:r>
            <a:r>
              <a:rPr lang="en-US" altLang="zh-CN" sz="1600" dirty="0">
                <a:latin typeface="微软雅黑" panose="020B0503020204020204" pitchFamily="34" charset="-122"/>
                <a:ea typeface="微软雅黑" panose="020B0503020204020204" pitchFamily="34" charset="-122"/>
              </a:rPr>
              <a:t>+ 1 </a:t>
            </a:r>
            <a:r>
              <a:rPr lang="zh-CN" altLang="en-US" sz="1600" dirty="0">
                <a:latin typeface="微软雅黑" panose="020B0503020204020204" pitchFamily="34" charset="-122"/>
                <a:ea typeface="微软雅黑" panose="020B0503020204020204" pitchFamily="34" charset="-122"/>
              </a:rPr>
              <a:t>台设备故障</a:t>
            </a:r>
          </a:p>
          <a:p>
            <a:pPr>
              <a:lnSpc>
                <a:spcPct val="150000"/>
              </a:lnSpc>
            </a:pPr>
            <a:r>
              <a:rPr lang="en-US" altLang="zh-CN" sz="1600" b="1" dirty="0">
                <a:latin typeface="微软雅黑" panose="020B0503020204020204" pitchFamily="34" charset="-122"/>
                <a:ea typeface="微软雅黑" panose="020B0503020204020204" pitchFamily="34" charset="-122"/>
              </a:rPr>
              <a:t>• medium</a:t>
            </a:r>
            <a:r>
              <a:rPr lang="zh-CN" altLang="en-US" sz="1600" b="1"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2 </a:t>
            </a:r>
            <a:r>
              <a:rPr lang="zh-CN" altLang="en-US" sz="1600" dirty="0">
                <a:latin typeface="微软雅黑" panose="020B0503020204020204" pitchFamily="34" charset="-122"/>
                <a:ea typeface="微软雅黑" panose="020B0503020204020204" pitchFamily="34" charset="-122"/>
              </a:rPr>
              <a:t>名工人缺勤 </a:t>
            </a:r>
            <a:r>
              <a:rPr lang="en-US" altLang="zh-CN" sz="1600" dirty="0">
                <a:latin typeface="微软雅黑" panose="020B0503020204020204" pitchFamily="34" charset="-122"/>
                <a:ea typeface="微软雅黑" panose="020B0503020204020204" pitchFamily="34" charset="-122"/>
              </a:rPr>
              <a:t>+ 2 </a:t>
            </a:r>
            <a:r>
              <a:rPr lang="zh-CN" altLang="en-US" sz="1600" dirty="0">
                <a:latin typeface="微软雅黑" panose="020B0503020204020204" pitchFamily="34" charset="-122"/>
                <a:ea typeface="微软雅黑" panose="020B0503020204020204" pitchFamily="34" charset="-122"/>
              </a:rPr>
              <a:t>台设备故障</a:t>
            </a:r>
          </a:p>
          <a:p>
            <a:pPr>
              <a:lnSpc>
                <a:spcPct val="150000"/>
              </a:lnSpc>
            </a:pPr>
            <a:r>
              <a:rPr lang="en-US" altLang="zh-CN" sz="1600" b="1" dirty="0">
                <a:latin typeface="微软雅黑" panose="020B0503020204020204" pitchFamily="34" charset="-122"/>
                <a:ea typeface="微软雅黑" panose="020B0503020204020204" pitchFamily="34" charset="-122"/>
              </a:rPr>
              <a:t>• severe</a:t>
            </a:r>
            <a:r>
              <a:rPr lang="zh-CN" altLang="en-US" sz="1600" b="1"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3 </a:t>
            </a:r>
            <a:r>
              <a:rPr lang="zh-CN" altLang="en-US" sz="1600" dirty="0">
                <a:latin typeface="微软雅黑" panose="020B0503020204020204" pitchFamily="34" charset="-122"/>
                <a:ea typeface="微软雅黑" panose="020B0503020204020204" pitchFamily="34" charset="-122"/>
              </a:rPr>
              <a:t>名工人缺勤 </a:t>
            </a:r>
            <a:r>
              <a:rPr lang="en-US" altLang="zh-CN" sz="1600" dirty="0">
                <a:latin typeface="微软雅黑" panose="020B0503020204020204" pitchFamily="34" charset="-122"/>
                <a:ea typeface="微软雅黑" panose="020B0503020204020204" pitchFamily="34" charset="-122"/>
              </a:rPr>
              <a:t>+ 3 </a:t>
            </a:r>
            <a:r>
              <a:rPr lang="zh-CN" altLang="en-US" sz="1600" dirty="0">
                <a:latin typeface="微软雅黑" panose="020B0503020204020204" pitchFamily="34" charset="-122"/>
                <a:ea typeface="微软雅黑" panose="020B0503020204020204" pitchFamily="34" charset="-122"/>
              </a:rPr>
              <a:t>台设备故障</a:t>
            </a:r>
            <a:endParaRPr lang="en-US" altLang="zh-CN" sz="1600" dirty="0">
              <a:latin typeface="微软雅黑" panose="020B0503020204020204" pitchFamily="34" charset="-122"/>
              <a:ea typeface="微软雅黑" panose="020B0503020204020204" pitchFamily="34" charset="-122"/>
            </a:endParaRPr>
          </a:p>
          <a:p>
            <a:pPr>
              <a:lnSpc>
                <a:spcPct val="150000"/>
              </a:lnSpc>
            </a:pPr>
            <a:endParaRPr lang="en-US" altLang="zh-CN" sz="1600" dirty="0">
              <a:latin typeface="微软雅黑" panose="020B0503020204020204" pitchFamily="34" charset="-122"/>
              <a:ea typeface="微软雅黑" panose="020B0503020204020204" pitchFamily="34" charset="-122"/>
            </a:endParaRPr>
          </a:p>
          <a:p>
            <a:pPr>
              <a:lnSpc>
                <a:spcPct val="150000"/>
              </a:lnSpc>
            </a:pPr>
            <a:r>
              <a:rPr lang="en-US" altLang="zh-CN" sz="1600" b="1" dirty="0">
                <a:latin typeface="微软雅黑" panose="020B0503020204020204" pitchFamily="34" charset="-122"/>
                <a:ea typeface="微软雅黑" panose="020B0503020204020204" pitchFamily="34" charset="-122"/>
              </a:rPr>
              <a:t>• Rule-based(best-of-9)</a:t>
            </a:r>
            <a:r>
              <a:rPr lang="zh-CN" altLang="en-US" sz="1600" b="1"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启发式规则基线。</a:t>
            </a:r>
          </a:p>
          <a:p>
            <a:pPr>
              <a:lnSpc>
                <a:spcPct val="150000"/>
              </a:lnSpc>
            </a:pPr>
            <a:r>
              <a:rPr lang="en-US" altLang="zh-CN" sz="1600" b="1" dirty="0">
                <a:latin typeface="微软雅黑" panose="020B0503020204020204" pitchFamily="34" charset="-122"/>
                <a:ea typeface="微软雅黑" panose="020B0503020204020204" pitchFamily="34" charset="-122"/>
              </a:rPr>
              <a:t>• PPO</a:t>
            </a:r>
            <a:r>
              <a:rPr lang="zh-CN" altLang="en-US" sz="1600" b="1"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单智能体强化学习基线。</a:t>
            </a:r>
          </a:p>
          <a:p>
            <a:pPr>
              <a:lnSpc>
                <a:spcPct val="150000"/>
              </a:lnSpc>
            </a:pPr>
            <a:r>
              <a:rPr lang="en-US" altLang="zh-CN" sz="1600" b="1" dirty="0">
                <a:latin typeface="微软雅黑" panose="020B0503020204020204" pitchFamily="34" charset="-122"/>
                <a:ea typeface="微软雅黑" panose="020B0503020204020204" pitchFamily="34" charset="-122"/>
              </a:rPr>
              <a:t>• MAPPO / HAPPO</a:t>
            </a:r>
            <a:r>
              <a:rPr lang="zh-CN" altLang="en-US" sz="1600" b="1"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多智能体强化学习基线。</a:t>
            </a:r>
          </a:p>
          <a:p>
            <a:pPr>
              <a:lnSpc>
                <a:spcPct val="150000"/>
              </a:lnSpc>
            </a:pPr>
            <a:r>
              <a:rPr lang="en-US" altLang="zh-CN" sz="1600" b="1" dirty="0">
                <a:latin typeface="微软雅黑" panose="020B0503020204020204" pitchFamily="34" charset="-122"/>
                <a:ea typeface="微软雅黑" panose="020B0503020204020204" pitchFamily="34" charset="-122"/>
              </a:rPr>
              <a:t>• MRG-HMARL</a:t>
            </a:r>
            <a:r>
              <a:rPr lang="zh-CN" altLang="en-US" sz="1600" b="1"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本文提出的多关系图增强分层多智能体强化学习方法。</a:t>
            </a:r>
            <a:endParaRPr lang="zh-CN" altLang="zh-CN" sz="1600" dirty="0">
              <a:latin typeface="微软雅黑" panose="020B0503020204020204" pitchFamily="34" charset="-122"/>
              <a:ea typeface="微软雅黑" panose="020B0503020204020204" pitchFamily="34" charset="-122"/>
            </a:endParaRPr>
          </a:p>
        </p:txBody>
      </p:sp>
      <p:sp>
        <p:nvSpPr>
          <p:cNvPr id="19" name="文本框 18">
            <a:extLst>
              <a:ext uri="{FF2B5EF4-FFF2-40B4-BE49-F238E27FC236}">
                <a16:creationId xmlns:a16="http://schemas.microsoft.com/office/drawing/2014/main" id="{F3B2159C-E36D-054A-591A-A178B8D9CD73}"/>
              </a:ext>
            </a:extLst>
          </p:cNvPr>
          <p:cNvSpPr txBox="1"/>
          <p:nvPr/>
        </p:nvSpPr>
        <p:spPr>
          <a:xfrm>
            <a:off x="8893627" y="2182049"/>
            <a:ext cx="2930292" cy="3788345"/>
          </a:xfrm>
          <a:prstGeom prst="rect">
            <a:avLst/>
          </a:prstGeom>
          <a:noFill/>
        </p:spPr>
        <p:txBody>
          <a:bodyPr wrap="square">
            <a:spAutoFit/>
          </a:bodyPr>
          <a:lstStyle/>
          <a:p>
            <a:pPr>
              <a:lnSpc>
                <a:spcPct val="150000"/>
              </a:lnSpc>
            </a:pPr>
            <a:r>
              <a:rPr lang="en-US" altLang="zh-CN" sz="1600" b="1" dirty="0">
                <a:latin typeface="微软雅黑" panose="020B0503020204020204" pitchFamily="34" charset="-122"/>
                <a:ea typeface="微软雅黑" panose="020B0503020204020204" pitchFamily="34" charset="-122"/>
              </a:rPr>
              <a:t>• </a:t>
            </a:r>
            <a:r>
              <a:rPr lang="zh-CN" altLang="en-US" sz="1600" b="1" dirty="0">
                <a:latin typeface="微软雅黑" panose="020B0503020204020204" pitchFamily="34" charset="-122"/>
                <a:ea typeface="微软雅黑" panose="020B0503020204020204" pitchFamily="34" charset="-122"/>
              </a:rPr>
              <a:t>绝对性能：</a:t>
            </a:r>
            <a:r>
              <a:rPr lang="zh-CN" altLang="en-US" sz="1600" dirty="0">
                <a:latin typeface="微软雅黑" panose="020B0503020204020204" pitchFamily="34" charset="-122"/>
                <a:ea typeface="微软雅黑" panose="020B0503020204020204" pitchFamily="34" charset="-122"/>
              </a:rPr>
              <a:t>直接比较不同扰动强度下的 </a:t>
            </a:r>
            <a:r>
              <a:rPr lang="en-US" altLang="zh-CN" sz="1600" dirty="0">
                <a:latin typeface="微软雅黑" panose="020B0503020204020204" pitchFamily="34" charset="-122"/>
                <a:ea typeface="微软雅黑" panose="020B0503020204020204" pitchFamily="34" charset="-122"/>
              </a:rPr>
              <a:t>Takt Time</a:t>
            </a:r>
            <a:r>
              <a:rPr lang="zh-CN" altLang="en-US" sz="1600" dirty="0">
                <a:latin typeface="微软雅黑" panose="020B0503020204020204" pitchFamily="34" charset="-122"/>
                <a:ea typeface="微软雅黑" panose="020B0503020204020204" pitchFamily="34" charset="-122"/>
              </a:rPr>
              <a:t>和 </a:t>
            </a:r>
            <a:r>
              <a:rPr lang="en-US" altLang="zh-CN" sz="1600" dirty="0">
                <a:latin typeface="微软雅黑" panose="020B0503020204020204" pitchFamily="34" charset="-122"/>
                <a:ea typeface="微软雅黑" panose="020B0503020204020204" pitchFamily="34" charset="-122"/>
              </a:rPr>
              <a:t>Smoothness Index</a:t>
            </a:r>
            <a:r>
              <a:rPr lang="zh-CN" altLang="en-US" sz="1600" dirty="0">
                <a:latin typeface="微软雅黑" panose="020B0503020204020204" pitchFamily="34" charset="-122"/>
                <a:ea typeface="微软雅黑" panose="020B0503020204020204" pitchFamily="34" charset="-122"/>
              </a:rPr>
              <a:t>，用于衡量算法在扰动场景中的实际调度质量。</a:t>
            </a:r>
          </a:p>
          <a:p>
            <a:pPr>
              <a:lnSpc>
                <a:spcPct val="150000"/>
              </a:lnSpc>
            </a:pPr>
            <a:r>
              <a:rPr lang="en-US" altLang="zh-CN" sz="1600" b="1" dirty="0">
                <a:latin typeface="微软雅黑" panose="020B0503020204020204" pitchFamily="34" charset="-122"/>
                <a:ea typeface="微软雅黑" panose="020B0503020204020204" pitchFamily="34" charset="-122"/>
              </a:rPr>
              <a:t>• </a:t>
            </a:r>
            <a:r>
              <a:rPr lang="zh-CN" altLang="en-US" sz="1600" b="1" dirty="0">
                <a:latin typeface="微软雅黑" panose="020B0503020204020204" pitchFamily="34" charset="-122"/>
                <a:ea typeface="微软雅黑" panose="020B0503020204020204" pitchFamily="34" charset="-122"/>
              </a:rPr>
              <a:t>相对退化率：</a:t>
            </a:r>
            <a:r>
              <a:rPr lang="zh-CN" altLang="en-US" sz="1600" dirty="0">
                <a:latin typeface="微软雅黑" panose="020B0503020204020204" pitchFamily="34" charset="-122"/>
                <a:ea typeface="微软雅黑" panose="020B0503020204020204" pitchFamily="34" charset="-122"/>
              </a:rPr>
              <a:t>以各算法自身 </a:t>
            </a:r>
            <a:r>
              <a:rPr lang="en-US" altLang="zh-CN" sz="1600" dirty="0">
                <a:latin typeface="微软雅黑" panose="020B0503020204020204" pitchFamily="34" charset="-122"/>
                <a:ea typeface="微软雅黑" panose="020B0503020204020204" pitchFamily="34" charset="-122"/>
              </a:rPr>
              <a:t>none </a:t>
            </a:r>
            <a:r>
              <a:rPr lang="zh-CN" altLang="en-US" sz="1600" dirty="0">
                <a:latin typeface="微软雅黑" panose="020B0503020204020204" pitchFamily="34" charset="-122"/>
                <a:ea typeface="微软雅黑" panose="020B0503020204020204" pitchFamily="34" charset="-122"/>
              </a:rPr>
              <a:t>场景作为 </a:t>
            </a:r>
            <a:r>
              <a:rPr lang="en-US" altLang="zh-CN" sz="1600" dirty="0">
                <a:latin typeface="微软雅黑" panose="020B0503020204020204" pitchFamily="34" charset="-122"/>
                <a:ea typeface="微软雅黑" panose="020B0503020204020204" pitchFamily="34" charset="-122"/>
              </a:rPr>
              <a:t>nominal baseline</a:t>
            </a:r>
            <a:r>
              <a:rPr lang="zh-CN" altLang="en-US" sz="1600" dirty="0">
                <a:latin typeface="微软雅黑" panose="020B0503020204020204" pitchFamily="34" charset="-122"/>
                <a:ea typeface="微软雅黑" panose="020B0503020204020204" pitchFamily="34" charset="-122"/>
              </a:rPr>
              <a:t>，计算扰动引起的性能退化比例，用于衡量算法对扰动强度变化的敏感性。</a:t>
            </a:r>
          </a:p>
        </p:txBody>
      </p:sp>
    </p:spTree>
    <p:extLst>
      <p:ext uri="{BB962C8B-B14F-4D97-AF65-F5344CB8AC3E}">
        <p14:creationId xmlns:p14="http://schemas.microsoft.com/office/powerpoint/2010/main" val="227128495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92798F-FFEC-0FF2-BF39-675AAD169BFE}"/>
            </a:ext>
          </a:extLst>
        </p:cNvPr>
        <p:cNvGrpSpPr/>
        <p:nvPr/>
      </p:nvGrpSpPr>
      <p:grpSpPr>
        <a:xfrm>
          <a:off x="0" y="0"/>
          <a:ext cx="0" cy="0"/>
          <a:chOff x="0" y="0"/>
          <a:chExt cx="0" cy="0"/>
        </a:xfrm>
      </p:grpSpPr>
      <p:cxnSp>
        <p:nvCxnSpPr>
          <p:cNvPr id="7" name="直接连接符 6">
            <a:extLst>
              <a:ext uri="{FF2B5EF4-FFF2-40B4-BE49-F238E27FC236}">
                <a16:creationId xmlns:a16="http://schemas.microsoft.com/office/drawing/2014/main" id="{87E8FED1-843F-675C-1491-227F94638A52}"/>
              </a:ext>
            </a:extLst>
          </p:cNvPr>
          <p:cNvCxnSpPr>
            <a:cxnSpLocks/>
          </p:cNvCxnSpPr>
          <p:nvPr/>
        </p:nvCxnSpPr>
        <p:spPr>
          <a:xfrm>
            <a:off x="337132" y="774574"/>
            <a:ext cx="11567001" cy="0"/>
          </a:xfrm>
          <a:prstGeom prst="line">
            <a:avLst/>
          </a:prstGeom>
          <a:ln w="19050">
            <a:solidFill>
              <a:srgbClr val="133C7A">
                <a:alpha val="80000"/>
              </a:srgbClr>
            </a:solidFill>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64AFD616-9D71-E9B0-1557-F73F4DADAC64}"/>
              </a:ext>
            </a:extLst>
          </p:cNvPr>
          <p:cNvSpPr txBox="1"/>
          <p:nvPr/>
        </p:nvSpPr>
        <p:spPr>
          <a:xfrm>
            <a:off x="683012" y="256087"/>
            <a:ext cx="9510123" cy="505676"/>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r>
              <a:rPr lang="en-US" altLang="zh-CN" sz="2800" dirty="0">
                <a:solidFill>
                  <a:schemeClr val="tx2">
                    <a:lumMod val="75000"/>
                  </a:schemeClr>
                </a:solidFill>
                <a:latin typeface="微软雅黑" panose="020B0503020204020204" pitchFamily="34" charset="-122"/>
                <a:ea typeface="微软雅黑" panose="020B0503020204020204" pitchFamily="34" charset="-122"/>
              </a:rPr>
              <a:t>4 </a:t>
            </a:r>
            <a:r>
              <a:rPr lang="zh-CN" altLang="en-US" sz="2800" dirty="0">
                <a:solidFill>
                  <a:schemeClr val="tx2">
                    <a:lumMod val="75000"/>
                  </a:schemeClr>
                </a:solidFill>
                <a:latin typeface="微软雅黑" panose="020B0503020204020204" pitchFamily="34" charset="-122"/>
                <a:ea typeface="微软雅黑" panose="020B0503020204020204" pitchFamily="34" charset="-122"/>
              </a:rPr>
              <a:t>实验验证</a:t>
            </a:r>
          </a:p>
        </p:txBody>
      </p:sp>
      <p:sp>
        <p:nvSpPr>
          <p:cNvPr id="9" name="矩形 8">
            <a:extLst>
              <a:ext uri="{FF2B5EF4-FFF2-40B4-BE49-F238E27FC236}">
                <a16:creationId xmlns:a16="http://schemas.microsoft.com/office/drawing/2014/main" id="{008E5C26-E945-693E-AFF8-51E4F1A3A413}"/>
              </a:ext>
            </a:extLst>
          </p:cNvPr>
          <p:cNvSpPr/>
          <p:nvPr/>
        </p:nvSpPr>
        <p:spPr>
          <a:xfrm>
            <a:off x="337132" y="268900"/>
            <a:ext cx="195295" cy="50567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B9E32F25-033D-4157-BA1B-9339C411FFA1}"/>
              </a:ext>
            </a:extLst>
          </p:cNvPr>
          <p:cNvSpPr/>
          <p:nvPr/>
        </p:nvSpPr>
        <p:spPr>
          <a:xfrm>
            <a:off x="337132" y="268900"/>
            <a:ext cx="276318" cy="505674"/>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71889D3E-32F9-B928-B62D-528FBDB65D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66776" y="256087"/>
            <a:ext cx="1788092" cy="431989"/>
          </a:xfrm>
          <a:prstGeom prst="rect">
            <a:avLst/>
          </a:prstGeom>
        </p:spPr>
      </p:pic>
      <p:sp>
        <p:nvSpPr>
          <p:cNvPr id="2" name="文本框 1">
            <a:extLst>
              <a:ext uri="{FF2B5EF4-FFF2-40B4-BE49-F238E27FC236}">
                <a16:creationId xmlns:a16="http://schemas.microsoft.com/office/drawing/2014/main" id="{9DD4A13F-850A-04ED-49A1-D0B7A78E2A3A}"/>
              </a:ext>
            </a:extLst>
          </p:cNvPr>
          <p:cNvSpPr txBox="1"/>
          <p:nvPr/>
        </p:nvSpPr>
        <p:spPr>
          <a:xfrm>
            <a:off x="299410" y="862073"/>
            <a:ext cx="9510123" cy="444121"/>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r>
              <a:rPr lang="en-US" altLang="zh-CN" sz="2400" dirty="0">
                <a:solidFill>
                  <a:schemeClr val="tx2">
                    <a:lumMod val="75000"/>
                  </a:schemeClr>
                </a:solidFill>
                <a:latin typeface="微软雅黑" panose="020B0503020204020204" pitchFamily="34" charset="-122"/>
                <a:ea typeface="微软雅黑" panose="020B0503020204020204" pitchFamily="34" charset="-122"/>
              </a:rPr>
              <a:t>• 4.5 </a:t>
            </a:r>
            <a:r>
              <a:rPr lang="zh-CN" altLang="en-US" sz="2400" dirty="0">
                <a:solidFill>
                  <a:schemeClr val="tx2">
                    <a:lumMod val="75000"/>
                  </a:schemeClr>
                </a:solidFill>
                <a:latin typeface="微软雅黑" panose="020B0503020204020204" pitchFamily="34" charset="-122"/>
                <a:ea typeface="微软雅黑" panose="020B0503020204020204" pitchFamily="34" charset="-122"/>
              </a:rPr>
              <a:t>鲁棒性实验</a:t>
            </a:r>
            <a:r>
              <a:rPr lang="en-US" altLang="zh-CN" sz="2400" dirty="0">
                <a:solidFill>
                  <a:schemeClr val="tx2">
                    <a:lumMod val="75000"/>
                  </a:schemeClr>
                </a:solidFill>
                <a:latin typeface="微软雅黑" panose="020B0503020204020204" pitchFamily="34" charset="-122"/>
                <a:ea typeface="微软雅黑" panose="020B0503020204020204" pitchFamily="34" charset="-122"/>
              </a:rPr>
              <a:t>——</a:t>
            </a:r>
            <a:r>
              <a:rPr lang="zh-CN" altLang="en-US" sz="2400" dirty="0">
                <a:solidFill>
                  <a:schemeClr val="tx2">
                    <a:lumMod val="75000"/>
                  </a:schemeClr>
                </a:solidFill>
                <a:latin typeface="微软雅黑" panose="020B0503020204020204" pitchFamily="34" charset="-122"/>
                <a:ea typeface="微软雅黑" panose="020B0503020204020204" pitchFamily="34" charset="-122"/>
              </a:rPr>
              <a:t>图表分析</a:t>
            </a:r>
          </a:p>
        </p:txBody>
      </p:sp>
      <p:pic>
        <p:nvPicPr>
          <p:cNvPr id="5" name="图片 4">
            <a:extLst>
              <a:ext uri="{FF2B5EF4-FFF2-40B4-BE49-F238E27FC236}">
                <a16:creationId xmlns:a16="http://schemas.microsoft.com/office/drawing/2014/main" id="{FEECF213-0B80-4171-1F01-F0D2DA3CE7F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7343" y="1585098"/>
            <a:ext cx="10337313" cy="4718314"/>
          </a:xfrm>
          <a:prstGeom prst="rect">
            <a:avLst/>
          </a:prstGeom>
        </p:spPr>
      </p:pic>
    </p:spTree>
    <p:extLst>
      <p:ext uri="{BB962C8B-B14F-4D97-AF65-F5344CB8AC3E}">
        <p14:creationId xmlns:p14="http://schemas.microsoft.com/office/powerpoint/2010/main" val="168610271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BCBE29-E136-19CB-142A-F213898128F8}"/>
            </a:ext>
          </a:extLst>
        </p:cNvPr>
        <p:cNvGrpSpPr/>
        <p:nvPr/>
      </p:nvGrpSpPr>
      <p:grpSpPr>
        <a:xfrm>
          <a:off x="0" y="0"/>
          <a:ext cx="0" cy="0"/>
          <a:chOff x="0" y="0"/>
          <a:chExt cx="0" cy="0"/>
        </a:xfrm>
      </p:grpSpPr>
      <p:cxnSp>
        <p:nvCxnSpPr>
          <p:cNvPr id="7" name="直接连接符 6">
            <a:extLst>
              <a:ext uri="{FF2B5EF4-FFF2-40B4-BE49-F238E27FC236}">
                <a16:creationId xmlns:a16="http://schemas.microsoft.com/office/drawing/2014/main" id="{E3154E2F-139E-0576-041F-79C5BF78B4AF}"/>
              </a:ext>
            </a:extLst>
          </p:cNvPr>
          <p:cNvCxnSpPr>
            <a:cxnSpLocks/>
          </p:cNvCxnSpPr>
          <p:nvPr/>
        </p:nvCxnSpPr>
        <p:spPr>
          <a:xfrm>
            <a:off x="337132" y="774574"/>
            <a:ext cx="11567001" cy="0"/>
          </a:xfrm>
          <a:prstGeom prst="line">
            <a:avLst/>
          </a:prstGeom>
          <a:ln w="19050">
            <a:solidFill>
              <a:srgbClr val="133C7A">
                <a:alpha val="80000"/>
              </a:srgbClr>
            </a:solidFill>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620A9E5B-18BB-CE37-B3B4-1268E7CE8D6B}"/>
              </a:ext>
            </a:extLst>
          </p:cNvPr>
          <p:cNvSpPr txBox="1"/>
          <p:nvPr/>
        </p:nvSpPr>
        <p:spPr>
          <a:xfrm>
            <a:off x="683012" y="256087"/>
            <a:ext cx="9510123" cy="505676"/>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r>
              <a:rPr lang="en-US" altLang="zh-CN" sz="2800" dirty="0">
                <a:solidFill>
                  <a:schemeClr val="tx2">
                    <a:lumMod val="75000"/>
                  </a:schemeClr>
                </a:solidFill>
                <a:latin typeface="微软雅黑" panose="020B0503020204020204" pitchFamily="34" charset="-122"/>
                <a:ea typeface="微软雅黑" panose="020B0503020204020204" pitchFamily="34" charset="-122"/>
              </a:rPr>
              <a:t>4 </a:t>
            </a:r>
            <a:r>
              <a:rPr lang="zh-CN" altLang="en-US" sz="2800" dirty="0">
                <a:solidFill>
                  <a:schemeClr val="tx2">
                    <a:lumMod val="75000"/>
                  </a:schemeClr>
                </a:solidFill>
                <a:latin typeface="微软雅黑" panose="020B0503020204020204" pitchFamily="34" charset="-122"/>
                <a:ea typeface="微软雅黑" panose="020B0503020204020204" pitchFamily="34" charset="-122"/>
              </a:rPr>
              <a:t>实验验证</a:t>
            </a:r>
          </a:p>
        </p:txBody>
      </p:sp>
      <p:sp>
        <p:nvSpPr>
          <p:cNvPr id="9" name="矩形 8">
            <a:extLst>
              <a:ext uri="{FF2B5EF4-FFF2-40B4-BE49-F238E27FC236}">
                <a16:creationId xmlns:a16="http://schemas.microsoft.com/office/drawing/2014/main" id="{3B607B03-9563-E484-25F3-63231219455C}"/>
              </a:ext>
            </a:extLst>
          </p:cNvPr>
          <p:cNvSpPr/>
          <p:nvPr/>
        </p:nvSpPr>
        <p:spPr>
          <a:xfrm>
            <a:off x="337132" y="268900"/>
            <a:ext cx="195295" cy="50567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F20C0005-304C-93F2-567E-1DFC04A1E2C3}"/>
              </a:ext>
            </a:extLst>
          </p:cNvPr>
          <p:cNvSpPr/>
          <p:nvPr/>
        </p:nvSpPr>
        <p:spPr>
          <a:xfrm>
            <a:off x="337132" y="268900"/>
            <a:ext cx="276318" cy="505674"/>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9FEFC508-24B7-F2D8-8AE4-D621C8C387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66776" y="256087"/>
            <a:ext cx="1788092" cy="431989"/>
          </a:xfrm>
          <a:prstGeom prst="rect">
            <a:avLst/>
          </a:prstGeom>
        </p:spPr>
      </p:pic>
      <p:sp>
        <p:nvSpPr>
          <p:cNvPr id="2" name="文本框 1">
            <a:extLst>
              <a:ext uri="{FF2B5EF4-FFF2-40B4-BE49-F238E27FC236}">
                <a16:creationId xmlns:a16="http://schemas.microsoft.com/office/drawing/2014/main" id="{3331358B-990D-42F4-2339-7571607C283C}"/>
              </a:ext>
            </a:extLst>
          </p:cNvPr>
          <p:cNvSpPr txBox="1"/>
          <p:nvPr/>
        </p:nvSpPr>
        <p:spPr>
          <a:xfrm>
            <a:off x="299410" y="862073"/>
            <a:ext cx="9510123" cy="444121"/>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r>
              <a:rPr lang="en-US" altLang="zh-CN" sz="2400" dirty="0">
                <a:solidFill>
                  <a:schemeClr val="tx2">
                    <a:lumMod val="75000"/>
                  </a:schemeClr>
                </a:solidFill>
                <a:latin typeface="微软雅黑" panose="020B0503020204020204" pitchFamily="34" charset="-122"/>
                <a:ea typeface="微软雅黑" panose="020B0503020204020204" pitchFamily="34" charset="-122"/>
              </a:rPr>
              <a:t>• 4.5 </a:t>
            </a:r>
            <a:r>
              <a:rPr lang="zh-CN" altLang="en-US" sz="2400" dirty="0">
                <a:solidFill>
                  <a:schemeClr val="tx2">
                    <a:lumMod val="75000"/>
                  </a:schemeClr>
                </a:solidFill>
                <a:latin typeface="微软雅黑" panose="020B0503020204020204" pitchFamily="34" charset="-122"/>
                <a:ea typeface="微软雅黑" panose="020B0503020204020204" pitchFamily="34" charset="-122"/>
              </a:rPr>
              <a:t>鲁棒性实验</a:t>
            </a:r>
            <a:r>
              <a:rPr lang="en-US" altLang="zh-CN" sz="2400" dirty="0">
                <a:solidFill>
                  <a:schemeClr val="tx2">
                    <a:lumMod val="75000"/>
                  </a:schemeClr>
                </a:solidFill>
                <a:latin typeface="微软雅黑" panose="020B0503020204020204" pitchFamily="34" charset="-122"/>
                <a:ea typeface="微软雅黑" panose="020B0503020204020204" pitchFamily="34" charset="-122"/>
              </a:rPr>
              <a:t>——</a:t>
            </a:r>
            <a:r>
              <a:rPr lang="zh-CN" altLang="en-US" sz="2400" dirty="0">
                <a:solidFill>
                  <a:schemeClr val="tx2">
                    <a:lumMod val="75000"/>
                  </a:schemeClr>
                </a:solidFill>
                <a:latin typeface="微软雅黑" panose="020B0503020204020204" pitchFamily="34" charset="-122"/>
                <a:ea typeface="微软雅黑" panose="020B0503020204020204" pitchFamily="34" charset="-122"/>
              </a:rPr>
              <a:t>图表分析</a:t>
            </a:r>
          </a:p>
        </p:txBody>
      </p:sp>
      <p:pic>
        <p:nvPicPr>
          <p:cNvPr id="5" name="图片 4">
            <a:extLst>
              <a:ext uri="{FF2B5EF4-FFF2-40B4-BE49-F238E27FC236}">
                <a16:creationId xmlns:a16="http://schemas.microsoft.com/office/drawing/2014/main" id="{D007CB29-2A18-78D5-CB3C-162E2908A37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9733" y="1585100"/>
            <a:ext cx="10192533" cy="4718314"/>
          </a:xfrm>
          <a:prstGeom prst="rect">
            <a:avLst/>
          </a:prstGeom>
        </p:spPr>
      </p:pic>
    </p:spTree>
    <p:extLst>
      <p:ext uri="{BB962C8B-B14F-4D97-AF65-F5344CB8AC3E}">
        <p14:creationId xmlns:p14="http://schemas.microsoft.com/office/powerpoint/2010/main" val="4165790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946466-AEA0-71C7-4314-F7B61635358D}"/>
            </a:ext>
          </a:extLst>
        </p:cNvPr>
        <p:cNvGrpSpPr/>
        <p:nvPr/>
      </p:nvGrpSpPr>
      <p:grpSpPr>
        <a:xfrm>
          <a:off x="0" y="0"/>
          <a:ext cx="0" cy="0"/>
          <a:chOff x="0" y="0"/>
          <a:chExt cx="0" cy="0"/>
        </a:xfrm>
      </p:grpSpPr>
      <p:cxnSp>
        <p:nvCxnSpPr>
          <p:cNvPr id="7" name="直接连接符 6">
            <a:extLst>
              <a:ext uri="{FF2B5EF4-FFF2-40B4-BE49-F238E27FC236}">
                <a16:creationId xmlns:a16="http://schemas.microsoft.com/office/drawing/2014/main" id="{5A6BF38D-A0C3-F574-50F8-FEFFC4C428AC}"/>
              </a:ext>
            </a:extLst>
          </p:cNvPr>
          <p:cNvCxnSpPr>
            <a:cxnSpLocks/>
          </p:cNvCxnSpPr>
          <p:nvPr/>
        </p:nvCxnSpPr>
        <p:spPr>
          <a:xfrm>
            <a:off x="337132" y="774574"/>
            <a:ext cx="11567001" cy="0"/>
          </a:xfrm>
          <a:prstGeom prst="line">
            <a:avLst/>
          </a:prstGeom>
          <a:ln w="19050">
            <a:solidFill>
              <a:srgbClr val="133C7A">
                <a:alpha val="80000"/>
              </a:srgbClr>
            </a:solidFill>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575BE547-25AA-B9FB-79CD-727DAA1C0ACD}"/>
              </a:ext>
            </a:extLst>
          </p:cNvPr>
          <p:cNvSpPr txBox="1"/>
          <p:nvPr/>
        </p:nvSpPr>
        <p:spPr>
          <a:xfrm>
            <a:off x="683012" y="256087"/>
            <a:ext cx="9510123" cy="505676"/>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r>
              <a:rPr lang="en-US" altLang="zh-CN" sz="2800" dirty="0">
                <a:solidFill>
                  <a:schemeClr val="tx2">
                    <a:lumMod val="75000"/>
                  </a:schemeClr>
                </a:solidFill>
                <a:latin typeface="微软雅黑" panose="020B0503020204020204" pitchFamily="34" charset="-122"/>
                <a:ea typeface="微软雅黑" panose="020B0503020204020204" pitchFamily="34" charset="-122"/>
              </a:rPr>
              <a:t>4 </a:t>
            </a:r>
            <a:r>
              <a:rPr lang="zh-CN" altLang="en-US" sz="2800" dirty="0">
                <a:solidFill>
                  <a:schemeClr val="tx2">
                    <a:lumMod val="75000"/>
                  </a:schemeClr>
                </a:solidFill>
                <a:latin typeface="微软雅黑" panose="020B0503020204020204" pitchFamily="34" charset="-122"/>
                <a:ea typeface="微软雅黑" panose="020B0503020204020204" pitchFamily="34" charset="-122"/>
              </a:rPr>
              <a:t>实验验证</a:t>
            </a:r>
          </a:p>
        </p:txBody>
      </p:sp>
      <p:sp>
        <p:nvSpPr>
          <p:cNvPr id="9" name="矩形 8">
            <a:extLst>
              <a:ext uri="{FF2B5EF4-FFF2-40B4-BE49-F238E27FC236}">
                <a16:creationId xmlns:a16="http://schemas.microsoft.com/office/drawing/2014/main" id="{810F8C00-2EE3-018A-257E-D69C86A7AADB}"/>
              </a:ext>
            </a:extLst>
          </p:cNvPr>
          <p:cNvSpPr/>
          <p:nvPr/>
        </p:nvSpPr>
        <p:spPr>
          <a:xfrm>
            <a:off x="337132" y="268900"/>
            <a:ext cx="195295" cy="50567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1169B375-272A-4EA3-8419-DC8DDC8636C2}"/>
              </a:ext>
            </a:extLst>
          </p:cNvPr>
          <p:cNvSpPr/>
          <p:nvPr/>
        </p:nvSpPr>
        <p:spPr>
          <a:xfrm>
            <a:off x="337132" y="268900"/>
            <a:ext cx="276318" cy="505674"/>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CA148A3E-FF15-DDFE-0363-E4672567CB7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66776" y="256087"/>
            <a:ext cx="1788092" cy="431989"/>
          </a:xfrm>
          <a:prstGeom prst="rect">
            <a:avLst/>
          </a:prstGeom>
        </p:spPr>
      </p:pic>
      <p:sp>
        <p:nvSpPr>
          <p:cNvPr id="2" name="文本框 1">
            <a:extLst>
              <a:ext uri="{FF2B5EF4-FFF2-40B4-BE49-F238E27FC236}">
                <a16:creationId xmlns:a16="http://schemas.microsoft.com/office/drawing/2014/main" id="{EB5E30EB-43F7-C299-7DD6-8E59DB5C81D4}"/>
              </a:ext>
            </a:extLst>
          </p:cNvPr>
          <p:cNvSpPr txBox="1"/>
          <p:nvPr/>
        </p:nvSpPr>
        <p:spPr>
          <a:xfrm>
            <a:off x="299410" y="862073"/>
            <a:ext cx="9510123" cy="444121"/>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r>
              <a:rPr lang="en-US" altLang="zh-CN" sz="2400" dirty="0">
                <a:solidFill>
                  <a:schemeClr val="tx2">
                    <a:lumMod val="75000"/>
                  </a:schemeClr>
                </a:solidFill>
                <a:latin typeface="微软雅黑" panose="020B0503020204020204" pitchFamily="34" charset="-122"/>
                <a:ea typeface="微软雅黑" panose="020B0503020204020204" pitchFamily="34" charset="-122"/>
              </a:rPr>
              <a:t>• 4.6 </a:t>
            </a:r>
            <a:r>
              <a:rPr lang="zh-CN" altLang="en-US" sz="2400" dirty="0">
                <a:solidFill>
                  <a:schemeClr val="tx2">
                    <a:lumMod val="75000"/>
                  </a:schemeClr>
                </a:solidFill>
                <a:latin typeface="微软雅黑" panose="020B0503020204020204" pitchFamily="34" charset="-122"/>
                <a:ea typeface="微软雅黑" panose="020B0503020204020204" pitchFamily="34" charset="-122"/>
              </a:rPr>
              <a:t>实验数据汇总</a:t>
            </a:r>
          </a:p>
        </p:txBody>
      </p:sp>
      <p:graphicFrame>
        <p:nvGraphicFramePr>
          <p:cNvPr id="3" name="表格 2">
            <a:extLst>
              <a:ext uri="{FF2B5EF4-FFF2-40B4-BE49-F238E27FC236}">
                <a16:creationId xmlns:a16="http://schemas.microsoft.com/office/drawing/2014/main" id="{1037F705-0804-025A-60C8-A4A3CCE1526F}"/>
              </a:ext>
            </a:extLst>
          </p:cNvPr>
          <p:cNvGraphicFramePr>
            <a:graphicFrameLocks noGrp="1"/>
          </p:cNvGraphicFramePr>
          <p:nvPr>
            <p:extLst>
              <p:ext uri="{D42A27DB-BD31-4B8C-83A1-F6EECF244321}">
                <p14:modId xmlns:p14="http://schemas.microsoft.com/office/powerpoint/2010/main" val="2426468803"/>
              </p:ext>
            </p:extLst>
          </p:nvPr>
        </p:nvGraphicFramePr>
        <p:xfrm>
          <a:off x="336483" y="1750423"/>
          <a:ext cx="5563575" cy="1143270"/>
        </p:xfrm>
        <a:graphic>
          <a:graphicData uri="http://schemas.openxmlformats.org/drawingml/2006/table">
            <a:tbl>
              <a:tblPr firstRow="1" bandRow="1">
                <a:tableStyleId>{5940675A-B579-460E-94D1-54222C63F5DA}</a:tableStyleId>
              </a:tblPr>
              <a:tblGrid>
                <a:gridCol w="1112715">
                  <a:extLst>
                    <a:ext uri="{9D8B030D-6E8A-4147-A177-3AD203B41FA5}">
                      <a16:colId xmlns:a16="http://schemas.microsoft.com/office/drawing/2014/main" val="369758521"/>
                    </a:ext>
                  </a:extLst>
                </a:gridCol>
                <a:gridCol w="1112715">
                  <a:extLst>
                    <a:ext uri="{9D8B030D-6E8A-4147-A177-3AD203B41FA5}">
                      <a16:colId xmlns:a16="http://schemas.microsoft.com/office/drawing/2014/main" val="3262334072"/>
                    </a:ext>
                  </a:extLst>
                </a:gridCol>
                <a:gridCol w="1112715">
                  <a:extLst>
                    <a:ext uri="{9D8B030D-6E8A-4147-A177-3AD203B41FA5}">
                      <a16:colId xmlns:a16="http://schemas.microsoft.com/office/drawing/2014/main" val="1240553352"/>
                    </a:ext>
                  </a:extLst>
                </a:gridCol>
                <a:gridCol w="1112715">
                  <a:extLst>
                    <a:ext uri="{9D8B030D-6E8A-4147-A177-3AD203B41FA5}">
                      <a16:colId xmlns:a16="http://schemas.microsoft.com/office/drawing/2014/main" val="1305375157"/>
                    </a:ext>
                  </a:extLst>
                </a:gridCol>
                <a:gridCol w="1112715">
                  <a:extLst>
                    <a:ext uri="{9D8B030D-6E8A-4147-A177-3AD203B41FA5}">
                      <a16:colId xmlns:a16="http://schemas.microsoft.com/office/drawing/2014/main" val="4268515327"/>
                    </a:ext>
                  </a:extLst>
                </a:gridCol>
              </a:tblGrid>
              <a:tr h="190545">
                <a:tc>
                  <a:txBody>
                    <a:bodyPr/>
                    <a:lstStyle/>
                    <a:p>
                      <a:pPr algn="ctr" fontAlgn="ctr">
                        <a:buNone/>
                      </a:pPr>
                      <a:r>
                        <a:rPr lang="zh-CN" altLang="en-US" sz="700" b="1" i="0" u="none" strike="noStrike" dirty="0">
                          <a:solidFill>
                            <a:srgbClr val="000000"/>
                          </a:solidFill>
                          <a:effectLst/>
                          <a:latin typeface="微软雅黑" panose="020B0503020204020204" pitchFamily="34" charset="-122"/>
                          <a:ea typeface="微软雅黑" panose="020B0503020204020204" pitchFamily="34" charset="-122"/>
                        </a:rPr>
                        <a:t>方法</a:t>
                      </a:r>
                      <a:r>
                        <a:rPr lang="en-US" altLang="zh-CN" sz="700" b="1"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700" b="1" i="0" u="none" strike="noStrike" dirty="0">
                          <a:solidFill>
                            <a:srgbClr val="000000"/>
                          </a:solidFill>
                          <a:effectLst/>
                          <a:latin typeface="微软雅黑" panose="020B0503020204020204" pitchFamily="34" charset="-122"/>
                          <a:ea typeface="微软雅黑" panose="020B0503020204020204" pitchFamily="34" charset="-122"/>
                        </a:rPr>
                        <a:t>指标</a:t>
                      </a:r>
                      <a:endParaRPr lang="zh-CN" sz="700" b="1" i="0" u="none" strike="noStrike" dirty="0">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fontAlgn="ctr">
                        <a:buNone/>
                      </a:pPr>
                      <a:r>
                        <a:rPr lang="en-US" altLang="zh-CN" sz="700" b="1" i="0" u="none" strike="noStrike" kern="1200" dirty="0">
                          <a:solidFill>
                            <a:srgbClr val="000000"/>
                          </a:solidFill>
                          <a:effectLst/>
                          <a:latin typeface="微软雅黑" panose="020B0503020204020204" pitchFamily="34" charset="-122"/>
                          <a:ea typeface="微软雅黑" panose="020B0503020204020204" pitchFamily="34" charset="-122"/>
                          <a:cs typeface="+mn-cs"/>
                        </a:rPr>
                        <a:t>takt</a:t>
                      </a:r>
                      <a:r>
                        <a:rPr lang="zh-CN" sz="700" b="1" i="0" u="none" strike="noStrike" dirty="0">
                          <a:solidFill>
                            <a:srgbClr val="000000"/>
                          </a:solidFill>
                          <a:effectLst/>
                          <a:latin typeface="微软雅黑" panose="020B0503020204020204" pitchFamily="34" charset="-122"/>
                          <a:ea typeface="微软雅黑" panose="020B0503020204020204" pitchFamily="34" charset="-122"/>
                        </a:rPr>
                        <a:t>_time_mean</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fontAlgn="ctr">
                        <a:buNone/>
                      </a:pPr>
                      <a:r>
                        <a:rPr lang="en-US" altLang="zh-CN" sz="700" b="1" i="0" u="none" strike="noStrike" kern="1200" dirty="0">
                          <a:solidFill>
                            <a:srgbClr val="000000"/>
                          </a:solidFill>
                          <a:effectLst/>
                          <a:latin typeface="微软雅黑" panose="020B0503020204020204" pitchFamily="34" charset="-122"/>
                          <a:ea typeface="微软雅黑" panose="020B0503020204020204" pitchFamily="34" charset="-122"/>
                          <a:cs typeface="+mn-cs"/>
                        </a:rPr>
                        <a:t>takt</a:t>
                      </a:r>
                      <a:r>
                        <a:rPr lang="zh-CN" sz="700" b="1" i="0" u="none" strike="noStrike" dirty="0">
                          <a:solidFill>
                            <a:srgbClr val="000000"/>
                          </a:solidFill>
                          <a:effectLst/>
                          <a:latin typeface="微软雅黑" panose="020B0503020204020204" pitchFamily="34" charset="-122"/>
                          <a:ea typeface="微软雅黑" panose="020B0503020204020204" pitchFamily="34" charset="-122"/>
                        </a:rPr>
                        <a:t>_time_std</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fontAlgn="ctr">
                        <a:buNone/>
                      </a:pPr>
                      <a:r>
                        <a:rPr lang="zh-CN" sz="700" b="1" i="0" u="none" strike="noStrike" dirty="0">
                          <a:solidFill>
                            <a:srgbClr val="000000"/>
                          </a:solidFill>
                          <a:effectLst/>
                          <a:latin typeface="微软雅黑" panose="020B0503020204020204" pitchFamily="34" charset="-122"/>
                          <a:ea typeface="微软雅黑" panose="020B0503020204020204" pitchFamily="34" charset="-122"/>
                        </a:rPr>
                        <a:t>smoothness_mean</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fontAlgn="ctr">
                        <a:buNone/>
                      </a:pPr>
                      <a:r>
                        <a:rPr lang="zh-CN" sz="700" b="1" i="0" u="none" strike="noStrike" dirty="0">
                          <a:solidFill>
                            <a:srgbClr val="000000"/>
                          </a:solidFill>
                          <a:effectLst/>
                          <a:latin typeface="微软雅黑" panose="020B0503020204020204" pitchFamily="34" charset="-122"/>
                          <a:ea typeface="微软雅黑" panose="020B0503020204020204" pitchFamily="34" charset="-122"/>
                        </a:rPr>
                        <a:t>smoothness_std</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854997870"/>
                  </a:ext>
                </a:extLst>
              </a:tr>
              <a:tr h="190545">
                <a:tc>
                  <a:txBody>
                    <a:bodyPr/>
                    <a:lstStyle/>
                    <a:p>
                      <a:pPr algn="ctr" fontAlgn="ctr">
                        <a:buNone/>
                      </a:pPr>
                      <a:r>
                        <a:rPr lang="zh-CN" sz="700" b="1" i="0" u="none" strike="noStrike" dirty="0">
                          <a:solidFill>
                            <a:srgbClr val="000000"/>
                          </a:solidFill>
                          <a:effectLst/>
                          <a:latin typeface="微软雅黑" panose="020B0503020204020204" pitchFamily="34" charset="-122"/>
                          <a:ea typeface="微软雅黑" panose="020B0503020204020204" pitchFamily="34" charset="-122"/>
                        </a:rPr>
                        <a:t>PPO</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fontAlgn="ctr">
                        <a:buNone/>
                      </a:pPr>
                      <a:r>
                        <a:rPr lang="zh-CN" sz="700" b="0" i="0" u="none" strike="noStrike" dirty="0">
                          <a:solidFill>
                            <a:srgbClr val="000000"/>
                          </a:solidFill>
                          <a:effectLst/>
                          <a:latin typeface="微软雅黑" panose="020B0503020204020204" pitchFamily="34" charset="-122"/>
                          <a:ea typeface="微软雅黑" panose="020B0503020204020204" pitchFamily="34" charset="-122"/>
                        </a:rPr>
                        <a:t>865.27</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fontAlgn="ctr">
                        <a:buNone/>
                      </a:pPr>
                      <a:r>
                        <a:rPr lang="zh-CN" sz="700" b="0" i="0" u="none" strike="noStrike" dirty="0">
                          <a:solidFill>
                            <a:srgbClr val="000000"/>
                          </a:solidFill>
                          <a:effectLst/>
                          <a:latin typeface="微软雅黑" panose="020B0503020204020204" pitchFamily="34" charset="-122"/>
                          <a:ea typeface="微软雅黑" panose="020B0503020204020204" pitchFamily="34" charset="-122"/>
                        </a:rPr>
                        <a:t>7.88</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fontAlgn="ctr">
                        <a:buNone/>
                      </a:pPr>
                      <a:r>
                        <a:rPr lang="zh-CN" sz="700" b="0" i="0" u="none" strike="noStrike" dirty="0">
                          <a:solidFill>
                            <a:srgbClr val="000000"/>
                          </a:solidFill>
                          <a:effectLst/>
                          <a:latin typeface="微软雅黑" panose="020B0503020204020204" pitchFamily="34" charset="-122"/>
                          <a:ea typeface="微软雅黑" panose="020B0503020204020204" pitchFamily="34" charset="-122"/>
                        </a:rPr>
                        <a:t>88.82</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fontAlgn="ctr">
                        <a:buNone/>
                      </a:pPr>
                      <a:r>
                        <a:rPr lang="zh-CN" sz="700" b="1" i="0" u="none" strike="noStrike" dirty="0">
                          <a:solidFill>
                            <a:srgbClr val="000000"/>
                          </a:solidFill>
                          <a:effectLst/>
                          <a:latin typeface="微软雅黑" panose="020B0503020204020204" pitchFamily="34" charset="-122"/>
                          <a:ea typeface="微软雅黑" panose="020B0503020204020204" pitchFamily="34" charset="-122"/>
                        </a:rPr>
                        <a:t>8.21</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3121629436"/>
                  </a:ext>
                </a:extLst>
              </a:tr>
              <a:tr h="190545">
                <a:tc>
                  <a:txBody>
                    <a:bodyPr/>
                    <a:lstStyle/>
                    <a:p>
                      <a:pPr algn="ctr" fontAlgn="ctr">
                        <a:buNone/>
                      </a:pPr>
                      <a:r>
                        <a:rPr lang="en-US" altLang="zh-CN" sz="700" b="1" i="0" u="none" strike="noStrike" dirty="0">
                          <a:solidFill>
                            <a:srgbClr val="000000"/>
                          </a:solidFill>
                          <a:effectLst/>
                          <a:latin typeface="微软雅黑" panose="020B0503020204020204" pitchFamily="34" charset="-122"/>
                          <a:ea typeface="微软雅黑" panose="020B0503020204020204" pitchFamily="34" charset="-122"/>
                        </a:rPr>
                        <a:t>MAPPO</a:t>
                      </a:r>
                      <a:endParaRPr lang="zh-CN" sz="700" b="1" i="0" u="none" strike="noStrike" dirty="0">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fontAlgn="ctr">
                        <a:buNone/>
                      </a:pPr>
                      <a:r>
                        <a:rPr lang="zh-CN" sz="700" b="0" i="0" u="none" strike="noStrike" dirty="0">
                          <a:solidFill>
                            <a:srgbClr val="000000"/>
                          </a:solidFill>
                          <a:effectLst/>
                          <a:latin typeface="微软雅黑" panose="020B0503020204020204" pitchFamily="34" charset="-122"/>
                          <a:ea typeface="微软雅黑" panose="020B0503020204020204" pitchFamily="34" charset="-122"/>
                        </a:rPr>
                        <a:t>822.9</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fontAlgn="ctr">
                        <a:buNone/>
                      </a:pPr>
                      <a:r>
                        <a:rPr lang="zh-CN" sz="700" b="1" i="0" u="none" strike="noStrike" dirty="0">
                          <a:solidFill>
                            <a:srgbClr val="000000"/>
                          </a:solidFill>
                          <a:effectLst/>
                          <a:latin typeface="微软雅黑" panose="020B0503020204020204" pitchFamily="34" charset="-122"/>
                          <a:ea typeface="微软雅黑" panose="020B0503020204020204" pitchFamily="34" charset="-122"/>
                        </a:rPr>
                        <a:t>7.13</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fontAlgn="ctr">
                        <a:buNone/>
                      </a:pPr>
                      <a:r>
                        <a:rPr lang="zh-CN" sz="700" b="0" i="0" u="none" strike="noStrike" dirty="0">
                          <a:solidFill>
                            <a:srgbClr val="000000"/>
                          </a:solidFill>
                          <a:effectLst/>
                          <a:latin typeface="微软雅黑" panose="020B0503020204020204" pitchFamily="34" charset="-122"/>
                          <a:ea typeface="微软雅黑" panose="020B0503020204020204" pitchFamily="34" charset="-122"/>
                        </a:rPr>
                        <a:t>64.63</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fontAlgn="ctr">
                        <a:buNone/>
                      </a:pPr>
                      <a:r>
                        <a:rPr lang="zh-CN" sz="700" b="0" i="0" u="none" strike="noStrike" dirty="0">
                          <a:solidFill>
                            <a:srgbClr val="000000"/>
                          </a:solidFill>
                          <a:effectLst/>
                          <a:latin typeface="微软雅黑" panose="020B0503020204020204" pitchFamily="34" charset="-122"/>
                          <a:ea typeface="微软雅黑" panose="020B0503020204020204" pitchFamily="34" charset="-122"/>
                        </a:rPr>
                        <a:t>13.84</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3426051976"/>
                  </a:ext>
                </a:extLst>
              </a:tr>
              <a:tr h="190545">
                <a:tc>
                  <a:txBody>
                    <a:bodyPr/>
                    <a:lstStyle/>
                    <a:p>
                      <a:pPr algn="ctr" fontAlgn="ctr">
                        <a:buNone/>
                      </a:pPr>
                      <a:r>
                        <a:rPr lang="zh-CN" sz="700" b="1" i="0" u="none" strike="noStrike" dirty="0">
                          <a:solidFill>
                            <a:srgbClr val="000000"/>
                          </a:solidFill>
                          <a:effectLst/>
                          <a:latin typeface="微软雅黑" panose="020B0503020204020204" pitchFamily="34" charset="-122"/>
                          <a:ea typeface="微软雅黑" panose="020B0503020204020204" pitchFamily="34" charset="-122"/>
                        </a:rPr>
                        <a:t>MRG-HMARL</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1" i="0" u="none" strike="noStrike" kern="1200" dirty="0">
                          <a:solidFill>
                            <a:srgbClr val="000000"/>
                          </a:solidFill>
                          <a:effectLst/>
                          <a:latin typeface="微软雅黑" panose="020B0503020204020204" pitchFamily="34" charset="-122"/>
                          <a:ea typeface="微软雅黑" panose="020B0503020204020204" pitchFamily="34" charset="-122"/>
                          <a:cs typeface="+mn-cs"/>
                        </a:rPr>
                        <a:t>811.83</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0" i="0" u="none" strike="noStrike" kern="1200" dirty="0">
                          <a:solidFill>
                            <a:srgbClr val="000000"/>
                          </a:solidFill>
                          <a:effectLst/>
                          <a:latin typeface="微软雅黑" panose="020B0503020204020204" pitchFamily="34" charset="-122"/>
                          <a:ea typeface="微软雅黑" panose="020B0503020204020204" pitchFamily="34" charset="-122"/>
                          <a:cs typeface="+mn-cs"/>
                        </a:rPr>
                        <a:t>11.85</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1" i="0" u="none" strike="noStrike" kern="1200" dirty="0">
                          <a:solidFill>
                            <a:srgbClr val="000000"/>
                          </a:solidFill>
                          <a:effectLst/>
                          <a:latin typeface="微软雅黑" panose="020B0503020204020204" pitchFamily="34" charset="-122"/>
                          <a:ea typeface="微软雅黑" panose="020B0503020204020204" pitchFamily="34" charset="-122"/>
                          <a:cs typeface="+mn-cs"/>
                        </a:rPr>
                        <a:t>56.19</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0" i="0" u="none" strike="noStrike" kern="1200" dirty="0">
                          <a:solidFill>
                            <a:srgbClr val="000000"/>
                          </a:solidFill>
                          <a:effectLst/>
                          <a:latin typeface="微软雅黑" panose="020B0503020204020204" pitchFamily="34" charset="-122"/>
                          <a:ea typeface="微软雅黑" panose="020B0503020204020204" pitchFamily="34" charset="-122"/>
                          <a:cs typeface="+mn-cs"/>
                        </a:rPr>
                        <a:t>16.28</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1195580487"/>
                  </a:ext>
                </a:extLst>
              </a:tr>
              <a:tr h="190545">
                <a:tc>
                  <a:txBody>
                    <a:bodyPr/>
                    <a:lstStyle/>
                    <a:p>
                      <a:pPr algn="ctr" fontAlgn="ctr">
                        <a:buNone/>
                      </a:pPr>
                      <a:r>
                        <a:rPr lang="en-US" altLang="zh-CN" sz="700" b="1" i="0" u="none" strike="noStrike" dirty="0">
                          <a:solidFill>
                            <a:srgbClr val="000000"/>
                          </a:solidFill>
                          <a:effectLst/>
                          <a:latin typeface="微软雅黑" panose="020B0503020204020204" pitchFamily="34" charset="-122"/>
                          <a:ea typeface="微软雅黑" panose="020B0503020204020204" pitchFamily="34" charset="-122"/>
                        </a:rPr>
                        <a:t>HA</a:t>
                      </a:r>
                      <a:r>
                        <a:rPr lang="zh-CN" sz="700" b="1" i="0" u="none" strike="noStrike" dirty="0">
                          <a:solidFill>
                            <a:srgbClr val="000000"/>
                          </a:solidFill>
                          <a:effectLst/>
                          <a:latin typeface="微软雅黑" panose="020B0503020204020204" pitchFamily="34" charset="-122"/>
                          <a:ea typeface="微软雅黑" panose="020B0503020204020204" pitchFamily="34" charset="-122"/>
                        </a:rPr>
                        <a:t>PPO</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fontAlgn="ctr">
                        <a:buNone/>
                      </a:pPr>
                      <a:r>
                        <a:rPr lang="en-US" altLang="zh-CN" sz="700" b="0" i="0" u="none" strike="noStrike" dirty="0">
                          <a:solidFill>
                            <a:srgbClr val="000000"/>
                          </a:solidFill>
                          <a:effectLst/>
                          <a:latin typeface="微软雅黑" panose="020B0503020204020204" pitchFamily="34" charset="-122"/>
                          <a:ea typeface="微软雅黑" panose="020B0503020204020204" pitchFamily="34" charset="-122"/>
                        </a:rPr>
                        <a:t>814.27</a:t>
                      </a:r>
                      <a:endParaRPr lang="zh-CN" sz="700" b="0" i="0" u="none" strike="noStrike" dirty="0">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fontAlgn="ctr">
                        <a:buNone/>
                      </a:pPr>
                      <a:r>
                        <a:rPr lang="en-US" altLang="zh-CN" sz="700" b="0" i="0" u="none" strike="noStrike" dirty="0">
                          <a:solidFill>
                            <a:srgbClr val="000000"/>
                          </a:solidFill>
                          <a:effectLst/>
                          <a:latin typeface="微软雅黑" panose="020B0503020204020204" pitchFamily="34" charset="-122"/>
                          <a:ea typeface="微软雅黑" panose="020B0503020204020204" pitchFamily="34" charset="-122"/>
                        </a:rPr>
                        <a:t>17.65</a:t>
                      </a:r>
                      <a:endParaRPr lang="zh-CN" sz="700" b="0" i="0" u="none" strike="noStrike" dirty="0">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fontAlgn="ctr">
                        <a:buNone/>
                      </a:pPr>
                      <a:r>
                        <a:rPr lang="en-US" altLang="zh-CN" sz="700" b="0" i="0" u="none" strike="noStrike" dirty="0">
                          <a:solidFill>
                            <a:srgbClr val="000000"/>
                          </a:solidFill>
                          <a:effectLst/>
                          <a:latin typeface="微软雅黑" panose="020B0503020204020204" pitchFamily="34" charset="-122"/>
                          <a:ea typeface="微软雅黑" panose="020B0503020204020204" pitchFamily="34" charset="-122"/>
                        </a:rPr>
                        <a:t>71.47</a:t>
                      </a:r>
                      <a:endParaRPr lang="zh-CN" sz="700" b="0" i="0" u="none" strike="noStrike" dirty="0">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fontAlgn="ctr">
                        <a:buNone/>
                      </a:pPr>
                      <a:r>
                        <a:rPr lang="en-US" altLang="zh-CN" sz="700" b="0" i="0" u="none" strike="noStrike" dirty="0">
                          <a:solidFill>
                            <a:srgbClr val="000000"/>
                          </a:solidFill>
                          <a:effectLst/>
                          <a:latin typeface="微软雅黑" panose="020B0503020204020204" pitchFamily="34" charset="-122"/>
                          <a:ea typeface="微软雅黑" panose="020B0503020204020204" pitchFamily="34" charset="-122"/>
                        </a:rPr>
                        <a:t>31.36</a:t>
                      </a:r>
                      <a:endParaRPr lang="zh-CN" sz="700" b="0" i="0" u="none" strike="noStrike" dirty="0">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4126566553"/>
                  </a:ext>
                </a:extLst>
              </a:tr>
              <a:tr h="190545">
                <a:tc>
                  <a:txBody>
                    <a:bodyPr/>
                    <a:lstStyle/>
                    <a:p>
                      <a:pPr marL="0" algn="ctr" defTabSz="914400" rtl="0" eaLnBrk="1" fontAlgn="ctr" latinLnBrk="0" hangingPunct="1">
                        <a:buNone/>
                      </a:pPr>
                      <a:r>
                        <a:rPr lang="en-US" altLang="zh-CN" sz="700" b="1" i="0" u="none" strike="noStrike" kern="1200" dirty="0">
                          <a:solidFill>
                            <a:srgbClr val="000000"/>
                          </a:solidFill>
                          <a:effectLst/>
                          <a:latin typeface="微软雅黑" panose="020B0503020204020204" pitchFamily="34" charset="-122"/>
                          <a:ea typeface="微软雅黑" panose="020B0503020204020204" pitchFamily="34" charset="-122"/>
                          <a:cs typeface="+mn-cs"/>
                        </a:rPr>
                        <a:t>Rule-based</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0" i="0" u="none" strike="noStrike" kern="1200" dirty="0">
                          <a:solidFill>
                            <a:srgbClr val="000000"/>
                          </a:solidFill>
                          <a:effectLst/>
                          <a:latin typeface="微软雅黑" panose="020B0503020204020204" pitchFamily="34" charset="-122"/>
                          <a:ea typeface="微软雅黑" panose="020B0503020204020204" pitchFamily="34" charset="-122"/>
                          <a:cs typeface="+mn-cs"/>
                        </a:rPr>
                        <a:t>963.78</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0" i="0" u="none" strike="noStrike" kern="1200" dirty="0">
                          <a:solidFill>
                            <a:srgbClr val="000000"/>
                          </a:solidFill>
                          <a:effectLst/>
                          <a:latin typeface="微软雅黑" panose="020B0503020204020204" pitchFamily="34" charset="-122"/>
                          <a:ea typeface="微软雅黑" panose="020B0503020204020204" pitchFamily="34" charset="-122"/>
                          <a:cs typeface="+mn-cs"/>
                        </a:rPr>
                        <a:t>25.48</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0" i="0" u="none" strike="noStrike" kern="1200" dirty="0">
                          <a:solidFill>
                            <a:srgbClr val="000000"/>
                          </a:solidFill>
                          <a:effectLst/>
                          <a:latin typeface="微软雅黑" panose="020B0503020204020204" pitchFamily="34" charset="-122"/>
                          <a:ea typeface="微软雅黑" panose="020B0503020204020204" pitchFamily="34" charset="-122"/>
                          <a:cs typeface="+mn-cs"/>
                        </a:rPr>
                        <a:t>127.38</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0" i="0" u="none" strike="noStrike" kern="1200" dirty="0">
                          <a:solidFill>
                            <a:srgbClr val="000000"/>
                          </a:solidFill>
                          <a:effectLst/>
                          <a:latin typeface="微软雅黑" panose="020B0503020204020204" pitchFamily="34" charset="-122"/>
                          <a:ea typeface="微软雅黑" panose="020B0503020204020204" pitchFamily="34" charset="-122"/>
                          <a:cs typeface="+mn-cs"/>
                        </a:rPr>
                        <a:t>34.05</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903464748"/>
                  </a:ext>
                </a:extLst>
              </a:tr>
            </a:tbl>
          </a:graphicData>
        </a:graphic>
      </p:graphicFrame>
      <p:graphicFrame>
        <p:nvGraphicFramePr>
          <p:cNvPr id="4" name="表格 3">
            <a:extLst>
              <a:ext uri="{FF2B5EF4-FFF2-40B4-BE49-F238E27FC236}">
                <a16:creationId xmlns:a16="http://schemas.microsoft.com/office/drawing/2014/main" id="{A40CEA43-1926-9749-2842-6384712761B3}"/>
              </a:ext>
            </a:extLst>
          </p:cNvPr>
          <p:cNvGraphicFramePr>
            <a:graphicFrameLocks noGrp="1"/>
          </p:cNvGraphicFramePr>
          <p:nvPr>
            <p:extLst>
              <p:ext uri="{D42A27DB-BD31-4B8C-83A1-F6EECF244321}">
                <p14:modId xmlns:p14="http://schemas.microsoft.com/office/powerpoint/2010/main" val="1199192587"/>
              </p:ext>
            </p:extLst>
          </p:nvPr>
        </p:nvGraphicFramePr>
        <p:xfrm>
          <a:off x="336483" y="3461386"/>
          <a:ext cx="5563575" cy="1143268"/>
        </p:xfrm>
        <a:graphic>
          <a:graphicData uri="http://schemas.openxmlformats.org/drawingml/2006/table">
            <a:tbl>
              <a:tblPr firstRow="1" bandRow="1">
                <a:tableStyleId>{5940675A-B579-460E-94D1-54222C63F5DA}</a:tableStyleId>
              </a:tblPr>
              <a:tblGrid>
                <a:gridCol w="1112715">
                  <a:extLst>
                    <a:ext uri="{9D8B030D-6E8A-4147-A177-3AD203B41FA5}">
                      <a16:colId xmlns:a16="http://schemas.microsoft.com/office/drawing/2014/main" val="369758521"/>
                    </a:ext>
                  </a:extLst>
                </a:gridCol>
                <a:gridCol w="1112715">
                  <a:extLst>
                    <a:ext uri="{9D8B030D-6E8A-4147-A177-3AD203B41FA5}">
                      <a16:colId xmlns:a16="http://schemas.microsoft.com/office/drawing/2014/main" val="3262334072"/>
                    </a:ext>
                  </a:extLst>
                </a:gridCol>
                <a:gridCol w="1112715">
                  <a:extLst>
                    <a:ext uri="{9D8B030D-6E8A-4147-A177-3AD203B41FA5}">
                      <a16:colId xmlns:a16="http://schemas.microsoft.com/office/drawing/2014/main" val="1240553352"/>
                    </a:ext>
                  </a:extLst>
                </a:gridCol>
                <a:gridCol w="1112715">
                  <a:extLst>
                    <a:ext uri="{9D8B030D-6E8A-4147-A177-3AD203B41FA5}">
                      <a16:colId xmlns:a16="http://schemas.microsoft.com/office/drawing/2014/main" val="1305375157"/>
                    </a:ext>
                  </a:extLst>
                </a:gridCol>
                <a:gridCol w="1112715">
                  <a:extLst>
                    <a:ext uri="{9D8B030D-6E8A-4147-A177-3AD203B41FA5}">
                      <a16:colId xmlns:a16="http://schemas.microsoft.com/office/drawing/2014/main" val="4268515327"/>
                    </a:ext>
                  </a:extLst>
                </a:gridCol>
              </a:tblGrid>
              <a:tr h="163324">
                <a:tc>
                  <a:txBody>
                    <a:bodyPr/>
                    <a:lstStyle/>
                    <a:p>
                      <a:pPr algn="ctr" fontAlgn="ctr">
                        <a:buNone/>
                      </a:pPr>
                      <a:r>
                        <a:rPr lang="zh-CN" altLang="en-US" sz="700" b="1" i="0" u="none" strike="noStrike" dirty="0">
                          <a:solidFill>
                            <a:srgbClr val="000000"/>
                          </a:solidFill>
                          <a:effectLst/>
                          <a:latin typeface="微软雅黑" panose="020B0503020204020204" pitchFamily="34" charset="-122"/>
                          <a:ea typeface="微软雅黑" panose="020B0503020204020204" pitchFamily="34" charset="-122"/>
                        </a:rPr>
                        <a:t>方法</a:t>
                      </a:r>
                      <a:r>
                        <a:rPr lang="en-US" altLang="zh-CN" sz="700" b="1"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700" b="1" i="0" u="none" strike="noStrike" dirty="0">
                          <a:solidFill>
                            <a:srgbClr val="000000"/>
                          </a:solidFill>
                          <a:effectLst/>
                          <a:latin typeface="微软雅黑" panose="020B0503020204020204" pitchFamily="34" charset="-122"/>
                          <a:ea typeface="微软雅黑" panose="020B0503020204020204" pitchFamily="34" charset="-122"/>
                        </a:rPr>
                        <a:t>指标</a:t>
                      </a:r>
                      <a:endParaRPr lang="zh-CN" sz="700" b="1" i="0" u="none" strike="noStrike" dirty="0">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fontAlgn="ctr">
                        <a:buNone/>
                      </a:pPr>
                      <a:r>
                        <a:rPr lang="en-US" altLang="zh-CN" sz="700" b="1" i="0" u="none" strike="noStrike" kern="1200" dirty="0">
                          <a:solidFill>
                            <a:srgbClr val="000000"/>
                          </a:solidFill>
                          <a:effectLst/>
                          <a:latin typeface="微软雅黑" panose="020B0503020204020204" pitchFamily="34" charset="-122"/>
                          <a:ea typeface="微软雅黑" panose="020B0503020204020204" pitchFamily="34" charset="-122"/>
                          <a:cs typeface="+mn-cs"/>
                        </a:rPr>
                        <a:t>takt</a:t>
                      </a:r>
                      <a:r>
                        <a:rPr lang="zh-CN" sz="700" b="1" i="0" u="none" strike="noStrike" dirty="0">
                          <a:solidFill>
                            <a:srgbClr val="000000"/>
                          </a:solidFill>
                          <a:effectLst/>
                          <a:latin typeface="微软雅黑" panose="020B0503020204020204" pitchFamily="34" charset="-122"/>
                          <a:ea typeface="微软雅黑" panose="020B0503020204020204" pitchFamily="34" charset="-122"/>
                        </a:rPr>
                        <a:t>_time_mean</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fontAlgn="ctr">
                        <a:buNone/>
                      </a:pPr>
                      <a:r>
                        <a:rPr lang="en-US" altLang="zh-CN" sz="700" b="1" i="0" u="none" strike="noStrike" kern="1200" dirty="0">
                          <a:solidFill>
                            <a:srgbClr val="000000"/>
                          </a:solidFill>
                          <a:effectLst/>
                          <a:latin typeface="微软雅黑" panose="020B0503020204020204" pitchFamily="34" charset="-122"/>
                          <a:ea typeface="微软雅黑" panose="020B0503020204020204" pitchFamily="34" charset="-122"/>
                          <a:cs typeface="+mn-cs"/>
                        </a:rPr>
                        <a:t>takt</a:t>
                      </a:r>
                      <a:r>
                        <a:rPr lang="zh-CN" sz="700" b="1" i="0" u="none" strike="noStrike" dirty="0">
                          <a:solidFill>
                            <a:srgbClr val="000000"/>
                          </a:solidFill>
                          <a:effectLst/>
                          <a:latin typeface="微软雅黑" panose="020B0503020204020204" pitchFamily="34" charset="-122"/>
                          <a:ea typeface="微软雅黑" panose="020B0503020204020204" pitchFamily="34" charset="-122"/>
                        </a:rPr>
                        <a:t>_time_std</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fontAlgn="ctr">
                        <a:buNone/>
                      </a:pPr>
                      <a:r>
                        <a:rPr lang="zh-CN" sz="700" b="1" i="0" u="none" strike="noStrike" dirty="0">
                          <a:solidFill>
                            <a:srgbClr val="000000"/>
                          </a:solidFill>
                          <a:effectLst/>
                          <a:latin typeface="微软雅黑" panose="020B0503020204020204" pitchFamily="34" charset="-122"/>
                          <a:ea typeface="微软雅黑" panose="020B0503020204020204" pitchFamily="34" charset="-122"/>
                        </a:rPr>
                        <a:t>smoothness_mean</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fontAlgn="ctr">
                        <a:buNone/>
                      </a:pPr>
                      <a:r>
                        <a:rPr lang="zh-CN" sz="700" b="1" i="0" u="none" strike="noStrike" dirty="0">
                          <a:solidFill>
                            <a:srgbClr val="000000"/>
                          </a:solidFill>
                          <a:effectLst/>
                          <a:latin typeface="微软雅黑" panose="020B0503020204020204" pitchFamily="34" charset="-122"/>
                          <a:ea typeface="微软雅黑" panose="020B0503020204020204" pitchFamily="34" charset="-122"/>
                        </a:rPr>
                        <a:t>smoothness_std</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854997870"/>
                  </a:ext>
                </a:extLst>
              </a:tr>
              <a:tr h="163324">
                <a:tc>
                  <a:txBody>
                    <a:bodyPr/>
                    <a:lstStyle/>
                    <a:p>
                      <a:pPr marL="0" algn="ctr" defTabSz="914400" rtl="0" eaLnBrk="1" fontAlgn="ctr" latinLnBrk="0" hangingPunct="1">
                        <a:buNone/>
                      </a:pPr>
                      <a:r>
                        <a:rPr lang="en-US" altLang="zh-CN" sz="700" b="1" i="0" u="none" strike="noStrike" kern="1200">
                          <a:solidFill>
                            <a:srgbClr val="000000"/>
                          </a:solidFill>
                          <a:effectLst/>
                          <a:latin typeface="微软雅黑" panose="020B0503020204020204" pitchFamily="34" charset="-122"/>
                          <a:ea typeface="微软雅黑" panose="020B0503020204020204" pitchFamily="34" charset="-122"/>
                          <a:cs typeface="+mn-cs"/>
                        </a:rPr>
                        <a:t>full</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1" i="0" u="none" strike="noStrike" kern="1200" dirty="0">
                          <a:solidFill>
                            <a:srgbClr val="000000"/>
                          </a:solidFill>
                          <a:effectLst/>
                          <a:latin typeface="微软雅黑" panose="020B0503020204020204" pitchFamily="34" charset="-122"/>
                          <a:ea typeface="微软雅黑" panose="020B0503020204020204" pitchFamily="34" charset="-122"/>
                          <a:cs typeface="+mn-cs"/>
                        </a:rPr>
                        <a:t>811.83</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0" i="0" u="none" strike="noStrike" kern="1200" dirty="0">
                          <a:solidFill>
                            <a:srgbClr val="000000"/>
                          </a:solidFill>
                          <a:effectLst/>
                          <a:latin typeface="微软雅黑" panose="020B0503020204020204" pitchFamily="34" charset="-122"/>
                          <a:ea typeface="微软雅黑" panose="020B0503020204020204" pitchFamily="34" charset="-122"/>
                          <a:cs typeface="+mn-cs"/>
                        </a:rPr>
                        <a:t>11.85</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1" i="0" u="none" strike="noStrike" kern="1200" dirty="0">
                          <a:solidFill>
                            <a:srgbClr val="000000"/>
                          </a:solidFill>
                          <a:effectLst/>
                          <a:latin typeface="微软雅黑" panose="020B0503020204020204" pitchFamily="34" charset="-122"/>
                          <a:ea typeface="微软雅黑" panose="020B0503020204020204" pitchFamily="34" charset="-122"/>
                          <a:cs typeface="+mn-cs"/>
                        </a:rPr>
                        <a:t>56.19</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0" i="0" u="none" strike="noStrike" kern="1200" dirty="0">
                          <a:solidFill>
                            <a:srgbClr val="000000"/>
                          </a:solidFill>
                          <a:effectLst/>
                          <a:latin typeface="微软雅黑" panose="020B0503020204020204" pitchFamily="34" charset="-122"/>
                          <a:ea typeface="微软雅黑" panose="020B0503020204020204" pitchFamily="34" charset="-122"/>
                          <a:cs typeface="+mn-cs"/>
                        </a:rPr>
                        <a:t>16.28</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3121629436"/>
                  </a:ext>
                </a:extLst>
              </a:tr>
              <a:tr h="163324">
                <a:tc>
                  <a:txBody>
                    <a:bodyPr/>
                    <a:lstStyle/>
                    <a:p>
                      <a:pPr marL="0" algn="ctr" defTabSz="914400" rtl="0" eaLnBrk="1" fontAlgn="ctr" latinLnBrk="0" hangingPunct="1">
                        <a:buNone/>
                      </a:pPr>
                      <a:r>
                        <a:rPr lang="en-US" altLang="zh-CN" sz="700" b="1" i="0" u="none" strike="noStrike" kern="1200">
                          <a:solidFill>
                            <a:srgbClr val="000000"/>
                          </a:solidFill>
                          <a:effectLst/>
                          <a:latin typeface="微软雅黑" panose="020B0503020204020204" pitchFamily="34" charset="-122"/>
                          <a:ea typeface="微软雅黑" panose="020B0503020204020204" pitchFamily="34" charset="-122"/>
                          <a:cs typeface="+mn-cs"/>
                        </a:rPr>
                        <a:t>wo_ready</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0" i="0" u="none" strike="noStrike" kern="1200" dirty="0">
                          <a:solidFill>
                            <a:srgbClr val="000000"/>
                          </a:solidFill>
                          <a:effectLst/>
                          <a:latin typeface="微软雅黑" panose="020B0503020204020204" pitchFamily="34" charset="-122"/>
                          <a:ea typeface="微软雅黑" panose="020B0503020204020204" pitchFamily="34" charset="-122"/>
                          <a:cs typeface="+mn-cs"/>
                        </a:rPr>
                        <a:t>834.45</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0" i="0" u="none" strike="noStrike" kern="1200" dirty="0">
                          <a:solidFill>
                            <a:srgbClr val="000000"/>
                          </a:solidFill>
                          <a:effectLst/>
                          <a:latin typeface="微软雅黑" panose="020B0503020204020204" pitchFamily="34" charset="-122"/>
                          <a:ea typeface="微软雅黑" panose="020B0503020204020204" pitchFamily="34" charset="-122"/>
                          <a:cs typeface="+mn-cs"/>
                        </a:rPr>
                        <a:t>12.05</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0" i="0" u="none" strike="noStrike" kern="1200" dirty="0">
                          <a:solidFill>
                            <a:srgbClr val="000000"/>
                          </a:solidFill>
                          <a:effectLst/>
                          <a:latin typeface="微软雅黑" panose="020B0503020204020204" pitchFamily="34" charset="-122"/>
                          <a:ea typeface="微软雅黑" panose="020B0503020204020204" pitchFamily="34" charset="-122"/>
                          <a:cs typeface="+mn-cs"/>
                        </a:rPr>
                        <a:t>90.33</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1" i="0" u="none" strike="noStrike" kern="1200" dirty="0">
                          <a:solidFill>
                            <a:srgbClr val="000000"/>
                          </a:solidFill>
                          <a:effectLst/>
                          <a:latin typeface="微软雅黑" panose="020B0503020204020204" pitchFamily="34" charset="-122"/>
                          <a:ea typeface="微软雅黑" panose="020B0503020204020204" pitchFamily="34" charset="-122"/>
                          <a:cs typeface="+mn-cs"/>
                        </a:rPr>
                        <a:t>7.37</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3426051976"/>
                  </a:ext>
                </a:extLst>
              </a:tr>
              <a:tr h="163324">
                <a:tc>
                  <a:txBody>
                    <a:bodyPr/>
                    <a:lstStyle/>
                    <a:p>
                      <a:pPr marL="0" algn="ctr" defTabSz="914400" rtl="0" eaLnBrk="1" fontAlgn="ctr" latinLnBrk="0" hangingPunct="1">
                        <a:buNone/>
                      </a:pPr>
                      <a:r>
                        <a:rPr lang="en-US" altLang="zh-CN" sz="700" b="1" i="0" u="none" strike="noStrike" kern="1200" dirty="0" err="1">
                          <a:solidFill>
                            <a:srgbClr val="000000"/>
                          </a:solidFill>
                          <a:effectLst/>
                          <a:latin typeface="微软雅黑" panose="020B0503020204020204" pitchFamily="34" charset="-122"/>
                          <a:ea typeface="微软雅黑" panose="020B0503020204020204" pitchFamily="34" charset="-122"/>
                          <a:cs typeface="+mn-cs"/>
                        </a:rPr>
                        <a:t>wo_borrow_relation</a:t>
                      </a:r>
                      <a:endParaRPr lang="en-US" altLang="zh-CN" sz="700" b="1" i="0" u="none" strike="noStrike" kern="1200" dirty="0">
                        <a:solidFill>
                          <a:srgbClr val="000000"/>
                        </a:solidFill>
                        <a:effectLst/>
                        <a:latin typeface="微软雅黑" panose="020B0503020204020204" pitchFamily="34" charset="-122"/>
                        <a:ea typeface="微软雅黑" panose="020B0503020204020204" pitchFamily="34" charset="-122"/>
                        <a:cs typeface="+mn-cs"/>
                      </a:endParaRP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0" i="0" u="none" strike="noStrike" kern="1200" dirty="0">
                          <a:solidFill>
                            <a:srgbClr val="000000"/>
                          </a:solidFill>
                          <a:effectLst/>
                          <a:latin typeface="微软雅黑" panose="020B0503020204020204" pitchFamily="34" charset="-122"/>
                          <a:ea typeface="微软雅黑" panose="020B0503020204020204" pitchFamily="34" charset="-122"/>
                          <a:cs typeface="+mn-cs"/>
                        </a:rPr>
                        <a:t>830.46</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0" i="0" u="none" strike="noStrike" kern="1200" dirty="0">
                          <a:solidFill>
                            <a:srgbClr val="000000"/>
                          </a:solidFill>
                          <a:effectLst/>
                          <a:latin typeface="微软雅黑" panose="020B0503020204020204" pitchFamily="34" charset="-122"/>
                          <a:ea typeface="微软雅黑" panose="020B0503020204020204" pitchFamily="34" charset="-122"/>
                          <a:cs typeface="+mn-cs"/>
                        </a:rPr>
                        <a:t>13.25</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0" i="0" u="none" strike="noStrike" kern="1200" dirty="0">
                          <a:solidFill>
                            <a:srgbClr val="000000"/>
                          </a:solidFill>
                          <a:effectLst/>
                          <a:latin typeface="微软雅黑" panose="020B0503020204020204" pitchFamily="34" charset="-122"/>
                          <a:ea typeface="微软雅黑" panose="020B0503020204020204" pitchFamily="34" charset="-122"/>
                          <a:cs typeface="+mn-cs"/>
                        </a:rPr>
                        <a:t>78.01</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0" i="0" u="none" strike="noStrike" kern="1200" dirty="0">
                          <a:solidFill>
                            <a:srgbClr val="000000"/>
                          </a:solidFill>
                          <a:effectLst/>
                          <a:latin typeface="微软雅黑" panose="020B0503020204020204" pitchFamily="34" charset="-122"/>
                          <a:ea typeface="微软雅黑" panose="020B0503020204020204" pitchFamily="34" charset="-122"/>
                          <a:cs typeface="+mn-cs"/>
                        </a:rPr>
                        <a:t>14.92</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1195580487"/>
                  </a:ext>
                </a:extLst>
              </a:tr>
              <a:tr h="163324">
                <a:tc>
                  <a:txBody>
                    <a:bodyPr/>
                    <a:lstStyle/>
                    <a:p>
                      <a:pPr marL="0" algn="ctr" defTabSz="914400" rtl="0" eaLnBrk="1" fontAlgn="ctr" latinLnBrk="0" hangingPunct="1">
                        <a:buNone/>
                      </a:pPr>
                      <a:r>
                        <a:rPr lang="en-US" altLang="zh-CN" sz="700" b="1" i="0" u="none" strike="noStrike" kern="1200">
                          <a:solidFill>
                            <a:srgbClr val="000000"/>
                          </a:solidFill>
                          <a:effectLst/>
                          <a:latin typeface="微软雅黑" panose="020B0503020204020204" pitchFamily="34" charset="-122"/>
                          <a:ea typeface="微软雅黑" panose="020B0503020204020204" pitchFamily="34" charset="-122"/>
                          <a:cs typeface="+mn-cs"/>
                        </a:rPr>
                        <a:t>wo_protect_relation</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0" i="0" u="none" strike="noStrike" kern="1200">
                          <a:solidFill>
                            <a:srgbClr val="000000"/>
                          </a:solidFill>
                          <a:effectLst/>
                          <a:latin typeface="微软雅黑" panose="020B0503020204020204" pitchFamily="34" charset="-122"/>
                          <a:ea typeface="微软雅黑" panose="020B0503020204020204" pitchFamily="34" charset="-122"/>
                          <a:cs typeface="+mn-cs"/>
                        </a:rPr>
                        <a:t>828.22</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1" i="0" u="none" strike="noStrike" kern="1200" dirty="0">
                          <a:solidFill>
                            <a:srgbClr val="000000"/>
                          </a:solidFill>
                          <a:effectLst/>
                          <a:latin typeface="微软雅黑" panose="020B0503020204020204" pitchFamily="34" charset="-122"/>
                          <a:ea typeface="微软雅黑" panose="020B0503020204020204" pitchFamily="34" charset="-122"/>
                          <a:cs typeface="+mn-cs"/>
                        </a:rPr>
                        <a:t>6.31</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0" i="0" u="none" strike="noStrike" kern="1200" dirty="0">
                          <a:solidFill>
                            <a:srgbClr val="000000"/>
                          </a:solidFill>
                          <a:effectLst/>
                          <a:latin typeface="微软雅黑" panose="020B0503020204020204" pitchFamily="34" charset="-122"/>
                          <a:ea typeface="微软雅黑" panose="020B0503020204020204" pitchFamily="34" charset="-122"/>
                          <a:cs typeface="+mn-cs"/>
                        </a:rPr>
                        <a:t>76.11</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0" i="0" u="none" strike="noStrike" kern="1200" dirty="0">
                          <a:solidFill>
                            <a:srgbClr val="000000"/>
                          </a:solidFill>
                          <a:effectLst/>
                          <a:latin typeface="微软雅黑" panose="020B0503020204020204" pitchFamily="34" charset="-122"/>
                          <a:ea typeface="微软雅黑" panose="020B0503020204020204" pitchFamily="34" charset="-122"/>
                          <a:cs typeface="+mn-cs"/>
                        </a:rPr>
                        <a:t>7.96</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2890825865"/>
                  </a:ext>
                </a:extLst>
              </a:tr>
              <a:tr h="163324">
                <a:tc>
                  <a:txBody>
                    <a:bodyPr/>
                    <a:lstStyle/>
                    <a:p>
                      <a:pPr marL="0" algn="ctr" defTabSz="914400" rtl="0" eaLnBrk="1" fontAlgn="ctr" latinLnBrk="0" hangingPunct="1">
                        <a:buNone/>
                      </a:pPr>
                      <a:r>
                        <a:rPr lang="en-US" altLang="zh-CN" sz="700" b="1" i="0" u="none" strike="noStrike" kern="1200">
                          <a:solidFill>
                            <a:srgbClr val="000000"/>
                          </a:solidFill>
                          <a:effectLst/>
                          <a:latin typeface="微软雅黑" panose="020B0503020204020204" pitchFamily="34" charset="-122"/>
                          <a:ea typeface="微软雅黑" panose="020B0503020204020204" pitchFamily="34" charset="-122"/>
                          <a:cs typeface="+mn-cs"/>
                        </a:rPr>
                        <a:t>wo_block_relation</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0" i="0" u="none" strike="noStrike" kern="1200">
                          <a:solidFill>
                            <a:srgbClr val="000000"/>
                          </a:solidFill>
                          <a:effectLst/>
                          <a:latin typeface="微软雅黑" panose="020B0503020204020204" pitchFamily="34" charset="-122"/>
                          <a:ea typeface="微软雅黑" panose="020B0503020204020204" pitchFamily="34" charset="-122"/>
                          <a:cs typeface="+mn-cs"/>
                        </a:rPr>
                        <a:t>830.95</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0" i="0" u="none" strike="noStrike" kern="1200" dirty="0">
                          <a:solidFill>
                            <a:srgbClr val="000000"/>
                          </a:solidFill>
                          <a:effectLst/>
                          <a:latin typeface="微软雅黑" panose="020B0503020204020204" pitchFamily="34" charset="-122"/>
                          <a:ea typeface="微软雅黑" panose="020B0503020204020204" pitchFamily="34" charset="-122"/>
                          <a:cs typeface="+mn-cs"/>
                        </a:rPr>
                        <a:t>10.97</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0" i="0" u="none" strike="noStrike" kern="1200" dirty="0">
                          <a:solidFill>
                            <a:srgbClr val="000000"/>
                          </a:solidFill>
                          <a:effectLst/>
                          <a:latin typeface="微软雅黑" panose="020B0503020204020204" pitchFamily="34" charset="-122"/>
                          <a:ea typeface="微软雅黑" panose="020B0503020204020204" pitchFamily="34" charset="-122"/>
                          <a:cs typeface="+mn-cs"/>
                        </a:rPr>
                        <a:t>71.45</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0" i="0" u="none" strike="noStrike" kern="1200" dirty="0">
                          <a:solidFill>
                            <a:srgbClr val="000000"/>
                          </a:solidFill>
                          <a:effectLst/>
                          <a:latin typeface="微软雅黑" panose="020B0503020204020204" pitchFamily="34" charset="-122"/>
                          <a:ea typeface="微软雅黑" panose="020B0503020204020204" pitchFamily="34" charset="-122"/>
                          <a:cs typeface="+mn-cs"/>
                        </a:rPr>
                        <a:t>18.12</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4126566553"/>
                  </a:ext>
                </a:extLst>
              </a:tr>
              <a:tr h="163324">
                <a:tc>
                  <a:txBody>
                    <a:bodyPr/>
                    <a:lstStyle/>
                    <a:p>
                      <a:pPr marL="0" algn="ctr" defTabSz="914400" rtl="0" eaLnBrk="1" fontAlgn="ctr" latinLnBrk="0" hangingPunct="1">
                        <a:buNone/>
                      </a:pPr>
                      <a:r>
                        <a:rPr lang="en-US" altLang="zh-CN" sz="700" b="1" i="0" u="none" strike="noStrike" kern="1200" dirty="0">
                          <a:solidFill>
                            <a:srgbClr val="000000"/>
                          </a:solidFill>
                          <a:effectLst/>
                          <a:latin typeface="微软雅黑" panose="020B0503020204020204" pitchFamily="34" charset="-122"/>
                          <a:ea typeface="微软雅黑" panose="020B0503020204020204" pitchFamily="34" charset="-122"/>
                          <a:cs typeface="+mn-cs"/>
                        </a:rPr>
                        <a:t>single_ready</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0" i="0" u="none" strike="noStrike" kern="1200" dirty="0">
                          <a:solidFill>
                            <a:srgbClr val="000000"/>
                          </a:solidFill>
                          <a:effectLst/>
                          <a:latin typeface="微软雅黑" panose="020B0503020204020204" pitchFamily="34" charset="-122"/>
                          <a:ea typeface="微软雅黑" panose="020B0503020204020204" pitchFamily="34" charset="-122"/>
                          <a:cs typeface="+mn-cs"/>
                        </a:rPr>
                        <a:t>832.51</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0" i="0" u="none" strike="noStrike" kern="1200" dirty="0">
                          <a:solidFill>
                            <a:srgbClr val="000000"/>
                          </a:solidFill>
                          <a:effectLst/>
                          <a:latin typeface="微软雅黑" panose="020B0503020204020204" pitchFamily="34" charset="-122"/>
                          <a:ea typeface="微软雅黑" panose="020B0503020204020204" pitchFamily="34" charset="-122"/>
                          <a:cs typeface="+mn-cs"/>
                        </a:rPr>
                        <a:t>8.08</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0" i="0" u="none" strike="noStrike" kern="1200" dirty="0">
                          <a:solidFill>
                            <a:srgbClr val="000000"/>
                          </a:solidFill>
                          <a:effectLst/>
                          <a:latin typeface="微软雅黑" panose="020B0503020204020204" pitchFamily="34" charset="-122"/>
                          <a:ea typeface="微软雅黑" panose="020B0503020204020204" pitchFamily="34" charset="-122"/>
                          <a:cs typeface="+mn-cs"/>
                        </a:rPr>
                        <a:t>79.24</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0" i="0" u="none" strike="noStrike" kern="1200" dirty="0">
                          <a:solidFill>
                            <a:srgbClr val="000000"/>
                          </a:solidFill>
                          <a:effectLst/>
                          <a:latin typeface="微软雅黑" panose="020B0503020204020204" pitchFamily="34" charset="-122"/>
                          <a:ea typeface="微软雅黑" panose="020B0503020204020204" pitchFamily="34" charset="-122"/>
                          <a:cs typeface="+mn-cs"/>
                        </a:rPr>
                        <a:t>7.93</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903464748"/>
                  </a:ext>
                </a:extLst>
              </a:tr>
            </a:tbl>
          </a:graphicData>
        </a:graphic>
      </p:graphicFrame>
      <p:graphicFrame>
        <p:nvGraphicFramePr>
          <p:cNvPr id="6" name="表格 5">
            <a:extLst>
              <a:ext uri="{FF2B5EF4-FFF2-40B4-BE49-F238E27FC236}">
                <a16:creationId xmlns:a16="http://schemas.microsoft.com/office/drawing/2014/main" id="{28366A7D-5373-B620-7F83-C1D53A00A5FB}"/>
              </a:ext>
            </a:extLst>
          </p:cNvPr>
          <p:cNvGraphicFramePr>
            <a:graphicFrameLocks noGrp="1"/>
          </p:cNvGraphicFramePr>
          <p:nvPr>
            <p:extLst>
              <p:ext uri="{D42A27DB-BD31-4B8C-83A1-F6EECF244321}">
                <p14:modId xmlns:p14="http://schemas.microsoft.com/office/powerpoint/2010/main" val="1004534561"/>
              </p:ext>
            </p:extLst>
          </p:nvPr>
        </p:nvGraphicFramePr>
        <p:xfrm>
          <a:off x="336483" y="5172347"/>
          <a:ext cx="5563575" cy="1143268"/>
        </p:xfrm>
        <a:graphic>
          <a:graphicData uri="http://schemas.openxmlformats.org/drawingml/2006/table">
            <a:tbl>
              <a:tblPr firstRow="1" bandRow="1">
                <a:tableStyleId>{5940675A-B579-460E-94D1-54222C63F5DA}</a:tableStyleId>
              </a:tblPr>
              <a:tblGrid>
                <a:gridCol w="1112715">
                  <a:extLst>
                    <a:ext uri="{9D8B030D-6E8A-4147-A177-3AD203B41FA5}">
                      <a16:colId xmlns:a16="http://schemas.microsoft.com/office/drawing/2014/main" val="369758521"/>
                    </a:ext>
                  </a:extLst>
                </a:gridCol>
                <a:gridCol w="1112715">
                  <a:extLst>
                    <a:ext uri="{9D8B030D-6E8A-4147-A177-3AD203B41FA5}">
                      <a16:colId xmlns:a16="http://schemas.microsoft.com/office/drawing/2014/main" val="3262334072"/>
                    </a:ext>
                  </a:extLst>
                </a:gridCol>
                <a:gridCol w="1112715">
                  <a:extLst>
                    <a:ext uri="{9D8B030D-6E8A-4147-A177-3AD203B41FA5}">
                      <a16:colId xmlns:a16="http://schemas.microsoft.com/office/drawing/2014/main" val="1240553352"/>
                    </a:ext>
                  </a:extLst>
                </a:gridCol>
                <a:gridCol w="1112715">
                  <a:extLst>
                    <a:ext uri="{9D8B030D-6E8A-4147-A177-3AD203B41FA5}">
                      <a16:colId xmlns:a16="http://schemas.microsoft.com/office/drawing/2014/main" val="1305375157"/>
                    </a:ext>
                  </a:extLst>
                </a:gridCol>
                <a:gridCol w="1112715">
                  <a:extLst>
                    <a:ext uri="{9D8B030D-6E8A-4147-A177-3AD203B41FA5}">
                      <a16:colId xmlns:a16="http://schemas.microsoft.com/office/drawing/2014/main" val="4268515327"/>
                    </a:ext>
                  </a:extLst>
                </a:gridCol>
              </a:tblGrid>
              <a:tr h="163324">
                <a:tc>
                  <a:txBody>
                    <a:bodyPr/>
                    <a:lstStyle/>
                    <a:p>
                      <a:pPr algn="ctr" fontAlgn="ctr">
                        <a:buNone/>
                      </a:pPr>
                      <a:r>
                        <a:rPr lang="zh-CN" altLang="en-US" sz="700" b="1" i="0" u="none" strike="noStrike" dirty="0">
                          <a:solidFill>
                            <a:srgbClr val="000000"/>
                          </a:solidFill>
                          <a:effectLst/>
                          <a:latin typeface="微软雅黑" panose="020B0503020204020204" pitchFamily="34" charset="-122"/>
                          <a:ea typeface="微软雅黑" panose="020B0503020204020204" pitchFamily="34" charset="-122"/>
                        </a:rPr>
                        <a:t>方法</a:t>
                      </a:r>
                      <a:r>
                        <a:rPr lang="en-US" altLang="zh-CN" sz="700" b="1"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700" b="1" i="0" u="none" strike="noStrike" dirty="0">
                          <a:solidFill>
                            <a:srgbClr val="000000"/>
                          </a:solidFill>
                          <a:effectLst/>
                          <a:latin typeface="微软雅黑" panose="020B0503020204020204" pitchFamily="34" charset="-122"/>
                          <a:ea typeface="微软雅黑" panose="020B0503020204020204" pitchFamily="34" charset="-122"/>
                        </a:rPr>
                        <a:t>指标</a:t>
                      </a:r>
                      <a:endParaRPr lang="zh-CN" sz="700" b="1" i="0" u="none" strike="noStrike" dirty="0">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fontAlgn="ctr">
                        <a:buNone/>
                      </a:pPr>
                      <a:r>
                        <a:rPr lang="en-US" altLang="zh-CN" sz="700" b="1" i="0" u="none" strike="noStrike" kern="1200" dirty="0">
                          <a:solidFill>
                            <a:srgbClr val="000000"/>
                          </a:solidFill>
                          <a:effectLst/>
                          <a:latin typeface="微软雅黑" panose="020B0503020204020204" pitchFamily="34" charset="-122"/>
                          <a:ea typeface="微软雅黑" panose="020B0503020204020204" pitchFamily="34" charset="-122"/>
                          <a:cs typeface="+mn-cs"/>
                        </a:rPr>
                        <a:t>takt</a:t>
                      </a:r>
                      <a:r>
                        <a:rPr lang="zh-CN" sz="700" b="1" i="0" u="none" strike="noStrike" dirty="0">
                          <a:solidFill>
                            <a:srgbClr val="000000"/>
                          </a:solidFill>
                          <a:effectLst/>
                          <a:latin typeface="微软雅黑" panose="020B0503020204020204" pitchFamily="34" charset="-122"/>
                          <a:ea typeface="微软雅黑" panose="020B0503020204020204" pitchFamily="34" charset="-122"/>
                        </a:rPr>
                        <a:t>_time_mean</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fontAlgn="ctr">
                        <a:buNone/>
                      </a:pPr>
                      <a:r>
                        <a:rPr lang="en-US" altLang="zh-CN" sz="700" b="1" i="0" u="none" strike="noStrike" kern="1200" dirty="0">
                          <a:solidFill>
                            <a:srgbClr val="000000"/>
                          </a:solidFill>
                          <a:effectLst/>
                          <a:latin typeface="微软雅黑" panose="020B0503020204020204" pitchFamily="34" charset="-122"/>
                          <a:ea typeface="微软雅黑" panose="020B0503020204020204" pitchFamily="34" charset="-122"/>
                          <a:cs typeface="+mn-cs"/>
                        </a:rPr>
                        <a:t>takt</a:t>
                      </a:r>
                      <a:r>
                        <a:rPr lang="zh-CN" sz="700" b="1" i="0" u="none" strike="noStrike" dirty="0">
                          <a:solidFill>
                            <a:srgbClr val="000000"/>
                          </a:solidFill>
                          <a:effectLst/>
                          <a:latin typeface="微软雅黑" panose="020B0503020204020204" pitchFamily="34" charset="-122"/>
                          <a:ea typeface="微软雅黑" panose="020B0503020204020204" pitchFamily="34" charset="-122"/>
                        </a:rPr>
                        <a:t>_time_std</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fontAlgn="ctr">
                        <a:buNone/>
                      </a:pPr>
                      <a:r>
                        <a:rPr lang="zh-CN" sz="700" b="1" i="0" u="none" strike="noStrike" dirty="0">
                          <a:solidFill>
                            <a:srgbClr val="000000"/>
                          </a:solidFill>
                          <a:effectLst/>
                          <a:latin typeface="微软雅黑" panose="020B0503020204020204" pitchFamily="34" charset="-122"/>
                          <a:ea typeface="微软雅黑" panose="020B0503020204020204" pitchFamily="34" charset="-122"/>
                        </a:rPr>
                        <a:t>smoothness_mean</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fontAlgn="ctr">
                        <a:buNone/>
                      </a:pPr>
                      <a:r>
                        <a:rPr lang="zh-CN" sz="700" b="1" i="0" u="none" strike="noStrike" dirty="0">
                          <a:solidFill>
                            <a:srgbClr val="000000"/>
                          </a:solidFill>
                          <a:effectLst/>
                          <a:latin typeface="微软雅黑" panose="020B0503020204020204" pitchFamily="34" charset="-122"/>
                          <a:ea typeface="微软雅黑" panose="020B0503020204020204" pitchFamily="34" charset="-122"/>
                        </a:rPr>
                        <a:t>smoothness_std</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854997870"/>
                  </a:ext>
                </a:extLst>
              </a:tr>
              <a:tr h="163324">
                <a:tc>
                  <a:txBody>
                    <a:bodyPr/>
                    <a:lstStyle/>
                    <a:p>
                      <a:pPr marL="0" algn="ctr" defTabSz="914400" rtl="0" eaLnBrk="1" fontAlgn="ctr" latinLnBrk="0" hangingPunct="1">
                        <a:buNone/>
                      </a:pPr>
                      <a:r>
                        <a:rPr lang="en-US" altLang="zh-CN" sz="700" b="1" i="0" u="none" strike="noStrike" kern="1200" dirty="0">
                          <a:solidFill>
                            <a:srgbClr val="000000"/>
                          </a:solidFill>
                          <a:effectLst/>
                          <a:latin typeface="微软雅黑" panose="020B0503020204020204" pitchFamily="34" charset="-122"/>
                          <a:ea typeface="微软雅黑" panose="020B0503020204020204" pitchFamily="34" charset="-122"/>
                          <a:cs typeface="+mn-cs"/>
                        </a:rPr>
                        <a:t>full</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1" i="0" u="none" strike="noStrike" kern="1200" dirty="0">
                          <a:solidFill>
                            <a:srgbClr val="000000"/>
                          </a:solidFill>
                          <a:effectLst/>
                          <a:latin typeface="微软雅黑" panose="020B0503020204020204" pitchFamily="34" charset="-122"/>
                          <a:ea typeface="微软雅黑" panose="020B0503020204020204" pitchFamily="34" charset="-122"/>
                          <a:cs typeface="+mn-cs"/>
                        </a:rPr>
                        <a:t>811.83</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0" i="0" u="none" strike="noStrike" kern="1200" dirty="0">
                          <a:solidFill>
                            <a:srgbClr val="000000"/>
                          </a:solidFill>
                          <a:effectLst/>
                          <a:latin typeface="微软雅黑" panose="020B0503020204020204" pitchFamily="34" charset="-122"/>
                          <a:ea typeface="微软雅黑" panose="020B0503020204020204" pitchFamily="34" charset="-122"/>
                          <a:cs typeface="+mn-cs"/>
                        </a:rPr>
                        <a:t>11.85</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1" i="0" u="none" strike="noStrike" kern="1200" dirty="0">
                          <a:solidFill>
                            <a:srgbClr val="000000"/>
                          </a:solidFill>
                          <a:effectLst/>
                          <a:latin typeface="微软雅黑" panose="020B0503020204020204" pitchFamily="34" charset="-122"/>
                          <a:ea typeface="微软雅黑" panose="020B0503020204020204" pitchFamily="34" charset="-122"/>
                          <a:cs typeface="+mn-cs"/>
                        </a:rPr>
                        <a:t>56.19</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0" i="0" u="none" strike="noStrike" kern="1200" dirty="0">
                          <a:solidFill>
                            <a:srgbClr val="000000"/>
                          </a:solidFill>
                          <a:effectLst/>
                          <a:latin typeface="微软雅黑" panose="020B0503020204020204" pitchFamily="34" charset="-122"/>
                          <a:ea typeface="微软雅黑" panose="020B0503020204020204" pitchFamily="34" charset="-122"/>
                          <a:cs typeface="+mn-cs"/>
                        </a:rPr>
                        <a:t>16.28</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3121629436"/>
                  </a:ext>
                </a:extLst>
              </a:tr>
              <a:tr h="163324">
                <a:tc>
                  <a:txBody>
                    <a:bodyPr/>
                    <a:lstStyle/>
                    <a:p>
                      <a:pPr marL="0" algn="ctr" defTabSz="914400" rtl="0" eaLnBrk="1" fontAlgn="ctr" latinLnBrk="0" hangingPunct="1">
                        <a:buNone/>
                      </a:pPr>
                      <a:r>
                        <a:rPr lang="en-US" altLang="zh-CN" sz="700" b="1" i="0" u="none" strike="noStrike" kern="1200">
                          <a:solidFill>
                            <a:srgbClr val="000000"/>
                          </a:solidFill>
                          <a:effectLst/>
                          <a:latin typeface="微软雅黑" panose="020B0503020204020204" pitchFamily="34" charset="-122"/>
                          <a:ea typeface="微软雅黑" panose="020B0503020204020204" pitchFamily="34" charset="-122"/>
                          <a:cs typeface="+mn-cs"/>
                        </a:rPr>
                        <a:t>wo_dynamic_resource</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0" i="0" u="none" strike="noStrike" kern="1200" dirty="0">
                          <a:solidFill>
                            <a:srgbClr val="000000"/>
                          </a:solidFill>
                          <a:effectLst/>
                          <a:latin typeface="微软雅黑" panose="020B0503020204020204" pitchFamily="34" charset="-122"/>
                          <a:ea typeface="微软雅黑" panose="020B0503020204020204" pitchFamily="34" charset="-122"/>
                          <a:cs typeface="+mn-cs"/>
                        </a:rPr>
                        <a:t>847.89</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0" i="0" u="none" strike="noStrike" kern="1200" dirty="0">
                          <a:solidFill>
                            <a:srgbClr val="000000"/>
                          </a:solidFill>
                          <a:effectLst/>
                          <a:latin typeface="微软雅黑" panose="020B0503020204020204" pitchFamily="34" charset="-122"/>
                          <a:ea typeface="微软雅黑" panose="020B0503020204020204" pitchFamily="34" charset="-122"/>
                          <a:cs typeface="+mn-cs"/>
                        </a:rPr>
                        <a:t>14.97</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0" i="0" u="none" strike="noStrike" kern="1200" dirty="0">
                          <a:solidFill>
                            <a:srgbClr val="000000"/>
                          </a:solidFill>
                          <a:effectLst/>
                          <a:latin typeface="微软雅黑" panose="020B0503020204020204" pitchFamily="34" charset="-122"/>
                          <a:ea typeface="微软雅黑" panose="020B0503020204020204" pitchFamily="34" charset="-122"/>
                          <a:cs typeface="+mn-cs"/>
                        </a:rPr>
                        <a:t>73.43</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1" i="0" u="none" strike="noStrike" kern="1200" dirty="0">
                          <a:solidFill>
                            <a:srgbClr val="000000"/>
                          </a:solidFill>
                          <a:effectLst/>
                          <a:latin typeface="微软雅黑" panose="020B0503020204020204" pitchFamily="34" charset="-122"/>
                          <a:ea typeface="微软雅黑" panose="020B0503020204020204" pitchFamily="34" charset="-122"/>
                          <a:cs typeface="+mn-cs"/>
                        </a:rPr>
                        <a:t>5.84</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3426051976"/>
                  </a:ext>
                </a:extLst>
              </a:tr>
              <a:tr h="163324">
                <a:tc>
                  <a:txBody>
                    <a:bodyPr/>
                    <a:lstStyle/>
                    <a:p>
                      <a:pPr marL="0" algn="ctr" defTabSz="914400" rtl="0" eaLnBrk="1" fontAlgn="ctr" latinLnBrk="0" hangingPunct="1">
                        <a:buNone/>
                      </a:pPr>
                      <a:r>
                        <a:rPr lang="en-US" altLang="zh-CN" sz="700" b="1" i="0" u="none" strike="noStrike" kern="1200">
                          <a:solidFill>
                            <a:srgbClr val="000000"/>
                          </a:solidFill>
                          <a:effectLst/>
                          <a:latin typeface="微软雅黑" panose="020B0503020204020204" pitchFamily="34" charset="-122"/>
                          <a:ea typeface="微软雅黑" panose="020B0503020204020204" pitchFamily="34" charset="-122"/>
                          <a:cs typeface="+mn-cs"/>
                        </a:rPr>
                        <a:t>wo_grouping_actor</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0" i="0" u="none" strike="noStrike" kern="1200" dirty="0">
                          <a:solidFill>
                            <a:srgbClr val="000000"/>
                          </a:solidFill>
                          <a:effectLst/>
                          <a:latin typeface="微软雅黑" panose="020B0503020204020204" pitchFamily="34" charset="-122"/>
                          <a:ea typeface="微软雅黑" panose="020B0503020204020204" pitchFamily="34" charset="-122"/>
                          <a:cs typeface="+mn-cs"/>
                        </a:rPr>
                        <a:t>837.81</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0" i="0" u="none" strike="noStrike" kern="1200" dirty="0">
                          <a:solidFill>
                            <a:srgbClr val="000000"/>
                          </a:solidFill>
                          <a:effectLst/>
                          <a:latin typeface="微软雅黑" panose="020B0503020204020204" pitchFamily="34" charset="-122"/>
                          <a:ea typeface="微软雅黑" panose="020B0503020204020204" pitchFamily="34" charset="-122"/>
                          <a:cs typeface="+mn-cs"/>
                        </a:rPr>
                        <a:t>8.30</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0" i="0" u="none" strike="noStrike" kern="1200" dirty="0">
                          <a:solidFill>
                            <a:srgbClr val="000000"/>
                          </a:solidFill>
                          <a:effectLst/>
                          <a:latin typeface="微软雅黑" panose="020B0503020204020204" pitchFamily="34" charset="-122"/>
                          <a:ea typeface="微软雅黑" panose="020B0503020204020204" pitchFamily="34" charset="-122"/>
                          <a:cs typeface="+mn-cs"/>
                        </a:rPr>
                        <a:t>109.48</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0" i="0" u="none" strike="noStrike" kern="1200" dirty="0">
                          <a:solidFill>
                            <a:srgbClr val="000000"/>
                          </a:solidFill>
                          <a:effectLst/>
                          <a:latin typeface="微软雅黑" panose="020B0503020204020204" pitchFamily="34" charset="-122"/>
                          <a:ea typeface="微软雅黑" panose="020B0503020204020204" pitchFamily="34" charset="-122"/>
                          <a:cs typeface="+mn-cs"/>
                        </a:rPr>
                        <a:t>16.28</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1195580487"/>
                  </a:ext>
                </a:extLst>
              </a:tr>
              <a:tr h="163324">
                <a:tc>
                  <a:txBody>
                    <a:bodyPr/>
                    <a:lstStyle/>
                    <a:p>
                      <a:pPr marL="0" algn="ctr" defTabSz="914400" rtl="0" eaLnBrk="1" fontAlgn="ctr" latinLnBrk="0" hangingPunct="1">
                        <a:buNone/>
                      </a:pPr>
                      <a:r>
                        <a:rPr lang="en-US" altLang="zh-CN" sz="700" b="1" i="0" u="none" strike="noStrike" kern="1200">
                          <a:solidFill>
                            <a:srgbClr val="000000"/>
                          </a:solidFill>
                          <a:effectLst/>
                          <a:latin typeface="微软雅黑" panose="020B0503020204020204" pitchFamily="34" charset="-122"/>
                          <a:ea typeface="微软雅黑" panose="020B0503020204020204" pitchFamily="34" charset="-122"/>
                          <a:cs typeface="+mn-cs"/>
                        </a:rPr>
                        <a:t>wo_borrow</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0" i="0" u="none" strike="noStrike" kern="1200" dirty="0">
                          <a:solidFill>
                            <a:srgbClr val="000000"/>
                          </a:solidFill>
                          <a:effectLst/>
                          <a:latin typeface="微软雅黑" panose="020B0503020204020204" pitchFamily="34" charset="-122"/>
                          <a:ea typeface="微软雅黑" panose="020B0503020204020204" pitchFamily="34" charset="-122"/>
                          <a:cs typeface="+mn-cs"/>
                        </a:rPr>
                        <a:t>853.66</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0" i="0" u="none" strike="noStrike" kern="1200" dirty="0">
                          <a:solidFill>
                            <a:srgbClr val="000000"/>
                          </a:solidFill>
                          <a:effectLst/>
                          <a:latin typeface="微软雅黑" panose="020B0503020204020204" pitchFamily="34" charset="-122"/>
                          <a:ea typeface="微软雅黑" panose="020B0503020204020204" pitchFamily="34" charset="-122"/>
                          <a:cs typeface="+mn-cs"/>
                        </a:rPr>
                        <a:t>8.69</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0" i="0" u="none" strike="noStrike" kern="1200" dirty="0">
                          <a:solidFill>
                            <a:srgbClr val="000000"/>
                          </a:solidFill>
                          <a:effectLst/>
                          <a:latin typeface="微软雅黑" panose="020B0503020204020204" pitchFamily="34" charset="-122"/>
                          <a:ea typeface="微软雅黑" panose="020B0503020204020204" pitchFamily="34" charset="-122"/>
                          <a:cs typeface="+mn-cs"/>
                        </a:rPr>
                        <a:t>70.63</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0" i="0" u="none" strike="noStrike" kern="1200" dirty="0">
                          <a:solidFill>
                            <a:srgbClr val="000000"/>
                          </a:solidFill>
                          <a:effectLst/>
                          <a:latin typeface="微软雅黑" panose="020B0503020204020204" pitchFamily="34" charset="-122"/>
                          <a:ea typeface="微软雅黑" panose="020B0503020204020204" pitchFamily="34" charset="-122"/>
                          <a:cs typeface="+mn-cs"/>
                        </a:rPr>
                        <a:t>8.02</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2890825865"/>
                  </a:ext>
                </a:extLst>
              </a:tr>
              <a:tr h="163324">
                <a:tc>
                  <a:txBody>
                    <a:bodyPr/>
                    <a:lstStyle/>
                    <a:p>
                      <a:pPr marL="0" algn="ctr" defTabSz="914400" rtl="0" eaLnBrk="1" fontAlgn="ctr" latinLnBrk="0" hangingPunct="1">
                        <a:buNone/>
                      </a:pPr>
                      <a:r>
                        <a:rPr lang="en-US" altLang="zh-CN" sz="700" b="1" i="0" u="none" strike="noStrike" kern="1200" dirty="0" err="1">
                          <a:solidFill>
                            <a:srgbClr val="000000"/>
                          </a:solidFill>
                          <a:effectLst/>
                          <a:latin typeface="微软雅黑" panose="020B0503020204020204" pitchFamily="34" charset="-122"/>
                          <a:ea typeface="微软雅黑" panose="020B0503020204020204" pitchFamily="34" charset="-122"/>
                          <a:cs typeface="+mn-cs"/>
                        </a:rPr>
                        <a:t>wo_reject_borrow</a:t>
                      </a:r>
                      <a:endParaRPr lang="en-US" altLang="zh-CN" sz="700" b="1" i="0" u="none" strike="noStrike" kern="1200" dirty="0">
                        <a:solidFill>
                          <a:srgbClr val="000000"/>
                        </a:solidFill>
                        <a:effectLst/>
                        <a:latin typeface="微软雅黑" panose="020B0503020204020204" pitchFamily="34" charset="-122"/>
                        <a:ea typeface="微软雅黑" panose="020B0503020204020204" pitchFamily="34" charset="-122"/>
                        <a:cs typeface="+mn-cs"/>
                      </a:endParaRP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0" i="0" u="none" strike="noStrike" kern="1200">
                          <a:solidFill>
                            <a:srgbClr val="000000"/>
                          </a:solidFill>
                          <a:effectLst/>
                          <a:latin typeface="微软雅黑" panose="020B0503020204020204" pitchFamily="34" charset="-122"/>
                          <a:ea typeface="微软雅黑" panose="020B0503020204020204" pitchFamily="34" charset="-122"/>
                          <a:cs typeface="+mn-cs"/>
                        </a:rPr>
                        <a:t>849.69</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0" i="0" u="none" strike="noStrike" kern="1200" dirty="0">
                          <a:solidFill>
                            <a:srgbClr val="000000"/>
                          </a:solidFill>
                          <a:effectLst/>
                          <a:latin typeface="微软雅黑" panose="020B0503020204020204" pitchFamily="34" charset="-122"/>
                          <a:ea typeface="微软雅黑" panose="020B0503020204020204" pitchFamily="34" charset="-122"/>
                          <a:cs typeface="+mn-cs"/>
                        </a:rPr>
                        <a:t>12.95</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0" i="0" u="none" strike="noStrike" kern="1200" dirty="0">
                          <a:solidFill>
                            <a:srgbClr val="000000"/>
                          </a:solidFill>
                          <a:effectLst/>
                          <a:latin typeface="微软雅黑" panose="020B0503020204020204" pitchFamily="34" charset="-122"/>
                          <a:ea typeface="微软雅黑" panose="020B0503020204020204" pitchFamily="34" charset="-122"/>
                          <a:cs typeface="+mn-cs"/>
                        </a:rPr>
                        <a:t>94.60</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0" i="0" u="none" strike="noStrike" kern="1200" dirty="0">
                          <a:solidFill>
                            <a:srgbClr val="000000"/>
                          </a:solidFill>
                          <a:effectLst/>
                          <a:latin typeface="微软雅黑" panose="020B0503020204020204" pitchFamily="34" charset="-122"/>
                          <a:ea typeface="微软雅黑" panose="020B0503020204020204" pitchFamily="34" charset="-122"/>
                          <a:cs typeface="+mn-cs"/>
                        </a:rPr>
                        <a:t>35.98</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4126566553"/>
                  </a:ext>
                </a:extLst>
              </a:tr>
              <a:tr h="163324">
                <a:tc>
                  <a:txBody>
                    <a:bodyPr/>
                    <a:lstStyle/>
                    <a:p>
                      <a:pPr marL="0" algn="ctr" defTabSz="914400" rtl="0" eaLnBrk="1" fontAlgn="ctr" latinLnBrk="0" hangingPunct="1">
                        <a:buNone/>
                      </a:pPr>
                      <a:r>
                        <a:rPr lang="en-US" altLang="zh-CN" sz="700" b="1" i="0" u="none" strike="noStrike" kern="1200" dirty="0">
                          <a:solidFill>
                            <a:srgbClr val="000000"/>
                          </a:solidFill>
                          <a:effectLst/>
                          <a:latin typeface="微软雅黑" panose="020B0503020204020204" pitchFamily="34" charset="-122"/>
                          <a:ea typeface="微软雅黑" panose="020B0503020204020204" pitchFamily="34" charset="-122"/>
                          <a:cs typeface="+mn-cs"/>
                        </a:rPr>
                        <a:t>wo_station_protection</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0" i="0" u="none" strike="noStrike" kern="1200" dirty="0">
                          <a:solidFill>
                            <a:srgbClr val="000000"/>
                          </a:solidFill>
                          <a:effectLst/>
                          <a:latin typeface="微软雅黑" panose="020B0503020204020204" pitchFamily="34" charset="-122"/>
                          <a:ea typeface="微软雅黑" panose="020B0503020204020204" pitchFamily="34" charset="-122"/>
                          <a:cs typeface="+mn-cs"/>
                        </a:rPr>
                        <a:t>834.16</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1" i="0" u="none" strike="noStrike" kern="1200" dirty="0">
                          <a:solidFill>
                            <a:srgbClr val="000000"/>
                          </a:solidFill>
                          <a:effectLst/>
                          <a:latin typeface="微软雅黑" panose="020B0503020204020204" pitchFamily="34" charset="-122"/>
                          <a:ea typeface="微软雅黑" panose="020B0503020204020204" pitchFamily="34" charset="-122"/>
                          <a:cs typeface="+mn-cs"/>
                        </a:rPr>
                        <a:t>7.34</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0" i="0" u="none" strike="noStrike" kern="1200" dirty="0">
                          <a:solidFill>
                            <a:srgbClr val="000000"/>
                          </a:solidFill>
                          <a:effectLst/>
                          <a:latin typeface="微软雅黑" panose="020B0503020204020204" pitchFamily="34" charset="-122"/>
                          <a:ea typeface="微软雅黑" panose="020B0503020204020204" pitchFamily="34" charset="-122"/>
                          <a:cs typeface="+mn-cs"/>
                        </a:rPr>
                        <a:t>81.26</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0" i="0" u="none" strike="noStrike" kern="1200" dirty="0">
                          <a:solidFill>
                            <a:srgbClr val="000000"/>
                          </a:solidFill>
                          <a:effectLst/>
                          <a:latin typeface="微软雅黑" panose="020B0503020204020204" pitchFamily="34" charset="-122"/>
                          <a:ea typeface="微软雅黑" panose="020B0503020204020204" pitchFamily="34" charset="-122"/>
                          <a:cs typeface="+mn-cs"/>
                        </a:rPr>
                        <a:t>10.87</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903464748"/>
                  </a:ext>
                </a:extLst>
              </a:tr>
            </a:tbl>
          </a:graphicData>
        </a:graphic>
      </p:graphicFrame>
      <p:graphicFrame>
        <p:nvGraphicFramePr>
          <p:cNvPr id="5" name="表格 4">
            <a:extLst>
              <a:ext uri="{FF2B5EF4-FFF2-40B4-BE49-F238E27FC236}">
                <a16:creationId xmlns:a16="http://schemas.microsoft.com/office/drawing/2014/main" id="{B95A4173-106C-0473-7958-B11601AB70CB}"/>
              </a:ext>
            </a:extLst>
          </p:cNvPr>
          <p:cNvGraphicFramePr>
            <a:graphicFrameLocks noGrp="1"/>
          </p:cNvGraphicFramePr>
          <p:nvPr>
            <p:extLst>
              <p:ext uri="{D42A27DB-BD31-4B8C-83A1-F6EECF244321}">
                <p14:modId xmlns:p14="http://schemas.microsoft.com/office/powerpoint/2010/main" val="325115395"/>
              </p:ext>
            </p:extLst>
          </p:nvPr>
        </p:nvGraphicFramePr>
        <p:xfrm>
          <a:off x="6291293" y="1750423"/>
          <a:ext cx="5563575" cy="1143270"/>
        </p:xfrm>
        <a:graphic>
          <a:graphicData uri="http://schemas.openxmlformats.org/drawingml/2006/table">
            <a:tbl>
              <a:tblPr firstRow="1" bandRow="1">
                <a:tableStyleId>{5940675A-B579-460E-94D1-54222C63F5DA}</a:tableStyleId>
              </a:tblPr>
              <a:tblGrid>
                <a:gridCol w="1112715">
                  <a:extLst>
                    <a:ext uri="{9D8B030D-6E8A-4147-A177-3AD203B41FA5}">
                      <a16:colId xmlns:a16="http://schemas.microsoft.com/office/drawing/2014/main" val="369758521"/>
                    </a:ext>
                  </a:extLst>
                </a:gridCol>
                <a:gridCol w="1112715">
                  <a:extLst>
                    <a:ext uri="{9D8B030D-6E8A-4147-A177-3AD203B41FA5}">
                      <a16:colId xmlns:a16="http://schemas.microsoft.com/office/drawing/2014/main" val="3262334072"/>
                    </a:ext>
                  </a:extLst>
                </a:gridCol>
                <a:gridCol w="1112715">
                  <a:extLst>
                    <a:ext uri="{9D8B030D-6E8A-4147-A177-3AD203B41FA5}">
                      <a16:colId xmlns:a16="http://schemas.microsoft.com/office/drawing/2014/main" val="1240553352"/>
                    </a:ext>
                  </a:extLst>
                </a:gridCol>
                <a:gridCol w="1112715">
                  <a:extLst>
                    <a:ext uri="{9D8B030D-6E8A-4147-A177-3AD203B41FA5}">
                      <a16:colId xmlns:a16="http://schemas.microsoft.com/office/drawing/2014/main" val="1305375157"/>
                    </a:ext>
                  </a:extLst>
                </a:gridCol>
                <a:gridCol w="1112715">
                  <a:extLst>
                    <a:ext uri="{9D8B030D-6E8A-4147-A177-3AD203B41FA5}">
                      <a16:colId xmlns:a16="http://schemas.microsoft.com/office/drawing/2014/main" val="4268515327"/>
                    </a:ext>
                  </a:extLst>
                </a:gridCol>
              </a:tblGrid>
              <a:tr h="190545">
                <a:tc>
                  <a:txBody>
                    <a:bodyPr/>
                    <a:lstStyle/>
                    <a:p>
                      <a:pPr marL="0" algn="ctr" defTabSz="914400" rtl="0" eaLnBrk="1" fontAlgn="ctr" latinLnBrk="0" hangingPunct="1">
                        <a:buNone/>
                      </a:pPr>
                      <a:r>
                        <a:rPr lang="zh-CN" altLang="en-US" sz="700" b="1" i="0" u="none" strike="noStrike" kern="1200" dirty="0">
                          <a:solidFill>
                            <a:srgbClr val="000000"/>
                          </a:solidFill>
                          <a:effectLst/>
                          <a:latin typeface="微软雅黑" panose="020B0503020204020204" pitchFamily="34" charset="-122"/>
                          <a:ea typeface="微软雅黑" panose="020B0503020204020204" pitchFamily="34" charset="-122"/>
                          <a:cs typeface="+mn-cs"/>
                        </a:rPr>
                        <a:t>方法</a:t>
                      </a:r>
                      <a:r>
                        <a:rPr lang="en-US" altLang="zh-CN" sz="700" b="1" i="0" u="none" strike="noStrike" kern="1200" dirty="0">
                          <a:solidFill>
                            <a:srgbClr val="000000"/>
                          </a:solidFill>
                          <a:effectLst/>
                          <a:latin typeface="微软雅黑" panose="020B0503020204020204" pitchFamily="34" charset="-122"/>
                          <a:ea typeface="微软雅黑" panose="020B0503020204020204" pitchFamily="34" charset="-122"/>
                          <a:cs typeface="+mn-cs"/>
                        </a:rPr>
                        <a:t>/</a:t>
                      </a:r>
                      <a:r>
                        <a:rPr lang="zh-CN" altLang="en-US" sz="700" b="1" i="0" u="none" strike="noStrike" kern="1200" dirty="0">
                          <a:solidFill>
                            <a:srgbClr val="000000"/>
                          </a:solidFill>
                          <a:effectLst/>
                          <a:latin typeface="微软雅黑" panose="020B0503020204020204" pitchFamily="34" charset="-122"/>
                          <a:ea typeface="微软雅黑" panose="020B0503020204020204" pitchFamily="34" charset="-122"/>
                          <a:cs typeface="+mn-cs"/>
                        </a:rPr>
                        <a:t>指标</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1" i="0" u="none" strike="noStrike" kern="1200" dirty="0" err="1">
                          <a:solidFill>
                            <a:srgbClr val="000000"/>
                          </a:solidFill>
                          <a:effectLst/>
                          <a:latin typeface="微软雅黑" panose="020B0503020204020204" pitchFamily="34" charset="-122"/>
                          <a:ea typeface="微软雅黑" panose="020B0503020204020204" pitchFamily="34" charset="-122"/>
                          <a:cs typeface="+mn-cs"/>
                        </a:rPr>
                        <a:t>takt_time_mean</a:t>
                      </a:r>
                      <a:endParaRPr lang="en-US" altLang="zh-CN" sz="700" b="1" i="0" u="none" strike="noStrike" kern="1200" dirty="0">
                        <a:solidFill>
                          <a:srgbClr val="000000"/>
                        </a:solidFill>
                        <a:effectLst/>
                        <a:latin typeface="微软雅黑" panose="020B0503020204020204" pitchFamily="34" charset="-122"/>
                        <a:ea typeface="微软雅黑" panose="020B0503020204020204" pitchFamily="34" charset="-122"/>
                        <a:cs typeface="+mn-cs"/>
                      </a:endParaRP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1" i="0" u="none" strike="noStrike" kern="1200" dirty="0" err="1">
                          <a:solidFill>
                            <a:srgbClr val="000000"/>
                          </a:solidFill>
                          <a:effectLst/>
                          <a:latin typeface="微软雅黑" panose="020B0503020204020204" pitchFamily="34" charset="-122"/>
                          <a:ea typeface="微软雅黑" panose="020B0503020204020204" pitchFamily="34" charset="-122"/>
                          <a:cs typeface="+mn-cs"/>
                        </a:rPr>
                        <a:t>takt_time_std</a:t>
                      </a:r>
                      <a:endParaRPr lang="en-US" altLang="zh-CN" sz="700" b="1" i="0" u="none" strike="noStrike" kern="1200" dirty="0">
                        <a:solidFill>
                          <a:srgbClr val="000000"/>
                        </a:solidFill>
                        <a:effectLst/>
                        <a:latin typeface="微软雅黑" panose="020B0503020204020204" pitchFamily="34" charset="-122"/>
                        <a:ea typeface="微软雅黑" panose="020B0503020204020204" pitchFamily="34" charset="-122"/>
                        <a:cs typeface="+mn-cs"/>
                      </a:endParaRP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1" i="0" u="none" strike="noStrike" kern="1200" dirty="0">
                          <a:solidFill>
                            <a:srgbClr val="000000"/>
                          </a:solidFill>
                          <a:effectLst/>
                          <a:latin typeface="微软雅黑" panose="020B0503020204020204" pitchFamily="34" charset="-122"/>
                          <a:ea typeface="微软雅黑" panose="020B0503020204020204" pitchFamily="34" charset="-122"/>
                          <a:cs typeface="+mn-cs"/>
                        </a:rPr>
                        <a:t>smoothness_mean</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1" i="0" u="none" strike="noStrike" kern="1200" dirty="0">
                          <a:solidFill>
                            <a:srgbClr val="000000"/>
                          </a:solidFill>
                          <a:effectLst/>
                          <a:latin typeface="微软雅黑" panose="020B0503020204020204" pitchFamily="34" charset="-122"/>
                          <a:ea typeface="微软雅黑" panose="020B0503020204020204" pitchFamily="34" charset="-122"/>
                          <a:cs typeface="+mn-cs"/>
                        </a:rPr>
                        <a:t>smoothness_std</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854997870"/>
                  </a:ext>
                </a:extLst>
              </a:tr>
              <a:tr h="190545">
                <a:tc>
                  <a:txBody>
                    <a:bodyPr/>
                    <a:lstStyle/>
                    <a:p>
                      <a:pPr marL="0" algn="ctr" defTabSz="914400" rtl="0" eaLnBrk="1" fontAlgn="ctr" latinLnBrk="0" hangingPunct="1">
                        <a:buNone/>
                      </a:pPr>
                      <a:r>
                        <a:rPr lang="en-US" altLang="zh-CN" sz="700" b="1" i="0" u="none" strike="noStrike" kern="1200" dirty="0">
                          <a:solidFill>
                            <a:srgbClr val="000000"/>
                          </a:solidFill>
                          <a:effectLst/>
                          <a:latin typeface="微软雅黑" panose="020B0503020204020204" pitchFamily="34" charset="-122"/>
                          <a:ea typeface="微软雅黑" panose="020B0503020204020204" pitchFamily="34" charset="-122"/>
                          <a:cs typeface="+mn-cs"/>
                        </a:rPr>
                        <a:t>PPO</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0" i="0" u="none" strike="noStrike" kern="1200" dirty="0">
                          <a:solidFill>
                            <a:srgbClr val="000000"/>
                          </a:solidFill>
                          <a:effectLst/>
                          <a:latin typeface="微软雅黑" panose="020B0503020204020204" pitchFamily="34" charset="-122"/>
                          <a:ea typeface="微软雅黑" panose="020B0503020204020204" pitchFamily="34" charset="-122"/>
                          <a:cs typeface="+mn-cs"/>
                        </a:rPr>
                        <a:t>802.67</a:t>
                      </a:r>
                      <a:endParaRPr lang="zh-CN" altLang="en-US" sz="700" b="0" i="0" u="none" strike="noStrike" kern="1200" dirty="0">
                        <a:solidFill>
                          <a:srgbClr val="000000"/>
                        </a:solidFill>
                        <a:effectLst/>
                        <a:latin typeface="微软雅黑" panose="020B0503020204020204" pitchFamily="34" charset="-122"/>
                        <a:ea typeface="微软雅黑" panose="020B0503020204020204" pitchFamily="34" charset="-122"/>
                        <a:cs typeface="+mn-cs"/>
                      </a:endParaRP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1" i="0" u="none" strike="noStrike" kern="1200" dirty="0">
                          <a:solidFill>
                            <a:srgbClr val="000000"/>
                          </a:solidFill>
                          <a:effectLst/>
                          <a:latin typeface="微软雅黑" panose="020B0503020204020204" pitchFamily="34" charset="-122"/>
                          <a:ea typeface="微软雅黑" panose="020B0503020204020204" pitchFamily="34" charset="-122"/>
                          <a:cs typeface="+mn-cs"/>
                        </a:rPr>
                        <a:t>3.40</a:t>
                      </a:r>
                      <a:endParaRPr lang="zh-CN" altLang="en-US" sz="700" b="1" i="0" u="none" strike="noStrike" kern="1200" dirty="0">
                        <a:solidFill>
                          <a:srgbClr val="000000"/>
                        </a:solidFill>
                        <a:effectLst/>
                        <a:latin typeface="微软雅黑" panose="020B0503020204020204" pitchFamily="34" charset="-122"/>
                        <a:ea typeface="微软雅黑" panose="020B0503020204020204" pitchFamily="34" charset="-122"/>
                        <a:cs typeface="+mn-cs"/>
                      </a:endParaRP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0" i="0" u="none" strike="noStrike" kern="1200" dirty="0">
                          <a:solidFill>
                            <a:srgbClr val="000000"/>
                          </a:solidFill>
                          <a:effectLst/>
                          <a:latin typeface="微软雅黑" panose="020B0503020204020204" pitchFamily="34" charset="-122"/>
                          <a:ea typeface="微软雅黑" panose="020B0503020204020204" pitchFamily="34" charset="-122"/>
                          <a:cs typeface="+mn-cs"/>
                        </a:rPr>
                        <a:t>47.63</a:t>
                      </a:r>
                      <a:endParaRPr lang="zh-CN" altLang="en-US" sz="700" b="0" i="0" u="none" strike="noStrike" kern="1200" dirty="0">
                        <a:solidFill>
                          <a:srgbClr val="000000"/>
                        </a:solidFill>
                        <a:effectLst/>
                        <a:latin typeface="微软雅黑" panose="020B0503020204020204" pitchFamily="34" charset="-122"/>
                        <a:ea typeface="微软雅黑" panose="020B0503020204020204" pitchFamily="34" charset="-122"/>
                        <a:cs typeface="+mn-cs"/>
                      </a:endParaRP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1" i="0" u="none" strike="noStrike" kern="1200" dirty="0">
                          <a:solidFill>
                            <a:srgbClr val="000000"/>
                          </a:solidFill>
                          <a:effectLst/>
                          <a:latin typeface="微软雅黑" panose="020B0503020204020204" pitchFamily="34" charset="-122"/>
                          <a:ea typeface="微软雅黑" panose="020B0503020204020204" pitchFamily="34" charset="-122"/>
                          <a:cs typeface="+mn-cs"/>
                        </a:rPr>
                        <a:t>12.86</a:t>
                      </a:r>
                      <a:endParaRPr lang="zh-CN" altLang="en-US" sz="700" b="1" i="0" u="none" strike="noStrike" kern="1200" dirty="0">
                        <a:solidFill>
                          <a:srgbClr val="000000"/>
                        </a:solidFill>
                        <a:effectLst/>
                        <a:latin typeface="微软雅黑" panose="020B0503020204020204" pitchFamily="34" charset="-122"/>
                        <a:ea typeface="微软雅黑" panose="020B0503020204020204" pitchFamily="34" charset="-122"/>
                        <a:cs typeface="+mn-cs"/>
                      </a:endParaRP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3121629436"/>
                  </a:ext>
                </a:extLst>
              </a:tr>
              <a:tr h="190545">
                <a:tc>
                  <a:txBody>
                    <a:bodyPr/>
                    <a:lstStyle/>
                    <a:p>
                      <a:pPr marL="0" algn="ctr" defTabSz="914400" rtl="0" eaLnBrk="1" fontAlgn="ctr" latinLnBrk="0" hangingPunct="1">
                        <a:buNone/>
                      </a:pPr>
                      <a:r>
                        <a:rPr lang="en-US" altLang="zh-CN" sz="700" b="1" i="0" u="none" strike="noStrike" kern="1200" dirty="0">
                          <a:solidFill>
                            <a:srgbClr val="000000"/>
                          </a:solidFill>
                          <a:effectLst/>
                          <a:latin typeface="微软雅黑" panose="020B0503020204020204" pitchFamily="34" charset="-122"/>
                          <a:ea typeface="微软雅黑" panose="020B0503020204020204" pitchFamily="34" charset="-122"/>
                          <a:cs typeface="+mn-cs"/>
                        </a:rPr>
                        <a:t>MAPPO</a:t>
                      </a:r>
                      <a:endParaRPr lang="zh-CN" altLang="en-US" sz="700" b="1" i="0" u="none" strike="noStrike" kern="1200" dirty="0">
                        <a:solidFill>
                          <a:srgbClr val="000000"/>
                        </a:solidFill>
                        <a:effectLst/>
                        <a:latin typeface="微软雅黑" panose="020B0503020204020204" pitchFamily="34" charset="-122"/>
                        <a:ea typeface="微软雅黑" panose="020B0503020204020204" pitchFamily="34" charset="-122"/>
                        <a:cs typeface="+mn-cs"/>
                      </a:endParaRP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0" i="0" u="none" strike="noStrike" kern="1200" dirty="0">
                          <a:solidFill>
                            <a:srgbClr val="000000"/>
                          </a:solidFill>
                          <a:effectLst/>
                          <a:latin typeface="微软雅黑" panose="020B0503020204020204" pitchFamily="34" charset="-122"/>
                          <a:ea typeface="微软雅黑" panose="020B0503020204020204" pitchFamily="34" charset="-122"/>
                          <a:cs typeface="+mn-cs"/>
                        </a:rPr>
                        <a:t>793</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0" i="0" u="none" strike="noStrike" kern="1200">
                          <a:solidFill>
                            <a:srgbClr val="000000"/>
                          </a:solidFill>
                          <a:effectLst/>
                          <a:latin typeface="微软雅黑" panose="020B0503020204020204" pitchFamily="34" charset="-122"/>
                          <a:ea typeface="微软雅黑" panose="020B0503020204020204" pitchFamily="34" charset="-122"/>
                          <a:cs typeface="+mn-cs"/>
                        </a:rPr>
                        <a:t>7.07</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0" i="0" u="none" strike="noStrike" kern="1200">
                          <a:solidFill>
                            <a:srgbClr val="000000"/>
                          </a:solidFill>
                          <a:effectLst/>
                          <a:latin typeface="微软雅黑" panose="020B0503020204020204" pitchFamily="34" charset="-122"/>
                          <a:ea typeface="微软雅黑" panose="020B0503020204020204" pitchFamily="34" charset="-122"/>
                          <a:cs typeface="+mn-cs"/>
                        </a:rPr>
                        <a:t>48.98</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0" i="0" u="none" strike="noStrike" kern="1200" dirty="0">
                          <a:solidFill>
                            <a:srgbClr val="000000"/>
                          </a:solidFill>
                          <a:effectLst/>
                          <a:latin typeface="微软雅黑" panose="020B0503020204020204" pitchFamily="34" charset="-122"/>
                          <a:ea typeface="微软雅黑" panose="020B0503020204020204" pitchFamily="34" charset="-122"/>
                          <a:cs typeface="+mn-cs"/>
                        </a:rPr>
                        <a:t>13.42</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3426051976"/>
                  </a:ext>
                </a:extLst>
              </a:tr>
              <a:tr h="190545">
                <a:tc>
                  <a:txBody>
                    <a:bodyPr/>
                    <a:lstStyle/>
                    <a:p>
                      <a:pPr marL="0" algn="ctr" defTabSz="914400" rtl="0" eaLnBrk="1" fontAlgn="ctr" latinLnBrk="0" hangingPunct="1">
                        <a:buNone/>
                      </a:pPr>
                      <a:r>
                        <a:rPr lang="en-US" altLang="zh-CN" sz="700" b="1" i="0" u="none" strike="noStrike" kern="1200" dirty="0">
                          <a:solidFill>
                            <a:srgbClr val="000000"/>
                          </a:solidFill>
                          <a:effectLst/>
                          <a:latin typeface="微软雅黑" panose="020B0503020204020204" pitchFamily="34" charset="-122"/>
                          <a:ea typeface="微软雅黑" panose="020B0503020204020204" pitchFamily="34" charset="-122"/>
                          <a:cs typeface="+mn-cs"/>
                        </a:rPr>
                        <a:t>MRG-HMARL</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1" i="0" u="none" strike="noStrike" kern="1200" dirty="0">
                          <a:solidFill>
                            <a:srgbClr val="000000"/>
                          </a:solidFill>
                          <a:effectLst/>
                          <a:latin typeface="微软雅黑" panose="020B0503020204020204" pitchFamily="34" charset="-122"/>
                          <a:ea typeface="微软雅黑" panose="020B0503020204020204" pitchFamily="34" charset="-122"/>
                          <a:cs typeface="+mn-cs"/>
                        </a:rPr>
                        <a:t>784.33</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0" i="0" u="none" strike="noStrike" kern="1200">
                          <a:solidFill>
                            <a:srgbClr val="000000"/>
                          </a:solidFill>
                          <a:effectLst/>
                          <a:latin typeface="微软雅黑" panose="020B0503020204020204" pitchFamily="34" charset="-122"/>
                          <a:ea typeface="微软雅黑" panose="020B0503020204020204" pitchFamily="34" charset="-122"/>
                          <a:cs typeface="+mn-cs"/>
                        </a:rPr>
                        <a:t>20.04</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0" i="0" u="none" strike="noStrike" kern="1200">
                          <a:solidFill>
                            <a:srgbClr val="000000"/>
                          </a:solidFill>
                          <a:effectLst/>
                          <a:latin typeface="微软雅黑" panose="020B0503020204020204" pitchFamily="34" charset="-122"/>
                          <a:ea typeface="微软雅黑" panose="020B0503020204020204" pitchFamily="34" charset="-122"/>
                          <a:cs typeface="+mn-cs"/>
                        </a:rPr>
                        <a:t>37.03</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0" i="0" u="none" strike="noStrike" kern="1200" dirty="0">
                          <a:solidFill>
                            <a:srgbClr val="000000"/>
                          </a:solidFill>
                          <a:effectLst/>
                          <a:latin typeface="微软雅黑" panose="020B0503020204020204" pitchFamily="34" charset="-122"/>
                          <a:ea typeface="微软雅黑" panose="020B0503020204020204" pitchFamily="34" charset="-122"/>
                          <a:cs typeface="+mn-cs"/>
                        </a:rPr>
                        <a:t>30.92</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1195580487"/>
                  </a:ext>
                </a:extLst>
              </a:tr>
              <a:tr h="190545">
                <a:tc>
                  <a:txBody>
                    <a:bodyPr/>
                    <a:lstStyle/>
                    <a:p>
                      <a:pPr marL="0" algn="ctr" defTabSz="914400" rtl="0" eaLnBrk="1" fontAlgn="ctr" latinLnBrk="0" hangingPunct="1">
                        <a:buNone/>
                      </a:pPr>
                      <a:r>
                        <a:rPr lang="en-US" altLang="zh-CN" sz="700" b="1" i="0" u="none" strike="noStrike" kern="1200" dirty="0">
                          <a:solidFill>
                            <a:srgbClr val="000000"/>
                          </a:solidFill>
                          <a:effectLst/>
                          <a:latin typeface="微软雅黑" panose="020B0503020204020204" pitchFamily="34" charset="-122"/>
                          <a:ea typeface="微软雅黑" panose="020B0503020204020204" pitchFamily="34" charset="-122"/>
                          <a:cs typeface="+mn-cs"/>
                        </a:rPr>
                        <a:t>HAPPO</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0" i="0" u="none" strike="noStrike" kern="1200">
                          <a:solidFill>
                            <a:srgbClr val="000000"/>
                          </a:solidFill>
                          <a:effectLst/>
                          <a:latin typeface="微软雅黑" panose="020B0503020204020204" pitchFamily="34" charset="-122"/>
                          <a:ea typeface="微软雅黑" panose="020B0503020204020204" pitchFamily="34" charset="-122"/>
                          <a:cs typeface="+mn-cs"/>
                        </a:rPr>
                        <a:t>807.33</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0" i="0" u="none" strike="noStrike" kern="1200">
                          <a:solidFill>
                            <a:srgbClr val="000000"/>
                          </a:solidFill>
                          <a:effectLst/>
                          <a:latin typeface="微软雅黑" panose="020B0503020204020204" pitchFamily="34" charset="-122"/>
                          <a:ea typeface="微软雅黑" panose="020B0503020204020204" pitchFamily="34" charset="-122"/>
                          <a:cs typeface="+mn-cs"/>
                        </a:rPr>
                        <a:t>10.14</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1" i="0" u="none" strike="noStrike" kern="1200" dirty="0">
                          <a:solidFill>
                            <a:srgbClr val="000000"/>
                          </a:solidFill>
                          <a:effectLst/>
                          <a:latin typeface="微软雅黑" panose="020B0503020204020204" pitchFamily="34" charset="-122"/>
                          <a:ea typeface="微软雅黑" panose="020B0503020204020204" pitchFamily="34" charset="-122"/>
                          <a:cs typeface="+mn-cs"/>
                        </a:rPr>
                        <a:t>31.44</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0" i="0" u="none" strike="noStrike" kern="1200" dirty="0">
                          <a:solidFill>
                            <a:srgbClr val="000000"/>
                          </a:solidFill>
                          <a:effectLst/>
                          <a:latin typeface="微软雅黑" panose="020B0503020204020204" pitchFamily="34" charset="-122"/>
                          <a:ea typeface="微软雅黑" panose="020B0503020204020204" pitchFamily="34" charset="-122"/>
                          <a:cs typeface="+mn-cs"/>
                        </a:rPr>
                        <a:t>16.2</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4126566553"/>
                  </a:ext>
                </a:extLst>
              </a:tr>
              <a:tr h="190545">
                <a:tc>
                  <a:txBody>
                    <a:bodyPr/>
                    <a:lstStyle/>
                    <a:p>
                      <a:pPr marL="0" algn="ctr" defTabSz="914400" rtl="0" eaLnBrk="1" fontAlgn="ctr" latinLnBrk="0" hangingPunct="1">
                        <a:buNone/>
                      </a:pPr>
                      <a:r>
                        <a:rPr lang="en-US" altLang="zh-CN" sz="700" b="1" i="0" u="none" strike="noStrike" kern="1200" dirty="0">
                          <a:solidFill>
                            <a:srgbClr val="000000"/>
                          </a:solidFill>
                          <a:effectLst/>
                          <a:latin typeface="微软雅黑" panose="020B0503020204020204" pitchFamily="34" charset="-122"/>
                          <a:ea typeface="微软雅黑" panose="020B0503020204020204" pitchFamily="34" charset="-122"/>
                          <a:cs typeface="+mn-cs"/>
                        </a:rPr>
                        <a:t>Rule-based</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0" i="0" u="none" strike="noStrike" kern="1200" dirty="0">
                          <a:solidFill>
                            <a:srgbClr val="000000"/>
                          </a:solidFill>
                          <a:effectLst/>
                          <a:latin typeface="微软雅黑" panose="020B0503020204020204" pitchFamily="34" charset="-122"/>
                          <a:ea typeface="微软雅黑" panose="020B0503020204020204" pitchFamily="34" charset="-122"/>
                          <a:cs typeface="+mn-cs"/>
                        </a:rPr>
                        <a:t>947.00</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0" i="0" u="none" strike="noStrike" kern="1200" dirty="0">
                          <a:solidFill>
                            <a:srgbClr val="000000"/>
                          </a:solidFill>
                          <a:effectLst/>
                          <a:latin typeface="微软雅黑" panose="020B0503020204020204" pitchFamily="34" charset="-122"/>
                          <a:ea typeface="微软雅黑" panose="020B0503020204020204" pitchFamily="34" charset="-122"/>
                          <a:cs typeface="+mn-cs"/>
                        </a:rPr>
                        <a:t>-</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0" i="0" u="none" strike="noStrike" kern="1200" dirty="0">
                          <a:solidFill>
                            <a:srgbClr val="000000"/>
                          </a:solidFill>
                          <a:effectLst/>
                          <a:latin typeface="微软雅黑" panose="020B0503020204020204" pitchFamily="34" charset="-122"/>
                          <a:ea typeface="微软雅黑" panose="020B0503020204020204" pitchFamily="34" charset="-122"/>
                          <a:cs typeface="+mn-cs"/>
                        </a:rPr>
                        <a:t>103.23</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0" i="0" u="none" strike="noStrike" kern="1200" dirty="0">
                          <a:solidFill>
                            <a:srgbClr val="000000"/>
                          </a:solidFill>
                          <a:effectLst/>
                          <a:latin typeface="微软雅黑" panose="020B0503020204020204" pitchFamily="34" charset="-122"/>
                          <a:ea typeface="微软雅黑" panose="020B0503020204020204" pitchFamily="34" charset="-122"/>
                          <a:cs typeface="+mn-cs"/>
                        </a:rPr>
                        <a:t>-</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903464748"/>
                  </a:ext>
                </a:extLst>
              </a:tr>
            </a:tbl>
          </a:graphicData>
        </a:graphic>
      </p:graphicFrame>
      <p:graphicFrame>
        <p:nvGraphicFramePr>
          <p:cNvPr id="12" name="表格 11">
            <a:extLst>
              <a:ext uri="{FF2B5EF4-FFF2-40B4-BE49-F238E27FC236}">
                <a16:creationId xmlns:a16="http://schemas.microsoft.com/office/drawing/2014/main" id="{E703A81F-D9D5-7327-A529-DAE2046F5E26}"/>
              </a:ext>
            </a:extLst>
          </p:cNvPr>
          <p:cNvGraphicFramePr>
            <a:graphicFrameLocks noGrp="1"/>
          </p:cNvGraphicFramePr>
          <p:nvPr>
            <p:extLst>
              <p:ext uri="{D42A27DB-BD31-4B8C-83A1-F6EECF244321}">
                <p14:modId xmlns:p14="http://schemas.microsoft.com/office/powerpoint/2010/main" val="4030540979"/>
              </p:ext>
            </p:extLst>
          </p:nvPr>
        </p:nvGraphicFramePr>
        <p:xfrm>
          <a:off x="6291293" y="3461386"/>
          <a:ext cx="5563575" cy="979944"/>
        </p:xfrm>
        <a:graphic>
          <a:graphicData uri="http://schemas.openxmlformats.org/drawingml/2006/table">
            <a:tbl>
              <a:tblPr firstRow="1" bandRow="1">
                <a:tableStyleId>{5940675A-B579-460E-94D1-54222C63F5DA}</a:tableStyleId>
              </a:tblPr>
              <a:tblGrid>
                <a:gridCol w="1112715">
                  <a:extLst>
                    <a:ext uri="{9D8B030D-6E8A-4147-A177-3AD203B41FA5}">
                      <a16:colId xmlns:a16="http://schemas.microsoft.com/office/drawing/2014/main" val="369758521"/>
                    </a:ext>
                  </a:extLst>
                </a:gridCol>
                <a:gridCol w="1112715">
                  <a:extLst>
                    <a:ext uri="{9D8B030D-6E8A-4147-A177-3AD203B41FA5}">
                      <a16:colId xmlns:a16="http://schemas.microsoft.com/office/drawing/2014/main" val="3262334072"/>
                    </a:ext>
                  </a:extLst>
                </a:gridCol>
                <a:gridCol w="1112715">
                  <a:extLst>
                    <a:ext uri="{9D8B030D-6E8A-4147-A177-3AD203B41FA5}">
                      <a16:colId xmlns:a16="http://schemas.microsoft.com/office/drawing/2014/main" val="1240553352"/>
                    </a:ext>
                  </a:extLst>
                </a:gridCol>
                <a:gridCol w="1112715">
                  <a:extLst>
                    <a:ext uri="{9D8B030D-6E8A-4147-A177-3AD203B41FA5}">
                      <a16:colId xmlns:a16="http://schemas.microsoft.com/office/drawing/2014/main" val="1305375157"/>
                    </a:ext>
                  </a:extLst>
                </a:gridCol>
                <a:gridCol w="1112715">
                  <a:extLst>
                    <a:ext uri="{9D8B030D-6E8A-4147-A177-3AD203B41FA5}">
                      <a16:colId xmlns:a16="http://schemas.microsoft.com/office/drawing/2014/main" val="4268515327"/>
                    </a:ext>
                  </a:extLst>
                </a:gridCol>
              </a:tblGrid>
              <a:tr h="163324">
                <a:tc>
                  <a:txBody>
                    <a:bodyPr/>
                    <a:lstStyle/>
                    <a:p>
                      <a:pPr algn="ctr" fontAlgn="ctr">
                        <a:buNone/>
                      </a:pPr>
                      <a:r>
                        <a:rPr lang="zh-CN" altLang="en-US" sz="700" b="1" i="0" u="none" strike="noStrike" dirty="0">
                          <a:solidFill>
                            <a:srgbClr val="000000"/>
                          </a:solidFill>
                          <a:effectLst/>
                          <a:latin typeface="微软雅黑" panose="020B0503020204020204" pitchFamily="34" charset="-122"/>
                          <a:ea typeface="微软雅黑" panose="020B0503020204020204" pitchFamily="34" charset="-122"/>
                        </a:rPr>
                        <a:t>方法</a:t>
                      </a:r>
                      <a:r>
                        <a:rPr lang="en-US" altLang="zh-CN" sz="700" b="1"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700" b="1" i="0" u="none" strike="noStrike" dirty="0">
                          <a:solidFill>
                            <a:srgbClr val="000000"/>
                          </a:solidFill>
                          <a:effectLst/>
                          <a:latin typeface="微软雅黑" panose="020B0503020204020204" pitchFamily="34" charset="-122"/>
                          <a:ea typeface="微软雅黑" panose="020B0503020204020204" pitchFamily="34" charset="-122"/>
                        </a:rPr>
                        <a:t>指标</a:t>
                      </a:r>
                      <a:endParaRPr lang="zh-CN" sz="700" b="1" i="0" u="none" strike="noStrike" dirty="0">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fontAlgn="ctr">
                        <a:buNone/>
                      </a:pPr>
                      <a:r>
                        <a:rPr lang="en-US" altLang="zh-CN" sz="700" b="1" i="0" u="none" strike="noStrike" kern="1200" dirty="0">
                          <a:solidFill>
                            <a:srgbClr val="000000"/>
                          </a:solidFill>
                          <a:effectLst/>
                          <a:latin typeface="微软雅黑" panose="020B0503020204020204" pitchFamily="34" charset="-122"/>
                          <a:ea typeface="微软雅黑" panose="020B0503020204020204" pitchFamily="34" charset="-122"/>
                          <a:cs typeface="+mn-cs"/>
                        </a:rPr>
                        <a:t>takt</a:t>
                      </a:r>
                      <a:r>
                        <a:rPr lang="zh-CN" sz="700" b="1" i="0" u="none" strike="noStrike" dirty="0">
                          <a:solidFill>
                            <a:srgbClr val="000000"/>
                          </a:solidFill>
                          <a:effectLst/>
                          <a:latin typeface="微软雅黑" panose="020B0503020204020204" pitchFamily="34" charset="-122"/>
                          <a:ea typeface="微软雅黑" panose="020B0503020204020204" pitchFamily="34" charset="-122"/>
                        </a:rPr>
                        <a:t>_time_mean</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fontAlgn="ctr">
                        <a:buNone/>
                      </a:pPr>
                      <a:r>
                        <a:rPr lang="en-US" altLang="zh-CN" sz="700" b="1" i="0" u="none" strike="noStrike" kern="1200" dirty="0">
                          <a:solidFill>
                            <a:srgbClr val="000000"/>
                          </a:solidFill>
                          <a:effectLst/>
                          <a:latin typeface="微软雅黑" panose="020B0503020204020204" pitchFamily="34" charset="-122"/>
                          <a:ea typeface="微软雅黑" panose="020B0503020204020204" pitchFamily="34" charset="-122"/>
                          <a:cs typeface="+mn-cs"/>
                        </a:rPr>
                        <a:t>takt</a:t>
                      </a:r>
                      <a:r>
                        <a:rPr lang="zh-CN" sz="700" b="1" i="0" u="none" strike="noStrike" dirty="0">
                          <a:solidFill>
                            <a:srgbClr val="000000"/>
                          </a:solidFill>
                          <a:effectLst/>
                          <a:latin typeface="微软雅黑" panose="020B0503020204020204" pitchFamily="34" charset="-122"/>
                          <a:ea typeface="微软雅黑" panose="020B0503020204020204" pitchFamily="34" charset="-122"/>
                        </a:rPr>
                        <a:t>_time_std</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fontAlgn="ctr">
                        <a:buNone/>
                      </a:pPr>
                      <a:r>
                        <a:rPr lang="zh-CN" sz="700" b="1" i="0" u="none" strike="noStrike" dirty="0">
                          <a:solidFill>
                            <a:srgbClr val="000000"/>
                          </a:solidFill>
                          <a:effectLst/>
                          <a:latin typeface="微软雅黑" panose="020B0503020204020204" pitchFamily="34" charset="-122"/>
                          <a:ea typeface="微软雅黑" panose="020B0503020204020204" pitchFamily="34" charset="-122"/>
                        </a:rPr>
                        <a:t>smoothness_mean</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fontAlgn="ctr">
                        <a:buNone/>
                      </a:pPr>
                      <a:r>
                        <a:rPr lang="zh-CN" sz="700" b="1" i="0" u="none" strike="noStrike" dirty="0">
                          <a:solidFill>
                            <a:srgbClr val="000000"/>
                          </a:solidFill>
                          <a:effectLst/>
                          <a:latin typeface="微软雅黑" panose="020B0503020204020204" pitchFamily="34" charset="-122"/>
                          <a:ea typeface="微软雅黑" panose="020B0503020204020204" pitchFamily="34" charset="-122"/>
                        </a:rPr>
                        <a:t>smoothness_std</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854997870"/>
                  </a:ext>
                </a:extLst>
              </a:tr>
              <a:tr h="163324">
                <a:tc>
                  <a:txBody>
                    <a:bodyPr/>
                    <a:lstStyle/>
                    <a:p>
                      <a:pPr algn="ctr" fontAlgn="ctr">
                        <a:buNone/>
                      </a:pPr>
                      <a:r>
                        <a:rPr lang="zh-CN" sz="700" b="1" i="0" u="none" strike="noStrike" dirty="0">
                          <a:solidFill>
                            <a:srgbClr val="000000"/>
                          </a:solidFill>
                          <a:effectLst/>
                          <a:latin typeface="微软雅黑" panose="020B0503020204020204" pitchFamily="34" charset="-122"/>
                          <a:ea typeface="微软雅黑" panose="020B0503020204020204" pitchFamily="34" charset="-122"/>
                        </a:rPr>
                        <a:t>PPO</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0" i="0" u="none" strike="noStrike" kern="1200" dirty="0">
                          <a:solidFill>
                            <a:srgbClr val="000000"/>
                          </a:solidFill>
                          <a:effectLst/>
                          <a:latin typeface="微软雅黑" panose="020B0503020204020204" pitchFamily="34" charset="-122"/>
                          <a:ea typeface="微软雅黑" panose="020B0503020204020204" pitchFamily="34" charset="-122"/>
                          <a:cs typeface="+mn-cs"/>
                        </a:rPr>
                        <a:t>871.90</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1" i="0" u="none" strike="noStrike" kern="1200" dirty="0">
                          <a:solidFill>
                            <a:srgbClr val="000000"/>
                          </a:solidFill>
                          <a:effectLst/>
                          <a:latin typeface="微软雅黑" panose="020B0503020204020204" pitchFamily="34" charset="-122"/>
                          <a:ea typeface="微软雅黑" panose="020B0503020204020204" pitchFamily="34" charset="-122"/>
                          <a:cs typeface="+mn-cs"/>
                        </a:rPr>
                        <a:t>4.21</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0" i="0" u="none" strike="noStrike" kern="1200" dirty="0">
                          <a:solidFill>
                            <a:srgbClr val="000000"/>
                          </a:solidFill>
                          <a:effectLst/>
                          <a:latin typeface="微软雅黑" panose="020B0503020204020204" pitchFamily="34" charset="-122"/>
                          <a:ea typeface="微软雅黑" panose="020B0503020204020204" pitchFamily="34" charset="-122"/>
                          <a:cs typeface="+mn-cs"/>
                        </a:rPr>
                        <a:t>134.92</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0" i="0" u="none" strike="noStrike" kern="1200" dirty="0">
                          <a:solidFill>
                            <a:srgbClr val="000000"/>
                          </a:solidFill>
                          <a:effectLst/>
                          <a:latin typeface="微软雅黑" panose="020B0503020204020204" pitchFamily="34" charset="-122"/>
                          <a:ea typeface="微软雅黑" panose="020B0503020204020204" pitchFamily="34" charset="-122"/>
                          <a:cs typeface="+mn-cs"/>
                        </a:rPr>
                        <a:t>9.48</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3121629436"/>
                  </a:ext>
                </a:extLst>
              </a:tr>
              <a:tr h="163324">
                <a:tc>
                  <a:txBody>
                    <a:bodyPr/>
                    <a:lstStyle/>
                    <a:p>
                      <a:pPr algn="ctr" fontAlgn="ctr">
                        <a:buNone/>
                      </a:pPr>
                      <a:r>
                        <a:rPr lang="en-US" altLang="zh-CN" sz="700" b="1" i="0" u="none" strike="noStrike" dirty="0">
                          <a:solidFill>
                            <a:srgbClr val="000000"/>
                          </a:solidFill>
                          <a:effectLst/>
                          <a:latin typeface="微软雅黑" panose="020B0503020204020204" pitchFamily="34" charset="-122"/>
                          <a:ea typeface="微软雅黑" panose="020B0503020204020204" pitchFamily="34" charset="-122"/>
                        </a:rPr>
                        <a:t>MAPPO</a:t>
                      </a:r>
                      <a:endParaRPr lang="zh-CN" sz="700" b="1" i="0" u="none" strike="noStrike" dirty="0">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0" i="0" u="none" strike="noStrike" kern="1200" dirty="0">
                          <a:solidFill>
                            <a:srgbClr val="000000"/>
                          </a:solidFill>
                          <a:effectLst/>
                          <a:latin typeface="微软雅黑" panose="020B0503020204020204" pitchFamily="34" charset="-122"/>
                          <a:ea typeface="微软雅黑" panose="020B0503020204020204" pitchFamily="34" charset="-122"/>
                          <a:cs typeface="+mn-cs"/>
                        </a:rPr>
                        <a:t>866.68</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0" i="0" u="none" strike="noStrike" kern="1200">
                          <a:solidFill>
                            <a:srgbClr val="000000"/>
                          </a:solidFill>
                          <a:effectLst/>
                          <a:latin typeface="微软雅黑" panose="020B0503020204020204" pitchFamily="34" charset="-122"/>
                          <a:ea typeface="微软雅黑" panose="020B0503020204020204" pitchFamily="34" charset="-122"/>
                          <a:cs typeface="+mn-cs"/>
                        </a:rPr>
                        <a:t>7.35</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0" i="0" u="none" strike="noStrike" kern="1200">
                          <a:solidFill>
                            <a:srgbClr val="000000"/>
                          </a:solidFill>
                          <a:effectLst/>
                          <a:latin typeface="微软雅黑" panose="020B0503020204020204" pitchFamily="34" charset="-122"/>
                          <a:ea typeface="微软雅黑" panose="020B0503020204020204" pitchFamily="34" charset="-122"/>
                          <a:cs typeface="+mn-cs"/>
                        </a:rPr>
                        <a:t>110.47</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0" i="0" u="none" strike="noStrike" kern="1200" dirty="0">
                          <a:solidFill>
                            <a:srgbClr val="000000"/>
                          </a:solidFill>
                          <a:effectLst/>
                          <a:latin typeface="微软雅黑" panose="020B0503020204020204" pitchFamily="34" charset="-122"/>
                          <a:ea typeface="微软雅黑" panose="020B0503020204020204" pitchFamily="34" charset="-122"/>
                          <a:cs typeface="+mn-cs"/>
                        </a:rPr>
                        <a:t>8.82</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3426051976"/>
                  </a:ext>
                </a:extLst>
              </a:tr>
              <a:tr h="163324">
                <a:tc>
                  <a:txBody>
                    <a:bodyPr/>
                    <a:lstStyle/>
                    <a:p>
                      <a:pPr algn="ctr" fontAlgn="ctr">
                        <a:buNone/>
                      </a:pPr>
                      <a:r>
                        <a:rPr lang="zh-CN" sz="700" b="1" i="0" u="none" strike="noStrike" dirty="0">
                          <a:solidFill>
                            <a:srgbClr val="000000"/>
                          </a:solidFill>
                          <a:effectLst/>
                          <a:latin typeface="微软雅黑" panose="020B0503020204020204" pitchFamily="34" charset="-122"/>
                          <a:ea typeface="微软雅黑" panose="020B0503020204020204" pitchFamily="34" charset="-122"/>
                        </a:rPr>
                        <a:t>MRG-HMARL</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1" i="0" u="none" strike="noStrike" kern="1200" dirty="0">
                          <a:solidFill>
                            <a:srgbClr val="000000"/>
                          </a:solidFill>
                          <a:effectLst/>
                          <a:latin typeface="微软雅黑" panose="020B0503020204020204" pitchFamily="34" charset="-122"/>
                          <a:ea typeface="微软雅黑" panose="020B0503020204020204" pitchFamily="34" charset="-122"/>
                          <a:cs typeface="+mn-cs"/>
                        </a:rPr>
                        <a:t>857.8</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0" i="0" u="none" strike="noStrike" kern="1200" dirty="0">
                          <a:solidFill>
                            <a:srgbClr val="000000"/>
                          </a:solidFill>
                          <a:effectLst/>
                          <a:latin typeface="微软雅黑" panose="020B0503020204020204" pitchFamily="34" charset="-122"/>
                          <a:ea typeface="微软雅黑" panose="020B0503020204020204" pitchFamily="34" charset="-122"/>
                          <a:cs typeface="+mn-cs"/>
                        </a:rPr>
                        <a:t>13.89</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1" i="0" u="none" strike="noStrike" kern="1200" dirty="0">
                          <a:solidFill>
                            <a:srgbClr val="000000"/>
                          </a:solidFill>
                          <a:effectLst/>
                          <a:latin typeface="微软雅黑" panose="020B0503020204020204" pitchFamily="34" charset="-122"/>
                          <a:ea typeface="微软雅黑" panose="020B0503020204020204" pitchFamily="34" charset="-122"/>
                          <a:cs typeface="+mn-cs"/>
                        </a:rPr>
                        <a:t>85.87</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1" i="0" u="none" strike="noStrike" kern="1200" dirty="0">
                          <a:solidFill>
                            <a:srgbClr val="000000"/>
                          </a:solidFill>
                          <a:effectLst/>
                          <a:latin typeface="微软雅黑" panose="020B0503020204020204" pitchFamily="34" charset="-122"/>
                          <a:ea typeface="微软雅黑" panose="020B0503020204020204" pitchFamily="34" charset="-122"/>
                          <a:cs typeface="+mn-cs"/>
                        </a:rPr>
                        <a:t>2.52</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1195580487"/>
                  </a:ext>
                </a:extLst>
              </a:tr>
              <a:tr h="163324">
                <a:tc>
                  <a:txBody>
                    <a:bodyPr/>
                    <a:lstStyle/>
                    <a:p>
                      <a:pPr algn="ctr" fontAlgn="ctr">
                        <a:buNone/>
                      </a:pPr>
                      <a:r>
                        <a:rPr lang="en-US" altLang="zh-CN" sz="700" b="1" i="0" u="none" strike="noStrike" dirty="0">
                          <a:solidFill>
                            <a:srgbClr val="000000"/>
                          </a:solidFill>
                          <a:effectLst/>
                          <a:latin typeface="微软雅黑" panose="020B0503020204020204" pitchFamily="34" charset="-122"/>
                          <a:ea typeface="微软雅黑" panose="020B0503020204020204" pitchFamily="34" charset="-122"/>
                        </a:rPr>
                        <a:t>HA</a:t>
                      </a:r>
                      <a:r>
                        <a:rPr lang="zh-CN" sz="700" b="1" i="0" u="none" strike="noStrike" dirty="0">
                          <a:solidFill>
                            <a:srgbClr val="000000"/>
                          </a:solidFill>
                          <a:effectLst/>
                          <a:latin typeface="微软雅黑" panose="020B0503020204020204" pitchFamily="34" charset="-122"/>
                          <a:ea typeface="微软雅黑" panose="020B0503020204020204" pitchFamily="34" charset="-122"/>
                        </a:rPr>
                        <a:t>PPO</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0" i="0" u="none" strike="noStrike" kern="1200">
                          <a:solidFill>
                            <a:srgbClr val="000000"/>
                          </a:solidFill>
                          <a:effectLst/>
                          <a:latin typeface="微软雅黑" panose="020B0503020204020204" pitchFamily="34" charset="-122"/>
                          <a:ea typeface="微软雅黑" panose="020B0503020204020204" pitchFamily="34" charset="-122"/>
                          <a:cs typeface="+mn-cs"/>
                        </a:rPr>
                        <a:t>864.03</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0" i="0" u="none" strike="noStrike" kern="1200" dirty="0">
                          <a:solidFill>
                            <a:srgbClr val="000000"/>
                          </a:solidFill>
                          <a:effectLst/>
                          <a:latin typeface="微软雅黑" panose="020B0503020204020204" pitchFamily="34" charset="-122"/>
                          <a:ea typeface="微软雅黑" panose="020B0503020204020204" pitchFamily="34" charset="-122"/>
                          <a:cs typeface="+mn-cs"/>
                        </a:rPr>
                        <a:t>9.36</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0" i="0" u="none" strike="noStrike" kern="1200" dirty="0">
                          <a:solidFill>
                            <a:srgbClr val="000000"/>
                          </a:solidFill>
                          <a:effectLst/>
                          <a:latin typeface="微软雅黑" panose="020B0503020204020204" pitchFamily="34" charset="-122"/>
                          <a:ea typeface="微软雅黑" panose="020B0503020204020204" pitchFamily="34" charset="-122"/>
                          <a:cs typeface="+mn-cs"/>
                        </a:rPr>
                        <a:t>105.86</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0" i="0" u="none" strike="noStrike" kern="1200" dirty="0">
                          <a:solidFill>
                            <a:srgbClr val="000000"/>
                          </a:solidFill>
                          <a:effectLst/>
                          <a:latin typeface="微软雅黑" panose="020B0503020204020204" pitchFamily="34" charset="-122"/>
                          <a:ea typeface="微软雅黑" panose="020B0503020204020204" pitchFamily="34" charset="-122"/>
                          <a:cs typeface="+mn-cs"/>
                        </a:rPr>
                        <a:t>7.37</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2890825865"/>
                  </a:ext>
                </a:extLst>
              </a:tr>
              <a:tr h="163324">
                <a:tc>
                  <a:txBody>
                    <a:bodyPr/>
                    <a:lstStyle/>
                    <a:p>
                      <a:pPr marL="0" algn="ctr" defTabSz="914400" rtl="0" eaLnBrk="1" fontAlgn="ctr" latinLnBrk="0" hangingPunct="1">
                        <a:buNone/>
                      </a:pPr>
                      <a:r>
                        <a:rPr lang="en-US" altLang="zh-CN" sz="700" b="1" i="0" u="none" strike="noStrike" kern="1200" dirty="0">
                          <a:solidFill>
                            <a:srgbClr val="000000"/>
                          </a:solidFill>
                          <a:effectLst/>
                          <a:latin typeface="微软雅黑" panose="020B0503020204020204" pitchFamily="34" charset="-122"/>
                          <a:ea typeface="微软雅黑" panose="020B0503020204020204" pitchFamily="34" charset="-122"/>
                          <a:cs typeface="+mn-cs"/>
                        </a:rPr>
                        <a:t>Rule-based</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0" i="0" u="none" strike="noStrike" kern="1200">
                          <a:solidFill>
                            <a:srgbClr val="000000"/>
                          </a:solidFill>
                          <a:effectLst/>
                          <a:latin typeface="微软雅黑" panose="020B0503020204020204" pitchFamily="34" charset="-122"/>
                          <a:ea typeface="微软雅黑" panose="020B0503020204020204" pitchFamily="34" charset="-122"/>
                          <a:cs typeface="+mn-cs"/>
                        </a:rPr>
                        <a:t>1072.67</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0" i="0" u="none" strike="noStrike" kern="1200">
                          <a:solidFill>
                            <a:srgbClr val="000000"/>
                          </a:solidFill>
                          <a:effectLst/>
                          <a:latin typeface="微软雅黑" panose="020B0503020204020204" pitchFamily="34" charset="-122"/>
                          <a:ea typeface="微软雅黑" panose="020B0503020204020204" pitchFamily="34" charset="-122"/>
                          <a:cs typeface="+mn-cs"/>
                        </a:rPr>
                        <a:t>26.85</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0" i="0" u="none" strike="noStrike" kern="1200" dirty="0">
                          <a:solidFill>
                            <a:srgbClr val="000000"/>
                          </a:solidFill>
                          <a:effectLst/>
                          <a:latin typeface="微软雅黑" panose="020B0503020204020204" pitchFamily="34" charset="-122"/>
                          <a:ea typeface="微软雅黑" panose="020B0503020204020204" pitchFamily="34" charset="-122"/>
                          <a:cs typeface="+mn-cs"/>
                        </a:rPr>
                        <a:t>150.26</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0" i="0" u="none" strike="noStrike" kern="1200" dirty="0">
                          <a:solidFill>
                            <a:srgbClr val="000000"/>
                          </a:solidFill>
                          <a:effectLst/>
                          <a:latin typeface="微软雅黑" panose="020B0503020204020204" pitchFamily="34" charset="-122"/>
                          <a:ea typeface="微软雅黑" panose="020B0503020204020204" pitchFamily="34" charset="-122"/>
                          <a:cs typeface="+mn-cs"/>
                        </a:rPr>
                        <a:t>81.98</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4126566553"/>
                  </a:ext>
                </a:extLst>
              </a:tr>
            </a:tbl>
          </a:graphicData>
        </a:graphic>
      </p:graphicFrame>
      <p:graphicFrame>
        <p:nvGraphicFramePr>
          <p:cNvPr id="13" name="表格 12">
            <a:extLst>
              <a:ext uri="{FF2B5EF4-FFF2-40B4-BE49-F238E27FC236}">
                <a16:creationId xmlns:a16="http://schemas.microsoft.com/office/drawing/2014/main" id="{668A847B-D867-B243-15FC-D188230C4332}"/>
              </a:ext>
            </a:extLst>
          </p:cNvPr>
          <p:cNvGraphicFramePr>
            <a:graphicFrameLocks noGrp="1"/>
          </p:cNvGraphicFramePr>
          <p:nvPr>
            <p:extLst>
              <p:ext uri="{D42A27DB-BD31-4B8C-83A1-F6EECF244321}">
                <p14:modId xmlns:p14="http://schemas.microsoft.com/office/powerpoint/2010/main" val="2383844256"/>
              </p:ext>
            </p:extLst>
          </p:nvPr>
        </p:nvGraphicFramePr>
        <p:xfrm>
          <a:off x="6291293" y="5169338"/>
          <a:ext cx="5563575" cy="979944"/>
        </p:xfrm>
        <a:graphic>
          <a:graphicData uri="http://schemas.openxmlformats.org/drawingml/2006/table">
            <a:tbl>
              <a:tblPr firstRow="1" bandRow="1">
                <a:tableStyleId>{5940675A-B579-460E-94D1-54222C63F5DA}</a:tableStyleId>
              </a:tblPr>
              <a:tblGrid>
                <a:gridCol w="1112715">
                  <a:extLst>
                    <a:ext uri="{9D8B030D-6E8A-4147-A177-3AD203B41FA5}">
                      <a16:colId xmlns:a16="http://schemas.microsoft.com/office/drawing/2014/main" val="369758521"/>
                    </a:ext>
                  </a:extLst>
                </a:gridCol>
                <a:gridCol w="1112715">
                  <a:extLst>
                    <a:ext uri="{9D8B030D-6E8A-4147-A177-3AD203B41FA5}">
                      <a16:colId xmlns:a16="http://schemas.microsoft.com/office/drawing/2014/main" val="3262334072"/>
                    </a:ext>
                  </a:extLst>
                </a:gridCol>
                <a:gridCol w="1112715">
                  <a:extLst>
                    <a:ext uri="{9D8B030D-6E8A-4147-A177-3AD203B41FA5}">
                      <a16:colId xmlns:a16="http://schemas.microsoft.com/office/drawing/2014/main" val="1240553352"/>
                    </a:ext>
                  </a:extLst>
                </a:gridCol>
                <a:gridCol w="1112715">
                  <a:extLst>
                    <a:ext uri="{9D8B030D-6E8A-4147-A177-3AD203B41FA5}">
                      <a16:colId xmlns:a16="http://schemas.microsoft.com/office/drawing/2014/main" val="1305375157"/>
                    </a:ext>
                  </a:extLst>
                </a:gridCol>
                <a:gridCol w="1112715">
                  <a:extLst>
                    <a:ext uri="{9D8B030D-6E8A-4147-A177-3AD203B41FA5}">
                      <a16:colId xmlns:a16="http://schemas.microsoft.com/office/drawing/2014/main" val="4268515327"/>
                    </a:ext>
                  </a:extLst>
                </a:gridCol>
              </a:tblGrid>
              <a:tr h="163324">
                <a:tc>
                  <a:txBody>
                    <a:bodyPr/>
                    <a:lstStyle/>
                    <a:p>
                      <a:pPr algn="ctr" fontAlgn="ctr">
                        <a:buNone/>
                      </a:pPr>
                      <a:r>
                        <a:rPr lang="zh-CN" altLang="en-US" sz="700" b="1" i="0" u="none" strike="noStrike" dirty="0">
                          <a:solidFill>
                            <a:srgbClr val="000000"/>
                          </a:solidFill>
                          <a:effectLst/>
                          <a:latin typeface="微软雅黑" panose="020B0503020204020204" pitchFamily="34" charset="-122"/>
                          <a:ea typeface="微软雅黑" panose="020B0503020204020204" pitchFamily="34" charset="-122"/>
                        </a:rPr>
                        <a:t>方法</a:t>
                      </a:r>
                      <a:r>
                        <a:rPr lang="en-US" altLang="zh-CN" sz="700" b="1"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700" b="1" i="0" u="none" strike="noStrike" dirty="0">
                          <a:solidFill>
                            <a:srgbClr val="000000"/>
                          </a:solidFill>
                          <a:effectLst/>
                          <a:latin typeface="微软雅黑" panose="020B0503020204020204" pitchFamily="34" charset="-122"/>
                          <a:ea typeface="微软雅黑" panose="020B0503020204020204" pitchFamily="34" charset="-122"/>
                        </a:rPr>
                        <a:t>指标</a:t>
                      </a:r>
                      <a:endParaRPr lang="zh-CN" sz="700" b="1" i="0" u="none" strike="noStrike" dirty="0">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fontAlgn="ctr">
                        <a:buNone/>
                      </a:pPr>
                      <a:r>
                        <a:rPr lang="en-US" altLang="zh-CN" sz="700" b="1" i="0" u="none" strike="noStrike" kern="1200" dirty="0">
                          <a:solidFill>
                            <a:srgbClr val="000000"/>
                          </a:solidFill>
                          <a:effectLst/>
                          <a:latin typeface="微软雅黑" panose="020B0503020204020204" pitchFamily="34" charset="-122"/>
                          <a:ea typeface="微软雅黑" panose="020B0503020204020204" pitchFamily="34" charset="-122"/>
                          <a:cs typeface="+mn-cs"/>
                        </a:rPr>
                        <a:t>takt</a:t>
                      </a:r>
                      <a:r>
                        <a:rPr lang="zh-CN" sz="700" b="1" i="0" u="none" strike="noStrike" dirty="0">
                          <a:solidFill>
                            <a:srgbClr val="000000"/>
                          </a:solidFill>
                          <a:effectLst/>
                          <a:latin typeface="微软雅黑" panose="020B0503020204020204" pitchFamily="34" charset="-122"/>
                          <a:ea typeface="微软雅黑" panose="020B0503020204020204" pitchFamily="34" charset="-122"/>
                        </a:rPr>
                        <a:t>_time_mean</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fontAlgn="ctr">
                        <a:buNone/>
                      </a:pPr>
                      <a:r>
                        <a:rPr lang="en-US" altLang="zh-CN" sz="700" b="1" i="0" u="none" strike="noStrike" kern="1200" dirty="0">
                          <a:solidFill>
                            <a:srgbClr val="000000"/>
                          </a:solidFill>
                          <a:effectLst/>
                          <a:latin typeface="微软雅黑" panose="020B0503020204020204" pitchFamily="34" charset="-122"/>
                          <a:ea typeface="微软雅黑" panose="020B0503020204020204" pitchFamily="34" charset="-122"/>
                          <a:cs typeface="+mn-cs"/>
                        </a:rPr>
                        <a:t>takt</a:t>
                      </a:r>
                      <a:r>
                        <a:rPr lang="zh-CN" sz="700" b="1" i="0" u="none" strike="noStrike" dirty="0">
                          <a:solidFill>
                            <a:srgbClr val="000000"/>
                          </a:solidFill>
                          <a:effectLst/>
                          <a:latin typeface="微软雅黑" panose="020B0503020204020204" pitchFamily="34" charset="-122"/>
                          <a:ea typeface="微软雅黑" panose="020B0503020204020204" pitchFamily="34" charset="-122"/>
                        </a:rPr>
                        <a:t>_time_std</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fontAlgn="ctr">
                        <a:buNone/>
                      </a:pPr>
                      <a:r>
                        <a:rPr lang="zh-CN" sz="700" b="1" i="0" u="none" strike="noStrike" dirty="0">
                          <a:solidFill>
                            <a:srgbClr val="000000"/>
                          </a:solidFill>
                          <a:effectLst/>
                          <a:latin typeface="微软雅黑" panose="020B0503020204020204" pitchFamily="34" charset="-122"/>
                          <a:ea typeface="微软雅黑" panose="020B0503020204020204" pitchFamily="34" charset="-122"/>
                        </a:rPr>
                        <a:t>smoothness_mean</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fontAlgn="ctr">
                        <a:buNone/>
                      </a:pPr>
                      <a:r>
                        <a:rPr lang="zh-CN" sz="700" b="1" i="0" u="none" strike="noStrike" dirty="0">
                          <a:solidFill>
                            <a:srgbClr val="000000"/>
                          </a:solidFill>
                          <a:effectLst/>
                          <a:latin typeface="微软雅黑" panose="020B0503020204020204" pitchFamily="34" charset="-122"/>
                          <a:ea typeface="微软雅黑" panose="020B0503020204020204" pitchFamily="34" charset="-122"/>
                        </a:rPr>
                        <a:t>smoothness_std</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854997870"/>
                  </a:ext>
                </a:extLst>
              </a:tr>
              <a:tr h="163324">
                <a:tc>
                  <a:txBody>
                    <a:bodyPr/>
                    <a:lstStyle/>
                    <a:p>
                      <a:pPr algn="ctr" fontAlgn="ctr">
                        <a:buNone/>
                      </a:pPr>
                      <a:r>
                        <a:rPr lang="zh-CN" sz="700" b="1" i="0" u="none" strike="noStrike" dirty="0">
                          <a:solidFill>
                            <a:srgbClr val="000000"/>
                          </a:solidFill>
                          <a:effectLst/>
                          <a:latin typeface="微软雅黑" panose="020B0503020204020204" pitchFamily="34" charset="-122"/>
                          <a:ea typeface="微软雅黑" panose="020B0503020204020204" pitchFamily="34" charset="-122"/>
                        </a:rPr>
                        <a:t>PPO</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0" i="0" u="none" strike="noStrike" kern="1200" dirty="0">
                          <a:solidFill>
                            <a:srgbClr val="000000"/>
                          </a:solidFill>
                          <a:effectLst/>
                          <a:latin typeface="微软雅黑" panose="020B0503020204020204" pitchFamily="34" charset="-122"/>
                          <a:ea typeface="微软雅黑" panose="020B0503020204020204" pitchFamily="34" charset="-122"/>
                          <a:cs typeface="+mn-cs"/>
                        </a:rPr>
                        <a:t>882.83</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1" i="0" u="none" strike="noStrike" kern="1200" dirty="0">
                          <a:solidFill>
                            <a:srgbClr val="000000"/>
                          </a:solidFill>
                          <a:effectLst/>
                          <a:latin typeface="微软雅黑" panose="020B0503020204020204" pitchFamily="34" charset="-122"/>
                          <a:ea typeface="微软雅黑" panose="020B0503020204020204" pitchFamily="34" charset="-122"/>
                          <a:cs typeface="+mn-cs"/>
                        </a:rPr>
                        <a:t>6.04</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0" i="0" u="none" strike="noStrike" kern="1200" dirty="0">
                          <a:solidFill>
                            <a:srgbClr val="000000"/>
                          </a:solidFill>
                          <a:effectLst/>
                          <a:latin typeface="微软雅黑" panose="020B0503020204020204" pitchFamily="34" charset="-122"/>
                          <a:ea typeface="微软雅黑" panose="020B0503020204020204" pitchFamily="34" charset="-122"/>
                          <a:cs typeface="+mn-cs"/>
                        </a:rPr>
                        <a:t>125.2</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0" i="0" u="none" strike="noStrike" kern="1200" dirty="0">
                          <a:solidFill>
                            <a:srgbClr val="000000"/>
                          </a:solidFill>
                          <a:effectLst/>
                          <a:latin typeface="微软雅黑" panose="020B0503020204020204" pitchFamily="34" charset="-122"/>
                          <a:ea typeface="微软雅黑" panose="020B0503020204020204" pitchFamily="34" charset="-122"/>
                          <a:cs typeface="+mn-cs"/>
                        </a:rPr>
                        <a:t>26.31</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3121629436"/>
                  </a:ext>
                </a:extLst>
              </a:tr>
              <a:tr h="163324">
                <a:tc>
                  <a:txBody>
                    <a:bodyPr/>
                    <a:lstStyle/>
                    <a:p>
                      <a:pPr algn="ctr" fontAlgn="ctr">
                        <a:buNone/>
                      </a:pPr>
                      <a:r>
                        <a:rPr lang="en-US" altLang="zh-CN" sz="700" b="1" i="0" u="none" strike="noStrike" dirty="0">
                          <a:solidFill>
                            <a:srgbClr val="000000"/>
                          </a:solidFill>
                          <a:effectLst/>
                          <a:latin typeface="微软雅黑" panose="020B0503020204020204" pitchFamily="34" charset="-122"/>
                          <a:ea typeface="微软雅黑" panose="020B0503020204020204" pitchFamily="34" charset="-122"/>
                        </a:rPr>
                        <a:t>MAPPO</a:t>
                      </a:r>
                      <a:endParaRPr lang="zh-CN" sz="700" b="1" i="0" u="none" strike="noStrike" dirty="0">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0" i="0" u="none" strike="noStrike" kern="1200" dirty="0">
                          <a:solidFill>
                            <a:srgbClr val="000000"/>
                          </a:solidFill>
                          <a:effectLst/>
                          <a:latin typeface="微软雅黑" panose="020B0503020204020204" pitchFamily="34" charset="-122"/>
                          <a:ea typeface="微软雅黑" panose="020B0503020204020204" pitchFamily="34" charset="-122"/>
                          <a:cs typeface="+mn-cs"/>
                        </a:rPr>
                        <a:t>880.35</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0" i="0" u="none" strike="noStrike" kern="1200" dirty="0">
                          <a:solidFill>
                            <a:srgbClr val="000000"/>
                          </a:solidFill>
                          <a:effectLst/>
                          <a:latin typeface="微软雅黑" panose="020B0503020204020204" pitchFamily="34" charset="-122"/>
                          <a:ea typeface="微软雅黑" panose="020B0503020204020204" pitchFamily="34" charset="-122"/>
                          <a:cs typeface="+mn-cs"/>
                        </a:rPr>
                        <a:t>15.71</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0" i="0" u="none" strike="noStrike" kern="1200">
                          <a:solidFill>
                            <a:srgbClr val="000000"/>
                          </a:solidFill>
                          <a:effectLst/>
                          <a:latin typeface="微软雅黑" panose="020B0503020204020204" pitchFamily="34" charset="-122"/>
                          <a:ea typeface="微软雅黑" panose="020B0503020204020204" pitchFamily="34" charset="-122"/>
                          <a:cs typeface="+mn-cs"/>
                        </a:rPr>
                        <a:t>102.75</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1" i="0" u="none" strike="noStrike" kern="1200" dirty="0">
                          <a:solidFill>
                            <a:srgbClr val="000000"/>
                          </a:solidFill>
                          <a:effectLst/>
                          <a:latin typeface="微软雅黑" panose="020B0503020204020204" pitchFamily="34" charset="-122"/>
                          <a:ea typeface="微软雅黑" panose="020B0503020204020204" pitchFamily="34" charset="-122"/>
                          <a:cs typeface="+mn-cs"/>
                        </a:rPr>
                        <a:t>7.17</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3426051976"/>
                  </a:ext>
                </a:extLst>
              </a:tr>
              <a:tr h="163324">
                <a:tc>
                  <a:txBody>
                    <a:bodyPr/>
                    <a:lstStyle/>
                    <a:p>
                      <a:pPr algn="ctr" fontAlgn="ctr">
                        <a:buNone/>
                      </a:pPr>
                      <a:r>
                        <a:rPr lang="zh-CN" sz="700" b="1" i="0" u="none" strike="noStrike" dirty="0">
                          <a:solidFill>
                            <a:srgbClr val="000000"/>
                          </a:solidFill>
                          <a:effectLst/>
                          <a:latin typeface="微软雅黑" panose="020B0503020204020204" pitchFamily="34" charset="-122"/>
                          <a:ea typeface="微软雅黑" panose="020B0503020204020204" pitchFamily="34" charset="-122"/>
                        </a:rPr>
                        <a:t>MRG-HMARL</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1" i="0" u="none" strike="noStrike" kern="1200" dirty="0">
                          <a:solidFill>
                            <a:srgbClr val="000000"/>
                          </a:solidFill>
                          <a:effectLst/>
                          <a:latin typeface="微软雅黑" panose="020B0503020204020204" pitchFamily="34" charset="-122"/>
                          <a:ea typeface="微软雅黑" panose="020B0503020204020204" pitchFamily="34" charset="-122"/>
                          <a:cs typeface="+mn-cs"/>
                        </a:rPr>
                        <a:t>860.57</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0" i="0" u="none" strike="noStrike" kern="1200" dirty="0">
                          <a:solidFill>
                            <a:srgbClr val="000000"/>
                          </a:solidFill>
                          <a:effectLst/>
                          <a:latin typeface="微软雅黑" panose="020B0503020204020204" pitchFamily="34" charset="-122"/>
                          <a:ea typeface="微软雅黑" panose="020B0503020204020204" pitchFamily="34" charset="-122"/>
                          <a:cs typeface="+mn-cs"/>
                        </a:rPr>
                        <a:t>6.9</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1" i="0" u="none" strike="noStrike" kern="1200" dirty="0">
                          <a:solidFill>
                            <a:srgbClr val="000000"/>
                          </a:solidFill>
                          <a:effectLst/>
                          <a:latin typeface="微软雅黑" panose="020B0503020204020204" pitchFamily="34" charset="-122"/>
                          <a:ea typeface="微软雅黑" panose="020B0503020204020204" pitchFamily="34" charset="-122"/>
                          <a:cs typeface="+mn-cs"/>
                        </a:rPr>
                        <a:t>102.22</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0" i="0" u="none" strike="noStrike" kern="1200" dirty="0">
                          <a:solidFill>
                            <a:srgbClr val="000000"/>
                          </a:solidFill>
                          <a:effectLst/>
                          <a:latin typeface="微软雅黑" panose="020B0503020204020204" pitchFamily="34" charset="-122"/>
                          <a:ea typeface="微软雅黑" panose="020B0503020204020204" pitchFamily="34" charset="-122"/>
                          <a:cs typeface="+mn-cs"/>
                        </a:rPr>
                        <a:t>12.33</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1195580487"/>
                  </a:ext>
                </a:extLst>
              </a:tr>
              <a:tr h="163324">
                <a:tc>
                  <a:txBody>
                    <a:bodyPr/>
                    <a:lstStyle/>
                    <a:p>
                      <a:pPr algn="ctr" fontAlgn="ctr">
                        <a:buNone/>
                      </a:pPr>
                      <a:r>
                        <a:rPr lang="en-US" altLang="zh-CN" sz="700" b="1" i="0" u="none" strike="noStrike" dirty="0">
                          <a:solidFill>
                            <a:srgbClr val="000000"/>
                          </a:solidFill>
                          <a:effectLst/>
                          <a:latin typeface="微软雅黑" panose="020B0503020204020204" pitchFamily="34" charset="-122"/>
                          <a:ea typeface="微软雅黑" panose="020B0503020204020204" pitchFamily="34" charset="-122"/>
                        </a:rPr>
                        <a:t>HA</a:t>
                      </a:r>
                      <a:r>
                        <a:rPr lang="zh-CN" sz="700" b="1" i="0" u="none" strike="noStrike" dirty="0">
                          <a:solidFill>
                            <a:srgbClr val="000000"/>
                          </a:solidFill>
                          <a:effectLst/>
                          <a:latin typeface="微软雅黑" panose="020B0503020204020204" pitchFamily="34" charset="-122"/>
                          <a:ea typeface="微软雅黑" panose="020B0503020204020204" pitchFamily="34" charset="-122"/>
                        </a:rPr>
                        <a:t>PPO</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0" i="0" u="none" strike="noStrike" kern="1200">
                          <a:solidFill>
                            <a:srgbClr val="000000"/>
                          </a:solidFill>
                          <a:effectLst/>
                          <a:latin typeface="微软雅黑" panose="020B0503020204020204" pitchFamily="34" charset="-122"/>
                          <a:ea typeface="微软雅黑" panose="020B0503020204020204" pitchFamily="34" charset="-122"/>
                          <a:cs typeface="+mn-cs"/>
                        </a:rPr>
                        <a:t>886.67</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0" i="0" u="none" strike="noStrike" kern="1200">
                          <a:solidFill>
                            <a:srgbClr val="000000"/>
                          </a:solidFill>
                          <a:effectLst/>
                          <a:latin typeface="微软雅黑" panose="020B0503020204020204" pitchFamily="34" charset="-122"/>
                          <a:ea typeface="微软雅黑" panose="020B0503020204020204" pitchFamily="34" charset="-122"/>
                          <a:cs typeface="+mn-cs"/>
                        </a:rPr>
                        <a:t>8.92</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0" i="0" u="none" strike="noStrike" kern="1200" dirty="0">
                          <a:solidFill>
                            <a:srgbClr val="000000"/>
                          </a:solidFill>
                          <a:effectLst/>
                          <a:latin typeface="微软雅黑" panose="020B0503020204020204" pitchFamily="34" charset="-122"/>
                          <a:ea typeface="微软雅黑" panose="020B0503020204020204" pitchFamily="34" charset="-122"/>
                          <a:cs typeface="+mn-cs"/>
                        </a:rPr>
                        <a:t>123.59</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0" i="0" u="none" strike="noStrike" kern="1200" dirty="0">
                          <a:solidFill>
                            <a:srgbClr val="000000"/>
                          </a:solidFill>
                          <a:effectLst/>
                          <a:latin typeface="微软雅黑" panose="020B0503020204020204" pitchFamily="34" charset="-122"/>
                          <a:ea typeface="微软雅黑" panose="020B0503020204020204" pitchFamily="34" charset="-122"/>
                          <a:cs typeface="+mn-cs"/>
                        </a:rPr>
                        <a:t>12.49</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2890825865"/>
                  </a:ext>
                </a:extLst>
              </a:tr>
              <a:tr h="163324">
                <a:tc>
                  <a:txBody>
                    <a:bodyPr/>
                    <a:lstStyle/>
                    <a:p>
                      <a:pPr marL="0" algn="ctr" defTabSz="914400" rtl="0" eaLnBrk="1" fontAlgn="ctr" latinLnBrk="0" hangingPunct="1">
                        <a:buNone/>
                      </a:pPr>
                      <a:r>
                        <a:rPr lang="en-US" altLang="zh-CN" sz="700" b="1" i="0" u="none" strike="noStrike" kern="1200" dirty="0">
                          <a:solidFill>
                            <a:srgbClr val="000000"/>
                          </a:solidFill>
                          <a:effectLst/>
                          <a:latin typeface="微软雅黑" panose="020B0503020204020204" pitchFamily="34" charset="-122"/>
                          <a:ea typeface="微软雅黑" panose="020B0503020204020204" pitchFamily="34" charset="-122"/>
                          <a:cs typeface="+mn-cs"/>
                        </a:rPr>
                        <a:t>Rule-based</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0" i="0" u="none" strike="noStrike" kern="1200">
                          <a:solidFill>
                            <a:srgbClr val="000000"/>
                          </a:solidFill>
                          <a:effectLst/>
                          <a:latin typeface="微软雅黑" panose="020B0503020204020204" pitchFamily="34" charset="-122"/>
                          <a:ea typeface="微软雅黑" panose="020B0503020204020204" pitchFamily="34" charset="-122"/>
                          <a:cs typeface="+mn-cs"/>
                        </a:rPr>
                        <a:t>1106.67</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0" i="0" u="none" strike="noStrike" kern="1200">
                          <a:solidFill>
                            <a:srgbClr val="000000"/>
                          </a:solidFill>
                          <a:effectLst/>
                          <a:latin typeface="微软雅黑" panose="020B0503020204020204" pitchFamily="34" charset="-122"/>
                          <a:ea typeface="微软雅黑" panose="020B0503020204020204" pitchFamily="34" charset="-122"/>
                          <a:cs typeface="+mn-cs"/>
                        </a:rPr>
                        <a:t>56.95</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0" i="0" u="none" strike="noStrike" kern="1200">
                          <a:solidFill>
                            <a:srgbClr val="000000"/>
                          </a:solidFill>
                          <a:effectLst/>
                          <a:latin typeface="微软雅黑" panose="020B0503020204020204" pitchFamily="34" charset="-122"/>
                          <a:ea typeface="微软雅黑" panose="020B0503020204020204" pitchFamily="34" charset="-122"/>
                          <a:cs typeface="+mn-cs"/>
                        </a:rPr>
                        <a:t>232.99</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fontAlgn="ctr" latinLnBrk="0" hangingPunct="1">
                        <a:buNone/>
                      </a:pPr>
                      <a:r>
                        <a:rPr lang="en-US" altLang="zh-CN" sz="700" b="0" i="0" u="none" strike="noStrike" kern="1200" dirty="0">
                          <a:solidFill>
                            <a:srgbClr val="000000"/>
                          </a:solidFill>
                          <a:effectLst/>
                          <a:latin typeface="微软雅黑" panose="020B0503020204020204" pitchFamily="34" charset="-122"/>
                          <a:ea typeface="微软雅黑" panose="020B0503020204020204" pitchFamily="34" charset="-122"/>
                          <a:cs typeface="+mn-cs"/>
                        </a:rPr>
                        <a:t>82.82</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4126566553"/>
                  </a:ext>
                </a:extLst>
              </a:tr>
            </a:tbl>
          </a:graphicData>
        </a:graphic>
      </p:graphicFrame>
      <p:sp>
        <p:nvSpPr>
          <p:cNvPr id="26" name="文本框 25">
            <a:extLst>
              <a:ext uri="{FF2B5EF4-FFF2-40B4-BE49-F238E27FC236}">
                <a16:creationId xmlns:a16="http://schemas.microsoft.com/office/drawing/2014/main" id="{7F67ECBC-8BD8-9C08-3C00-EDFB77D7AA36}"/>
              </a:ext>
            </a:extLst>
          </p:cNvPr>
          <p:cNvSpPr txBox="1"/>
          <p:nvPr/>
        </p:nvSpPr>
        <p:spPr>
          <a:xfrm>
            <a:off x="336482" y="1336492"/>
            <a:ext cx="3520293" cy="400648"/>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zh-CN" altLang="en-US" sz="1600" dirty="0">
                <a:solidFill>
                  <a:srgbClr val="003F88"/>
                </a:solidFill>
                <a:latin typeface="微软雅黑" panose="020B0503020204020204" pitchFamily="34" charset="-122"/>
                <a:ea typeface="微软雅黑" panose="020B0503020204020204" pitchFamily="34" charset="-122"/>
              </a:rPr>
              <a:t>① 对比算法表格（扰动程度：</a:t>
            </a:r>
            <a:r>
              <a:rPr lang="en-US" altLang="zh-CN" sz="1600" dirty="0">
                <a:solidFill>
                  <a:srgbClr val="003F88"/>
                </a:solidFill>
                <a:latin typeface="微软雅黑" panose="020B0503020204020204" pitchFamily="34" charset="-122"/>
                <a:ea typeface="微软雅黑" panose="020B0503020204020204" pitchFamily="34" charset="-122"/>
              </a:rPr>
              <a:t>mild</a:t>
            </a:r>
            <a:r>
              <a:rPr lang="zh-CN" altLang="en-US" sz="1600" dirty="0">
                <a:solidFill>
                  <a:srgbClr val="003F88"/>
                </a:solidFill>
                <a:latin typeface="微软雅黑" panose="020B0503020204020204" pitchFamily="34" charset="-122"/>
                <a:ea typeface="微软雅黑" panose="020B0503020204020204" pitchFamily="34" charset="-122"/>
              </a:rPr>
              <a:t>）</a:t>
            </a:r>
          </a:p>
        </p:txBody>
      </p:sp>
      <p:sp>
        <p:nvSpPr>
          <p:cNvPr id="27" name="文本框 26">
            <a:extLst>
              <a:ext uri="{FF2B5EF4-FFF2-40B4-BE49-F238E27FC236}">
                <a16:creationId xmlns:a16="http://schemas.microsoft.com/office/drawing/2014/main" id="{DF610DB0-EC08-FE3B-9251-70B24DC4CEC5}"/>
              </a:ext>
            </a:extLst>
          </p:cNvPr>
          <p:cNvSpPr txBox="1"/>
          <p:nvPr/>
        </p:nvSpPr>
        <p:spPr>
          <a:xfrm>
            <a:off x="336482" y="3038946"/>
            <a:ext cx="2289023" cy="400648"/>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zh-CN" altLang="en-US" sz="1600" dirty="0">
                <a:solidFill>
                  <a:srgbClr val="003F88"/>
                </a:solidFill>
                <a:latin typeface="微软雅黑" panose="020B0503020204020204" pitchFamily="34" charset="-122"/>
                <a:ea typeface="微软雅黑" panose="020B0503020204020204" pitchFamily="34" charset="-122"/>
              </a:rPr>
              <a:t>② 图关系消融算法表格</a:t>
            </a:r>
          </a:p>
        </p:txBody>
      </p:sp>
      <p:sp>
        <p:nvSpPr>
          <p:cNvPr id="28" name="文本框 27">
            <a:extLst>
              <a:ext uri="{FF2B5EF4-FFF2-40B4-BE49-F238E27FC236}">
                <a16:creationId xmlns:a16="http://schemas.microsoft.com/office/drawing/2014/main" id="{96C57457-0EA9-2FA2-DC4C-2A3CA1AC46EC}"/>
              </a:ext>
            </a:extLst>
          </p:cNvPr>
          <p:cNvSpPr txBox="1"/>
          <p:nvPr/>
        </p:nvSpPr>
        <p:spPr>
          <a:xfrm>
            <a:off x="336482" y="4771699"/>
            <a:ext cx="2289023" cy="400648"/>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zh-CN" altLang="en-US" sz="1600" dirty="0">
                <a:solidFill>
                  <a:srgbClr val="003F88"/>
                </a:solidFill>
                <a:latin typeface="微软雅黑" panose="020B0503020204020204" pitchFamily="34" charset="-122"/>
                <a:ea typeface="微软雅黑" panose="020B0503020204020204" pitchFamily="34" charset="-122"/>
              </a:rPr>
              <a:t>③ 模块消融算法表格</a:t>
            </a:r>
          </a:p>
        </p:txBody>
      </p:sp>
      <p:sp>
        <p:nvSpPr>
          <p:cNvPr id="29" name="文本框 28">
            <a:extLst>
              <a:ext uri="{FF2B5EF4-FFF2-40B4-BE49-F238E27FC236}">
                <a16:creationId xmlns:a16="http://schemas.microsoft.com/office/drawing/2014/main" id="{E0C67286-7D52-3A12-5B32-31BF4619746E}"/>
              </a:ext>
            </a:extLst>
          </p:cNvPr>
          <p:cNvSpPr txBox="1"/>
          <p:nvPr/>
        </p:nvSpPr>
        <p:spPr>
          <a:xfrm>
            <a:off x="6283117" y="1334988"/>
            <a:ext cx="3520293" cy="400648"/>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zh-CN" altLang="en-US" sz="1600" dirty="0">
                <a:solidFill>
                  <a:srgbClr val="003F88"/>
                </a:solidFill>
                <a:latin typeface="微软雅黑" panose="020B0503020204020204" pitchFamily="34" charset="-122"/>
                <a:ea typeface="微软雅黑" panose="020B0503020204020204" pitchFamily="34" charset="-122"/>
              </a:rPr>
              <a:t>④ 对比算法表格（扰动程度：</a:t>
            </a:r>
            <a:r>
              <a:rPr lang="en-US" altLang="zh-CN" sz="1600" dirty="0">
                <a:solidFill>
                  <a:srgbClr val="003F88"/>
                </a:solidFill>
                <a:latin typeface="微软雅黑" panose="020B0503020204020204" pitchFamily="34" charset="-122"/>
                <a:ea typeface="微软雅黑" panose="020B0503020204020204" pitchFamily="34" charset="-122"/>
              </a:rPr>
              <a:t>none</a:t>
            </a:r>
            <a:r>
              <a:rPr lang="zh-CN" altLang="en-US" sz="1600" dirty="0">
                <a:solidFill>
                  <a:srgbClr val="003F88"/>
                </a:solidFill>
                <a:latin typeface="微软雅黑" panose="020B0503020204020204" pitchFamily="34" charset="-122"/>
                <a:ea typeface="微软雅黑" panose="020B0503020204020204" pitchFamily="34" charset="-122"/>
              </a:rPr>
              <a:t>）</a:t>
            </a:r>
          </a:p>
        </p:txBody>
      </p:sp>
      <p:sp>
        <p:nvSpPr>
          <p:cNvPr id="30" name="文本框 29">
            <a:extLst>
              <a:ext uri="{FF2B5EF4-FFF2-40B4-BE49-F238E27FC236}">
                <a16:creationId xmlns:a16="http://schemas.microsoft.com/office/drawing/2014/main" id="{2F6BEB33-D63C-347B-3585-50089B303BF9}"/>
              </a:ext>
            </a:extLst>
          </p:cNvPr>
          <p:cNvSpPr txBox="1"/>
          <p:nvPr/>
        </p:nvSpPr>
        <p:spPr>
          <a:xfrm>
            <a:off x="6283116" y="3037442"/>
            <a:ext cx="3783659" cy="400648"/>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zh-CN" altLang="en-US" sz="1600" dirty="0">
                <a:solidFill>
                  <a:srgbClr val="003F88"/>
                </a:solidFill>
                <a:latin typeface="微软雅黑" panose="020B0503020204020204" pitchFamily="34" charset="-122"/>
                <a:ea typeface="微软雅黑" panose="020B0503020204020204" pitchFamily="34" charset="-122"/>
              </a:rPr>
              <a:t>⑤ 对比算法表格（扰动程度：</a:t>
            </a:r>
            <a:r>
              <a:rPr lang="en-US" altLang="zh-CN" sz="1600" dirty="0">
                <a:solidFill>
                  <a:srgbClr val="003F88"/>
                </a:solidFill>
                <a:latin typeface="微软雅黑" panose="020B0503020204020204" pitchFamily="34" charset="-122"/>
                <a:ea typeface="微软雅黑" panose="020B0503020204020204" pitchFamily="34" charset="-122"/>
              </a:rPr>
              <a:t>medium</a:t>
            </a:r>
            <a:r>
              <a:rPr lang="zh-CN" altLang="en-US" sz="1600" dirty="0">
                <a:solidFill>
                  <a:srgbClr val="003F88"/>
                </a:solidFill>
                <a:latin typeface="微软雅黑" panose="020B0503020204020204" pitchFamily="34" charset="-122"/>
                <a:ea typeface="微软雅黑" panose="020B0503020204020204" pitchFamily="34" charset="-122"/>
              </a:rPr>
              <a:t>）</a:t>
            </a:r>
          </a:p>
        </p:txBody>
      </p:sp>
      <p:sp>
        <p:nvSpPr>
          <p:cNvPr id="31" name="文本框 30">
            <a:extLst>
              <a:ext uri="{FF2B5EF4-FFF2-40B4-BE49-F238E27FC236}">
                <a16:creationId xmlns:a16="http://schemas.microsoft.com/office/drawing/2014/main" id="{D1E7A53F-30F6-F62F-9FC1-37BF1D4A7B32}"/>
              </a:ext>
            </a:extLst>
          </p:cNvPr>
          <p:cNvSpPr txBox="1"/>
          <p:nvPr/>
        </p:nvSpPr>
        <p:spPr>
          <a:xfrm>
            <a:off x="6283117" y="4770195"/>
            <a:ext cx="3783658" cy="400648"/>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pPr>
              <a:lnSpc>
                <a:spcPct val="150000"/>
              </a:lnSpc>
            </a:pPr>
            <a:r>
              <a:rPr lang="zh-CN" altLang="en-US" sz="1600" dirty="0">
                <a:solidFill>
                  <a:srgbClr val="003F88"/>
                </a:solidFill>
                <a:latin typeface="微软雅黑" panose="020B0503020204020204" pitchFamily="34" charset="-122"/>
                <a:ea typeface="微软雅黑" panose="020B0503020204020204" pitchFamily="34" charset="-122"/>
              </a:rPr>
              <a:t>⑥ 对比算法表格（扰动程度：</a:t>
            </a:r>
            <a:r>
              <a:rPr lang="en-US" altLang="zh-CN" sz="1600" dirty="0">
                <a:solidFill>
                  <a:srgbClr val="003F88"/>
                </a:solidFill>
                <a:latin typeface="微软雅黑" panose="020B0503020204020204" pitchFamily="34" charset="-122"/>
                <a:ea typeface="微软雅黑" panose="020B0503020204020204" pitchFamily="34" charset="-122"/>
              </a:rPr>
              <a:t>severe</a:t>
            </a:r>
            <a:r>
              <a:rPr lang="zh-CN" altLang="en-US" sz="1600" dirty="0">
                <a:solidFill>
                  <a:srgbClr val="003F88"/>
                </a:solidFill>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92964029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717D1F-826D-6563-E2CA-2BED49D7EBDE}"/>
            </a:ext>
          </a:extLst>
        </p:cNvPr>
        <p:cNvGrpSpPr/>
        <p:nvPr/>
      </p:nvGrpSpPr>
      <p:grpSpPr>
        <a:xfrm>
          <a:off x="0" y="0"/>
          <a:ext cx="0" cy="0"/>
          <a:chOff x="0" y="0"/>
          <a:chExt cx="0" cy="0"/>
        </a:xfrm>
      </p:grpSpPr>
      <p:grpSp>
        <p:nvGrpSpPr>
          <p:cNvPr id="46" name="组合 45">
            <a:extLst>
              <a:ext uri="{FF2B5EF4-FFF2-40B4-BE49-F238E27FC236}">
                <a16:creationId xmlns:a16="http://schemas.microsoft.com/office/drawing/2014/main" id="{63A470D0-817D-D7CC-F663-6CAA10292D97}"/>
              </a:ext>
            </a:extLst>
          </p:cNvPr>
          <p:cNvGrpSpPr/>
          <p:nvPr/>
        </p:nvGrpSpPr>
        <p:grpSpPr>
          <a:xfrm>
            <a:off x="4084664" y="882471"/>
            <a:ext cx="7815738" cy="5279326"/>
            <a:chOff x="3746159" y="646062"/>
            <a:chExt cx="7815738" cy="5279326"/>
          </a:xfrm>
        </p:grpSpPr>
        <p:sp>
          <p:nvSpPr>
            <p:cNvPr id="2" name="椭圆 1">
              <a:extLst>
                <a:ext uri="{FF2B5EF4-FFF2-40B4-BE49-F238E27FC236}">
                  <a16:creationId xmlns:a16="http://schemas.microsoft.com/office/drawing/2014/main" id="{08950454-8A68-2235-E94B-9955C1B846E0}"/>
                </a:ext>
              </a:extLst>
            </p:cNvPr>
            <p:cNvSpPr/>
            <p:nvPr/>
          </p:nvSpPr>
          <p:spPr>
            <a:xfrm>
              <a:off x="3746159" y="656441"/>
              <a:ext cx="554005" cy="554005"/>
            </a:xfrm>
            <a:prstGeom prst="ellipse">
              <a:avLst/>
            </a:prstGeom>
            <a:solidFill>
              <a:srgbClr val="9D9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a:extLst>
                <a:ext uri="{FF2B5EF4-FFF2-40B4-BE49-F238E27FC236}">
                  <a16:creationId xmlns:a16="http://schemas.microsoft.com/office/drawing/2014/main" id="{8F164E20-00F5-53EA-EDB5-3DB0E5DEAC4A}"/>
                </a:ext>
              </a:extLst>
            </p:cNvPr>
            <p:cNvSpPr/>
            <p:nvPr/>
          </p:nvSpPr>
          <p:spPr>
            <a:xfrm>
              <a:off x="4412724" y="656441"/>
              <a:ext cx="2172085" cy="5643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zh-CN" altLang="en-US" sz="2200" b="1" i="0" u="none" strike="noStrike" kern="1200" cap="none" spc="0" normalizeH="0" baseline="0" noProof="0" dirty="0">
                  <a:ln>
                    <a:noFill/>
                  </a:ln>
                  <a:solidFill>
                    <a:srgbClr val="9D90A0"/>
                  </a:solidFill>
                  <a:effectLst/>
                  <a:uLnTx/>
                  <a:uFillTx/>
                  <a:latin typeface="Times New Roman" panose="02020603050405020304" pitchFamily="18" charset="0"/>
                  <a:ea typeface="微软雅黑"/>
                  <a:cs typeface="Times New Roman" panose="02020603050405020304" pitchFamily="18" charset="0"/>
                </a:rPr>
                <a:t>研究背景与现状</a:t>
              </a:r>
            </a:p>
          </p:txBody>
        </p:sp>
        <p:sp>
          <p:nvSpPr>
            <p:cNvPr id="10" name="矩形 9">
              <a:extLst>
                <a:ext uri="{FF2B5EF4-FFF2-40B4-BE49-F238E27FC236}">
                  <a16:creationId xmlns:a16="http://schemas.microsoft.com/office/drawing/2014/main" id="{831A5181-017F-F76D-4C1E-5A38C3E43642}"/>
                </a:ext>
              </a:extLst>
            </p:cNvPr>
            <p:cNvSpPr/>
            <p:nvPr/>
          </p:nvSpPr>
          <p:spPr>
            <a:xfrm>
              <a:off x="3760762" y="646062"/>
              <a:ext cx="642405" cy="5643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altLang="zh-CN" sz="2600" b="1" i="0" u="none" strike="noStrike" kern="1200" cap="none" spc="0" normalizeH="0" baseline="0" noProof="0" dirty="0">
                  <a:ln>
                    <a:noFill/>
                  </a:ln>
                  <a:solidFill>
                    <a:schemeClr val="bg1"/>
                  </a:solidFill>
                  <a:effectLst/>
                  <a:uLnTx/>
                  <a:uFillTx/>
                  <a:latin typeface="Times New Roman" panose="02020603050405020304" pitchFamily="18" charset="0"/>
                  <a:ea typeface="微软雅黑"/>
                  <a:cs typeface="Times New Roman" panose="02020603050405020304" pitchFamily="18" charset="0"/>
                </a:rPr>
                <a:t>01</a:t>
              </a:r>
              <a:endParaRPr kumimoji="0" lang="zh-CN" altLang="en-US" sz="2600" b="1" i="0" u="none" strike="noStrike" kern="1200" cap="none" spc="0" normalizeH="0" baseline="0" noProof="0" dirty="0">
                <a:ln>
                  <a:noFill/>
                </a:ln>
                <a:solidFill>
                  <a:schemeClr val="bg1"/>
                </a:solidFill>
                <a:effectLst/>
                <a:uLnTx/>
                <a:uFillTx/>
                <a:latin typeface="Times New Roman" panose="02020603050405020304" pitchFamily="18" charset="0"/>
                <a:ea typeface="微软雅黑"/>
                <a:cs typeface="Times New Roman" panose="02020603050405020304" pitchFamily="18" charset="0"/>
              </a:endParaRPr>
            </a:p>
          </p:txBody>
        </p:sp>
        <p:sp>
          <p:nvSpPr>
            <p:cNvPr id="4" name="椭圆 3">
              <a:extLst>
                <a:ext uri="{FF2B5EF4-FFF2-40B4-BE49-F238E27FC236}">
                  <a16:creationId xmlns:a16="http://schemas.microsoft.com/office/drawing/2014/main" id="{02BABFAC-B18D-6061-9CD2-1F5337F323ED}"/>
                </a:ext>
              </a:extLst>
            </p:cNvPr>
            <p:cNvSpPr/>
            <p:nvPr/>
          </p:nvSpPr>
          <p:spPr>
            <a:xfrm>
              <a:off x="3746159" y="1767768"/>
              <a:ext cx="554005" cy="554005"/>
            </a:xfrm>
            <a:prstGeom prst="ellipse">
              <a:avLst/>
            </a:prstGeom>
            <a:solidFill>
              <a:srgbClr val="9D9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矩形 8">
              <a:extLst>
                <a:ext uri="{FF2B5EF4-FFF2-40B4-BE49-F238E27FC236}">
                  <a16:creationId xmlns:a16="http://schemas.microsoft.com/office/drawing/2014/main" id="{77CE2AFA-61E4-31EB-269B-6937D2B8B87F}"/>
                </a:ext>
              </a:extLst>
            </p:cNvPr>
            <p:cNvSpPr/>
            <p:nvPr/>
          </p:nvSpPr>
          <p:spPr>
            <a:xfrm>
              <a:off x="4403166" y="1777352"/>
              <a:ext cx="7119967" cy="5643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zh-CN" altLang="en-US" sz="2200" b="1" i="0" u="none" strike="noStrike" kern="1200" cap="none" spc="0" normalizeH="0" baseline="0" noProof="0" dirty="0">
                  <a:ln>
                    <a:noFill/>
                  </a:ln>
                  <a:solidFill>
                    <a:srgbClr val="9D90A0"/>
                  </a:solidFill>
                  <a:effectLst/>
                  <a:uLnTx/>
                  <a:uFillTx/>
                  <a:latin typeface="Times New Roman" panose="02020603050405020304" pitchFamily="18" charset="0"/>
                  <a:ea typeface="微软雅黑"/>
                  <a:cs typeface="Times New Roman" panose="02020603050405020304" pitchFamily="18" charset="0"/>
                </a:rPr>
                <a:t>问题描述</a:t>
              </a:r>
            </a:p>
          </p:txBody>
        </p:sp>
        <p:sp>
          <p:nvSpPr>
            <p:cNvPr id="14" name="矩形 13">
              <a:extLst>
                <a:ext uri="{FF2B5EF4-FFF2-40B4-BE49-F238E27FC236}">
                  <a16:creationId xmlns:a16="http://schemas.microsoft.com/office/drawing/2014/main" id="{35D9D218-0073-814A-2A29-DD34161B6CF7}"/>
                </a:ext>
              </a:extLst>
            </p:cNvPr>
            <p:cNvSpPr/>
            <p:nvPr/>
          </p:nvSpPr>
          <p:spPr>
            <a:xfrm>
              <a:off x="3760762" y="1764641"/>
              <a:ext cx="642405" cy="5643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altLang="zh-CN" sz="2600" b="1" i="0" u="none" strike="noStrike" kern="1200" cap="none" spc="0" normalizeH="0" baseline="0" noProof="0" dirty="0">
                  <a:ln>
                    <a:noFill/>
                  </a:ln>
                  <a:solidFill>
                    <a:schemeClr val="bg1"/>
                  </a:solidFill>
                  <a:effectLst/>
                  <a:uLnTx/>
                  <a:uFillTx/>
                  <a:latin typeface="Times New Roman" panose="02020603050405020304" pitchFamily="18" charset="0"/>
                  <a:ea typeface="微软雅黑"/>
                  <a:cs typeface="Times New Roman" panose="02020603050405020304" pitchFamily="18" charset="0"/>
                </a:rPr>
                <a:t>02</a:t>
              </a:r>
              <a:endParaRPr kumimoji="0" lang="zh-CN" altLang="en-US" sz="2600" b="1" i="0" u="none" strike="noStrike" kern="1200" cap="none" spc="0" normalizeH="0" baseline="0" noProof="0" dirty="0">
                <a:ln>
                  <a:noFill/>
                </a:ln>
                <a:solidFill>
                  <a:schemeClr val="bg1"/>
                </a:solidFill>
                <a:effectLst/>
                <a:uLnTx/>
                <a:uFillTx/>
                <a:latin typeface="Times New Roman" panose="02020603050405020304" pitchFamily="18" charset="0"/>
                <a:ea typeface="微软雅黑"/>
                <a:cs typeface="Times New Roman" panose="02020603050405020304" pitchFamily="18" charset="0"/>
              </a:endParaRPr>
            </a:p>
          </p:txBody>
        </p:sp>
        <p:sp>
          <p:nvSpPr>
            <p:cNvPr id="33" name="椭圆 32">
              <a:extLst>
                <a:ext uri="{FF2B5EF4-FFF2-40B4-BE49-F238E27FC236}">
                  <a16:creationId xmlns:a16="http://schemas.microsoft.com/office/drawing/2014/main" id="{99EE0268-9FB5-826D-8EFA-77ABB3C8CBEB}"/>
                </a:ext>
              </a:extLst>
            </p:cNvPr>
            <p:cNvSpPr/>
            <p:nvPr/>
          </p:nvSpPr>
          <p:spPr>
            <a:xfrm>
              <a:off x="3760762" y="2952069"/>
              <a:ext cx="554005" cy="554005"/>
            </a:xfrm>
            <a:prstGeom prst="ellipse">
              <a:avLst/>
            </a:prstGeom>
            <a:solidFill>
              <a:srgbClr val="9D9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a:extLst>
                <a:ext uri="{FF2B5EF4-FFF2-40B4-BE49-F238E27FC236}">
                  <a16:creationId xmlns:a16="http://schemas.microsoft.com/office/drawing/2014/main" id="{B0680CBC-A2D9-1230-BB58-2CF6A1D70129}"/>
                </a:ext>
              </a:extLst>
            </p:cNvPr>
            <p:cNvSpPr/>
            <p:nvPr/>
          </p:nvSpPr>
          <p:spPr>
            <a:xfrm>
              <a:off x="4427327" y="2952069"/>
              <a:ext cx="7119967" cy="5643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zh-CN" altLang="en-US" sz="2200" b="1" i="0" u="none" strike="noStrike" kern="1200" cap="none" spc="0" normalizeH="0" baseline="0" noProof="0" dirty="0">
                  <a:ln>
                    <a:noFill/>
                  </a:ln>
                  <a:solidFill>
                    <a:srgbClr val="9D90A0"/>
                  </a:solidFill>
                  <a:effectLst/>
                  <a:uLnTx/>
                  <a:uFillTx/>
                  <a:latin typeface="Times New Roman" panose="02020603050405020304" pitchFamily="18" charset="0"/>
                  <a:ea typeface="微软雅黑"/>
                  <a:cs typeface="Times New Roman" panose="02020603050405020304" pitchFamily="18" charset="0"/>
                </a:rPr>
                <a:t>方法框架</a:t>
              </a:r>
            </a:p>
          </p:txBody>
        </p:sp>
        <p:sp>
          <p:nvSpPr>
            <p:cNvPr id="35" name="矩形 34">
              <a:extLst>
                <a:ext uri="{FF2B5EF4-FFF2-40B4-BE49-F238E27FC236}">
                  <a16:creationId xmlns:a16="http://schemas.microsoft.com/office/drawing/2014/main" id="{A7B41811-A858-6B84-AAB3-1420956CBF92}"/>
                </a:ext>
              </a:extLst>
            </p:cNvPr>
            <p:cNvSpPr/>
            <p:nvPr/>
          </p:nvSpPr>
          <p:spPr>
            <a:xfrm>
              <a:off x="3775365" y="2941690"/>
              <a:ext cx="642405" cy="5643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altLang="zh-CN" sz="2600" b="1" i="0" u="none" strike="noStrike" kern="1200" cap="none" spc="0" normalizeH="0" baseline="0" noProof="0" dirty="0">
                  <a:ln>
                    <a:noFill/>
                  </a:ln>
                  <a:solidFill>
                    <a:schemeClr val="bg1"/>
                  </a:solidFill>
                  <a:effectLst/>
                  <a:uLnTx/>
                  <a:uFillTx/>
                  <a:latin typeface="Times New Roman" panose="02020603050405020304" pitchFamily="18" charset="0"/>
                  <a:ea typeface="微软雅黑"/>
                  <a:cs typeface="Times New Roman" panose="02020603050405020304" pitchFamily="18" charset="0"/>
                </a:rPr>
                <a:t>03</a:t>
              </a:r>
              <a:endParaRPr kumimoji="0" lang="zh-CN" altLang="en-US" sz="2600" b="1" i="0" u="none" strike="noStrike" kern="1200" cap="none" spc="0" normalizeH="0" baseline="0" noProof="0" dirty="0">
                <a:ln>
                  <a:noFill/>
                </a:ln>
                <a:solidFill>
                  <a:schemeClr val="bg1"/>
                </a:solidFill>
                <a:effectLst/>
                <a:uLnTx/>
                <a:uFillTx/>
                <a:latin typeface="Times New Roman" panose="02020603050405020304" pitchFamily="18" charset="0"/>
                <a:ea typeface="微软雅黑"/>
                <a:cs typeface="Times New Roman" panose="02020603050405020304" pitchFamily="18" charset="0"/>
              </a:endParaRPr>
            </a:p>
          </p:txBody>
        </p:sp>
        <p:sp>
          <p:nvSpPr>
            <p:cNvPr id="40" name="椭圆 39">
              <a:extLst>
                <a:ext uri="{FF2B5EF4-FFF2-40B4-BE49-F238E27FC236}">
                  <a16:creationId xmlns:a16="http://schemas.microsoft.com/office/drawing/2014/main" id="{4A3CFBBE-F4EB-42E7-ECBA-134C718465BF}"/>
                </a:ext>
              </a:extLst>
            </p:cNvPr>
            <p:cNvSpPr/>
            <p:nvPr/>
          </p:nvSpPr>
          <p:spPr>
            <a:xfrm>
              <a:off x="3775365" y="4155415"/>
              <a:ext cx="554005" cy="554005"/>
            </a:xfrm>
            <a:prstGeom prst="ellipse">
              <a:avLst/>
            </a:prstGeom>
            <a:solidFill>
              <a:srgbClr val="9D9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1" name="矩形 40">
              <a:extLst>
                <a:ext uri="{FF2B5EF4-FFF2-40B4-BE49-F238E27FC236}">
                  <a16:creationId xmlns:a16="http://schemas.microsoft.com/office/drawing/2014/main" id="{3BEF76A9-0774-C7AA-F2F1-C76DF9AFA9D5}"/>
                </a:ext>
              </a:extLst>
            </p:cNvPr>
            <p:cNvSpPr/>
            <p:nvPr/>
          </p:nvSpPr>
          <p:spPr>
            <a:xfrm>
              <a:off x="4441930" y="4140899"/>
              <a:ext cx="7119967" cy="5643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zh-CN" altLang="en-US" sz="2200" b="1" i="0" u="none" strike="noStrike" kern="1200" cap="none" spc="0" normalizeH="0" baseline="0" noProof="0" dirty="0">
                  <a:ln>
                    <a:noFill/>
                  </a:ln>
                  <a:solidFill>
                    <a:srgbClr val="9D90A0"/>
                  </a:solidFill>
                  <a:effectLst/>
                  <a:uLnTx/>
                  <a:uFillTx/>
                  <a:latin typeface="Times New Roman" panose="02020603050405020304" pitchFamily="18" charset="0"/>
                  <a:ea typeface="微软雅黑"/>
                  <a:cs typeface="Times New Roman" panose="02020603050405020304" pitchFamily="18" charset="0"/>
                </a:rPr>
                <a:t>实验验证</a:t>
              </a:r>
            </a:p>
          </p:txBody>
        </p:sp>
        <p:sp>
          <p:nvSpPr>
            <p:cNvPr id="42" name="矩形 41">
              <a:extLst>
                <a:ext uri="{FF2B5EF4-FFF2-40B4-BE49-F238E27FC236}">
                  <a16:creationId xmlns:a16="http://schemas.microsoft.com/office/drawing/2014/main" id="{35A9F790-F5C1-437E-C691-8EA955391CBF}"/>
                </a:ext>
              </a:extLst>
            </p:cNvPr>
            <p:cNvSpPr/>
            <p:nvPr/>
          </p:nvSpPr>
          <p:spPr>
            <a:xfrm>
              <a:off x="3789968" y="4137781"/>
              <a:ext cx="642405" cy="5643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altLang="zh-CN" sz="2600" b="1" i="0" u="none" strike="noStrike" kern="1200" cap="none" spc="0" normalizeH="0" baseline="0" noProof="0" dirty="0">
                  <a:ln>
                    <a:noFill/>
                  </a:ln>
                  <a:solidFill>
                    <a:schemeClr val="bg1"/>
                  </a:solidFill>
                  <a:effectLst/>
                  <a:uLnTx/>
                  <a:uFillTx/>
                  <a:latin typeface="Times New Roman" panose="02020603050405020304" pitchFamily="18" charset="0"/>
                  <a:ea typeface="微软雅黑"/>
                  <a:cs typeface="Times New Roman" panose="02020603050405020304" pitchFamily="18" charset="0"/>
                </a:rPr>
                <a:t>04</a:t>
              </a:r>
              <a:endParaRPr kumimoji="0" lang="zh-CN" altLang="en-US" sz="2600" b="1" i="0" u="none" strike="noStrike" kern="1200" cap="none" spc="0" normalizeH="0" baseline="0" noProof="0" dirty="0">
                <a:ln>
                  <a:noFill/>
                </a:ln>
                <a:solidFill>
                  <a:schemeClr val="bg1"/>
                </a:solidFill>
                <a:effectLst/>
                <a:uLnTx/>
                <a:uFillTx/>
                <a:latin typeface="Times New Roman" panose="02020603050405020304" pitchFamily="18" charset="0"/>
                <a:ea typeface="微软雅黑"/>
                <a:cs typeface="Times New Roman" panose="02020603050405020304" pitchFamily="18" charset="0"/>
              </a:endParaRPr>
            </a:p>
          </p:txBody>
        </p:sp>
        <p:sp>
          <p:nvSpPr>
            <p:cNvPr id="43" name="椭圆 42">
              <a:extLst>
                <a:ext uri="{FF2B5EF4-FFF2-40B4-BE49-F238E27FC236}">
                  <a16:creationId xmlns:a16="http://schemas.microsoft.com/office/drawing/2014/main" id="{0A644145-8461-64F9-020D-95CB9599C445}"/>
                </a:ext>
              </a:extLst>
            </p:cNvPr>
            <p:cNvSpPr/>
            <p:nvPr/>
          </p:nvSpPr>
          <p:spPr>
            <a:xfrm>
              <a:off x="3775365" y="5361004"/>
              <a:ext cx="554005" cy="554005"/>
            </a:xfrm>
            <a:prstGeom prst="ellipse">
              <a:avLst/>
            </a:prstGeom>
            <a:solidFill>
              <a:srgbClr val="003F8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4" name="矩形 43">
              <a:extLst>
                <a:ext uri="{FF2B5EF4-FFF2-40B4-BE49-F238E27FC236}">
                  <a16:creationId xmlns:a16="http://schemas.microsoft.com/office/drawing/2014/main" id="{6C111BF9-155E-C703-3C81-F6CDF0D1153D}"/>
                </a:ext>
              </a:extLst>
            </p:cNvPr>
            <p:cNvSpPr/>
            <p:nvPr/>
          </p:nvSpPr>
          <p:spPr>
            <a:xfrm>
              <a:off x="4441930" y="5361004"/>
              <a:ext cx="7119967" cy="5643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zh-CN" altLang="en-US" sz="2200" b="1" i="0" u="none" strike="noStrike" kern="120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总结与展望</a:t>
              </a:r>
            </a:p>
          </p:txBody>
        </p:sp>
        <p:sp>
          <p:nvSpPr>
            <p:cNvPr id="45" name="矩形 44">
              <a:extLst>
                <a:ext uri="{FF2B5EF4-FFF2-40B4-BE49-F238E27FC236}">
                  <a16:creationId xmlns:a16="http://schemas.microsoft.com/office/drawing/2014/main" id="{4672AF74-353A-FBF5-F614-CB24FC140D2E}"/>
                </a:ext>
              </a:extLst>
            </p:cNvPr>
            <p:cNvSpPr/>
            <p:nvPr/>
          </p:nvSpPr>
          <p:spPr>
            <a:xfrm>
              <a:off x="3789968" y="5350625"/>
              <a:ext cx="642405" cy="5643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altLang="zh-CN" sz="2600" b="1" i="0" u="none" strike="noStrike" kern="1200" cap="none" spc="0" normalizeH="0" baseline="0" noProof="0" dirty="0">
                  <a:ln>
                    <a:noFill/>
                  </a:ln>
                  <a:solidFill>
                    <a:schemeClr val="bg1"/>
                  </a:solidFill>
                  <a:effectLst/>
                  <a:uLnTx/>
                  <a:uFillTx/>
                  <a:latin typeface="Times New Roman" panose="02020603050405020304" pitchFamily="18" charset="0"/>
                  <a:ea typeface="微软雅黑"/>
                  <a:cs typeface="Times New Roman" panose="02020603050405020304" pitchFamily="18" charset="0"/>
                </a:rPr>
                <a:t>05</a:t>
              </a:r>
              <a:endParaRPr kumimoji="0" lang="zh-CN" altLang="en-US" sz="2600" b="1" i="0" u="none" strike="noStrike" kern="1200" cap="none" spc="0" normalizeH="0" baseline="0" noProof="0" dirty="0">
                <a:ln>
                  <a:noFill/>
                </a:ln>
                <a:solidFill>
                  <a:schemeClr val="bg1"/>
                </a:solidFill>
                <a:effectLst/>
                <a:uLnTx/>
                <a:uFillTx/>
                <a:latin typeface="Times New Roman" panose="02020603050405020304" pitchFamily="18" charset="0"/>
                <a:ea typeface="微软雅黑"/>
                <a:cs typeface="Times New Roman" panose="02020603050405020304" pitchFamily="18" charset="0"/>
              </a:endParaRPr>
            </a:p>
          </p:txBody>
        </p:sp>
      </p:grpSp>
      <p:pic>
        <p:nvPicPr>
          <p:cNvPr id="47" name="图片 46">
            <a:extLst>
              <a:ext uri="{FF2B5EF4-FFF2-40B4-BE49-F238E27FC236}">
                <a16:creationId xmlns:a16="http://schemas.microsoft.com/office/drawing/2014/main" id="{2AB61B19-511E-C9F9-7210-31D491C96626}"/>
              </a:ext>
            </a:extLst>
          </p:cNvPr>
          <p:cNvPicPr>
            <a:picLocks noChangeAspect="1"/>
          </p:cNvPicPr>
          <p:nvPr/>
        </p:nvPicPr>
        <p:blipFill>
          <a:blip r:embed="rId3">
            <a:extLst>
              <a:ext uri="{28A0092B-C50C-407E-A947-70E740481C1C}">
                <a14:useLocalDpi xmlns:a14="http://schemas.microsoft.com/office/drawing/2010/main" val="0"/>
              </a:ext>
            </a:extLst>
          </a:blip>
          <a:srcRect l="44043" t="-7039" r="30763" b="50"/>
          <a:stretch>
            <a:fillRect/>
          </a:stretch>
        </p:blipFill>
        <p:spPr>
          <a:xfrm>
            <a:off x="0" y="-482958"/>
            <a:ext cx="3071613" cy="7340958"/>
          </a:xfrm>
          <a:custGeom>
            <a:avLst/>
            <a:gdLst>
              <a:gd name="connsiteX0" fmla="*/ 0 w 9144000"/>
              <a:gd name="connsiteY0" fmla="*/ 0 h 1896177"/>
              <a:gd name="connsiteX1" fmla="*/ 9144000 w 9144000"/>
              <a:gd name="connsiteY1" fmla="*/ 0 h 1896177"/>
              <a:gd name="connsiteX2" fmla="*/ 9144000 w 9144000"/>
              <a:gd name="connsiteY2" fmla="*/ 1896177 h 1896177"/>
              <a:gd name="connsiteX3" fmla="*/ 0 w 9144000"/>
              <a:gd name="connsiteY3" fmla="*/ 1896177 h 1896177"/>
            </a:gdLst>
            <a:ahLst/>
            <a:cxnLst>
              <a:cxn ang="0">
                <a:pos x="connsiteX0" y="connsiteY0"/>
              </a:cxn>
              <a:cxn ang="0">
                <a:pos x="connsiteX1" y="connsiteY1"/>
              </a:cxn>
              <a:cxn ang="0">
                <a:pos x="connsiteX2" y="connsiteY2"/>
              </a:cxn>
              <a:cxn ang="0">
                <a:pos x="connsiteX3" y="connsiteY3"/>
              </a:cxn>
            </a:cxnLst>
            <a:rect l="l" t="t" r="r" b="b"/>
            <a:pathLst>
              <a:path w="9144000" h="1896177">
                <a:moveTo>
                  <a:pt x="0" y="0"/>
                </a:moveTo>
                <a:lnTo>
                  <a:pt x="9144000" y="0"/>
                </a:lnTo>
                <a:lnTo>
                  <a:pt x="9144000" y="1896177"/>
                </a:lnTo>
                <a:lnTo>
                  <a:pt x="0" y="1896177"/>
                </a:lnTo>
                <a:close/>
              </a:path>
            </a:pathLst>
          </a:custGeom>
        </p:spPr>
      </p:pic>
      <p:sp>
        <p:nvSpPr>
          <p:cNvPr id="48" name="矩形 47">
            <a:extLst>
              <a:ext uri="{FF2B5EF4-FFF2-40B4-BE49-F238E27FC236}">
                <a16:creationId xmlns:a16="http://schemas.microsoft.com/office/drawing/2014/main" id="{02E6C456-254D-69F0-A5FA-D4D6EEF7305E}"/>
              </a:ext>
            </a:extLst>
          </p:cNvPr>
          <p:cNvSpPr/>
          <p:nvPr/>
        </p:nvSpPr>
        <p:spPr>
          <a:xfrm>
            <a:off x="-1" y="0"/>
            <a:ext cx="3071613" cy="6858000"/>
          </a:xfrm>
          <a:prstGeom prst="rect">
            <a:avLst/>
          </a:prstGeom>
          <a:gradFill flip="none" rotWithShape="1">
            <a:gsLst>
              <a:gs pos="0">
                <a:schemeClr val="accent1">
                  <a:alpha val="20000"/>
                </a:schemeClr>
              </a:gs>
              <a:gs pos="100000">
                <a:schemeClr val="accent1"/>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grpSp>
        <p:nvGrpSpPr>
          <p:cNvPr id="49" name="组合 48">
            <a:extLst>
              <a:ext uri="{FF2B5EF4-FFF2-40B4-BE49-F238E27FC236}">
                <a16:creationId xmlns:a16="http://schemas.microsoft.com/office/drawing/2014/main" id="{4AFD15CF-43A6-C56E-6793-E9BE820080C0}"/>
              </a:ext>
            </a:extLst>
          </p:cNvPr>
          <p:cNvGrpSpPr/>
          <p:nvPr/>
        </p:nvGrpSpPr>
        <p:grpSpPr>
          <a:xfrm>
            <a:off x="475740" y="2536644"/>
            <a:ext cx="2708433" cy="1784713"/>
            <a:chOff x="456177" y="2436885"/>
            <a:chExt cx="2708433" cy="1784713"/>
          </a:xfrm>
        </p:grpSpPr>
        <p:sp>
          <p:nvSpPr>
            <p:cNvPr id="50" name="文本框 49" descr="e7d195523061f1c09e9d68d7cf438b91ef959ecb14fc25d26BBA7F7DBC18E55DFF4014AF651F0BF2569D4B6C1DA7F1A4683A481403BD872FC687266AD13265C1DE7C373772FD8728ABDD69ADD03BFF5BE2862BC891DBB79EB73C15828F0DF1DC2F0B1C670C38CB84D872D3C6C609B3C2C95C34232EA5F7BBA4BF190274E430E03C02613D2AC7931007E66AA5AE319EC6">
              <a:extLst>
                <a:ext uri="{FF2B5EF4-FFF2-40B4-BE49-F238E27FC236}">
                  <a16:creationId xmlns:a16="http://schemas.microsoft.com/office/drawing/2014/main" id="{CB487E51-1056-8459-65AE-5FD9EDF99340}"/>
                </a:ext>
              </a:extLst>
            </p:cNvPr>
            <p:cNvSpPr txBox="1"/>
            <p:nvPr/>
          </p:nvSpPr>
          <p:spPr>
            <a:xfrm>
              <a:off x="456177" y="2436885"/>
              <a:ext cx="2708433" cy="1200329"/>
            </a:xfrm>
            <a:prstGeom prst="rect">
              <a:avLst/>
            </a:prstGeom>
            <a:noFill/>
          </p:spPr>
          <p:txBody>
            <a:bodyPr vert="horz"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7200" b="1" i="0" u="none" strike="noStrike" kern="1200" cap="none" spc="3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目录</a:t>
              </a:r>
              <a:endParaRPr kumimoji="0" lang="en-US" altLang="zh-CN" sz="7200" b="1" i="0" u="none" strike="noStrike" kern="1200" cap="none" spc="3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1" name="文本框 50" descr="e7d195523061f1c09e9d68d7cf438b91ef959ecb14fc25d26BBA7F7DBC18E55DFF4014AF651F0BF2569D4B6C1DA7F1A4683A481403BD872FC687266AD13265C1DE7C373772FD8728ABDD69ADD03BFF5BE2862BC891DBB79E384CBA2AD7BD29318610FEDF51B3FEE05FEC5A091F42846D822380C7930B8446232BAEF97A5CF8EFA5006F9FB7A0D65F653EDA17F6F433D1">
              <a:extLst>
                <a:ext uri="{FF2B5EF4-FFF2-40B4-BE49-F238E27FC236}">
                  <a16:creationId xmlns:a16="http://schemas.microsoft.com/office/drawing/2014/main" id="{38C18F6C-9FF1-66ED-8628-D20B504D4954}"/>
                </a:ext>
              </a:extLst>
            </p:cNvPr>
            <p:cNvSpPr txBox="1"/>
            <p:nvPr/>
          </p:nvSpPr>
          <p:spPr>
            <a:xfrm>
              <a:off x="456177" y="3718832"/>
              <a:ext cx="2708433" cy="502766"/>
            </a:xfrm>
            <a:prstGeom prst="rect">
              <a:avLst/>
            </a:prstGeom>
            <a:noFill/>
          </p:spPr>
          <p:txBody>
            <a:bodyPr wrap="square" rtlCol="0">
              <a:spAutoFit/>
            </a:bodyPr>
            <a:lstStyle>
              <a:defPPr>
                <a:defRPr lang="en-US"/>
              </a:defPPr>
              <a:lvl1pPr algn="ctr">
                <a:defRPr sz="4800" b="1">
                  <a:solidFill>
                    <a:schemeClr val="bg1"/>
                  </a:solidFill>
                  <a:effectLst>
                    <a:outerShdw blurRad="101600" dist="101600" dir="2700000" algn="tl">
                      <a:srgbClr val="000000">
                        <a:alpha val="43137"/>
                      </a:srgbClr>
                    </a:outerShdw>
                  </a:effectLst>
                  <a:latin typeface="+mj-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667"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CONTENTS</a:t>
              </a:r>
            </a:p>
          </p:txBody>
        </p:sp>
      </p:grpSp>
    </p:spTree>
    <p:extLst>
      <p:ext uri="{BB962C8B-B14F-4D97-AF65-F5344CB8AC3E}">
        <p14:creationId xmlns:p14="http://schemas.microsoft.com/office/powerpoint/2010/main" val="136678561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6C560A-5EC0-F1DA-FBB6-CBBDB109ADC9}"/>
            </a:ext>
          </a:extLst>
        </p:cNvPr>
        <p:cNvGrpSpPr/>
        <p:nvPr/>
      </p:nvGrpSpPr>
      <p:grpSpPr>
        <a:xfrm>
          <a:off x="0" y="0"/>
          <a:ext cx="0" cy="0"/>
          <a:chOff x="0" y="0"/>
          <a:chExt cx="0" cy="0"/>
        </a:xfrm>
      </p:grpSpPr>
      <p:cxnSp>
        <p:nvCxnSpPr>
          <p:cNvPr id="7" name="直接连接符 6">
            <a:extLst>
              <a:ext uri="{FF2B5EF4-FFF2-40B4-BE49-F238E27FC236}">
                <a16:creationId xmlns:a16="http://schemas.microsoft.com/office/drawing/2014/main" id="{7CA38BA4-7AC3-D39B-96C4-88CF45850D8E}"/>
              </a:ext>
            </a:extLst>
          </p:cNvPr>
          <p:cNvCxnSpPr>
            <a:cxnSpLocks/>
          </p:cNvCxnSpPr>
          <p:nvPr/>
        </p:nvCxnSpPr>
        <p:spPr>
          <a:xfrm>
            <a:off x="337132" y="774574"/>
            <a:ext cx="11567001" cy="0"/>
          </a:xfrm>
          <a:prstGeom prst="line">
            <a:avLst/>
          </a:prstGeom>
          <a:ln w="19050">
            <a:solidFill>
              <a:srgbClr val="133C7A">
                <a:alpha val="80000"/>
              </a:srgbClr>
            </a:solidFill>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0181788B-BDAD-C2B4-022B-977063422275}"/>
              </a:ext>
            </a:extLst>
          </p:cNvPr>
          <p:cNvSpPr txBox="1"/>
          <p:nvPr/>
        </p:nvSpPr>
        <p:spPr>
          <a:xfrm>
            <a:off x="683012" y="256087"/>
            <a:ext cx="9510123" cy="505676"/>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r>
              <a:rPr lang="en-US" altLang="zh-CN" sz="2800" dirty="0">
                <a:solidFill>
                  <a:schemeClr val="tx2">
                    <a:lumMod val="75000"/>
                  </a:schemeClr>
                </a:solidFill>
                <a:latin typeface="微软雅黑" panose="020B0503020204020204" pitchFamily="34" charset="-122"/>
                <a:ea typeface="微软雅黑" panose="020B0503020204020204" pitchFamily="34" charset="-122"/>
              </a:rPr>
              <a:t>5 </a:t>
            </a:r>
            <a:r>
              <a:rPr lang="zh-CN" altLang="en-US" sz="2800" dirty="0">
                <a:solidFill>
                  <a:schemeClr val="tx2">
                    <a:lumMod val="75000"/>
                  </a:schemeClr>
                </a:solidFill>
                <a:latin typeface="微软雅黑" panose="020B0503020204020204" pitchFamily="34" charset="-122"/>
                <a:ea typeface="微软雅黑" panose="020B0503020204020204" pitchFamily="34" charset="-122"/>
              </a:rPr>
              <a:t>总结与展望</a:t>
            </a:r>
          </a:p>
        </p:txBody>
      </p:sp>
      <p:sp>
        <p:nvSpPr>
          <p:cNvPr id="9" name="矩形 8">
            <a:extLst>
              <a:ext uri="{FF2B5EF4-FFF2-40B4-BE49-F238E27FC236}">
                <a16:creationId xmlns:a16="http://schemas.microsoft.com/office/drawing/2014/main" id="{FD4E46D0-A46F-1A7A-71D3-26B9EC08B4A7}"/>
              </a:ext>
            </a:extLst>
          </p:cNvPr>
          <p:cNvSpPr/>
          <p:nvPr/>
        </p:nvSpPr>
        <p:spPr>
          <a:xfrm>
            <a:off x="337132" y="268900"/>
            <a:ext cx="195295" cy="50567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1C5C651C-878D-8E38-85C7-9552E4D63F77}"/>
              </a:ext>
            </a:extLst>
          </p:cNvPr>
          <p:cNvSpPr/>
          <p:nvPr/>
        </p:nvSpPr>
        <p:spPr>
          <a:xfrm>
            <a:off x="337132" y="268900"/>
            <a:ext cx="276318" cy="505674"/>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BCC54D7F-CEFF-2ECC-C545-83528116F63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66776" y="256087"/>
            <a:ext cx="1788092" cy="431989"/>
          </a:xfrm>
          <a:prstGeom prst="rect">
            <a:avLst/>
          </a:prstGeom>
        </p:spPr>
      </p:pic>
      <p:sp>
        <p:nvSpPr>
          <p:cNvPr id="2" name="文本框 1">
            <a:extLst>
              <a:ext uri="{FF2B5EF4-FFF2-40B4-BE49-F238E27FC236}">
                <a16:creationId xmlns:a16="http://schemas.microsoft.com/office/drawing/2014/main" id="{B11EBA2E-FAA6-181A-6CF2-CDD179155611}"/>
              </a:ext>
            </a:extLst>
          </p:cNvPr>
          <p:cNvSpPr txBox="1"/>
          <p:nvPr/>
        </p:nvSpPr>
        <p:spPr>
          <a:xfrm>
            <a:off x="299410" y="862073"/>
            <a:ext cx="9510123" cy="444121"/>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r>
              <a:rPr lang="en-US" altLang="zh-CN" sz="2400" dirty="0">
                <a:solidFill>
                  <a:schemeClr val="tx2">
                    <a:lumMod val="75000"/>
                  </a:schemeClr>
                </a:solidFill>
                <a:latin typeface="微软雅黑" panose="020B0503020204020204" pitchFamily="34" charset="-122"/>
                <a:ea typeface="微软雅黑" panose="020B0503020204020204" pitchFamily="34" charset="-122"/>
              </a:rPr>
              <a:t>• 5.1 </a:t>
            </a:r>
            <a:r>
              <a:rPr lang="zh-CN" altLang="en-US" sz="2400" dirty="0">
                <a:solidFill>
                  <a:schemeClr val="tx2">
                    <a:lumMod val="75000"/>
                  </a:schemeClr>
                </a:solidFill>
                <a:latin typeface="微软雅黑" panose="020B0503020204020204" pitchFamily="34" charset="-122"/>
                <a:ea typeface="微软雅黑" panose="020B0503020204020204" pitchFamily="34" charset="-122"/>
              </a:rPr>
              <a:t>总结</a:t>
            </a:r>
          </a:p>
        </p:txBody>
      </p:sp>
      <p:sp>
        <p:nvSpPr>
          <p:cNvPr id="3" name="矩形 2">
            <a:extLst>
              <a:ext uri="{FF2B5EF4-FFF2-40B4-BE49-F238E27FC236}">
                <a16:creationId xmlns:a16="http://schemas.microsoft.com/office/drawing/2014/main" id="{AEF787F9-5B5F-A717-9C3C-E3B0CB37E7BD}"/>
              </a:ext>
            </a:extLst>
          </p:cNvPr>
          <p:cNvSpPr/>
          <p:nvPr/>
        </p:nvSpPr>
        <p:spPr>
          <a:xfrm>
            <a:off x="771626" y="1676400"/>
            <a:ext cx="5052231" cy="4861206"/>
          </a:xfrm>
          <a:prstGeom prst="rect">
            <a:avLst/>
          </a:prstGeom>
          <a:noFill/>
          <a:ln w="19050">
            <a:solidFill>
              <a:srgbClr val="000F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0F82"/>
              </a:solidFill>
            </a:endParaRPr>
          </a:p>
        </p:txBody>
      </p:sp>
      <p:sp>
        <p:nvSpPr>
          <p:cNvPr id="4" name="矩形: 圆角 209">
            <a:extLst>
              <a:ext uri="{FF2B5EF4-FFF2-40B4-BE49-F238E27FC236}">
                <a16:creationId xmlns:a16="http://schemas.microsoft.com/office/drawing/2014/main" id="{43373265-CF77-1643-A12B-51ECC8D0CF71}"/>
              </a:ext>
            </a:extLst>
          </p:cNvPr>
          <p:cNvSpPr/>
          <p:nvPr/>
        </p:nvSpPr>
        <p:spPr>
          <a:xfrm>
            <a:off x="2435840" y="1310181"/>
            <a:ext cx="1723800" cy="460860"/>
          </a:xfrm>
          <a:prstGeom prst="round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Microsoft YaHei" panose="020B0503020204020204" pitchFamily="34" charset="-122"/>
                <a:ea typeface="Microsoft YaHei" panose="020B0503020204020204" pitchFamily="34" charset="-122"/>
              </a:rPr>
              <a:t>本文总结</a:t>
            </a:r>
          </a:p>
        </p:txBody>
      </p:sp>
      <p:sp>
        <p:nvSpPr>
          <p:cNvPr id="5" name="矩形 4">
            <a:extLst>
              <a:ext uri="{FF2B5EF4-FFF2-40B4-BE49-F238E27FC236}">
                <a16:creationId xmlns:a16="http://schemas.microsoft.com/office/drawing/2014/main" id="{56494D63-8690-FE39-7CC2-1311E383D9D7}"/>
              </a:ext>
            </a:extLst>
          </p:cNvPr>
          <p:cNvSpPr/>
          <p:nvPr/>
        </p:nvSpPr>
        <p:spPr>
          <a:xfrm>
            <a:off x="6368145" y="1676399"/>
            <a:ext cx="5052231" cy="4861205"/>
          </a:xfrm>
          <a:prstGeom prst="rect">
            <a:avLst/>
          </a:prstGeom>
          <a:noFill/>
          <a:ln w="19050">
            <a:solidFill>
              <a:srgbClr val="000F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0F82"/>
              </a:solidFill>
            </a:endParaRPr>
          </a:p>
        </p:txBody>
      </p:sp>
      <p:sp>
        <p:nvSpPr>
          <p:cNvPr id="6" name="矩形: 圆角 209">
            <a:extLst>
              <a:ext uri="{FF2B5EF4-FFF2-40B4-BE49-F238E27FC236}">
                <a16:creationId xmlns:a16="http://schemas.microsoft.com/office/drawing/2014/main" id="{52C543D5-0F19-50BC-9768-F606307399AA}"/>
              </a:ext>
            </a:extLst>
          </p:cNvPr>
          <p:cNvSpPr/>
          <p:nvPr/>
        </p:nvSpPr>
        <p:spPr>
          <a:xfrm>
            <a:off x="8032360" y="1310181"/>
            <a:ext cx="1723800" cy="460860"/>
          </a:xfrm>
          <a:prstGeom prst="round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Microsoft YaHei" panose="020B0503020204020204" pitchFamily="34" charset="-122"/>
                <a:ea typeface="Microsoft YaHei" panose="020B0503020204020204" pitchFamily="34" charset="-122"/>
              </a:rPr>
              <a:t>未来展望</a:t>
            </a:r>
          </a:p>
        </p:txBody>
      </p:sp>
      <p:sp>
        <p:nvSpPr>
          <p:cNvPr id="13" name="文本框 12">
            <a:extLst>
              <a:ext uri="{FF2B5EF4-FFF2-40B4-BE49-F238E27FC236}">
                <a16:creationId xmlns:a16="http://schemas.microsoft.com/office/drawing/2014/main" id="{D83C1C2A-EAF2-FF01-3531-CBB38745A0ED}"/>
              </a:ext>
            </a:extLst>
          </p:cNvPr>
          <p:cNvSpPr txBox="1"/>
          <p:nvPr/>
        </p:nvSpPr>
        <p:spPr>
          <a:xfrm>
            <a:off x="947057" y="1865043"/>
            <a:ext cx="4746172" cy="4578561"/>
          </a:xfrm>
          <a:prstGeom prst="rect">
            <a:avLst/>
          </a:prstGeom>
          <a:noFill/>
        </p:spPr>
        <p:txBody>
          <a:bodyPr wrap="square">
            <a:spAutoFit/>
          </a:bodyPr>
          <a:lstStyle/>
          <a:p>
            <a:pPr>
              <a:lnSpc>
                <a:spcPct val="150000"/>
              </a:lnSpc>
            </a:pPr>
            <a:r>
              <a:rPr lang="en-US" altLang="zh-CN" sz="1400" dirty="0">
                <a:latin typeface="微软雅黑" panose="020B0503020204020204" pitchFamily="34" charset="-122"/>
                <a:ea typeface="微软雅黑" panose="020B0503020204020204" pitchFamily="34" charset="-122"/>
              </a:rPr>
              <a:t>• </a:t>
            </a:r>
            <a:r>
              <a:rPr lang="zh-CN" altLang="en-US" sz="1400" dirty="0">
                <a:latin typeface="微软雅黑" panose="020B0503020204020204" pitchFamily="34" charset="-122"/>
                <a:ea typeface="微软雅黑" panose="020B0503020204020204" pitchFamily="34" charset="-122"/>
              </a:rPr>
              <a:t>本文面向飞机脉动装配线扰动恢复调度问题，构建了同时考虑工序优先约束、工人技能与熟练度、疲劳演化、设备需求、站位容量以及资源跨站访问的</a:t>
            </a:r>
            <a:r>
              <a:rPr lang="zh-CN" altLang="en-US" sz="1400" b="1" dirty="0">
                <a:solidFill>
                  <a:srgbClr val="FF0000"/>
                </a:solidFill>
                <a:latin typeface="微软雅黑" panose="020B0503020204020204" pitchFamily="34" charset="-122"/>
                <a:ea typeface="微软雅黑" panose="020B0503020204020204" pitchFamily="34" charset="-122"/>
              </a:rPr>
              <a:t>动态调度环境</a:t>
            </a:r>
            <a:r>
              <a:rPr lang="zh-CN" altLang="en-US" sz="1400" dirty="0">
                <a:latin typeface="微软雅黑" panose="020B0503020204020204" pitchFamily="34" charset="-122"/>
                <a:ea typeface="微软雅黑" panose="020B0503020204020204" pitchFamily="34" charset="-122"/>
              </a:rPr>
              <a:t>。</a:t>
            </a:r>
          </a:p>
          <a:p>
            <a:pPr>
              <a:lnSpc>
                <a:spcPct val="150000"/>
              </a:lnSpc>
            </a:pPr>
            <a:r>
              <a:rPr lang="en-US" altLang="zh-CN" sz="1400" dirty="0">
                <a:latin typeface="微软雅黑" panose="020B0503020204020204" pitchFamily="34" charset="-122"/>
                <a:ea typeface="微软雅黑" panose="020B0503020204020204" pitchFamily="34" charset="-122"/>
              </a:rPr>
              <a:t>• </a:t>
            </a:r>
            <a:r>
              <a:rPr lang="zh-CN" altLang="en-US" sz="1400" dirty="0">
                <a:latin typeface="微软雅黑" panose="020B0503020204020204" pitchFamily="34" charset="-122"/>
                <a:ea typeface="微软雅黑" panose="020B0503020204020204" pitchFamily="34" charset="-122"/>
              </a:rPr>
              <a:t>针对扰动条件下资源可用性变化和站位间资源协调困难的问题，设计了</a:t>
            </a:r>
            <a:r>
              <a:rPr lang="zh-CN" altLang="en-US" sz="1400" dirty="0">
                <a:solidFill>
                  <a:srgbClr val="FF0000"/>
                </a:solidFill>
                <a:latin typeface="微软雅黑" panose="020B0503020204020204" pitchFamily="34" charset="-122"/>
                <a:ea typeface="微软雅黑" panose="020B0503020204020204" pitchFamily="34" charset="-122"/>
              </a:rPr>
              <a:t>动态资源池驱动的分层决策机制</a:t>
            </a:r>
            <a:r>
              <a:rPr lang="zh-CN" altLang="en-US" sz="1400" dirty="0">
                <a:latin typeface="微软雅黑" panose="020B0503020204020204" pitchFamily="34" charset="-122"/>
                <a:ea typeface="微软雅黑" panose="020B0503020204020204" pitchFamily="34" charset="-122"/>
              </a:rPr>
              <a:t>，将资源编组、借入权限调节和站位执行决策纳入统一优化框架。</a:t>
            </a:r>
          </a:p>
          <a:p>
            <a:pPr>
              <a:lnSpc>
                <a:spcPct val="150000"/>
              </a:lnSpc>
            </a:pPr>
            <a:r>
              <a:rPr lang="en-US" altLang="zh-CN" sz="1400" dirty="0">
                <a:latin typeface="微软雅黑" panose="020B0503020204020204" pitchFamily="34" charset="-122"/>
                <a:ea typeface="微软雅黑" panose="020B0503020204020204" pitchFamily="34" charset="-122"/>
              </a:rPr>
              <a:t>• </a:t>
            </a:r>
            <a:r>
              <a:rPr lang="zh-CN" altLang="en-US" sz="1400" dirty="0">
                <a:latin typeface="微软雅黑" panose="020B0503020204020204" pitchFamily="34" charset="-122"/>
                <a:ea typeface="微软雅黑" panose="020B0503020204020204" pitchFamily="34" charset="-122"/>
              </a:rPr>
              <a:t>在此基础上，提出了</a:t>
            </a:r>
            <a:r>
              <a:rPr lang="zh-CN" altLang="en-US" sz="1400" dirty="0">
                <a:solidFill>
                  <a:srgbClr val="FF0000"/>
                </a:solidFill>
                <a:latin typeface="微软雅黑" panose="020B0503020204020204" pitchFamily="34" charset="-122"/>
                <a:ea typeface="微软雅黑" panose="020B0503020204020204" pitchFamily="34" charset="-122"/>
              </a:rPr>
              <a:t>多关系图增强的分层多智能体强化学习方法</a:t>
            </a:r>
            <a:r>
              <a:rPr lang="zh-CN" altLang="en-US" sz="1400" dirty="0">
                <a:latin typeface="微软雅黑" panose="020B0503020204020204" pitchFamily="34" charset="-122"/>
                <a:ea typeface="微软雅黑" panose="020B0503020204020204" pitchFamily="34" charset="-122"/>
              </a:rPr>
              <a:t>，通过 </a:t>
            </a:r>
            <a:r>
              <a:rPr lang="en-US" altLang="zh-CN" sz="1400" dirty="0">
                <a:latin typeface="微软雅黑" panose="020B0503020204020204" pitchFamily="34" charset="-122"/>
                <a:ea typeface="微软雅黑" panose="020B0503020204020204" pitchFamily="34" charset="-122"/>
              </a:rPr>
              <a:t>ready</a:t>
            </a:r>
            <a:r>
              <a:rPr lang="zh-CN" altLang="en-US" sz="1400" dirty="0">
                <a:latin typeface="微软雅黑" panose="020B0503020204020204" pitchFamily="34" charset="-122"/>
                <a:ea typeface="微软雅黑" panose="020B0503020204020204" pitchFamily="34" charset="-122"/>
              </a:rPr>
              <a:t>、</a:t>
            </a:r>
            <a:r>
              <a:rPr lang="en-US" altLang="zh-CN" sz="1400" dirty="0">
                <a:latin typeface="微软雅黑" panose="020B0503020204020204" pitchFamily="34" charset="-122"/>
                <a:ea typeface="微软雅黑" panose="020B0503020204020204" pitchFamily="34" charset="-122"/>
              </a:rPr>
              <a:t>borrow</a:t>
            </a:r>
            <a:r>
              <a:rPr lang="zh-CN" altLang="en-US" sz="1400" dirty="0">
                <a:latin typeface="微软雅黑" panose="020B0503020204020204" pitchFamily="34" charset="-122"/>
                <a:ea typeface="微软雅黑" panose="020B0503020204020204" pitchFamily="34" charset="-122"/>
              </a:rPr>
              <a:t>、</a:t>
            </a:r>
            <a:r>
              <a:rPr lang="en-US" altLang="zh-CN" sz="1400" dirty="0">
                <a:latin typeface="微软雅黑" panose="020B0503020204020204" pitchFamily="34" charset="-122"/>
                <a:ea typeface="微软雅黑" panose="020B0503020204020204" pitchFamily="34" charset="-122"/>
              </a:rPr>
              <a:t>protect </a:t>
            </a:r>
            <a:r>
              <a:rPr lang="zh-CN" altLang="en-US" sz="1400" dirty="0">
                <a:latin typeface="微软雅黑" panose="020B0503020204020204" pitchFamily="34" charset="-122"/>
                <a:ea typeface="微软雅黑" panose="020B0503020204020204" pitchFamily="34" charset="-122"/>
              </a:rPr>
              <a:t>和 </a:t>
            </a:r>
            <a:r>
              <a:rPr lang="en-US" altLang="zh-CN" sz="1400" dirty="0">
                <a:latin typeface="微软雅黑" panose="020B0503020204020204" pitchFamily="34" charset="-122"/>
                <a:ea typeface="微软雅黑" panose="020B0503020204020204" pitchFamily="34" charset="-122"/>
              </a:rPr>
              <a:t>block </a:t>
            </a:r>
            <a:r>
              <a:rPr lang="zh-CN" altLang="en-US" sz="1400" dirty="0">
                <a:latin typeface="微软雅黑" panose="020B0503020204020204" pitchFamily="34" charset="-122"/>
                <a:ea typeface="微软雅黑" panose="020B0503020204020204" pitchFamily="34" charset="-122"/>
              </a:rPr>
              <a:t>等关系刻画工序就绪、资源借用、保护约束与阻塞传播，为策略学习提供结构化状态表示。</a:t>
            </a:r>
          </a:p>
          <a:p>
            <a:pPr>
              <a:lnSpc>
                <a:spcPct val="150000"/>
              </a:lnSpc>
            </a:pPr>
            <a:r>
              <a:rPr lang="en-US" altLang="zh-CN" sz="1400" dirty="0">
                <a:latin typeface="微软雅黑" panose="020B0503020204020204" pitchFamily="34" charset="-122"/>
                <a:ea typeface="微软雅黑" panose="020B0503020204020204" pitchFamily="34" charset="-122"/>
              </a:rPr>
              <a:t>• </a:t>
            </a:r>
            <a:r>
              <a:rPr lang="zh-CN" altLang="en-US" sz="1400" dirty="0">
                <a:latin typeface="微软雅黑" panose="020B0503020204020204" pitchFamily="34" charset="-122"/>
                <a:ea typeface="微软雅黑" panose="020B0503020204020204" pitchFamily="34" charset="-122"/>
              </a:rPr>
              <a:t>实验结果表明，所提出方法在 </a:t>
            </a:r>
            <a:r>
              <a:rPr lang="en-US" altLang="zh-CN" sz="1400" dirty="0">
                <a:latin typeface="微软雅黑" panose="020B0503020204020204" pitchFamily="34" charset="-122"/>
                <a:ea typeface="微软雅黑" panose="020B0503020204020204" pitchFamily="34" charset="-122"/>
              </a:rPr>
              <a:t>Takt Time </a:t>
            </a:r>
            <a:r>
              <a:rPr lang="zh-CN" altLang="en-US" sz="1400" dirty="0">
                <a:latin typeface="微软雅黑" panose="020B0503020204020204" pitchFamily="34" charset="-122"/>
                <a:ea typeface="微软雅黑" panose="020B0503020204020204" pitchFamily="34" charset="-122"/>
              </a:rPr>
              <a:t>和 </a:t>
            </a:r>
            <a:r>
              <a:rPr lang="en-US" altLang="zh-CN" sz="1400" dirty="0">
                <a:latin typeface="微软雅黑" panose="020B0503020204020204" pitchFamily="34" charset="-122"/>
                <a:ea typeface="微软雅黑" panose="020B0503020204020204" pitchFamily="34" charset="-122"/>
              </a:rPr>
              <a:t>Smoothness Index </a:t>
            </a:r>
            <a:r>
              <a:rPr lang="zh-CN" altLang="en-US" sz="1400" dirty="0">
                <a:latin typeface="微软雅黑" panose="020B0503020204020204" pitchFamily="34" charset="-122"/>
                <a:ea typeface="微软雅黑" panose="020B0503020204020204" pitchFamily="34" charset="-122"/>
              </a:rPr>
              <a:t>上均取得较优表现，消融实验进一步验证了多关系图建模和动态资源机制对扰动恢复性能提升的有效性。</a:t>
            </a:r>
          </a:p>
        </p:txBody>
      </p:sp>
      <p:sp>
        <p:nvSpPr>
          <p:cNvPr id="14" name="文本框 13">
            <a:extLst>
              <a:ext uri="{FF2B5EF4-FFF2-40B4-BE49-F238E27FC236}">
                <a16:creationId xmlns:a16="http://schemas.microsoft.com/office/drawing/2014/main" id="{E9795DE2-E713-BDD0-D248-534974490DDE}"/>
              </a:ext>
            </a:extLst>
          </p:cNvPr>
          <p:cNvSpPr txBox="1"/>
          <p:nvPr/>
        </p:nvSpPr>
        <p:spPr>
          <a:xfrm>
            <a:off x="6521174" y="1865042"/>
            <a:ext cx="4746172" cy="3609065"/>
          </a:xfrm>
          <a:prstGeom prst="rect">
            <a:avLst/>
          </a:prstGeom>
          <a:noFill/>
        </p:spPr>
        <p:txBody>
          <a:bodyPr wrap="square">
            <a:spAutoFit/>
          </a:bodyPr>
          <a:lstStyle/>
          <a:p>
            <a:pPr>
              <a:lnSpc>
                <a:spcPct val="150000"/>
              </a:lnSpc>
            </a:pPr>
            <a:r>
              <a:rPr lang="zh-CN" altLang="en-US" sz="1400" dirty="0">
                <a:latin typeface="微软雅黑" panose="020B0503020204020204" pitchFamily="34" charset="-122"/>
                <a:ea typeface="微软雅黑" panose="020B0503020204020204" pitchFamily="34" charset="-122"/>
              </a:rPr>
              <a:t>未来研究可从以下几个方面进一步扩展。首先，当前实验主要围绕工人缺勤和设备故障两类扰动展开，后续可进一步引入工时不确定、物料延迟、返工返修和紧急插单等复合扰动，以检验方法在更复杂生产不确定性下的适应能力。其次，本文方法主要面向扰动发生后的反应式调度恢复，后续可结合扰动预测、风险评估和提前资源保护策略，构建预测</a:t>
            </a:r>
            <a:r>
              <a:rPr lang="en-US" altLang="zh-CN"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反应式一体化调度框架。再次，后续可在更多站位、更大工序规模和不同装配构型下开展跨实例实验，进一步分析多关系图表示和分层策略的泛化能力。最后，面向工程应用，还需要结合真实装配现场数据，增强策略决策的可解释性、安全约束处理能力和人机协同部署能力。</a:t>
            </a:r>
          </a:p>
        </p:txBody>
      </p:sp>
    </p:spTree>
    <p:extLst>
      <p:ext uri="{BB962C8B-B14F-4D97-AF65-F5344CB8AC3E}">
        <p14:creationId xmlns:p14="http://schemas.microsoft.com/office/powerpoint/2010/main" val="292701104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554F5-5B05-9CEB-8F46-F860CC888F37}"/>
            </a:ext>
          </a:extLst>
        </p:cNvPr>
        <p:cNvGrpSpPr/>
        <p:nvPr/>
      </p:nvGrpSpPr>
      <p:grpSpPr>
        <a:xfrm>
          <a:off x="0" y="0"/>
          <a:ext cx="0" cy="0"/>
          <a:chOff x="0" y="0"/>
          <a:chExt cx="0" cy="0"/>
        </a:xfrm>
      </p:grpSpPr>
      <p:cxnSp>
        <p:nvCxnSpPr>
          <p:cNvPr id="7" name="直接连接符 6">
            <a:extLst>
              <a:ext uri="{FF2B5EF4-FFF2-40B4-BE49-F238E27FC236}">
                <a16:creationId xmlns:a16="http://schemas.microsoft.com/office/drawing/2014/main" id="{4757C32C-3B60-3522-E6BF-D8C24D0A698E}"/>
              </a:ext>
            </a:extLst>
          </p:cNvPr>
          <p:cNvCxnSpPr>
            <a:cxnSpLocks/>
          </p:cNvCxnSpPr>
          <p:nvPr/>
        </p:nvCxnSpPr>
        <p:spPr>
          <a:xfrm>
            <a:off x="337132" y="774574"/>
            <a:ext cx="11567001" cy="0"/>
          </a:xfrm>
          <a:prstGeom prst="line">
            <a:avLst/>
          </a:prstGeom>
          <a:ln w="19050">
            <a:solidFill>
              <a:srgbClr val="133C7A">
                <a:alpha val="80000"/>
              </a:srgbClr>
            </a:solidFill>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26520AAA-55FE-9A48-E028-43E19B3BFC01}"/>
              </a:ext>
            </a:extLst>
          </p:cNvPr>
          <p:cNvSpPr txBox="1"/>
          <p:nvPr/>
        </p:nvSpPr>
        <p:spPr>
          <a:xfrm>
            <a:off x="683012" y="256087"/>
            <a:ext cx="9510123" cy="505676"/>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r>
              <a:rPr lang="en-US" altLang="zh-CN" sz="2800" dirty="0">
                <a:solidFill>
                  <a:schemeClr val="tx2">
                    <a:lumMod val="75000"/>
                  </a:schemeClr>
                </a:solidFill>
                <a:latin typeface="微软雅黑" panose="020B0503020204020204" pitchFamily="34" charset="-122"/>
                <a:ea typeface="微软雅黑" panose="020B0503020204020204" pitchFamily="34" charset="-122"/>
              </a:rPr>
              <a:t>5 </a:t>
            </a:r>
            <a:r>
              <a:rPr lang="zh-CN" altLang="en-US" sz="2800" dirty="0">
                <a:solidFill>
                  <a:schemeClr val="tx2">
                    <a:lumMod val="75000"/>
                  </a:schemeClr>
                </a:solidFill>
                <a:latin typeface="微软雅黑" panose="020B0503020204020204" pitchFamily="34" charset="-122"/>
                <a:ea typeface="微软雅黑" panose="020B0503020204020204" pitchFamily="34" charset="-122"/>
              </a:rPr>
              <a:t>总结与展望</a:t>
            </a:r>
          </a:p>
        </p:txBody>
      </p:sp>
      <p:sp>
        <p:nvSpPr>
          <p:cNvPr id="9" name="矩形 8">
            <a:extLst>
              <a:ext uri="{FF2B5EF4-FFF2-40B4-BE49-F238E27FC236}">
                <a16:creationId xmlns:a16="http://schemas.microsoft.com/office/drawing/2014/main" id="{59140161-BE74-B954-89BE-2E35881390D9}"/>
              </a:ext>
            </a:extLst>
          </p:cNvPr>
          <p:cNvSpPr/>
          <p:nvPr/>
        </p:nvSpPr>
        <p:spPr>
          <a:xfrm>
            <a:off x="337132" y="268900"/>
            <a:ext cx="195295" cy="50567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F94B8F8F-2E54-0546-4EFA-B1F9611CE38C}"/>
              </a:ext>
            </a:extLst>
          </p:cNvPr>
          <p:cNvSpPr/>
          <p:nvPr/>
        </p:nvSpPr>
        <p:spPr>
          <a:xfrm>
            <a:off x="337132" y="268900"/>
            <a:ext cx="276318" cy="505674"/>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C1A4B19C-E6D7-37E3-7204-A8D89254EE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66776" y="256087"/>
            <a:ext cx="1788092" cy="431989"/>
          </a:xfrm>
          <a:prstGeom prst="rect">
            <a:avLst/>
          </a:prstGeom>
        </p:spPr>
      </p:pic>
      <p:sp>
        <p:nvSpPr>
          <p:cNvPr id="2" name="文本框 1">
            <a:extLst>
              <a:ext uri="{FF2B5EF4-FFF2-40B4-BE49-F238E27FC236}">
                <a16:creationId xmlns:a16="http://schemas.microsoft.com/office/drawing/2014/main" id="{B7E35F58-EDA5-EDB8-73E5-7BFCBF8FC59D}"/>
              </a:ext>
            </a:extLst>
          </p:cNvPr>
          <p:cNvSpPr txBox="1"/>
          <p:nvPr/>
        </p:nvSpPr>
        <p:spPr>
          <a:xfrm>
            <a:off x="337132" y="923626"/>
            <a:ext cx="9510123" cy="444121"/>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r>
              <a:rPr lang="en-US" altLang="zh-CN" sz="2400" dirty="0">
                <a:solidFill>
                  <a:schemeClr val="tx2">
                    <a:lumMod val="75000"/>
                  </a:schemeClr>
                </a:solidFill>
                <a:latin typeface="微软雅黑" panose="020B0503020204020204" pitchFamily="34" charset="-122"/>
                <a:ea typeface="微软雅黑" panose="020B0503020204020204" pitchFamily="34" charset="-122"/>
              </a:rPr>
              <a:t>• 5.2 </a:t>
            </a:r>
            <a:r>
              <a:rPr lang="zh-CN" altLang="en-US" sz="2400" dirty="0">
                <a:solidFill>
                  <a:schemeClr val="tx2">
                    <a:lumMod val="75000"/>
                  </a:schemeClr>
                </a:solidFill>
                <a:latin typeface="微软雅黑" panose="020B0503020204020204" pitchFamily="34" charset="-122"/>
                <a:ea typeface="微软雅黑" panose="020B0503020204020204" pitchFamily="34" charset="-122"/>
              </a:rPr>
              <a:t>后续工作</a:t>
            </a:r>
          </a:p>
        </p:txBody>
      </p:sp>
      <p:sp>
        <p:nvSpPr>
          <p:cNvPr id="3" name="文本框 2">
            <a:extLst>
              <a:ext uri="{FF2B5EF4-FFF2-40B4-BE49-F238E27FC236}">
                <a16:creationId xmlns:a16="http://schemas.microsoft.com/office/drawing/2014/main" id="{55434DA1-87BA-8884-C6EA-868190585DA3}"/>
              </a:ext>
            </a:extLst>
          </p:cNvPr>
          <p:cNvSpPr txBox="1"/>
          <p:nvPr/>
        </p:nvSpPr>
        <p:spPr>
          <a:xfrm>
            <a:off x="337132" y="1736713"/>
            <a:ext cx="11517736" cy="1422954"/>
          </a:xfrm>
          <a:prstGeom prst="rect">
            <a:avLst/>
          </a:prstGeom>
          <a:noFill/>
        </p:spPr>
        <p:txBody>
          <a:bodyPr wrap="square">
            <a:spAutoFit/>
          </a:bodyPr>
          <a:lstStyle/>
          <a:p>
            <a:pPr>
              <a:lnSpc>
                <a:spcPct val="150000"/>
              </a:lnSpc>
            </a:pPr>
            <a:r>
              <a:rPr lang="zh-CN" altLang="en-US" sz="2000" dirty="0">
                <a:latin typeface="微软雅黑" panose="020B0503020204020204" pitchFamily="34" charset="-122"/>
                <a:ea typeface="微软雅黑" panose="020B0503020204020204" pitchFamily="34" charset="-122"/>
              </a:rPr>
              <a:t>• 完善实验，在</a:t>
            </a:r>
            <a:r>
              <a:rPr lang="en-US" altLang="zh-CN" sz="2000" dirty="0">
                <a:latin typeface="微软雅黑" panose="020B0503020204020204" pitchFamily="34" charset="-122"/>
                <a:ea typeface="微软雅黑" panose="020B0503020204020204" pitchFamily="34" charset="-122"/>
              </a:rPr>
              <a:t>300</a:t>
            </a:r>
            <a:r>
              <a:rPr lang="zh-CN" altLang="en-US" sz="2000" dirty="0">
                <a:latin typeface="微软雅黑" panose="020B0503020204020204" pitchFamily="34" charset="-122"/>
                <a:ea typeface="微软雅黑" panose="020B0503020204020204" pitchFamily="34" charset="-122"/>
              </a:rPr>
              <a:t>道工序数据集以及</a:t>
            </a:r>
            <a:r>
              <a:rPr lang="en-US" altLang="zh-CN" sz="2000" dirty="0">
                <a:latin typeface="微软雅黑" panose="020B0503020204020204" pitchFamily="34" charset="-122"/>
                <a:ea typeface="微软雅黑" panose="020B0503020204020204" pitchFamily="34" charset="-122"/>
              </a:rPr>
              <a:t>3182</a:t>
            </a:r>
            <a:r>
              <a:rPr lang="zh-CN" altLang="en-US" sz="2000" dirty="0">
                <a:latin typeface="微软雅黑" panose="020B0503020204020204" pitchFamily="34" charset="-122"/>
                <a:ea typeface="微软雅黑" panose="020B0503020204020204" pitchFamily="34" charset="-122"/>
              </a:rPr>
              <a:t>道工序数据集上进行实验，并补充案例验证</a:t>
            </a:r>
            <a:endParaRPr lang="en-US" altLang="zh-CN" sz="2000" dirty="0">
              <a:latin typeface="微软雅黑" panose="020B0503020204020204" pitchFamily="34" charset="-122"/>
              <a:ea typeface="微软雅黑" panose="020B0503020204020204" pitchFamily="34" charset="-122"/>
            </a:endParaRPr>
          </a:p>
          <a:p>
            <a:pPr>
              <a:lnSpc>
                <a:spcPct val="150000"/>
              </a:lnSpc>
            </a:pPr>
            <a:endParaRPr lang="en-US" altLang="zh-CN" sz="2000" dirty="0">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 预计</a:t>
            </a:r>
            <a:r>
              <a:rPr lang="en-US" altLang="zh-CN" sz="2000" dirty="0">
                <a:latin typeface="微软雅黑" panose="020B0503020204020204" pitchFamily="34" charset="-122"/>
                <a:ea typeface="微软雅黑" panose="020B0503020204020204" pitchFamily="34" charset="-122"/>
              </a:rPr>
              <a:t>7</a:t>
            </a:r>
            <a:r>
              <a:rPr lang="zh-CN" altLang="en-US" sz="2000" dirty="0">
                <a:latin typeface="微软雅黑" panose="020B0503020204020204" pitchFamily="34" charset="-122"/>
                <a:ea typeface="微软雅黑" panose="020B0503020204020204" pitchFamily="34" charset="-122"/>
              </a:rPr>
              <a:t>月份完成投稿</a:t>
            </a:r>
            <a:endParaRPr lang="en-US" altLang="zh-CN" sz="2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46403243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EA26DD-9357-4DEF-1FB7-5AAE30C36552}"/>
            </a:ext>
          </a:extLst>
        </p:cNvPr>
        <p:cNvGrpSpPr/>
        <p:nvPr/>
      </p:nvGrpSpPr>
      <p:grpSpPr>
        <a:xfrm>
          <a:off x="0" y="0"/>
          <a:ext cx="0" cy="0"/>
          <a:chOff x="0" y="0"/>
          <a:chExt cx="0" cy="0"/>
        </a:xfrm>
      </p:grpSpPr>
      <p:sp>
        <p:nvSpPr>
          <p:cNvPr id="13" name="文本框 12">
            <a:extLst>
              <a:ext uri="{FF2B5EF4-FFF2-40B4-BE49-F238E27FC236}">
                <a16:creationId xmlns:a16="http://schemas.microsoft.com/office/drawing/2014/main" id="{2CE32F42-8670-E4A5-0743-047B954869D8}"/>
              </a:ext>
            </a:extLst>
          </p:cNvPr>
          <p:cNvSpPr txBox="1"/>
          <p:nvPr/>
        </p:nvSpPr>
        <p:spPr>
          <a:xfrm>
            <a:off x="120304" y="838183"/>
            <a:ext cx="12000656" cy="6095515"/>
          </a:xfrm>
          <a:prstGeom prst="rect">
            <a:avLst/>
          </a:prstGeom>
          <a:noFill/>
        </p:spPr>
        <p:txBody>
          <a:bodyPr wrap="square">
            <a:spAutoFit/>
          </a:bodyPr>
          <a:lstStyle/>
          <a:p>
            <a:pPr lvl="0" algn="just">
              <a:lnSpc>
                <a:spcPct val="115000"/>
              </a:lnSpc>
              <a:spcAft>
                <a:spcPts val="300"/>
              </a:spcAft>
            </a:pPr>
            <a:r>
              <a:rPr lang="en-US" altLang="zh-CN" sz="1300" dirty="0">
                <a:latin typeface="Times New Roman" panose="02020603050405020304" pitchFamily="18" charset="0"/>
                <a:ea typeface="宋体" panose="02010600030101010101" pitchFamily="2" charset="-122"/>
                <a:cs typeface="Times New Roman" panose="02020603050405020304" pitchFamily="18" charset="0"/>
              </a:rPr>
              <a:t>[1] Bao Z, Chen L, Qiu K. An aircraft final assembly line balancing problem considering resource constraints and parallel task scheduling[J]. Computers &amp; Industrial Engineering, 2023, 182: 109436.</a:t>
            </a:r>
          </a:p>
          <a:p>
            <a:pPr lvl="0" algn="just">
              <a:lnSpc>
                <a:spcPct val="115000"/>
              </a:lnSpc>
              <a:spcAft>
                <a:spcPts val="300"/>
              </a:spcAft>
            </a:pPr>
            <a:r>
              <a:rPr lang="en-US" altLang="zh-CN" sz="1300" dirty="0">
                <a:effectLst/>
                <a:latin typeface="Times New Roman" panose="02020603050405020304" pitchFamily="18" charset="0"/>
                <a:ea typeface="宋体" panose="02010600030101010101" pitchFamily="2" charset="-122"/>
                <a:cs typeface="Times New Roman" panose="02020603050405020304" pitchFamily="18" charset="0"/>
              </a:rPr>
              <a:t>[2] Fang P, Yang J, Liao Q, et al. Flexible worker allocation in aircraft final assembly line using </a:t>
            </a:r>
            <a:r>
              <a:rPr lang="en-US" altLang="zh-CN" sz="1300" dirty="0" err="1">
                <a:effectLst/>
                <a:latin typeface="Times New Roman" panose="02020603050405020304" pitchFamily="18" charset="0"/>
                <a:ea typeface="宋体" panose="02010600030101010101" pitchFamily="2" charset="-122"/>
                <a:cs typeface="Times New Roman" panose="02020603050405020304" pitchFamily="18" charset="0"/>
              </a:rPr>
              <a:t>multiobjective</a:t>
            </a:r>
            <a:r>
              <a:rPr lang="en-US" altLang="zh-CN" sz="1300" dirty="0">
                <a:effectLst/>
                <a:latin typeface="Times New Roman" panose="02020603050405020304" pitchFamily="18" charset="0"/>
                <a:ea typeface="宋体" panose="02010600030101010101" pitchFamily="2" charset="-122"/>
                <a:cs typeface="Times New Roman" panose="02020603050405020304" pitchFamily="18" charset="0"/>
              </a:rPr>
              <a:t> evolutionary algorithms[J]. IEEE Transactions on Industrial Informatics, 2021, 17(11): 7468-7478.</a:t>
            </a:r>
          </a:p>
          <a:p>
            <a:pPr lvl="0" algn="just">
              <a:lnSpc>
                <a:spcPct val="115000"/>
              </a:lnSpc>
              <a:spcAft>
                <a:spcPts val="300"/>
              </a:spcAft>
            </a:pPr>
            <a:r>
              <a:rPr lang="en-US" altLang="zh-CN" sz="1300" dirty="0">
                <a:latin typeface="Times New Roman" panose="02020603050405020304" pitchFamily="18" charset="0"/>
                <a:ea typeface="宋体" panose="02010600030101010101" pitchFamily="2" charset="-122"/>
                <a:cs typeface="Times New Roman" panose="02020603050405020304" pitchFamily="18" charset="0"/>
              </a:rPr>
              <a:t>[3] Zheng X, Qiao F, You S, et al. Joint optimization of production scheduling and worker allocation under a resource dedication policy in aircraft assembly lines[J]. Robotics and Computer-Integrated Manufacturing, 2025, 96: 103047.</a:t>
            </a:r>
          </a:p>
          <a:p>
            <a:pPr lvl="0" algn="just">
              <a:lnSpc>
                <a:spcPct val="115000"/>
              </a:lnSpc>
              <a:spcAft>
                <a:spcPts val="300"/>
              </a:spcAft>
            </a:pPr>
            <a:r>
              <a:rPr lang="en-US" altLang="zh-CN" sz="1300" dirty="0">
                <a:effectLst/>
                <a:latin typeface="Times New Roman" panose="02020603050405020304" pitchFamily="18" charset="0"/>
                <a:ea typeface="宋体" panose="02010600030101010101" pitchFamily="2" charset="-122"/>
                <a:cs typeface="Times New Roman" panose="02020603050405020304" pitchFamily="18" charset="0"/>
              </a:rPr>
              <a:t>[4] Lovato D, Guillaume R, Thierry C, et al. Aircraft final assembly line scheduling with user preferences and equity of work distribution[J]. Flexible Services and Manufacturing Journal, 2025, 37(2): 348-366.</a:t>
            </a:r>
          </a:p>
          <a:p>
            <a:pPr lvl="0" algn="just">
              <a:lnSpc>
                <a:spcPct val="115000"/>
              </a:lnSpc>
              <a:spcAft>
                <a:spcPts val="300"/>
              </a:spcAft>
            </a:pPr>
            <a:r>
              <a:rPr lang="en-US" altLang="zh-CN" sz="1300" dirty="0">
                <a:latin typeface="Times New Roman" panose="02020603050405020304" pitchFamily="18" charset="0"/>
                <a:ea typeface="宋体" panose="02010600030101010101" pitchFamily="2" charset="-122"/>
                <a:cs typeface="Times New Roman" panose="02020603050405020304" pitchFamily="18" charset="0"/>
              </a:rPr>
              <a:t>[5] Le D A, Roussel S, </a:t>
            </a:r>
            <a:r>
              <a:rPr lang="en-US" altLang="zh-CN" sz="1300" dirty="0" err="1">
                <a:latin typeface="Times New Roman" panose="02020603050405020304" pitchFamily="18" charset="0"/>
                <a:ea typeface="宋体" panose="02010600030101010101" pitchFamily="2" charset="-122"/>
                <a:cs typeface="Times New Roman" panose="02020603050405020304" pitchFamily="18" charset="0"/>
              </a:rPr>
              <a:t>Lecoutre</a:t>
            </a:r>
            <a:r>
              <a:rPr lang="en-US" altLang="zh-CN" sz="1300" dirty="0">
                <a:latin typeface="Times New Roman" panose="02020603050405020304" pitchFamily="18" charset="0"/>
                <a:ea typeface="宋体" panose="02010600030101010101" pitchFamily="2" charset="-122"/>
                <a:cs typeface="Times New Roman" panose="02020603050405020304" pitchFamily="18" charset="0"/>
              </a:rPr>
              <a:t> C. Aircraft Resource-Constrained Assembly Line Balancing with Learning Effect: A Constraint Programming Approach[C]//31st International Conference on Principles and Practice of Constraint Programming (CP 2025). Schloss </a:t>
            </a:r>
            <a:r>
              <a:rPr lang="en-US" altLang="zh-CN" sz="1300" dirty="0" err="1">
                <a:latin typeface="Times New Roman" panose="02020603050405020304" pitchFamily="18" charset="0"/>
                <a:ea typeface="宋体" panose="02010600030101010101" pitchFamily="2" charset="-122"/>
                <a:cs typeface="Times New Roman" panose="02020603050405020304" pitchFamily="18" charset="0"/>
              </a:rPr>
              <a:t>Dagstuhl</a:t>
            </a:r>
            <a:r>
              <a:rPr lang="en-US" altLang="zh-CN" sz="1300" dirty="0">
                <a:latin typeface="Times New Roman" panose="02020603050405020304" pitchFamily="18" charset="0"/>
                <a:ea typeface="宋体" panose="02010600030101010101" pitchFamily="2" charset="-122"/>
                <a:cs typeface="Times New Roman" panose="02020603050405020304" pitchFamily="18" charset="0"/>
              </a:rPr>
              <a:t>–Leibniz-Zentrum für Informatik, 2025: 25: 1-25: 24.</a:t>
            </a:r>
          </a:p>
          <a:p>
            <a:pPr lvl="0" algn="just">
              <a:lnSpc>
                <a:spcPct val="115000"/>
              </a:lnSpc>
              <a:spcAft>
                <a:spcPts val="300"/>
              </a:spcAft>
            </a:pPr>
            <a:r>
              <a:rPr lang="en-US" altLang="zh-CN" sz="1300" dirty="0">
                <a:effectLst/>
                <a:latin typeface="Times New Roman" panose="02020603050405020304" pitchFamily="18" charset="0"/>
                <a:ea typeface="宋体" panose="02010600030101010101" pitchFamily="2" charset="-122"/>
                <a:cs typeface="Times New Roman" panose="02020603050405020304" pitchFamily="18" charset="0"/>
              </a:rPr>
              <a:t>[6] Bao Z, Chen L. Ramp-up planning for aircraft assembly production considering learning effect[J]. Computers &amp; Industrial Engineering, 2025, 208: 111336.</a:t>
            </a:r>
          </a:p>
          <a:p>
            <a:pPr lvl="0" algn="just">
              <a:lnSpc>
                <a:spcPct val="115000"/>
              </a:lnSpc>
              <a:spcAft>
                <a:spcPts val="300"/>
              </a:spcAft>
            </a:pPr>
            <a:r>
              <a:rPr lang="en-US" altLang="zh-CN" sz="1300" dirty="0">
                <a:latin typeface="Times New Roman" panose="02020603050405020304" pitchFamily="18" charset="0"/>
                <a:ea typeface="宋体" panose="02010600030101010101" pitchFamily="2" charset="-122"/>
                <a:cs typeface="Times New Roman" panose="02020603050405020304" pitchFamily="18" charset="0"/>
              </a:rPr>
              <a:t>[7] Wen X, Liu H, Zhang X, et al. A Q-Learning Improved Particle Swarm Optimization for Aircraft Pulsating Assembly Line Scheduling Problem Considering Skilled Operator Allocation[J]. Computers, Materials, &amp; Continua, 2026, 86(1): 1.</a:t>
            </a:r>
          </a:p>
          <a:p>
            <a:pPr lvl="0" algn="just">
              <a:lnSpc>
                <a:spcPct val="115000"/>
              </a:lnSpc>
              <a:spcAft>
                <a:spcPts val="300"/>
              </a:spcAft>
            </a:pPr>
            <a:r>
              <a:rPr lang="en-US" altLang="zh-CN" sz="1300" dirty="0">
                <a:effectLst/>
                <a:latin typeface="Times New Roman" panose="02020603050405020304" pitchFamily="18" charset="0"/>
                <a:ea typeface="宋体" panose="02010600030101010101" pitchFamily="2" charset="-122"/>
                <a:cs typeface="Times New Roman" panose="02020603050405020304" pitchFamily="18" charset="0"/>
              </a:rPr>
              <a:t>[8] </a:t>
            </a:r>
            <a:r>
              <a:rPr lang="en-US" altLang="zh-CN" sz="1300" dirty="0" err="1">
                <a:effectLst/>
                <a:latin typeface="Times New Roman" panose="02020603050405020304" pitchFamily="18" charset="0"/>
                <a:ea typeface="宋体" panose="02010600030101010101" pitchFamily="2" charset="-122"/>
                <a:cs typeface="Times New Roman" panose="02020603050405020304" pitchFamily="18" charset="0"/>
              </a:rPr>
              <a:t>Waschneck</a:t>
            </a:r>
            <a:r>
              <a:rPr lang="en-US" altLang="zh-CN" sz="1300" dirty="0">
                <a:effectLst/>
                <a:latin typeface="Times New Roman" panose="02020603050405020304" pitchFamily="18" charset="0"/>
                <a:ea typeface="宋体" panose="02010600030101010101" pitchFamily="2" charset="-122"/>
                <a:cs typeface="Times New Roman" panose="02020603050405020304" pitchFamily="18" charset="0"/>
              </a:rPr>
              <a:t> B, </a:t>
            </a:r>
            <a:r>
              <a:rPr lang="en-US" altLang="zh-CN" sz="1300" dirty="0" err="1">
                <a:effectLst/>
                <a:latin typeface="Times New Roman" panose="02020603050405020304" pitchFamily="18" charset="0"/>
                <a:ea typeface="宋体" panose="02010600030101010101" pitchFamily="2" charset="-122"/>
                <a:cs typeface="Times New Roman" panose="02020603050405020304" pitchFamily="18" charset="0"/>
              </a:rPr>
              <a:t>Reichstaller</a:t>
            </a:r>
            <a:r>
              <a:rPr lang="en-US" altLang="zh-CN" sz="1300" dirty="0">
                <a:effectLst/>
                <a:latin typeface="Times New Roman" panose="02020603050405020304" pitchFamily="18" charset="0"/>
                <a:ea typeface="宋体" panose="02010600030101010101" pitchFamily="2" charset="-122"/>
                <a:cs typeface="Times New Roman" panose="02020603050405020304" pitchFamily="18" charset="0"/>
              </a:rPr>
              <a:t> A, Belzner L, et al. Optimization of global production scheduling with deep reinforcement learning[J]. Procedia CIRP, 2018, 72: 1264-1269.</a:t>
            </a:r>
          </a:p>
          <a:p>
            <a:pPr lvl="0" algn="just">
              <a:lnSpc>
                <a:spcPct val="115000"/>
              </a:lnSpc>
              <a:spcAft>
                <a:spcPts val="300"/>
              </a:spcAft>
            </a:pPr>
            <a:r>
              <a:rPr lang="en-US" altLang="zh-CN" sz="1300" dirty="0">
                <a:effectLst/>
                <a:latin typeface="Times New Roman" panose="02020603050405020304" pitchFamily="18" charset="0"/>
                <a:ea typeface="宋体" panose="02010600030101010101" pitchFamily="2" charset="-122"/>
                <a:cs typeface="Times New Roman" panose="02020603050405020304" pitchFamily="18" charset="0"/>
              </a:rPr>
              <a:t>[9] Shiue Y R, Lee K C, Su C T. Real-time scheduling for a smart factory using a reinforcement learning approach[J]. Computers &amp; Industrial Engineering, 2018, 125: 604-614.</a:t>
            </a:r>
          </a:p>
          <a:p>
            <a:pPr lvl="0" algn="just">
              <a:lnSpc>
                <a:spcPct val="115000"/>
              </a:lnSpc>
              <a:spcAft>
                <a:spcPts val="300"/>
              </a:spcAft>
            </a:pPr>
            <a:r>
              <a:rPr lang="en-US" altLang="zh-CN" sz="1300" dirty="0">
                <a:effectLst/>
                <a:latin typeface="Times New Roman" panose="02020603050405020304" pitchFamily="18" charset="0"/>
                <a:ea typeface="宋体" panose="02010600030101010101" pitchFamily="2" charset="-122"/>
                <a:cs typeface="Times New Roman" panose="02020603050405020304" pitchFamily="18" charset="0"/>
              </a:rPr>
              <a:t>[10] Liu C L, Chang C </a:t>
            </a:r>
            <a:r>
              <a:rPr lang="en-US" altLang="zh-CN" sz="1300" dirty="0" err="1">
                <a:effectLst/>
                <a:latin typeface="Times New Roman" panose="02020603050405020304" pitchFamily="18" charset="0"/>
                <a:ea typeface="宋体" panose="02010600030101010101" pitchFamily="2" charset="-122"/>
                <a:cs typeface="Times New Roman" panose="02020603050405020304" pitchFamily="18" charset="0"/>
              </a:rPr>
              <a:t>C</a:t>
            </a:r>
            <a:r>
              <a:rPr lang="en-US" altLang="zh-CN" sz="1300" dirty="0">
                <a:effectLst/>
                <a:latin typeface="Times New Roman" panose="02020603050405020304" pitchFamily="18" charset="0"/>
                <a:ea typeface="宋体" panose="02010600030101010101" pitchFamily="2" charset="-122"/>
                <a:cs typeface="Times New Roman" panose="02020603050405020304" pitchFamily="18" charset="0"/>
              </a:rPr>
              <a:t>, Tseng C J. Actor-critic deep reinforcement learning for solving job shop scheduling problems[J]. IEEE Access, 2020, 8: 71752-71762.</a:t>
            </a:r>
          </a:p>
          <a:p>
            <a:pPr lvl="0" algn="just">
              <a:lnSpc>
                <a:spcPct val="115000"/>
              </a:lnSpc>
              <a:spcAft>
                <a:spcPts val="300"/>
              </a:spcAft>
            </a:pPr>
            <a:r>
              <a:rPr lang="en-US" altLang="zh-CN" sz="1300" dirty="0">
                <a:effectLst/>
                <a:latin typeface="Times New Roman" panose="02020603050405020304" pitchFamily="18" charset="0"/>
                <a:ea typeface="宋体" panose="02010600030101010101" pitchFamily="2" charset="-122"/>
                <a:cs typeface="Times New Roman" panose="02020603050405020304" pitchFamily="18" charset="0"/>
              </a:rPr>
              <a:t>[11] Park I B, Huh J, Kim J, et al. A reinforcement learning approach to robust scheduling of semiconductor manufacturing facilities[J]. IEEE Transactions on Automation Science and Engineering, 2020, 17(3): 1420-1431.</a:t>
            </a:r>
          </a:p>
          <a:p>
            <a:pPr lvl="0" algn="just">
              <a:lnSpc>
                <a:spcPct val="115000"/>
              </a:lnSpc>
              <a:spcAft>
                <a:spcPts val="300"/>
              </a:spcAft>
            </a:pPr>
            <a:r>
              <a:rPr lang="en-US" altLang="zh-CN" sz="1300" dirty="0">
                <a:effectLst/>
                <a:latin typeface="Times New Roman" panose="02020603050405020304" pitchFamily="18" charset="0"/>
                <a:ea typeface="宋体" panose="02010600030101010101" pitchFamily="2" charset="-122"/>
                <a:cs typeface="Times New Roman" panose="02020603050405020304" pitchFamily="18" charset="0"/>
              </a:rPr>
              <a:t>[12] Liu R, Piplani R, Toro C. A deep multi-agent reinforcement learning approach to solve dynamic job shop scheduling problem[J]. Computers &amp; Operations Research, 2023, 159: 106294.</a:t>
            </a:r>
          </a:p>
          <a:p>
            <a:pPr lvl="0" algn="just">
              <a:lnSpc>
                <a:spcPct val="115000"/>
              </a:lnSpc>
              <a:spcAft>
                <a:spcPts val="300"/>
              </a:spcAft>
            </a:pPr>
            <a:r>
              <a:rPr lang="en-US" altLang="zh-CN" sz="1300" dirty="0">
                <a:latin typeface="Times New Roman" panose="02020603050405020304" pitchFamily="18" charset="0"/>
                <a:ea typeface="宋体" panose="02010600030101010101" pitchFamily="2" charset="-122"/>
                <a:cs typeface="Times New Roman" panose="02020603050405020304" pitchFamily="18" charset="0"/>
              </a:rPr>
              <a:t>[13] Lei Y, Deng Q, Liao M, et al. Deep reinforcement learning for dynamic distributed job shop scheduling problem with transfers[J]. Expert Systems with Applications, 2024, 251: 123970.</a:t>
            </a:r>
          </a:p>
          <a:p>
            <a:pPr lvl="0" algn="just">
              <a:lnSpc>
                <a:spcPct val="115000"/>
              </a:lnSpc>
              <a:spcAft>
                <a:spcPts val="300"/>
              </a:spcAft>
            </a:pPr>
            <a:r>
              <a:rPr lang="en-US" altLang="zh-CN" sz="1300" dirty="0">
                <a:latin typeface="Times New Roman" panose="02020603050405020304" pitchFamily="18" charset="0"/>
                <a:ea typeface="宋体" panose="02010600030101010101" pitchFamily="2" charset="-122"/>
                <a:cs typeface="Times New Roman" panose="02020603050405020304" pitchFamily="18" charset="0"/>
              </a:rPr>
              <a:t>[14] </a:t>
            </a:r>
            <a:r>
              <a:rPr lang="en-US" altLang="zh-CN" sz="1300" dirty="0" err="1">
                <a:latin typeface="Times New Roman" panose="02020603050405020304" pitchFamily="18" charset="0"/>
                <a:ea typeface="宋体" panose="02010600030101010101" pitchFamily="2" charset="-122"/>
                <a:cs typeface="Times New Roman" panose="02020603050405020304" pitchFamily="18" charset="0"/>
              </a:rPr>
              <a:t>Lv</a:t>
            </a:r>
            <a:r>
              <a:rPr lang="en-US" altLang="zh-CN" sz="1300" dirty="0">
                <a:latin typeface="Times New Roman" panose="02020603050405020304" pitchFamily="18" charset="0"/>
                <a:ea typeface="宋体" panose="02010600030101010101" pitchFamily="2" charset="-122"/>
                <a:cs typeface="Times New Roman" panose="02020603050405020304" pitchFamily="18" charset="0"/>
              </a:rPr>
              <a:t> L, Fan J, Zhang C, et al. A multi-agent reinforcement learning based scheduling strategy for flexible job shops under machine breakdowns[J]. Robotics and Computer-Integrated Manufacturing, 2025, 93: 102923.</a:t>
            </a:r>
          </a:p>
        </p:txBody>
      </p:sp>
      <p:cxnSp>
        <p:nvCxnSpPr>
          <p:cNvPr id="14" name="直接连接符 13">
            <a:extLst>
              <a:ext uri="{FF2B5EF4-FFF2-40B4-BE49-F238E27FC236}">
                <a16:creationId xmlns:a16="http://schemas.microsoft.com/office/drawing/2014/main" id="{E7CB31E9-978F-ED09-C28D-3D449BE5A8B6}"/>
              </a:ext>
            </a:extLst>
          </p:cNvPr>
          <p:cNvCxnSpPr>
            <a:cxnSpLocks/>
          </p:cNvCxnSpPr>
          <p:nvPr/>
        </p:nvCxnSpPr>
        <p:spPr>
          <a:xfrm>
            <a:off x="337132" y="774574"/>
            <a:ext cx="11567001" cy="0"/>
          </a:xfrm>
          <a:prstGeom prst="line">
            <a:avLst/>
          </a:prstGeom>
          <a:ln w="19050">
            <a:solidFill>
              <a:srgbClr val="133C7A">
                <a:alpha val="80000"/>
              </a:srgbClr>
            </a:solidFill>
          </a:ln>
        </p:spPr>
        <p:style>
          <a:lnRef idx="1">
            <a:schemeClr val="accent1"/>
          </a:lnRef>
          <a:fillRef idx="0">
            <a:schemeClr val="accent1"/>
          </a:fillRef>
          <a:effectRef idx="0">
            <a:schemeClr val="accent1"/>
          </a:effectRef>
          <a:fontRef idx="minor">
            <a:schemeClr val="tx1"/>
          </a:fontRef>
        </p:style>
      </p:cxnSp>
      <p:sp>
        <p:nvSpPr>
          <p:cNvPr id="15" name="文本框 14">
            <a:extLst>
              <a:ext uri="{FF2B5EF4-FFF2-40B4-BE49-F238E27FC236}">
                <a16:creationId xmlns:a16="http://schemas.microsoft.com/office/drawing/2014/main" id="{70A3EDE6-BE05-F614-718D-5631F7BEA790}"/>
              </a:ext>
            </a:extLst>
          </p:cNvPr>
          <p:cNvSpPr txBox="1"/>
          <p:nvPr/>
        </p:nvSpPr>
        <p:spPr>
          <a:xfrm>
            <a:off x="683012" y="256087"/>
            <a:ext cx="9510123" cy="505676"/>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r>
              <a:rPr lang="zh-CN" altLang="en-US" sz="2800" dirty="0">
                <a:solidFill>
                  <a:schemeClr val="tx2">
                    <a:lumMod val="75000"/>
                  </a:schemeClr>
                </a:solidFill>
                <a:latin typeface="微软雅黑" panose="020B0503020204020204" pitchFamily="34" charset="-122"/>
                <a:ea typeface="微软雅黑" panose="020B0503020204020204" pitchFamily="34" charset="-122"/>
              </a:rPr>
              <a:t>参考文献</a:t>
            </a:r>
          </a:p>
        </p:txBody>
      </p:sp>
      <p:sp>
        <p:nvSpPr>
          <p:cNvPr id="16" name="矩形 15">
            <a:extLst>
              <a:ext uri="{FF2B5EF4-FFF2-40B4-BE49-F238E27FC236}">
                <a16:creationId xmlns:a16="http://schemas.microsoft.com/office/drawing/2014/main" id="{8DA27AB7-82F9-96C6-692E-F0880090D7CD}"/>
              </a:ext>
            </a:extLst>
          </p:cNvPr>
          <p:cNvSpPr/>
          <p:nvPr/>
        </p:nvSpPr>
        <p:spPr>
          <a:xfrm>
            <a:off x="337132" y="268900"/>
            <a:ext cx="195295" cy="50567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a:extLst>
              <a:ext uri="{FF2B5EF4-FFF2-40B4-BE49-F238E27FC236}">
                <a16:creationId xmlns:a16="http://schemas.microsoft.com/office/drawing/2014/main" id="{2662FCD2-9F54-3D08-24B8-4C717CA38123}"/>
              </a:ext>
            </a:extLst>
          </p:cNvPr>
          <p:cNvSpPr/>
          <p:nvPr/>
        </p:nvSpPr>
        <p:spPr>
          <a:xfrm>
            <a:off x="337132" y="268900"/>
            <a:ext cx="276318" cy="505674"/>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8" name="图片 17">
            <a:extLst>
              <a:ext uri="{FF2B5EF4-FFF2-40B4-BE49-F238E27FC236}">
                <a16:creationId xmlns:a16="http://schemas.microsoft.com/office/drawing/2014/main" id="{6B00E2BB-556F-4EBB-12B3-F660891623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66776" y="256087"/>
            <a:ext cx="1788092" cy="431989"/>
          </a:xfrm>
          <a:prstGeom prst="rect">
            <a:avLst/>
          </a:prstGeom>
        </p:spPr>
      </p:pic>
    </p:spTree>
    <p:extLst>
      <p:ext uri="{BB962C8B-B14F-4D97-AF65-F5344CB8AC3E}">
        <p14:creationId xmlns:p14="http://schemas.microsoft.com/office/powerpoint/2010/main" val="126798473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1047E4-CFA3-A1FA-FBB5-2C6E138730ED}"/>
            </a:ext>
          </a:extLst>
        </p:cNvPr>
        <p:cNvGrpSpPr/>
        <p:nvPr/>
      </p:nvGrpSpPr>
      <p:grpSpPr>
        <a:xfrm>
          <a:off x="0" y="0"/>
          <a:ext cx="0" cy="0"/>
          <a:chOff x="0" y="0"/>
          <a:chExt cx="0" cy="0"/>
        </a:xfrm>
      </p:grpSpPr>
      <p:sp>
        <p:nvSpPr>
          <p:cNvPr id="13" name="文本框 12">
            <a:extLst>
              <a:ext uri="{FF2B5EF4-FFF2-40B4-BE49-F238E27FC236}">
                <a16:creationId xmlns:a16="http://schemas.microsoft.com/office/drawing/2014/main" id="{AE733C64-B27F-9576-4656-03172BF3A572}"/>
              </a:ext>
            </a:extLst>
          </p:cNvPr>
          <p:cNvSpPr txBox="1"/>
          <p:nvPr/>
        </p:nvSpPr>
        <p:spPr>
          <a:xfrm>
            <a:off x="134480" y="838183"/>
            <a:ext cx="12000656" cy="3525581"/>
          </a:xfrm>
          <a:prstGeom prst="rect">
            <a:avLst/>
          </a:prstGeom>
          <a:noFill/>
        </p:spPr>
        <p:txBody>
          <a:bodyPr wrap="square">
            <a:spAutoFit/>
          </a:bodyPr>
          <a:lstStyle/>
          <a:p>
            <a:pPr lvl="0" algn="just">
              <a:lnSpc>
                <a:spcPct val="115000"/>
              </a:lnSpc>
              <a:spcAft>
                <a:spcPts val="300"/>
              </a:spcAft>
            </a:pPr>
            <a:r>
              <a:rPr lang="en-US" altLang="zh-CN" sz="1300" dirty="0">
                <a:latin typeface="Times New Roman" panose="02020603050405020304" pitchFamily="18" charset="0"/>
                <a:ea typeface="宋体" panose="02010600030101010101" pitchFamily="2" charset="-122"/>
                <a:cs typeface="Times New Roman" panose="02020603050405020304" pitchFamily="18" charset="0"/>
              </a:rPr>
              <a:t>[15] Hu L, Liu Z, Hu W, et al. Petri-net-based dynamic scheduling of flexible manufacturing system via deep reinforcement learning with graph convolutional network[J]. Journal of Manufacturing Systems, 2020, 55: 1-14.</a:t>
            </a:r>
          </a:p>
          <a:p>
            <a:pPr lvl="0" algn="just">
              <a:lnSpc>
                <a:spcPct val="115000"/>
              </a:lnSpc>
              <a:spcAft>
                <a:spcPts val="300"/>
              </a:spcAft>
            </a:pPr>
            <a:r>
              <a:rPr lang="en-US" altLang="zh-CN" sz="1300" dirty="0">
                <a:latin typeface="Times New Roman" panose="02020603050405020304" pitchFamily="18" charset="0"/>
                <a:ea typeface="宋体" panose="02010600030101010101" pitchFamily="2" charset="-122"/>
                <a:cs typeface="Times New Roman" panose="02020603050405020304" pitchFamily="18" charset="0"/>
              </a:rPr>
              <a:t>[16] Zhang C, Song W, Cao Z, et al. Learning to dispatch for job shop scheduling via deep reinforcement learning[C]//Advances in Neural Information Processing Systems. 2020, 33: 1621-1632.</a:t>
            </a:r>
          </a:p>
          <a:p>
            <a:pPr lvl="0" algn="just">
              <a:lnSpc>
                <a:spcPct val="115000"/>
              </a:lnSpc>
              <a:spcAft>
                <a:spcPts val="300"/>
              </a:spcAft>
            </a:pPr>
            <a:r>
              <a:rPr lang="en-US" altLang="zh-CN" sz="1300" dirty="0">
                <a:latin typeface="Times New Roman" panose="02020603050405020304" pitchFamily="18" charset="0"/>
                <a:ea typeface="宋体" panose="02010600030101010101" pitchFamily="2" charset="-122"/>
                <a:cs typeface="Times New Roman" panose="02020603050405020304" pitchFamily="18" charset="0"/>
              </a:rPr>
              <a:t>[17] Park J, Chun J, Kim S H, et al. Learning to schedule job-shop problems: Representation and policy learning using graph neural network and reinforcement learning[J]. International Journal of Production Research, 2021, 59(11): 3360-3377.</a:t>
            </a:r>
          </a:p>
          <a:p>
            <a:pPr lvl="0" algn="just">
              <a:lnSpc>
                <a:spcPct val="115000"/>
              </a:lnSpc>
              <a:spcAft>
                <a:spcPts val="300"/>
              </a:spcAft>
            </a:pPr>
            <a:r>
              <a:rPr lang="en-US" altLang="zh-CN" sz="1300" dirty="0">
                <a:latin typeface="Times New Roman" panose="02020603050405020304" pitchFamily="18" charset="0"/>
                <a:ea typeface="宋体" panose="02010600030101010101" pitchFamily="2" charset="-122"/>
                <a:cs typeface="Times New Roman" panose="02020603050405020304" pitchFamily="18" charset="0"/>
              </a:rPr>
              <a:t>[18] Song W, Chen X, Li Q, et al. Flexible job-shop scheduling via graph neural network and deep reinforcement learning[J]. IEEE Transactions on Industrial Informatics, 2023, 19(2): 1600-1610.</a:t>
            </a:r>
          </a:p>
          <a:p>
            <a:pPr lvl="0" algn="just">
              <a:lnSpc>
                <a:spcPct val="115000"/>
              </a:lnSpc>
              <a:spcAft>
                <a:spcPts val="300"/>
              </a:spcAft>
            </a:pPr>
            <a:r>
              <a:rPr lang="en-US" altLang="zh-CN" sz="1300" dirty="0">
                <a:latin typeface="Times New Roman" panose="02020603050405020304" pitchFamily="18" charset="0"/>
                <a:ea typeface="宋体" panose="02010600030101010101" pitchFamily="2" charset="-122"/>
                <a:cs typeface="Times New Roman" panose="02020603050405020304" pitchFamily="18" charset="0"/>
              </a:rPr>
              <a:t>[19] Yang Z, Bi L, Jiao X. Combining reinforcement learning algorithms with graph neural networks to solve dynamic job shop scheduling problems[J]. Processes, 2023, 11(5): 1571.</a:t>
            </a:r>
          </a:p>
          <a:p>
            <a:pPr lvl="0" algn="just">
              <a:lnSpc>
                <a:spcPct val="115000"/>
              </a:lnSpc>
              <a:spcAft>
                <a:spcPts val="300"/>
              </a:spcAft>
            </a:pPr>
            <a:r>
              <a:rPr lang="en-US" altLang="zh-CN" sz="1300" dirty="0">
                <a:latin typeface="Times New Roman" panose="02020603050405020304" pitchFamily="18" charset="0"/>
                <a:ea typeface="宋体" panose="02010600030101010101" pitchFamily="2" charset="-122"/>
                <a:cs typeface="Times New Roman" panose="02020603050405020304" pitchFamily="18" charset="0"/>
              </a:rPr>
              <a:t>[20] Wan L, Fu L, Li C, et al. Flexible job shop scheduling via deep reinforcement learning with meta-path-based heterogeneous graph neural network[J]. Knowledge-Based Systems, 2024, 296: 111940.</a:t>
            </a:r>
          </a:p>
          <a:p>
            <a:pPr lvl="0" algn="just">
              <a:lnSpc>
                <a:spcPct val="115000"/>
              </a:lnSpc>
              <a:spcAft>
                <a:spcPts val="300"/>
              </a:spcAft>
            </a:pPr>
            <a:r>
              <a:rPr lang="en-US" altLang="zh-CN" sz="1300" dirty="0">
                <a:latin typeface="Times New Roman" panose="02020603050405020304" pitchFamily="18" charset="0"/>
                <a:ea typeface="宋体" panose="02010600030101010101" pitchFamily="2" charset="-122"/>
                <a:cs typeface="Times New Roman" panose="02020603050405020304" pitchFamily="18" charset="0"/>
              </a:rPr>
              <a:t>[21] Zhao X, Qu H, Zhang M, et al. A flexible job shop scheduling method based on heterogeneous disjunctive graph and deep reinforcement learning[J]. Engineering Applications of Artificial Intelligence, 2025, 158: 111356.</a:t>
            </a:r>
          </a:p>
        </p:txBody>
      </p:sp>
      <p:cxnSp>
        <p:nvCxnSpPr>
          <p:cNvPr id="14" name="直接连接符 13">
            <a:extLst>
              <a:ext uri="{FF2B5EF4-FFF2-40B4-BE49-F238E27FC236}">
                <a16:creationId xmlns:a16="http://schemas.microsoft.com/office/drawing/2014/main" id="{0826EB34-54A2-A891-9FA0-42CF8B54641E}"/>
              </a:ext>
            </a:extLst>
          </p:cNvPr>
          <p:cNvCxnSpPr>
            <a:cxnSpLocks/>
          </p:cNvCxnSpPr>
          <p:nvPr/>
        </p:nvCxnSpPr>
        <p:spPr>
          <a:xfrm>
            <a:off x="337132" y="774574"/>
            <a:ext cx="11567001" cy="0"/>
          </a:xfrm>
          <a:prstGeom prst="line">
            <a:avLst/>
          </a:prstGeom>
          <a:ln w="19050">
            <a:solidFill>
              <a:srgbClr val="133C7A">
                <a:alpha val="80000"/>
              </a:srgbClr>
            </a:solidFill>
          </a:ln>
        </p:spPr>
        <p:style>
          <a:lnRef idx="1">
            <a:schemeClr val="accent1"/>
          </a:lnRef>
          <a:fillRef idx="0">
            <a:schemeClr val="accent1"/>
          </a:fillRef>
          <a:effectRef idx="0">
            <a:schemeClr val="accent1"/>
          </a:effectRef>
          <a:fontRef idx="minor">
            <a:schemeClr val="tx1"/>
          </a:fontRef>
        </p:style>
      </p:cxnSp>
      <p:sp>
        <p:nvSpPr>
          <p:cNvPr id="15" name="文本框 14">
            <a:extLst>
              <a:ext uri="{FF2B5EF4-FFF2-40B4-BE49-F238E27FC236}">
                <a16:creationId xmlns:a16="http://schemas.microsoft.com/office/drawing/2014/main" id="{313C2A0E-EDFA-C3B5-AFCC-C103C628276C}"/>
              </a:ext>
            </a:extLst>
          </p:cNvPr>
          <p:cNvSpPr txBox="1"/>
          <p:nvPr/>
        </p:nvSpPr>
        <p:spPr>
          <a:xfrm>
            <a:off x="683012" y="256087"/>
            <a:ext cx="9510123" cy="505676"/>
          </a:xfrm>
          <a:prstGeom prst="rect">
            <a:avLst/>
          </a:prstGeom>
          <a:noFill/>
          <a:effectLst/>
        </p:spPr>
        <p:txBody>
          <a:bodyPr wrap="square" lIns="74066" tIns="37033" rIns="74066" bIns="37033">
            <a:spAutoFit/>
          </a:bodyPr>
          <a:lstStyle>
            <a:defPPr>
              <a:defRPr lang="zh-CN"/>
            </a:defPPr>
            <a:lvl1pPr>
              <a:defRPr sz="2880" b="1">
                <a:solidFill>
                  <a:schemeClr val="tx1">
                    <a:lumMod val="85000"/>
                    <a:lumOff val="15000"/>
                  </a:schemeClr>
                </a:solidFill>
                <a:latin typeface="HarmonyOS Sans SC Black" panose="00000A00000000000000" pitchFamily="2" charset="-122"/>
                <a:ea typeface="HarmonyOS Sans SC Black" panose="00000A00000000000000" pitchFamily="2" charset="-122"/>
              </a:defRPr>
            </a:lvl1pPr>
          </a:lstStyle>
          <a:p>
            <a:r>
              <a:rPr lang="zh-CN" altLang="en-US" sz="2800" dirty="0">
                <a:solidFill>
                  <a:schemeClr val="tx2">
                    <a:lumMod val="75000"/>
                  </a:schemeClr>
                </a:solidFill>
                <a:latin typeface="微软雅黑" panose="020B0503020204020204" pitchFamily="34" charset="-122"/>
                <a:ea typeface="微软雅黑" panose="020B0503020204020204" pitchFamily="34" charset="-122"/>
              </a:rPr>
              <a:t>参考文献</a:t>
            </a:r>
          </a:p>
        </p:txBody>
      </p:sp>
      <p:sp>
        <p:nvSpPr>
          <p:cNvPr id="16" name="矩形 15">
            <a:extLst>
              <a:ext uri="{FF2B5EF4-FFF2-40B4-BE49-F238E27FC236}">
                <a16:creationId xmlns:a16="http://schemas.microsoft.com/office/drawing/2014/main" id="{F6161859-95B1-7784-5A4A-C9AD33467EF1}"/>
              </a:ext>
            </a:extLst>
          </p:cNvPr>
          <p:cNvSpPr/>
          <p:nvPr/>
        </p:nvSpPr>
        <p:spPr>
          <a:xfrm>
            <a:off x="337132" y="268900"/>
            <a:ext cx="195295" cy="50567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a:extLst>
              <a:ext uri="{FF2B5EF4-FFF2-40B4-BE49-F238E27FC236}">
                <a16:creationId xmlns:a16="http://schemas.microsoft.com/office/drawing/2014/main" id="{59A1FDCA-5CAF-FC31-5F8B-894EB554AC29}"/>
              </a:ext>
            </a:extLst>
          </p:cNvPr>
          <p:cNvSpPr/>
          <p:nvPr/>
        </p:nvSpPr>
        <p:spPr>
          <a:xfrm>
            <a:off x="337132" y="268900"/>
            <a:ext cx="276318" cy="505674"/>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8" name="图片 17">
            <a:extLst>
              <a:ext uri="{FF2B5EF4-FFF2-40B4-BE49-F238E27FC236}">
                <a16:creationId xmlns:a16="http://schemas.microsoft.com/office/drawing/2014/main" id="{4117BD1C-16B8-A558-998D-76CB034BA03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66776" y="256087"/>
            <a:ext cx="1788092" cy="431989"/>
          </a:xfrm>
          <a:prstGeom prst="rect">
            <a:avLst/>
          </a:prstGeom>
        </p:spPr>
      </p:pic>
    </p:spTree>
    <p:extLst>
      <p:ext uri="{BB962C8B-B14F-4D97-AF65-F5344CB8AC3E}">
        <p14:creationId xmlns:p14="http://schemas.microsoft.com/office/powerpoint/2010/main" val="97236767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DFD95EAC-B1B1-8F05-83F1-0EE16A5776A9}"/>
              </a:ext>
            </a:extLst>
          </p:cNvPr>
          <p:cNvSpPr txBox="1"/>
          <p:nvPr/>
        </p:nvSpPr>
        <p:spPr>
          <a:xfrm>
            <a:off x="5134627" y="4507780"/>
            <a:ext cx="1922746" cy="396583"/>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lang="zh-CN" altLang="en-US" b="1" dirty="0">
                <a:solidFill>
                  <a:prstClr val="black">
                    <a:lumMod val="85000"/>
                    <a:lumOff val="15000"/>
                  </a:prstClr>
                </a:solidFill>
                <a:latin typeface="微软雅黑" panose="020B0503020204020204" pitchFamily="34" charset="-122"/>
                <a:ea typeface="微软雅黑" panose="020B0503020204020204" pitchFamily="34" charset="-122"/>
              </a:rPr>
              <a:t>汇报</a:t>
            </a:r>
            <a:r>
              <a:rPr kumimoji="0" lang="zh-CN" altLang="en-US" sz="1800" b="1"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人：陈凌韬</a:t>
            </a:r>
          </a:p>
        </p:txBody>
      </p:sp>
      <p:sp>
        <p:nvSpPr>
          <p:cNvPr id="4" name="文本框 3">
            <a:extLst>
              <a:ext uri="{FF2B5EF4-FFF2-40B4-BE49-F238E27FC236}">
                <a16:creationId xmlns:a16="http://schemas.microsoft.com/office/drawing/2014/main" id="{392A3008-9E6D-F835-4A6A-123EFD452C73}"/>
              </a:ext>
            </a:extLst>
          </p:cNvPr>
          <p:cNvSpPr txBox="1"/>
          <p:nvPr/>
        </p:nvSpPr>
        <p:spPr>
          <a:xfrm>
            <a:off x="4839887" y="5059568"/>
            <a:ext cx="256833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时间：</a:t>
            </a:r>
            <a:r>
              <a:rPr kumimoji="0" lang="en-US" altLang="zh-CN" sz="1800" b="1"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2026</a:t>
            </a:r>
            <a:r>
              <a:rPr kumimoji="0" lang="zh-CN" altLang="en-US" sz="1800" b="1"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年</a:t>
            </a:r>
            <a:r>
              <a:rPr lang="en-US" altLang="zh-CN" b="1" dirty="0">
                <a:solidFill>
                  <a:prstClr val="black">
                    <a:lumMod val="85000"/>
                    <a:lumOff val="15000"/>
                  </a:prstClr>
                </a:solidFill>
                <a:latin typeface="微软雅黑" panose="020B0503020204020204" pitchFamily="34" charset="-122"/>
                <a:ea typeface="微软雅黑" panose="020B0503020204020204" pitchFamily="34" charset="-122"/>
              </a:rPr>
              <a:t>6</a:t>
            </a:r>
            <a:r>
              <a:rPr kumimoji="0" lang="zh-CN" altLang="en-US" sz="1800" b="1"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月</a:t>
            </a:r>
            <a:r>
              <a:rPr kumimoji="0" lang="en-US" altLang="zh-CN" sz="1800" b="1"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16</a:t>
            </a:r>
            <a:r>
              <a:rPr kumimoji="0" lang="zh-CN" altLang="en-US" sz="1800" b="1"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日</a:t>
            </a:r>
          </a:p>
        </p:txBody>
      </p:sp>
      <p:pic>
        <p:nvPicPr>
          <p:cNvPr id="5" name="图片 4">
            <a:extLst>
              <a:ext uri="{FF2B5EF4-FFF2-40B4-BE49-F238E27FC236}">
                <a16:creationId xmlns:a16="http://schemas.microsoft.com/office/drawing/2014/main" id="{C846A7CE-2760-0B23-0270-1F2C597552F2}"/>
              </a:ext>
            </a:extLst>
          </p:cNvPr>
          <p:cNvPicPr>
            <a:picLocks noChangeAspect="1"/>
          </p:cNvPicPr>
          <p:nvPr/>
        </p:nvPicPr>
        <p:blipFill>
          <a:blip r:embed="rId3">
            <a:extLst>
              <a:ext uri="{28A0092B-C50C-407E-A947-70E740481C1C}">
                <a14:useLocalDpi xmlns:a14="http://schemas.microsoft.com/office/drawing/2010/main" val="0"/>
              </a:ext>
            </a:extLst>
          </a:blip>
          <a:srcRect t="36596" b="36596"/>
          <a:stretch/>
        </p:blipFill>
        <p:spPr>
          <a:xfrm>
            <a:off x="0" y="-10860"/>
            <a:ext cx="12192002" cy="1450303"/>
          </a:xfrm>
          <a:prstGeom prst="rect">
            <a:avLst/>
          </a:prstGeom>
        </p:spPr>
      </p:pic>
      <p:sp>
        <p:nvSpPr>
          <p:cNvPr id="6" name="矩形 5">
            <a:extLst>
              <a:ext uri="{FF2B5EF4-FFF2-40B4-BE49-F238E27FC236}">
                <a16:creationId xmlns:a16="http://schemas.microsoft.com/office/drawing/2014/main" id="{A53DCA33-D03D-AEA8-075E-BB55A07D3E14}"/>
              </a:ext>
            </a:extLst>
          </p:cNvPr>
          <p:cNvSpPr/>
          <p:nvPr/>
        </p:nvSpPr>
        <p:spPr>
          <a:xfrm>
            <a:off x="0" y="-10861"/>
            <a:ext cx="12192001" cy="1450304"/>
          </a:xfrm>
          <a:prstGeom prst="rect">
            <a:avLst/>
          </a:prstGeom>
          <a:gradFill>
            <a:gsLst>
              <a:gs pos="100000">
                <a:schemeClr val="accent1">
                  <a:alpha val="20000"/>
                </a:schemeClr>
              </a:gs>
              <a:gs pos="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7" name="矩形 6">
            <a:extLst>
              <a:ext uri="{FF2B5EF4-FFF2-40B4-BE49-F238E27FC236}">
                <a16:creationId xmlns:a16="http://schemas.microsoft.com/office/drawing/2014/main" id="{1C460D3E-1E35-6094-53C9-F12C3AC7BA3D}"/>
              </a:ext>
            </a:extLst>
          </p:cNvPr>
          <p:cNvSpPr/>
          <p:nvPr/>
        </p:nvSpPr>
        <p:spPr>
          <a:xfrm rot="5400000">
            <a:off x="5832475" y="498480"/>
            <a:ext cx="527043" cy="1219199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8" name="矩形 7">
            <a:extLst>
              <a:ext uri="{FF2B5EF4-FFF2-40B4-BE49-F238E27FC236}">
                <a16:creationId xmlns:a16="http://schemas.microsoft.com/office/drawing/2014/main" id="{8BEAAB24-CFF0-CD16-A9D3-EA9B59F6419E}"/>
              </a:ext>
            </a:extLst>
          </p:cNvPr>
          <p:cNvSpPr/>
          <p:nvPr/>
        </p:nvSpPr>
        <p:spPr>
          <a:xfrm rot="5400000">
            <a:off x="6025865" y="3514939"/>
            <a:ext cx="140271" cy="1454152"/>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pic>
        <p:nvPicPr>
          <p:cNvPr id="9" name="图片 8">
            <a:extLst>
              <a:ext uri="{FF2B5EF4-FFF2-40B4-BE49-F238E27FC236}">
                <a16:creationId xmlns:a16="http://schemas.microsoft.com/office/drawing/2014/main" id="{D7A816E9-F5C5-23EC-72FF-3FB32BD43F6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49056" y="-50104"/>
            <a:ext cx="3237929" cy="1644993"/>
          </a:xfrm>
          <a:prstGeom prst="rect">
            <a:avLst/>
          </a:prstGeom>
        </p:spPr>
      </p:pic>
      <p:sp>
        <p:nvSpPr>
          <p:cNvPr id="10" name="文本框 9">
            <a:extLst>
              <a:ext uri="{FF2B5EF4-FFF2-40B4-BE49-F238E27FC236}">
                <a16:creationId xmlns:a16="http://schemas.microsoft.com/office/drawing/2014/main" id="{5CA6B1D1-A902-2B20-7DFA-13CBB3907423}"/>
              </a:ext>
            </a:extLst>
          </p:cNvPr>
          <p:cNvSpPr txBox="1"/>
          <p:nvPr/>
        </p:nvSpPr>
        <p:spPr>
          <a:xfrm>
            <a:off x="2194928" y="2073478"/>
            <a:ext cx="7802136" cy="1938992"/>
          </a:xfrm>
          <a:prstGeom prst="rect">
            <a:avLst/>
          </a:prstGeom>
          <a:noFill/>
        </p:spPr>
        <p:txBody>
          <a:bodyPr wrap="none" rtlCol="0">
            <a:spAutoFit/>
          </a:bodyPr>
          <a:lstStyle/>
          <a:p>
            <a:pPr algn="ctr"/>
            <a:r>
              <a:rPr lang="zh-CN" altLang="en-US" sz="6000" b="1" spc="600" dirty="0">
                <a:solidFill>
                  <a:schemeClr val="accent1"/>
                </a:solidFill>
                <a:latin typeface="微软雅黑" panose="020B0503020204020204" pitchFamily="34" charset="-122"/>
                <a:ea typeface="微软雅黑" panose="020B0503020204020204" pitchFamily="34" charset="-122"/>
              </a:rPr>
              <a:t>感谢各位老师</a:t>
            </a:r>
          </a:p>
          <a:p>
            <a:pPr algn="ctr"/>
            <a:r>
              <a:rPr lang="zh-CN" altLang="en-US" sz="6000" b="1" spc="600" dirty="0">
                <a:solidFill>
                  <a:schemeClr val="accent1"/>
                </a:solidFill>
                <a:latin typeface="微软雅黑" panose="020B0503020204020204" pitchFamily="34" charset="-122"/>
                <a:ea typeface="微软雅黑" panose="020B0503020204020204" pitchFamily="34" charset="-122"/>
              </a:rPr>
              <a:t>请各位老师批评指正</a:t>
            </a:r>
          </a:p>
        </p:txBody>
      </p:sp>
    </p:spTree>
    <p:extLst>
      <p:ext uri="{BB962C8B-B14F-4D97-AF65-F5344CB8AC3E}">
        <p14:creationId xmlns:p14="http://schemas.microsoft.com/office/powerpoint/2010/main" val="201249890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OPCH-766304907597200CBA71759953D2E28AAE68550933AE7EDB75EB693409F6ED19" val="[{&quot;GradientColorId&quot;:&quot;&quot;,&quot;IsFree&quot;:true,&quot;IsGradient&quot;:false,&quot;ImagePath&quot;:&quot;&quot;,&quot;GradientColor&quot;:null,&quot;SimpleColor&quot;:&quot;#30356D&quot;}]"/>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1_Office 主题​​">
  <a:themeElements>
    <a:clrScheme name="自定义 2">
      <a:dk1>
        <a:sysClr val="windowText" lastClr="000000"/>
      </a:dk1>
      <a:lt1>
        <a:sysClr val="window" lastClr="FFFFFF"/>
      </a:lt1>
      <a:dk2>
        <a:srgbClr val="242852"/>
      </a:dk2>
      <a:lt2>
        <a:srgbClr val="ACCBF9"/>
      </a:lt2>
      <a:accent1>
        <a:srgbClr val="003F88"/>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15385</TotalTime>
  <Words>13223</Words>
  <Application>Microsoft Office PowerPoint</Application>
  <PresentationFormat>宽屏</PresentationFormat>
  <Paragraphs>1188</Paragraphs>
  <Slides>46</Slides>
  <Notes>46</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46</vt:i4>
      </vt:variant>
    </vt:vector>
  </HeadingPairs>
  <TitlesOfParts>
    <vt:vector size="57" baseType="lpstr">
      <vt:lpstr>等线</vt:lpstr>
      <vt:lpstr>等线 Light</vt:lpstr>
      <vt:lpstr>Microsoft YaHei</vt:lpstr>
      <vt:lpstr>Microsoft YaHei</vt:lpstr>
      <vt:lpstr>Arial</vt:lpstr>
      <vt:lpstr>Calibri</vt:lpstr>
      <vt:lpstr>Calibri Light</vt:lpstr>
      <vt:lpstr>Cambria Math</vt:lpstr>
      <vt:lpstr>Times New Roman</vt:lpstr>
      <vt:lpstr>Office 主题​​</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嘉璇 施</dc:creator>
  <cp:lastModifiedBy>陈凌韬 陈凌韬</cp:lastModifiedBy>
  <cp:revision>62</cp:revision>
  <dcterms:created xsi:type="dcterms:W3CDTF">2026-05-04T02:36:15Z</dcterms:created>
  <dcterms:modified xsi:type="dcterms:W3CDTF">2026-06-19T14:29:31Z</dcterms:modified>
</cp:coreProperties>
</file>