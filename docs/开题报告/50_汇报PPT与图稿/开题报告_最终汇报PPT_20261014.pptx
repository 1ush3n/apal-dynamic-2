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3ba4c3d847453a" /><Relationship Type="http://schemas.openxmlformats.org/officeDocument/2006/relationships/extended-properties" Target="/docProps/app.xml" Id="R5e44812cd4264fd9" /><Relationship Type="http://schemas.openxmlformats.org/officeDocument/2006/relationships/officeDocument" Target="/ppt/presentation.xml" Id="R3217b1be15e44522" /></Relationships>
</file>

<file path=ppt/presentation.xml><?xml version="1.0" encoding="utf-8"?>
<p:presentation xmlns:p="http://schemas.openxmlformats.org/presentationml/2006/main">
  <p:sldMasterIdLst>
    <p:sldMasterId xmlns:r="http://schemas.openxmlformats.org/officeDocument/2006/relationships" id="2147483648" r:id="R3c798c8788954f5d"/>
  </p:sldMasterIdLst>
  <p:notesMasterIdLst>
    <p:notesMasterId xmlns:r="http://schemas.openxmlformats.org/officeDocument/2006/relationships" r:id="R215595013a1e4eae"/>
  </p:notesMasterIdLst>
  <p:sldIdLst>
    <p:sldId xmlns:r="http://schemas.openxmlformats.org/officeDocument/2006/relationships" id="256" r:id="R6a27b06e117749ca"/>
    <p:sldId xmlns:r="http://schemas.openxmlformats.org/officeDocument/2006/relationships" id="257" r:id="R4fe994b0608d4154"/>
    <p:sldId xmlns:r="http://schemas.openxmlformats.org/officeDocument/2006/relationships" id="258" r:id="R1409e14e4320422f"/>
    <p:sldId xmlns:r="http://schemas.openxmlformats.org/officeDocument/2006/relationships" id="259" r:id="Rd837a5e1b09a4f5d"/>
    <p:sldId xmlns:r="http://schemas.openxmlformats.org/officeDocument/2006/relationships" id="260" r:id="Rc31e3a7280fd4df3"/>
    <p:sldId xmlns:r="http://schemas.openxmlformats.org/officeDocument/2006/relationships" id="261" r:id="Rbf4d03702c614478"/>
    <p:sldId xmlns:r="http://schemas.openxmlformats.org/officeDocument/2006/relationships" id="262" r:id="Rbedb31163aaa48e5"/>
    <p:sldId xmlns:r="http://schemas.openxmlformats.org/officeDocument/2006/relationships" id="263" r:id="R63964e03252b475c"/>
    <p:sldId xmlns:r="http://schemas.openxmlformats.org/officeDocument/2006/relationships" id="264" r:id="Rf6db17aea5ea49fa"/>
    <p:sldId xmlns:r="http://schemas.openxmlformats.org/officeDocument/2006/relationships" id="265" r:id="Rbaa8e5b7528f435a"/>
    <p:sldId xmlns:r="http://schemas.openxmlformats.org/officeDocument/2006/relationships" id="266" r:id="Red3b7d3d64e340ea"/>
    <p:sldId xmlns:r="http://schemas.openxmlformats.org/officeDocument/2006/relationships" id="267" r:id="Rfc619b4dceaa401a"/>
    <p:sldId xmlns:r="http://schemas.openxmlformats.org/officeDocument/2006/relationships" id="268" r:id="R3bb995f25b5a4232"/>
    <p:sldId xmlns:r="http://schemas.openxmlformats.org/officeDocument/2006/relationships" id="269" r:id="R6545dc63053e408d"/>
    <p:sldId xmlns:r="http://schemas.openxmlformats.org/officeDocument/2006/relationships" id="270" r:id="R6813bdc00c904f6f"/>
    <p:sldId xmlns:r="http://schemas.openxmlformats.org/officeDocument/2006/relationships" id="271" r:id="Rb467c50f2ff34678"/>
    <p:sldId xmlns:r="http://schemas.openxmlformats.org/officeDocument/2006/relationships" id="272" r:id="R6b2fe7f1ed9e4c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94c532e55a42e3" /><Relationship Type="http://schemas.openxmlformats.org/officeDocument/2006/relationships/slideMaster" Target="/ppt/slideMasters/slideMaster1.xml" Id="R3c798c8788954f5d" /><Relationship Type="http://schemas.openxmlformats.org/officeDocument/2006/relationships/notesMaster" Target="/ppt/notesMasters/notesMaster1.xml" Id="R215595013a1e4eae" /><Relationship Type="http://schemas.openxmlformats.org/officeDocument/2006/relationships/presProps" Target="/ppt/presProps.xml" Id="R212492fe54ab4bdb" /><Relationship Type="http://schemas.openxmlformats.org/officeDocument/2006/relationships/tableStyles" Target="/ppt/tableStyles.xml" Id="Rff929160d3e240d5" /><Relationship Type="http://schemas.openxmlformats.org/officeDocument/2006/relationships/slide" Target="/ppt/slides/slide1.xml" Id="R6a27b06e117749ca" /><Relationship Type="http://schemas.openxmlformats.org/officeDocument/2006/relationships/slide" Target="/ppt/slides/slide2.xml" Id="R4fe994b0608d4154" /><Relationship Type="http://schemas.openxmlformats.org/officeDocument/2006/relationships/slide" Target="/ppt/slides/slide3.xml" Id="R1409e14e4320422f" /><Relationship Type="http://schemas.openxmlformats.org/officeDocument/2006/relationships/slide" Target="/ppt/slides/slide4.xml" Id="Rd837a5e1b09a4f5d" /><Relationship Type="http://schemas.openxmlformats.org/officeDocument/2006/relationships/slide" Target="/ppt/slides/slide5.xml" Id="Rc31e3a7280fd4df3" /><Relationship Type="http://schemas.openxmlformats.org/officeDocument/2006/relationships/slide" Target="/ppt/slides/slide6.xml" Id="Rbf4d03702c614478" /><Relationship Type="http://schemas.openxmlformats.org/officeDocument/2006/relationships/slide" Target="/ppt/slides/slide7.xml" Id="Rbedb31163aaa48e5" /><Relationship Type="http://schemas.openxmlformats.org/officeDocument/2006/relationships/slide" Target="/ppt/slides/slide8.xml" Id="R63964e03252b475c" /><Relationship Type="http://schemas.openxmlformats.org/officeDocument/2006/relationships/slide" Target="/ppt/slides/slide9.xml" Id="Rf6db17aea5ea49fa" /><Relationship Type="http://schemas.openxmlformats.org/officeDocument/2006/relationships/slide" Target="/ppt/slides/slide10.xml" Id="Rbaa8e5b7528f435a" /><Relationship Type="http://schemas.openxmlformats.org/officeDocument/2006/relationships/slide" Target="/ppt/slides/slide11.xml" Id="Red3b7d3d64e340ea" /><Relationship Type="http://schemas.openxmlformats.org/officeDocument/2006/relationships/slide" Target="/ppt/slides/slide12.xml" Id="Rfc619b4dceaa401a" /><Relationship Type="http://schemas.openxmlformats.org/officeDocument/2006/relationships/slide" Target="/ppt/slides/slide13.xml" Id="R3bb995f25b5a4232" /><Relationship Type="http://schemas.openxmlformats.org/officeDocument/2006/relationships/slide" Target="/ppt/slides/slide14.xml" Id="R6545dc63053e408d" /><Relationship Type="http://schemas.openxmlformats.org/officeDocument/2006/relationships/slide" Target="/ppt/slides/slide15.xml" Id="R6813bdc00c904f6f" /><Relationship Type="http://schemas.openxmlformats.org/officeDocument/2006/relationships/slide" Target="/ppt/slides/slide16.xml" Id="Rb467c50f2ff34678" /><Relationship Type="http://schemas.openxmlformats.org/officeDocument/2006/relationships/slide" Target="/ppt/slides/slide17.xml" Id="R6b2fe7f1ed9e4c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fba4a1e0f347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e3c1ad875344c2" /><Relationship Type="http://schemas.openxmlformats.org/officeDocument/2006/relationships/notesMaster" Target="/ppt/notesMasters/notesMaster1.xml" Id="Rc7319803c119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831e01638e42a7" /><Relationship Type="http://schemas.openxmlformats.org/officeDocument/2006/relationships/notesMaster" Target="/ppt/notesMasters/notesMaster1.xml" Id="R54991a3511da47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7808b654644428" /><Relationship Type="http://schemas.openxmlformats.org/officeDocument/2006/relationships/notesMaster" Target="/ppt/notesMasters/notesMaster1.xml" Id="Ra0f5bd235f1c4c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c0a224fb0b4f49" /><Relationship Type="http://schemas.openxmlformats.org/officeDocument/2006/relationships/notesMaster" Target="/ppt/notesMasters/notesMaster1.xml" Id="R38e8f03e2d5743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cd28a9826b4839" /><Relationship Type="http://schemas.openxmlformats.org/officeDocument/2006/relationships/notesMaster" Target="/ppt/notesMasters/notesMaster1.xml" Id="Rb1586087b5404a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5df750498346d5" /><Relationship Type="http://schemas.openxmlformats.org/officeDocument/2006/relationships/notesMaster" Target="/ppt/notesMasters/notesMaster1.xml" Id="R4b248bb0679b43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bda8ac8edf49f2" /><Relationship Type="http://schemas.openxmlformats.org/officeDocument/2006/relationships/notesMaster" Target="/ppt/notesMasters/notesMaster1.xml" Id="R4588f182917c4e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9a631b58f045af" /><Relationship Type="http://schemas.openxmlformats.org/officeDocument/2006/relationships/notesMaster" Target="/ppt/notesMasters/notesMaster1.xml" Id="R294cb7bdcbbf4d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52135312a04574" /><Relationship Type="http://schemas.openxmlformats.org/officeDocument/2006/relationships/notesMaster" Target="/ppt/notesMasters/notesMaster1.xml" Id="R220201866e4c4b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70fed7f8084eb6" /><Relationship Type="http://schemas.openxmlformats.org/officeDocument/2006/relationships/notesMaster" Target="/ppt/notesMasters/notesMaster1.xml" Id="R802a4bca1c214f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681cd9f5784721" /><Relationship Type="http://schemas.openxmlformats.org/officeDocument/2006/relationships/notesMaster" Target="/ppt/notesMasters/notesMaster1.xml" Id="Raecec972cd874e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16bb6b06fb44d3" /><Relationship Type="http://schemas.openxmlformats.org/officeDocument/2006/relationships/notesMaster" Target="/ppt/notesMasters/notesMaster1.xml" Id="R37cd2540f99942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96ebe6b4e045e8" /><Relationship Type="http://schemas.openxmlformats.org/officeDocument/2006/relationships/notesMaster" Target="/ppt/notesMasters/notesMaster1.xml" Id="R7277fd90774545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76f79563ac4182" /><Relationship Type="http://schemas.openxmlformats.org/officeDocument/2006/relationships/notesMaster" Target="/ppt/notesMasters/notesMaster1.xml" Id="R119ac3693f124c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274b44f477493c" /><Relationship Type="http://schemas.openxmlformats.org/officeDocument/2006/relationships/notesMaster" Target="/ppt/notesMasters/notesMaster1.xml" Id="R8ee9601c6aa04f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06053ba56540a2" /><Relationship Type="http://schemas.openxmlformats.org/officeDocument/2006/relationships/notesMaster" Target="/ppt/notesMasters/notesMaster1.xml" Id="Ra0f6d9da2d6b422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40a620fdf34396" /><Relationship Type="http://schemas.openxmlformats.org/officeDocument/2006/relationships/notesMaster" Target="/ppt/notesMasters/notesMaster1.xml" Id="R37fa3ed19add46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各位老师好，我是陆晓。本次汇报的题目是基于图神经网络与强化学习的飞机脉动装配线调度方法研究。课题围绕同构图下的联合静态调度、异构图下的动态调度，以及语义增强的多架次协同动态调度三个研究内容展开。</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汇报分为研究背景、文献综述、研究内容、技术路线和工作计划五个部分。先说明生产问题与现有研究，再介绍三个研究内容及其方法，最后说明研究基础与进度安排。</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本课题关注飞机制造中的装配环节。国产大飞机规模化发展，需要相应的总装能力和更合理的生产组织。脉动装配线中，飞机驻站完成当前承担的装配任务，满足转站条件后，全线同步进入下一站。不同站位可并行装配不同飞机，先就绪的站位需要等待其他站位。因此，调度既要满足工艺和人员要求，也要协调各站的完成进度。图中的五站位是本研究设置。</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背景来源：</a:t>
            </a:r>
            <a:r>
              <a:rPr sz="1200">
                <a:solidFill>
                  <a:srgbClr val="000000"/>
                </a:solidFill>
                <a:latin typeface="Times New Roman"/>
                <a:ea typeface="Times New Roman"/>
                <a:cs typeface="Times New Roman"/>
              </a:rPr>
              <a:t>[</a:t>
            </a:r>
            <a:r>
              <a:rPr sz="1200">
                <a:solidFill>
                  <a:srgbClr val="000000"/>
                </a:solidFill>
                <a:latin typeface="Microsoft YaHei"/>
                <a:ea typeface="Microsoft YaHei"/>
                <a:cs typeface="Microsoft YaHei"/>
              </a:rPr>
              <a:t>政</a:t>
            </a:r>
            <a:r>
              <a:rPr sz="1200">
                <a:solidFill>
                  <a:srgbClr val="000000"/>
                </a:solidFill>
                <a:latin typeface="Times New Roman"/>
                <a:ea typeface="Times New Roman"/>
                <a:cs typeface="Times New Roman"/>
              </a:rPr>
              <a:t>1]</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a:t>
            </a:r>
            <a:r>
              <a:rPr sz="1200">
                <a:solidFill>
                  <a:srgbClr val="000000"/>
                </a:solidFill>
                <a:latin typeface="Microsoft YaHei"/>
                <a:ea typeface="Microsoft YaHei"/>
                <a:cs typeface="Microsoft YaHei"/>
              </a:rPr>
              <a:t>政</a:t>
            </a:r>
            <a:r>
              <a:rPr sz="1200">
                <a:solidFill>
                  <a:srgbClr val="000000"/>
                </a:solidFill>
                <a:latin typeface="Times New Roman"/>
                <a:ea typeface="Times New Roman"/>
                <a:cs typeface="Times New Roman"/>
              </a:rPr>
              <a:t>2]</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a:t>
            </a:r>
            <a:r>
              <a:rPr sz="1200">
                <a:solidFill>
                  <a:srgbClr val="000000"/>
                </a:solidFill>
                <a:latin typeface="Microsoft YaHei"/>
                <a:ea typeface="Microsoft YaHei"/>
                <a:cs typeface="Microsoft YaHei"/>
              </a:rPr>
              <a:t>政</a:t>
            </a:r>
            <a:r>
              <a:rPr sz="1200">
                <a:solidFill>
                  <a:srgbClr val="000000"/>
                </a:solidFill>
                <a:latin typeface="Times New Roman"/>
                <a:ea typeface="Times New Roman"/>
                <a:cs typeface="Times New Roman"/>
              </a:rPr>
              <a:t>3]</a:t>
            </a:r>
            <a:r>
              <a:rPr sz="1200">
                <a:solidFill>
                  <a:srgbClr val="000000"/>
                </a:solidFill>
                <a:latin typeface="Microsoft YaHei"/>
                <a:ea typeface="Microsoft YaHei"/>
                <a:cs typeface="Microsoft YaHei"/>
              </a:rPr>
              <a:t>；脉动生产组织：</a:t>
            </a:r>
            <a:r>
              <a:rPr sz="1200">
                <a:solidFill>
                  <a:srgbClr val="000000"/>
                </a:solidFill>
                <a:latin typeface="Times New Roman"/>
                <a:ea typeface="Times New Roman"/>
                <a:cs typeface="Times New Roman"/>
              </a:rPr>
              <a:t>[1]</a:t>
            </a:r>
            <a:r>
              <a:rPr sz="1200">
                <a:solidFill>
                  <a:srgbClr val="000000"/>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Times New Roman"/>
                <a:ea typeface="Times New Roman"/>
                <a:cs typeface="Times New Roman"/>
              </a:rPr>
              <a:t>2026-10-14</a:t>
            </a:r>
            <a:r>
              <a:rPr sz="1200">
                <a:solidFill>
                  <a:srgbClr val="000000"/>
                </a:solidFill>
                <a:latin typeface="Microsoft YaHei"/>
                <a:ea typeface="Microsoft YaHei"/>
                <a:cs typeface="Microsoft YaHei"/>
              </a:rPr>
              <a:t>确认修改：顶部保留两行背景，中部采用总装现场及五站位示意，底部通栏强调联合安排与受扰协同。照片取自陈凌韬</a:t>
            </a:r>
            <a:r>
              <a:rPr sz="1200">
                <a:solidFill>
                  <a:srgbClr val="000000"/>
                </a:solidFill>
                <a:latin typeface="Times New Roman"/>
                <a:ea typeface="Times New Roman"/>
                <a:cs typeface="Times New Roman"/>
              </a:rPr>
              <a:t>PPT</a:t>
            </a:r>
            <a:r>
              <a:rPr sz="1200">
                <a:solidFill>
                  <a:srgbClr val="000000"/>
                </a:solidFill>
                <a:latin typeface="Microsoft YaHei"/>
                <a:ea typeface="Microsoft YaHei"/>
                <a:cs typeface="Microsoft YaHei"/>
              </a:rPr>
              <a:t>第</a:t>
            </a:r>
            <a:r>
              <a:rPr sz="1200">
                <a:solidFill>
                  <a:srgbClr val="000000"/>
                </a:solidFill>
                <a:latin typeface="Times New Roman"/>
                <a:ea typeface="Times New Roman"/>
                <a:cs typeface="Times New Roman"/>
              </a:rPr>
              <a:t>3</a:t>
            </a:r>
            <a:r>
              <a:rPr sz="1200">
                <a:solidFill>
                  <a:srgbClr val="000000"/>
                </a:solidFill>
                <a:latin typeface="Microsoft YaHei"/>
                <a:ea typeface="Microsoft YaHei"/>
                <a:cs typeface="Microsoft YaHei"/>
              </a:rPr>
              <a:t>页</a:t>
            </a:r>
            <a:r>
              <a:rPr sz="1200">
                <a:solidFill>
                  <a:srgbClr val="000000"/>
                </a:solidFill>
                <a:latin typeface="Times New Roman"/>
                <a:ea typeface="Times New Roman"/>
                <a:cs typeface="Times New Roman"/>
              </a:rPr>
              <a:t>image10.png</a:t>
            </a:r>
            <a:r>
              <a:rPr sz="1200">
                <a:solidFill>
                  <a:srgbClr val="000000"/>
                </a:solidFill>
                <a:latin typeface="Microsoft YaHei"/>
                <a:ea typeface="Microsoft YaHei"/>
                <a:cs typeface="Microsoft YaHei"/>
              </a:rPr>
              <a:t>，不限定具体机型。飞机轮廓取自其第</a:t>
            </a:r>
            <a:r>
              <a:rPr sz="1200">
                <a:solidFill>
                  <a:srgbClr val="000000"/>
                </a:solidFill>
                <a:latin typeface="Times New Roman"/>
                <a:ea typeface="Times New Roman"/>
                <a:cs typeface="Times New Roman"/>
              </a:rPr>
              <a:t>4</a:t>
            </a:r>
            <a:r>
              <a:rPr sz="1200">
                <a:solidFill>
                  <a:srgbClr val="000000"/>
                </a:solidFill>
                <a:latin typeface="Microsoft YaHei"/>
                <a:ea typeface="Microsoft YaHei"/>
                <a:cs typeface="Microsoft YaHei"/>
              </a:rPr>
              <a:t>页</a:t>
            </a:r>
            <a:r>
              <a:rPr sz="1200">
                <a:solidFill>
                  <a:srgbClr val="000000"/>
                </a:solidFill>
                <a:latin typeface="Times New Roman"/>
                <a:ea typeface="Times New Roman"/>
                <a:cs typeface="Times New Roman"/>
              </a:rPr>
              <a:t>image12.png</a:t>
            </a:r>
            <a:r>
              <a:rPr sz="1200">
                <a:solidFill>
                  <a:srgbClr val="000000"/>
                </a:solidFill>
                <a:latin typeface="Microsoft YaHei"/>
                <a:ea typeface="Microsoft YaHei"/>
                <a:cs typeface="Microsoft YaHei"/>
              </a:rPr>
              <a:t>的末站飞机，五站位编号、作业团队标记和同步转站按本课题设置重组；人员和作业标记仅作概念示意。背景政策依据沿用原页政</a:t>
            </a:r>
            <a:r>
              <a:rPr sz="1200">
                <a:solidFill>
                  <a:srgbClr val="000000"/>
                </a:solidFill>
                <a:latin typeface="Times New Roman"/>
                <a:ea typeface="Times New Roman"/>
                <a:cs typeface="Times New Roman"/>
              </a:rPr>
              <a:t>1</a:t>
            </a:r>
            <a:r>
              <a:rPr sz="1200">
                <a:solidFill>
                  <a:srgbClr val="000000"/>
                </a:solidFill>
                <a:latin typeface="Microsoft YaHei"/>
                <a:ea typeface="Microsoft YaHei"/>
                <a:cs typeface="Microsoft YaHei"/>
              </a:rPr>
              <a:t>、政</a:t>
            </a:r>
            <a:r>
              <a:rPr sz="1200">
                <a:solidFill>
                  <a:srgbClr val="000000"/>
                </a:solidFill>
                <a:latin typeface="Times New Roman"/>
                <a:ea typeface="Times New Roman"/>
                <a:cs typeface="Times New Roman"/>
              </a:rPr>
              <a:t>2</a:t>
            </a:r>
            <a:r>
              <a:rPr sz="1200">
                <a:solidFill>
                  <a:srgbClr val="000000"/>
                </a:solidFill>
                <a:latin typeface="Microsoft YaHei"/>
                <a:ea typeface="Microsoft YaHei"/>
                <a:cs typeface="Microsoft YaHei"/>
              </a:rPr>
              <a:t>、政</a:t>
            </a:r>
            <a:r>
              <a:rPr sz="1200">
                <a:solidFill>
                  <a:srgbClr val="000000"/>
                </a:solidFill>
                <a:latin typeface="Times New Roman"/>
                <a:ea typeface="Times New Roman"/>
                <a:cs typeface="Times New Roman"/>
              </a:rPr>
              <a:t>3</a:t>
            </a:r>
            <a:r>
              <a:rPr sz="1200">
                <a:solidFill>
                  <a:srgbClr val="000000"/>
                </a:solidFill>
                <a:latin typeface="Microsoft YaHei"/>
                <a:ea typeface="Microsoft YaHei"/>
                <a:cs typeface="Microsoft YaHei"/>
              </a:rPr>
              <a:t>及原讲稿。本轮不修改</a:t>
            </a:r>
            <a:r>
              <a:rPr sz="1200">
                <a:solidFill>
                  <a:srgbClr val="000000"/>
                </a:solidFill>
                <a:latin typeface="Times New Roman"/>
                <a:ea typeface="Times New Roman"/>
                <a:cs typeface="Times New Roman"/>
              </a:rPr>
              <a:t>Word</a:t>
            </a:r>
            <a:r>
              <a:rPr sz="1200">
                <a:solidFill>
                  <a:srgbClr val="000000"/>
                </a:solidFill>
                <a:latin typeface="Microsoft YaHei"/>
                <a:ea typeface="Microsoft YaHei"/>
                <a:cs typeface="Microsoft YaHei"/>
              </a:rPr>
              <a:t>。</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联合调度需要选择工序、执行站位和具体人员团队。这些选择通过前序、人员资格、占用和站位绑定相互制约。研究内容一关注无扰动条件下的可行联合排程；研究内容二关注延迟开工后如何保留规定安排并兼顾完工时间与计划稳定性；研究内容三进一步关注多架次同步转站及下一周期的作业联系。这里的延迟开工改变尚未开工工序的最早可开工条件，实际开工仍须满足前序和人员条件。</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生产与调度依据：</a:t>
            </a:r>
            <a:r>
              <a:rPr sz="1200">
                <a:solidFill>
                  <a:srgbClr val="000000"/>
                </a:solidFill>
                <a:latin typeface="Times New Roman"/>
                <a:ea typeface="Times New Roman"/>
                <a:cs typeface="Times New Roman"/>
              </a:rPr>
              <a:t>[3]</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[10]</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[5]</a:t>
            </a:r>
            <a:r>
              <a:rPr sz="1200">
                <a:solidFill>
                  <a:srgbClr val="000000"/>
                </a:solidFill>
                <a:latin typeface="Microsoft YaHei"/>
                <a:ea typeface="Microsoft YaHei"/>
                <a:cs typeface="Microsoft YaHei"/>
              </a:rPr>
              <a:t>；研究边界以</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第</a:t>
            </a:r>
            <a:r>
              <a:rPr sz="1200">
                <a:solidFill>
                  <a:srgbClr val="000000"/>
                </a:solidFill>
                <a:latin typeface="Times New Roman"/>
                <a:ea typeface="Times New Roman"/>
                <a:cs typeface="Times New Roman"/>
              </a:rPr>
              <a:t>4</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5</a:t>
            </a:r>
            <a:r>
              <a:rPr sz="1200">
                <a:solidFill>
                  <a:srgbClr val="000000"/>
                </a:solidFill>
                <a:latin typeface="Microsoft YaHei"/>
                <a:ea typeface="Microsoft YaHei"/>
                <a:cs typeface="Microsoft YaHei"/>
              </a:rPr>
              <a:t>章为准。</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这一页按生产问题的扩展归纳文献，分别比较联合安排、扰动后的计划调整和周期生产条件。</a:t>
            </a:r>
            <a:r>
              <a:rPr sz="1200">
                <a:solidFill>
                  <a:srgbClr val="000000"/>
                </a:solidFill>
                <a:latin typeface="Times New Roman"/>
                <a:ea typeface="Times New Roman"/>
                <a:cs typeface="Times New Roman"/>
              </a:rPr>
              <a:t>Bao</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Fang</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Zheng</a:t>
            </a:r>
            <a:r>
              <a:rPr sz="1200">
                <a:solidFill>
                  <a:srgbClr val="000000"/>
                </a:solidFill>
                <a:latin typeface="Microsoft YaHei"/>
                <a:ea typeface="Microsoft YaHei"/>
                <a:cs typeface="Microsoft YaHei"/>
              </a:rPr>
              <a:t>的人员与站位条件各有侧重；</a:t>
            </a:r>
            <a:r>
              <a:rPr sz="1200">
                <a:solidFill>
                  <a:srgbClr val="000000"/>
                </a:solidFill>
                <a:latin typeface="Times New Roman"/>
                <a:ea typeface="Times New Roman"/>
                <a:cs typeface="Times New Roman"/>
              </a:rPr>
              <a:t>Zhu</a:t>
            </a:r>
            <a:r>
              <a:rPr sz="1200">
                <a:solidFill>
                  <a:srgbClr val="000000"/>
                </a:solidFill>
                <a:latin typeface="Microsoft YaHei"/>
                <a:ea typeface="Microsoft YaHei"/>
                <a:cs typeface="Microsoft YaHei"/>
              </a:rPr>
              <a:t>与</a:t>
            </a:r>
            <a:r>
              <a:rPr sz="1200">
                <a:solidFill>
                  <a:srgbClr val="000000"/>
                </a:solidFill>
                <a:latin typeface="Times New Roman"/>
                <a:ea typeface="Times New Roman"/>
                <a:cs typeface="Times New Roman"/>
              </a:rPr>
              <a:t>Lovato</a:t>
            </a:r>
            <a:r>
              <a:rPr sz="1200">
                <a:solidFill>
                  <a:srgbClr val="000000"/>
                </a:solidFill>
                <a:latin typeface="Microsoft YaHei"/>
                <a:ea typeface="Microsoft YaHei"/>
                <a:cs typeface="Microsoft YaHei"/>
              </a:rPr>
              <a:t>补足受扰调整和计划稳定性依据。</a:t>
            </a:r>
            <a:r>
              <a:rPr sz="1200">
                <a:solidFill>
                  <a:srgbClr val="000000"/>
                </a:solidFill>
                <a:latin typeface="Times New Roman"/>
                <a:ea typeface="Times New Roman"/>
                <a:cs typeface="Times New Roman"/>
              </a:rPr>
              <a:t>Pucel</a:t>
            </a:r>
            <a:r>
              <a:rPr sz="1200">
                <a:solidFill>
                  <a:srgbClr val="000000"/>
                </a:solidFill>
                <a:latin typeface="Microsoft YaHei"/>
                <a:ea typeface="Microsoft YaHei"/>
                <a:cs typeface="Microsoft YaHei"/>
              </a:rPr>
              <a:t>与</a:t>
            </a:r>
            <a:r>
              <a:rPr sz="1200">
                <a:solidFill>
                  <a:srgbClr val="000000"/>
                </a:solidFill>
                <a:latin typeface="Times New Roman"/>
                <a:ea typeface="Times New Roman"/>
                <a:cs typeface="Times New Roman"/>
              </a:rPr>
              <a:t>Roussel</a:t>
            </a:r>
            <a:r>
              <a:rPr sz="1200">
                <a:solidFill>
                  <a:srgbClr val="000000"/>
                </a:solidFill>
                <a:latin typeface="Microsoft YaHei"/>
                <a:ea typeface="Microsoft YaHei"/>
                <a:cs typeface="Microsoft YaHei"/>
              </a:rPr>
              <a:t>也涉及联合分站，在这里重点说明相邻周期实例、人员占用和站位组织。模型条件差异需要与本课题的具体团队选择和人员站位绑定一起比较。</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参考文献（编号沿用开题报告</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 </a:t>
            </a:r>
            <a:r>
              <a:rPr sz="1200">
                <a:solidFill>
                  <a:srgbClr val="000000"/>
                </a:solidFill>
                <a:latin typeface="Microsoft YaHei"/>
                <a:ea typeface="Microsoft YaHei"/>
                <a:cs typeface="Microsoft YaHei"/>
              </a:rPr>
              <a:t>方水良，刘猛男，鲜果，秦永辉，田雨辰</a:t>
            </a:r>
            <a:r>
              <a:rPr sz="1200">
                <a:solidFill>
                  <a:srgbClr val="000000"/>
                </a:solidFill>
                <a:latin typeface="Times New Roman"/>
                <a:ea typeface="Times New Roman"/>
                <a:cs typeface="Times New Roman"/>
              </a:rPr>
              <a:t>. </a:t>
            </a:r>
            <a:r>
              <a:rPr sz="1200">
                <a:solidFill>
                  <a:srgbClr val="000000"/>
                </a:solidFill>
                <a:latin typeface="Microsoft YaHei"/>
                <a:ea typeface="Microsoft YaHei"/>
                <a:cs typeface="Microsoft YaHei"/>
              </a:rPr>
              <a:t>飞机移动装配线</a:t>
            </a:r>
            <a:r>
              <a:rPr sz="1200">
                <a:solidFill>
                  <a:srgbClr val="000000"/>
                </a:solidFill>
                <a:latin typeface="Times New Roman"/>
                <a:ea typeface="Times New Roman"/>
                <a:cs typeface="Times New Roman"/>
              </a:rPr>
              <a:t>——</a:t>
            </a:r>
            <a:r>
              <a:rPr sz="1200">
                <a:solidFill>
                  <a:srgbClr val="000000"/>
                </a:solidFill>
                <a:latin typeface="Microsoft YaHei"/>
                <a:ea typeface="Microsoft YaHei"/>
                <a:cs typeface="Microsoft YaHei"/>
              </a:rPr>
              <a:t>脉动与续动</a:t>
            </a:r>
            <a:r>
              <a:rPr sz="1200">
                <a:solidFill>
                  <a:srgbClr val="000000"/>
                </a:solidFill>
                <a:latin typeface="Times New Roman"/>
                <a:ea typeface="Times New Roman"/>
                <a:cs typeface="Times New Roman"/>
              </a:rPr>
              <a:t>. </a:t>
            </a:r>
            <a:r>
              <a:rPr sz="1200">
                <a:solidFill>
                  <a:srgbClr val="000000"/>
                </a:solidFill>
                <a:latin typeface="Microsoft YaHei"/>
                <a:ea typeface="Microsoft YaHei"/>
                <a:cs typeface="Microsoft YaHei"/>
              </a:rPr>
              <a:t>航空制造技术</a:t>
            </a:r>
            <a:r>
              <a:rPr sz="1200">
                <a:solidFill>
                  <a:srgbClr val="000000"/>
                </a:solidFill>
                <a:latin typeface="Times New Roman"/>
                <a:ea typeface="Times New Roman"/>
                <a:cs typeface="Times New Roman"/>
              </a:rPr>
              <a:t>, 2021, 64(16):40–50.</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[3] Bao Z, Chen L, Qiu K. An aircraft final assembly line balancing problem considering resource constraints and parallel task scheduling. Computers &amp; Industrial Engineering, 2023, 182:109436.</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[9] Fang P, Yang J, Liao Q, Zhong R Y, Jiang Y. Flexible Worker Allocation in Aircraft Final Assembly Line Using Multiobjective Evolutionary Algorithms. IEEE Transactions on Industrial Informatics, 2021, 17(11):7468–7478.</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[10] Zheng X, Qiao F, You S, et al. Joint optimization of production scheduling and worker allocation under a resource dedication policy in aircraft assembly lines. Robotics and Computer-Integrated Manufacturing, 2025, 96:103047.</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[15] Zhu H, Lu Z, Lu C, Ren Y. A reactive scheduling method for disturbances in aircraft moving assembly line. International Journal of Production Research, 2021, 59(15):4756–4772.</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[5] Lovato D, Guillaume R, Thierry C, Battaia O. Managing disruptions in aircraft assembly lines with staircase criteria. International Journal of Production Research, 2023, 61(2):632–648.</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[11] Pucel X, Roussel S. Constraint Programming Model for Assembly Line Balancing and Scheduling with Walking Workers and Parallel Stations. CP 2024, LIPIcs 307:23:1–23:21.</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四类方法采用同一层级比较。规则逐步构造安排，数学优化显式描述变量与约束，元启发式通过搜索和解码改进方案，强化学习学习状态到动作的策略。</a:t>
            </a:r>
            <a:r>
              <a:rPr sz="1200">
                <a:solidFill>
                  <a:srgbClr val="000000"/>
                </a:solidFill>
                <a:latin typeface="Times New Roman"/>
                <a:ea typeface="Times New Roman"/>
                <a:cs typeface="Times New Roman"/>
              </a:rPr>
              <a:t>Q</a:t>
            </a:r>
            <a:r>
              <a:rPr sz="1200">
                <a:solidFill>
                  <a:srgbClr val="000000"/>
                </a:solidFill>
                <a:latin typeface="Microsoft YaHei"/>
                <a:ea typeface="Microsoft YaHei"/>
                <a:cs typeface="Microsoft YaHei"/>
              </a:rPr>
              <a:t>学习调节搜索参数时，排程仍由搜索与解码产生。图网络属于状态表示设计，多智能体属于决策组织设计，可以在强化学习内部分别比较。对学习方法应区分训练成本与在线决策成本。</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参考文献（编号沿用开题报告</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[17] Panwalkar S S, Iskander W. A survey of scheduling rules. Operations Research, 1977, 25(1):45–61.</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[3] Bao Z, Chen L, Qiu K. An aircraft final assembly line balancing problem considering resource constraints and parallel task scheduling. Computers &amp; Industrial Engineering, 2023, 182:109436.</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[11] Pucel X, Roussel S. Constraint Programming Model for Assembly Line Balancing and Scheduling with Walking Workers and Parallel Stations. CP 2024, LIPIcs 307:23:1–23:21.</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[5] Lovato D, Guillaume R, Thierry C, Battaia O. Managing disruptions in aircraft assembly lines with staircase criteria. International Journal of Production Research, 2023, 61(2):632–648.</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[9] Fang P, Yang J, Liao Q, Zhong R Y, Jiang Y. Flexible Worker Allocation in Aircraft Final Assembly Line Using Multiobjective Evolutionary Algorithms. IEEE Transactions on Industrial Informatics, 2021, 17(11):7468–7478.</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[10] Zheng X, Qiao F, You S, et al. Joint optimization of production scheduling and worker allocation under a resource dedication policy in aircraft assembly lines. Robotics and Computer-Integrated Manufacturing, 2025, 96:103047.</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[18] Wen X, Liu H, Zhang X, et al. A Q-Learning Improved Particle Swarm Optimization for Aircraft Pulsating Assembly Line Scheduling Problem Considering Skilled Operator Allocation. Computers, Materials &amp; Continua, 2026, 86(1):1–27.</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[19] Wen X, et al. An improved genetic algorithm based on reinforcement learning for aircraft assembly scheduling problem. Computers &amp; Industrial Engineering, 2024, 193:110263.</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[22] Zhang C, Song W, Cao Z, et al. Learning to Dispatch for Job Shop Scheduling via Deep Reinforcement Learning. NeurIPS, 2020, 33:1621–1632.</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[23] Wen X, Zhang H, Yang W, et al. Research on a worker skill level-aware pulsating assembly scheduling method for aircraft based on the GIN-PPO algorithm. Computers &amp; Industrial Engineering, 2026, 218:112135.</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[24] Chen B, Zhang J, Luo X, Jiang S. A multi-agent graph attention deep reinforcement learning method for aircraft assembly dynamic scheduling. Advanced Engineering Informatics, 2026, 73:104565.</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[25] Waubert de Puiseau C, Ercan F, Peters J, et al. A literature review on deep reinforcement learning for machine scheduling problems. Journal of Manufacturing Systems, 2026, 85:96–126.</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本页按信息内容比较状态表示，各组可以交叉。左侧图形为文献信息组织的概念示意，不表示这些论文采用相同的生产对象或同一个系统。</a:t>
            </a:r>
            <a:r>
              <a:rPr sz="1200">
                <a:solidFill>
                  <a:srgbClr val="000000"/>
                </a:solidFill>
                <a:latin typeface="Times New Roman"/>
                <a:ea typeface="Times New Roman"/>
                <a:cs typeface="Times New Roman"/>
              </a:rPr>
              <a:t>Wen</a:t>
            </a:r>
            <a:r>
              <a:rPr sz="1200">
                <a:solidFill>
                  <a:srgbClr val="000000"/>
                </a:solidFill>
                <a:latin typeface="Microsoft YaHei"/>
                <a:ea typeface="Microsoft YaHei"/>
                <a:cs typeface="Microsoft YaHei"/>
              </a:rPr>
              <a:t>研究单站内的工序选择；</a:t>
            </a:r>
            <a:r>
              <a:rPr sz="1200">
                <a:solidFill>
                  <a:srgbClr val="000000"/>
                </a:solidFill>
                <a:latin typeface="Times New Roman"/>
                <a:ea typeface="Times New Roman"/>
                <a:cs typeface="Times New Roman"/>
              </a:rPr>
              <a:t>Song</a:t>
            </a:r>
            <a:r>
              <a:rPr sz="1200">
                <a:solidFill>
                  <a:srgbClr val="000000"/>
                </a:solidFill>
                <a:latin typeface="Microsoft YaHei"/>
                <a:ea typeface="Microsoft YaHei"/>
                <a:cs typeface="Microsoft YaHei"/>
              </a:rPr>
              <a:t>提供工序与机器异构关系及联合动作的参考。</a:t>
            </a:r>
            <a:r>
              <a:rPr sz="1200">
                <a:solidFill>
                  <a:srgbClr val="000000"/>
                </a:solidFill>
                <a:latin typeface="Times New Roman"/>
                <a:ea typeface="Times New Roman"/>
                <a:cs typeface="Times New Roman"/>
              </a:rPr>
              <a:t>Chen</a:t>
            </a:r>
            <a:r>
              <a:rPr sz="1200">
                <a:solidFill>
                  <a:srgbClr val="000000"/>
                </a:solidFill>
                <a:latin typeface="Microsoft YaHei"/>
                <a:ea typeface="Microsoft YaHei"/>
                <a:cs typeface="Microsoft YaHei"/>
              </a:rPr>
              <a:t>已使用站内图和跨站聚合，跨站信息进入评价网络。</a:t>
            </a:r>
            <a:r>
              <a:rPr sz="1200">
                <a:solidFill>
                  <a:srgbClr val="000000"/>
                </a:solidFill>
                <a:latin typeface="Times New Roman"/>
                <a:ea typeface="Times New Roman"/>
                <a:cs typeface="Times New Roman"/>
              </a:rPr>
              <a:t>Ding</a:t>
            </a:r>
            <a:r>
              <a:rPr sz="1200">
                <a:solidFill>
                  <a:srgbClr val="000000"/>
                </a:solidFill>
                <a:latin typeface="Microsoft YaHei"/>
                <a:ea typeface="Microsoft YaHei"/>
                <a:cs typeface="Microsoft YaHei"/>
              </a:rPr>
              <a:t>通过知识图谱组织产品、工艺、资源和事件；</a:t>
            </a:r>
            <a:r>
              <a:rPr sz="1200">
                <a:solidFill>
                  <a:srgbClr val="000000"/>
                </a:solidFill>
                <a:latin typeface="Times New Roman"/>
                <a:ea typeface="Times New Roman"/>
                <a:cs typeface="Times New Roman"/>
              </a:rPr>
              <a:t>Hu</a:t>
            </a:r>
            <a:r>
              <a:rPr sz="1200">
                <a:solidFill>
                  <a:srgbClr val="000000"/>
                </a:solidFill>
                <a:latin typeface="Microsoft YaHei"/>
                <a:ea typeface="Microsoft YaHei"/>
                <a:cs typeface="Microsoft YaHei"/>
              </a:rPr>
              <a:t>已使用动态时间属性及语义异构图。研究内容三进一步对应多架次同步转站与紧邻下一周期站位就绪的实际时间联系。</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参考文献（编号沿用开题报告</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[23] Wen X, Zhang H, Yang W, et al. Research on a worker skill level-aware pulsating assembly scheduling method for aircraft based on the GIN-PPO algorithm. Computers &amp; Industrial Engineering, 2026, 218:112135.</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[29] Song W, Chen X, Li Q, Cao Z. Flexible job-shop scheduling via graph neural network and deep reinforcement learning. IEEE Transactions on Industrial Informatics, 2023, 19(2):1600–1610.</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[24] Chen B, Zhang J, Luo X, Jiang S. A multi-agent graph attention deep reinforcement learning method for aircraft assembly dynamic scheduling. Advanced Engineering Informatics, 2026, 73:104565.</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[33] Ding C, Qiao F, Liu J, Wang D, Shi J. Semantic-driven real-time scheduling approach for aerospace product manufacturing. Computers &amp; Industrial Engineering, 2025, 210:111525.</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[34] Hu Y, Chen J, Zhang Z, Tang D, Cai Q. Dynamic scheduling for dual-resource constrained flexible job-shop via semantic-aware graph modelling and deep reinforcement learning. Knowledge-Based Systems, 2025, 328:114192.</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[27] Smit I G, Zhou J, Reijnen R, et al. Graph neural networks for job shop scheduling problems: A survey. Computers &amp; Operations Research, 2025, 176:106914.</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前三页从生产决策、求解方式和信息表示三个视角共同支撑本页的三个研究问题。研究内容一关注给定人员条件下的工序、站位与具体团队联合安排。研究内容二在延迟开工后利用不同关系信息，在规定安排保留条件下兼顾完工时间与计划稳定性。研究内容三面向多架次同步转站，区分当前与紧邻下一周期任务，并学习生产状态与实际转站、站位就绪时间结果的联系。</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参考文献（编号沿用开题报告</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[3] Bao Z, Chen L, Qiu K. An aircraft final assembly line balancing problem considering resource constraints and parallel task scheduling. Computers &amp; Industrial Engineering, 2023, 182:109436.</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[9] Fang P, Yang J, Liao Q, Zhong R Y, Jiang Y. Flexible Worker Allocation in Aircraft Final Assembly Line Using Multiobjective Evolutionary Algorithms. IEEE Transactions on Industrial Informatics, 2021, 17(11):7468–7478.</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[10] Zheng X, Qiao F, You S, et al. Joint optimization of production scheduling and worker allocation under a resource dedication policy in aircraft assembly lines. Robotics and Computer-Integrated Manufacturing, 2025, 96:103047.</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[5] Lovato D, Guillaume R, Thierry C, Battaia O. Managing disruptions in aircraft assembly lines with staircase criteria. International Journal of Production Research, 2023, 61(2):632–648.</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[29] Song W, Chen X, Li Q, Cao Z. Flexible job-shop scheduling via graph neural network and deep reinforcement learning. IEEE Transactions on Industrial Informatics, 2023, 19(2):1600–1610.</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[24] Chen B, Zhang J, Luo X, Jiang S. A multi-agent graph attention deep reinforcement learning method for aircraft assembly dynamic scheduling. Advanced Engineering Informatics, 2026, 73:104565.</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[33] Ding C, Qiao F, Liu J, Wang D, Shi J. Semantic-driven real-time scheduling approach for aerospace product manufacturing. Computers &amp; Industrial Engineering, 2025, 210:111525.</a:t>
            </a:r>
            <a:endParaRPr>
              <a:latin typeface="Microsoft YaHei"/>
              <a:ea typeface="Microsoft YaHei"/>
              <a:cs typeface="Microsoft YaHei"/>
            </a:endParaRPr>
          </a:p>
          <a:p xmlns:a="http://schemas.openxmlformats.org/drawingml/2006/main">
            <a:pPr>
              <a:buNone/>
            </a:pPr>
            <a:r>
              <a:rPr sz="1200">
                <a:solidFill>
                  <a:srgbClr val="000000"/>
                </a:solidFill>
                <a:latin typeface="Times New Roman"/>
                <a:ea typeface="Times New Roman"/>
                <a:cs typeface="Times New Roman"/>
              </a:rPr>
              <a:t>[34] Hu Y, Chen J, Zhang Z, Tang D, Cai Q. Dynamic scheduling for dual-resource constrained flexible job-shop via semantic-aware graph modelling and deep reinforcement learning. Knowledge-Based Systems, 2025, 328:114192.</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三个研究内容沿生产问题和表示需求逐步扩展。研究内容一采用共享图传播规则，形成无扰动下的联合静态排程。研究内容二进一步区分工艺与资源关系，响应延迟开工并修复允许修改的安排。研究内容三转向多架次实际连续执行：分层组织各站当前及下一周期作业，利用实际转站与就绪结果训练共享的图编码和融合模块，再结合预测信息进行协同决策。语义增强体现为生产状态与后续时间结果之间的联系。</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研究内容一将工艺与资源信息组织在同一图中，采用共享传播规则生成表示。策略依次选择工序、站位和具体团队，后续选择以前面选择为条件。动作掩码和时间分配检查前序、资格、人数、占用及绑定，形成合法起止安排。状态随安排进展更新，全部任务安排后输出排程。前期</a:t>
            </a:r>
            <a:r>
              <a:rPr sz="1200">
                <a:solidFill>
                  <a:srgbClr val="000000"/>
                </a:solidFill>
                <a:latin typeface="Times New Roman"/>
                <a:ea typeface="Times New Roman"/>
                <a:cs typeface="Times New Roman"/>
              </a:rPr>
              <a:t>CAC</a:t>
            </a:r>
            <a:r>
              <a:rPr sz="1200">
                <a:solidFill>
                  <a:srgbClr val="000000"/>
                </a:solidFill>
                <a:latin typeface="Microsoft YaHei"/>
                <a:ea typeface="Microsoft YaHei"/>
                <a:cs typeface="Microsoft YaHei"/>
              </a:rPr>
              <a:t>录用成果提供联合调度基础，新的同构方案需要独立实现、训练和验证。</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本页右侧说明</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工序、站位与团队的关联</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工序选择影响后续作业条件，站位安排改变任务分布与可选人员，团队组成影响执行时间。围绕三项决策的相互联系，开展无扰动条件下的联合静态调度。</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同构图统一表示</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将工艺关系与站位、人员信息组织在同一图中，采用共享图传播规则，使各项决策共同读取工艺与资源状态，感知已有安排对后续选择的影响。</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自回归联合决策</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依次选择工序、执行站位和具体团队。站位选择以所选工序为条件，团队选择进一步结合工序与站位信息，逐人形成完整团队，保持各项选择之间的联系。</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重点句：同构图提供共同状态，自回归决策实现工序、站位与具体团队的联动选择。</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素材依据：开题报告</a:t>
            </a:r>
            <a:r>
              <a:rPr sz="1200">
                <a:solidFill>
                  <a:srgbClr val="000000"/>
                </a:solidFill>
                <a:latin typeface="Times New Roman"/>
                <a:ea typeface="Times New Roman"/>
                <a:cs typeface="Times New Roman"/>
              </a:rPr>
              <a:t>_</a:t>
            </a:r>
            <a:r>
              <a:rPr sz="1200">
                <a:solidFill>
                  <a:srgbClr val="000000"/>
                </a:solidFill>
                <a:latin typeface="Microsoft YaHei"/>
                <a:ea typeface="Microsoft YaHei"/>
                <a:cs typeface="Microsoft YaHei"/>
              </a:rPr>
              <a:t>汇报</a:t>
            </a:r>
            <a:r>
              <a:rPr sz="1200">
                <a:solidFill>
                  <a:srgbClr val="000000"/>
                </a:solidFill>
                <a:latin typeface="Times New Roman"/>
                <a:ea typeface="Times New Roman"/>
                <a:cs typeface="Times New Roman"/>
              </a:rPr>
              <a:t>PPT_v4</a:t>
            </a:r>
            <a:r>
              <a:rPr sz="1200">
                <a:solidFill>
                  <a:srgbClr val="000000"/>
                </a:solidFill>
                <a:latin typeface="Microsoft YaHei"/>
                <a:ea typeface="Microsoft YaHei"/>
                <a:cs typeface="Microsoft YaHei"/>
              </a:rPr>
              <a:t>同步修订</a:t>
            </a:r>
            <a:r>
              <a:rPr sz="1200">
                <a:solidFill>
                  <a:srgbClr val="000000"/>
                </a:solidFill>
                <a:latin typeface="Times New Roman"/>
                <a:ea typeface="Times New Roman"/>
                <a:cs typeface="Times New Roman"/>
              </a:rPr>
              <a:t>_20261013.pptx</a:t>
            </a:r>
            <a:r>
              <a:rPr sz="1200">
                <a:solidFill>
                  <a:srgbClr val="000000"/>
                </a:solidFill>
                <a:latin typeface="Microsoft YaHei"/>
                <a:ea typeface="Microsoft YaHei"/>
                <a:cs typeface="Microsoft YaHei"/>
              </a:rPr>
              <a:t>，第</a:t>
            </a:r>
            <a:r>
              <a:rPr sz="1200">
                <a:solidFill>
                  <a:srgbClr val="000000"/>
                </a:solidFill>
                <a:latin typeface="Times New Roman"/>
                <a:ea typeface="Times New Roman"/>
                <a:cs typeface="Times New Roman"/>
              </a:rPr>
              <a:t>10</a:t>
            </a:r>
            <a:r>
              <a:rPr sz="1200">
                <a:solidFill>
                  <a:srgbClr val="000000"/>
                </a:solidFill>
                <a:latin typeface="Microsoft YaHei"/>
                <a:ea typeface="Microsoft YaHei"/>
                <a:cs typeface="Microsoft YaHei"/>
              </a:rPr>
              <a:t>页；开题报告</a:t>
            </a:r>
            <a:r>
              <a:rPr sz="1200">
                <a:solidFill>
                  <a:srgbClr val="000000"/>
                </a:solidFill>
                <a:latin typeface="Times New Roman"/>
                <a:ea typeface="Times New Roman"/>
                <a:cs typeface="Times New Roman"/>
              </a:rPr>
              <a:t>-</a:t>
            </a:r>
            <a:r>
              <a:rPr sz="1200">
                <a:solidFill>
                  <a:srgbClr val="000000"/>
                </a:solidFill>
                <a:latin typeface="Microsoft YaHei"/>
                <a:ea typeface="Microsoft YaHei"/>
                <a:cs typeface="Microsoft YaHei"/>
              </a:rPr>
              <a:t>陆晓</a:t>
            </a:r>
            <a:r>
              <a:rPr sz="1200">
                <a:solidFill>
                  <a:srgbClr val="000000"/>
                </a:solidFill>
                <a:latin typeface="Times New Roman"/>
                <a:ea typeface="Times New Roman"/>
                <a:cs typeface="Times New Roman"/>
              </a:rPr>
              <a:t>-v4.docx</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4.2.1</a:t>
            </a:r>
            <a:r>
              <a:rPr sz="1200">
                <a:solidFill>
                  <a:srgbClr val="000000"/>
                </a:solidFill>
                <a:latin typeface="Microsoft YaHei"/>
                <a:ea typeface="Microsoft YaHei"/>
                <a:cs typeface="Microsoft YaHei"/>
              </a:rPr>
              <a:t>及</a:t>
            </a:r>
            <a:r>
              <a:rPr sz="1200">
                <a:solidFill>
                  <a:srgbClr val="000000"/>
                </a:solidFill>
                <a:latin typeface="Times New Roman"/>
                <a:ea typeface="Times New Roman"/>
                <a:cs typeface="Times New Roman"/>
              </a:rPr>
              <a:t>5.2</a:t>
            </a:r>
            <a:r>
              <a:rPr sz="1200">
                <a:solidFill>
                  <a:srgbClr val="000000"/>
                </a:solidFill>
                <a:latin typeface="Microsoft YaHei"/>
                <a:ea typeface="Microsoft YaHei"/>
                <a:cs typeface="Microsoft YaHei"/>
              </a:rPr>
              <a:t>。技术路线图依据原页模块重排，正式研究名称与方法边界沿用原稿。</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图示来源：前期</a:t>
            </a:r>
            <a:r>
              <a:rPr sz="1200">
                <a:solidFill>
                  <a:srgbClr val="000000"/>
                </a:solidFill>
                <a:latin typeface="Times New Roman"/>
                <a:ea typeface="Times New Roman"/>
                <a:cs typeface="Times New Roman"/>
              </a:rPr>
              <a:t>_CAC2026_</a:t>
            </a:r>
            <a:r>
              <a:rPr sz="1200">
                <a:solidFill>
                  <a:srgbClr val="000000"/>
                </a:solidFill>
                <a:latin typeface="Microsoft YaHei"/>
                <a:ea typeface="Microsoft YaHei"/>
                <a:cs typeface="Microsoft YaHei"/>
              </a:rPr>
              <a:t>联合调度论文</a:t>
            </a:r>
            <a:r>
              <a:rPr sz="1200">
                <a:solidFill>
                  <a:srgbClr val="000000"/>
                </a:solidFill>
                <a:latin typeface="Times New Roman"/>
                <a:ea typeface="Times New Roman"/>
                <a:cs typeface="Times New Roman"/>
              </a:rPr>
              <a:t>_</a:t>
            </a:r>
            <a:r>
              <a:rPr sz="1200">
                <a:solidFill>
                  <a:srgbClr val="000000"/>
                </a:solidFill>
                <a:latin typeface="Microsoft YaHei"/>
                <a:ea typeface="Microsoft YaHei"/>
                <a:cs typeface="Microsoft YaHei"/>
              </a:rPr>
              <a:t>用户提供稿</a:t>
            </a:r>
            <a:r>
              <a:rPr sz="1200">
                <a:solidFill>
                  <a:srgbClr val="000000"/>
                </a:solidFill>
                <a:latin typeface="Times New Roman"/>
                <a:ea typeface="Times New Roman"/>
                <a:cs typeface="Times New Roman"/>
              </a:rPr>
              <a:t>_20261003.pdf</a:t>
            </a:r>
            <a:r>
              <a:rPr sz="1200">
                <a:solidFill>
                  <a:srgbClr val="000000"/>
                </a:solidFill>
                <a:latin typeface="Microsoft YaHei"/>
                <a:ea typeface="Microsoft YaHei"/>
                <a:cs typeface="Microsoft YaHei"/>
              </a:rPr>
              <a:t>，第</a:t>
            </a:r>
            <a:r>
              <a:rPr sz="1200">
                <a:solidFill>
                  <a:srgbClr val="000000"/>
                </a:solidFill>
                <a:latin typeface="Times New Roman"/>
                <a:ea typeface="Times New Roman"/>
                <a:cs typeface="Times New Roman"/>
              </a:rPr>
              <a:t>4</a:t>
            </a:r>
            <a:r>
              <a:rPr sz="1200">
                <a:solidFill>
                  <a:srgbClr val="000000"/>
                </a:solidFill>
                <a:latin typeface="Microsoft YaHei"/>
                <a:ea typeface="Microsoft YaHei"/>
                <a:cs typeface="Microsoft YaHei"/>
              </a:rPr>
              <a:t>页图</a:t>
            </a:r>
            <a:r>
              <a:rPr sz="1200">
                <a:solidFill>
                  <a:srgbClr val="000000"/>
                </a:solidFill>
                <a:latin typeface="Times New Roman"/>
                <a:ea typeface="Times New Roman"/>
                <a:cs typeface="Times New Roman"/>
              </a:rPr>
              <a:t>2</a:t>
            </a:r>
            <a:r>
              <a:rPr sz="1200">
                <a:solidFill>
                  <a:srgbClr val="000000"/>
                </a:solidFill>
                <a:latin typeface="Microsoft YaHei"/>
                <a:ea typeface="Microsoft YaHei"/>
                <a:cs typeface="Microsoft YaHei"/>
              </a:rPr>
              <a:t>。图</a:t>
            </a:r>
            <a:r>
              <a:rPr sz="1200">
                <a:solidFill>
                  <a:srgbClr val="000000"/>
                </a:solidFill>
                <a:latin typeface="Times New Roman"/>
                <a:ea typeface="Times New Roman"/>
                <a:cs typeface="Times New Roman"/>
              </a:rPr>
              <a:t>2</a:t>
            </a:r>
            <a:r>
              <a:rPr sz="1200">
                <a:solidFill>
                  <a:srgbClr val="000000"/>
                </a:solidFill>
                <a:latin typeface="Microsoft YaHei"/>
                <a:ea typeface="Microsoft YaHei"/>
                <a:cs typeface="Microsoft YaHei"/>
              </a:rPr>
              <a:t>原用于</a:t>
            </a:r>
            <a:r>
              <a:rPr sz="1200">
                <a:solidFill>
                  <a:srgbClr val="000000"/>
                </a:solidFill>
                <a:latin typeface="Times New Roman"/>
                <a:ea typeface="Times New Roman"/>
                <a:cs typeface="Times New Roman"/>
              </a:rPr>
              <a:t>CAC</a:t>
            </a:r>
            <a:r>
              <a:rPr sz="1200">
                <a:solidFill>
                  <a:srgbClr val="000000"/>
                </a:solidFill>
                <a:latin typeface="Microsoft YaHei"/>
                <a:ea typeface="Microsoft YaHei"/>
                <a:cs typeface="Microsoft YaHei"/>
              </a:rPr>
              <a:t>异构图方法；这里仅借用其工艺、人员、站位联系的结构示意，按开题研究内容一采用共享传播规则，未将</a:t>
            </a:r>
            <a:r>
              <a:rPr sz="1200">
                <a:solidFill>
                  <a:srgbClr val="000000"/>
                </a:solidFill>
                <a:latin typeface="Times New Roman"/>
                <a:ea typeface="Times New Roman"/>
                <a:cs typeface="Times New Roman"/>
              </a:rPr>
              <a:t>CAC</a:t>
            </a:r>
            <a:r>
              <a:rPr sz="1200">
                <a:solidFill>
                  <a:srgbClr val="000000"/>
                </a:solidFill>
                <a:latin typeface="Microsoft YaHei"/>
                <a:ea typeface="Microsoft YaHei"/>
                <a:cs typeface="Microsoft YaHei"/>
              </a:rPr>
              <a:t>方法或实验结果改称同构图成果。原图的</a:t>
            </a:r>
            <a:r>
              <a:rPr sz="1200">
                <a:solidFill>
                  <a:srgbClr val="000000"/>
                </a:solidFill>
                <a:latin typeface="Times New Roman"/>
                <a:ea typeface="Times New Roman"/>
                <a:cs typeface="Times New Roman"/>
              </a:rPr>
              <a:t>4</a:t>
            </a:r>
            <a:r>
              <a:rPr sz="1200">
                <a:solidFill>
                  <a:srgbClr val="000000"/>
                </a:solidFill>
                <a:latin typeface="Microsoft YaHei"/>
                <a:ea typeface="Microsoft YaHei"/>
                <a:cs typeface="Microsoft YaHei"/>
              </a:rPr>
              <a:t>类联系以中文图例说明。</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研究内容二按类型组织工序、站位、人员和技能及其关系，为联合策略提供表示。重调度时，保留基准排程中计划开工时刻早于重调度时刻的原安排，继承已使用人员的站位绑定，修复其余允许调整的条目。修复结果同时评价完工时间与开工时刻、站位和团队变化。相关论文已投稿，已有四个工业测试实例、</a:t>
            </a:r>
            <a:r>
              <a:rPr sz="1200">
                <a:solidFill>
                  <a:srgbClr val="000000"/>
                </a:solidFill>
                <a:latin typeface="Times New Roman"/>
                <a:ea typeface="Times New Roman"/>
                <a:cs typeface="Times New Roman"/>
              </a:rPr>
              <a:t>36</a:t>
            </a:r>
            <a:r>
              <a:rPr sz="1200">
                <a:solidFill>
                  <a:srgbClr val="000000"/>
                </a:solidFill>
                <a:latin typeface="Microsoft YaHei"/>
                <a:ea typeface="Microsoft YaHei"/>
                <a:cs typeface="Microsoft YaHei"/>
              </a:rPr>
              <a:t>个固定延迟场景及结构变体的实验基础。具体场景和实验数字按相应论文版本解释。</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本页右侧说明</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工艺与资源关系的分别编码</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工艺前序、技能需求、人员资格和站位归属具有不同生产含义。通过异构图区分实体与关系，按关系传播信息，使联合决策分别利用工艺联系与资源条件。</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延迟开工后的计划修复</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依据固定基准计划确定保留与调整范围，保留规定工序的原安排，继承已有人员站位绑定。根据已知开工延迟，联合修订可调工序的站位、具体团队与作业时间。</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完工效率与计划稳定性的兼顾</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将完工时间与相对基准的开工、站位和团队变更共同纳入调度目标，研究恢复生产进度与减少计划改动之间的权衡，形成考虑原计划延续的重调度方法。</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重点句：分别利用工艺与资源关系，在规定范围内修复受扰计划，兼顾完工效率与计划稳定性。</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素材依据：开题报告</a:t>
            </a:r>
            <a:r>
              <a:rPr sz="1200">
                <a:solidFill>
                  <a:srgbClr val="000000"/>
                </a:solidFill>
                <a:latin typeface="Times New Roman"/>
                <a:ea typeface="Times New Roman"/>
                <a:cs typeface="Times New Roman"/>
              </a:rPr>
              <a:t>_</a:t>
            </a:r>
            <a:r>
              <a:rPr sz="1200">
                <a:solidFill>
                  <a:srgbClr val="000000"/>
                </a:solidFill>
                <a:latin typeface="Microsoft YaHei"/>
                <a:ea typeface="Microsoft YaHei"/>
                <a:cs typeface="Microsoft YaHei"/>
              </a:rPr>
              <a:t>汇报</a:t>
            </a:r>
            <a:r>
              <a:rPr sz="1200">
                <a:solidFill>
                  <a:srgbClr val="000000"/>
                </a:solidFill>
                <a:latin typeface="Times New Roman"/>
                <a:ea typeface="Times New Roman"/>
                <a:cs typeface="Times New Roman"/>
              </a:rPr>
              <a:t>PPT_v4</a:t>
            </a:r>
            <a:r>
              <a:rPr sz="1200">
                <a:solidFill>
                  <a:srgbClr val="000000"/>
                </a:solidFill>
                <a:latin typeface="Microsoft YaHei"/>
                <a:ea typeface="Microsoft YaHei"/>
                <a:cs typeface="Microsoft YaHei"/>
              </a:rPr>
              <a:t>同步修订</a:t>
            </a:r>
            <a:r>
              <a:rPr sz="1200">
                <a:solidFill>
                  <a:srgbClr val="000000"/>
                </a:solidFill>
                <a:latin typeface="Times New Roman"/>
                <a:ea typeface="Times New Roman"/>
                <a:cs typeface="Times New Roman"/>
              </a:rPr>
              <a:t>_20261013.pptx</a:t>
            </a:r>
            <a:r>
              <a:rPr sz="1200">
                <a:solidFill>
                  <a:srgbClr val="000000"/>
                </a:solidFill>
                <a:latin typeface="Microsoft YaHei"/>
                <a:ea typeface="Microsoft YaHei"/>
                <a:cs typeface="Microsoft YaHei"/>
              </a:rPr>
              <a:t>，第</a:t>
            </a:r>
            <a:r>
              <a:rPr sz="1200">
                <a:solidFill>
                  <a:srgbClr val="000000"/>
                </a:solidFill>
                <a:latin typeface="Times New Roman"/>
                <a:ea typeface="Times New Roman"/>
                <a:cs typeface="Times New Roman"/>
              </a:rPr>
              <a:t>11</a:t>
            </a:r>
            <a:r>
              <a:rPr sz="1200">
                <a:solidFill>
                  <a:srgbClr val="000000"/>
                </a:solidFill>
                <a:latin typeface="Microsoft YaHei"/>
                <a:ea typeface="Microsoft YaHei"/>
                <a:cs typeface="Microsoft YaHei"/>
              </a:rPr>
              <a:t>页；开题报告</a:t>
            </a:r>
            <a:r>
              <a:rPr sz="1200">
                <a:solidFill>
                  <a:srgbClr val="000000"/>
                </a:solidFill>
                <a:latin typeface="Times New Roman"/>
                <a:ea typeface="Times New Roman"/>
                <a:cs typeface="Times New Roman"/>
              </a:rPr>
              <a:t>-</a:t>
            </a:r>
            <a:r>
              <a:rPr sz="1200">
                <a:solidFill>
                  <a:srgbClr val="000000"/>
                </a:solidFill>
                <a:latin typeface="Microsoft YaHei"/>
                <a:ea typeface="Microsoft YaHei"/>
                <a:cs typeface="Microsoft YaHei"/>
              </a:rPr>
              <a:t>陆晓</a:t>
            </a:r>
            <a:r>
              <a:rPr sz="1200">
                <a:solidFill>
                  <a:srgbClr val="000000"/>
                </a:solidFill>
                <a:latin typeface="Times New Roman"/>
                <a:ea typeface="Times New Roman"/>
                <a:cs typeface="Times New Roman"/>
              </a:rPr>
              <a:t>-v4.docx</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4.2.2</a:t>
            </a:r>
            <a:r>
              <a:rPr sz="1200">
                <a:solidFill>
                  <a:srgbClr val="000000"/>
                </a:solidFill>
                <a:latin typeface="Microsoft YaHei"/>
                <a:ea typeface="Microsoft YaHei"/>
                <a:cs typeface="Microsoft YaHei"/>
              </a:rPr>
              <a:t>及</a:t>
            </a:r>
            <a:r>
              <a:rPr sz="1200">
                <a:solidFill>
                  <a:srgbClr val="000000"/>
                </a:solidFill>
                <a:latin typeface="Times New Roman"/>
                <a:ea typeface="Times New Roman"/>
                <a:cs typeface="Times New Roman"/>
              </a:rPr>
              <a:t>5.3</a:t>
            </a:r>
            <a:r>
              <a:rPr sz="1200">
                <a:solidFill>
                  <a:srgbClr val="000000"/>
                </a:solidFill>
                <a:latin typeface="Microsoft YaHei"/>
                <a:ea typeface="Microsoft YaHei"/>
                <a:cs typeface="Microsoft YaHei"/>
              </a:rPr>
              <a:t>。技术路线图依据原页模块重排，正式研究名称与方法边界沿用原稿。</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研究内容三复用异构图编码和条件决策，在此基础上增加分层融合与时间预测训练。飞机层对未完工序分组聚合，并拼接任务数量、工时和技能需求；站位层分别汇总当前与下一周期的任务及人员条件；整线层汇总各站负荷、周期进度和飞机数量。两个时间输出分别预测本次同步转站相对现有估计的修正，以及下一周期各站的就绪偏差。后续实际执行结果形成标签，预测误差训练时间预测模块及策略共享的图编码、融合模块。节点表示、分层上下文和预测数值参与候选评分，随后选择工序、站位和团队并分配合法时间。当前周期预测同时用于奖励塑形，策略采用</a:t>
            </a:r>
            <a:r>
              <a:rPr sz="1200">
                <a:solidFill>
                  <a:srgbClr val="000000"/>
                </a:solidFill>
                <a:latin typeface="Times New Roman"/>
                <a:ea typeface="Times New Roman"/>
                <a:cs typeface="Times New Roman"/>
              </a:rPr>
              <a:t>PPO</a:t>
            </a:r>
            <a:r>
              <a:rPr sz="1200">
                <a:solidFill>
                  <a:srgbClr val="000000"/>
                </a:solidFill>
                <a:latin typeface="Microsoft YaHei"/>
                <a:ea typeface="Microsoft YaHei"/>
                <a:cs typeface="Microsoft YaHei"/>
              </a:rPr>
              <a:t>训练，生产过程持续至整批飞机完成并离线。完整效果仍需实验验证。</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下一周期就绪偏差以该周期实际起点加参考周期长度为参照，偏差可正可负。未知扰动不提前输入，实际结果只在执行后成为监督标签。固定预测副本在采样轨迹内保持参数不变，每次决策仍读取最新状态；在线共享模块按训练批次更新。该实现安排继续沿用确认稿。</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方法依据：</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第</a:t>
            </a:r>
            <a:r>
              <a:rPr sz="1200">
                <a:solidFill>
                  <a:srgbClr val="000000"/>
                </a:solidFill>
                <a:latin typeface="Times New Roman"/>
                <a:ea typeface="Times New Roman"/>
                <a:cs typeface="Times New Roman"/>
              </a:rPr>
              <a:t>4.2.3</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5.4</a:t>
            </a:r>
            <a:r>
              <a:rPr sz="1200">
                <a:solidFill>
                  <a:srgbClr val="000000"/>
                </a:solidFill>
                <a:latin typeface="Microsoft YaHei"/>
                <a:ea typeface="Microsoft YaHei"/>
                <a:cs typeface="Microsoft YaHei"/>
              </a:rPr>
              <a:t>及最新创新点确认稿；辅助任务训练共享表示的文献依据：</a:t>
            </a:r>
            <a:r>
              <a:rPr sz="1200">
                <a:solidFill>
                  <a:srgbClr val="000000"/>
                </a:solidFill>
                <a:latin typeface="Times New Roman"/>
                <a:ea typeface="Times New Roman"/>
                <a:cs typeface="Times New Roman"/>
              </a:rPr>
              <a:t>[35]</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PPO</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[36]</a:t>
            </a:r>
            <a:r>
              <a:rPr sz="1200">
                <a:solidFill>
                  <a:srgbClr val="000000"/>
                </a:solidFill>
                <a:latin typeface="Microsoft YaHei"/>
                <a:ea typeface="Microsoft YaHei"/>
                <a:cs typeface="Microsoft YaHei"/>
              </a:rPr>
              <a:t>；动作掩码：</a:t>
            </a:r>
            <a:r>
              <a:rPr sz="1200">
                <a:solidFill>
                  <a:srgbClr val="000000"/>
                </a:solidFill>
                <a:latin typeface="Times New Roman"/>
                <a:ea typeface="Times New Roman"/>
                <a:cs typeface="Times New Roman"/>
              </a:rPr>
              <a:t>[37]</a:t>
            </a:r>
            <a:r>
              <a:rPr sz="1200">
                <a:solidFill>
                  <a:srgbClr val="000000"/>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本页右侧说明</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同步脉动下的多架次协同</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多架飞机在不同站位并行装配，局部延迟可能推迟全线同步转站，并影响下一周期的作业条件，需要协调各站当前与后续任务。</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飞机、站位与整线的分层融合</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在工序与资源图编码基础上，按飞机、站位和整线汇总生产信息，分别组织当前与紧邻下一周期的任务及人员状态，为联合策略提供跨站、跨周期信息。</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时间结果驱动的语义增强</a:t>
            </a:r>
            <a:endParaRPr>
              <a:latin typeface="Microsoft YaHei"/>
              <a:ea typeface="Microsoft YaHei"/>
              <a:cs typeface="Microsoft YaHei"/>
            </a:endParaRPr>
          </a:p>
          <a:p xmlns:a="http://schemas.openxmlformats.org/drawingml/2006/main">
            <a:pPr>
              <a:buNone/>
            </a:pPr>
            <a:r>
              <a:rPr sz="1200">
                <a:solidFill>
                  <a:srgbClr val="000000"/>
                </a:solidFill>
                <a:latin typeface="Microsoft YaHei"/>
                <a:ea typeface="Microsoft YaHei"/>
                <a:cs typeface="Microsoft YaHei"/>
              </a:rPr>
              <a:t>预测本次转站时间修正及下一周期各站就绪偏差，利用实际时间结果训练策略共享的图编码与融合模块，使图表示学习生产状态与后续时间结果的联系，支持协同决策。</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重点句：通过分层融合与时间结果训练，将当前生产状态与后续时间结果联系起来，支持多架次协同调度。</a:t>
            </a:r>
            <a:endParaRPr>
              <a:latin typeface="Microsoft YaHei"/>
              <a:ea typeface="Microsoft YaHei"/>
              <a:cs typeface="Microsoft YaHei"/>
            </a:endParaRPr>
          </a:p>
          <a:p xmlns:a="http://schemas.openxmlformats.org/drawingml/2006/main">
            <a:pPr>
              <a:buNone/>
            </a:pPr>
          </a:p>
          <a:p xmlns:a="http://schemas.openxmlformats.org/drawingml/2006/main">
            <a:pPr>
              <a:buNone/>
            </a:pPr>
            <a:r>
              <a:rPr sz="1200">
                <a:solidFill>
                  <a:srgbClr val="000000"/>
                </a:solidFill>
                <a:latin typeface="Microsoft YaHei"/>
                <a:ea typeface="Microsoft YaHei"/>
                <a:cs typeface="Microsoft YaHei"/>
              </a:rPr>
              <a:t>素材依据：开题报告</a:t>
            </a:r>
            <a:r>
              <a:rPr sz="1200">
                <a:solidFill>
                  <a:srgbClr val="000000"/>
                </a:solidFill>
                <a:latin typeface="Times New Roman"/>
                <a:ea typeface="Times New Roman"/>
                <a:cs typeface="Times New Roman"/>
              </a:rPr>
              <a:t>_</a:t>
            </a:r>
            <a:r>
              <a:rPr sz="1200">
                <a:solidFill>
                  <a:srgbClr val="000000"/>
                </a:solidFill>
                <a:latin typeface="Microsoft YaHei"/>
                <a:ea typeface="Microsoft YaHei"/>
                <a:cs typeface="Microsoft YaHei"/>
              </a:rPr>
              <a:t>汇报</a:t>
            </a:r>
            <a:r>
              <a:rPr sz="1200">
                <a:solidFill>
                  <a:srgbClr val="000000"/>
                </a:solidFill>
                <a:latin typeface="Times New Roman"/>
                <a:ea typeface="Times New Roman"/>
                <a:cs typeface="Times New Roman"/>
              </a:rPr>
              <a:t>PPT_v4</a:t>
            </a:r>
            <a:r>
              <a:rPr sz="1200">
                <a:solidFill>
                  <a:srgbClr val="000000"/>
                </a:solidFill>
                <a:latin typeface="Microsoft YaHei"/>
                <a:ea typeface="Microsoft YaHei"/>
                <a:cs typeface="Microsoft YaHei"/>
              </a:rPr>
              <a:t>同步修订</a:t>
            </a:r>
            <a:r>
              <a:rPr sz="1200">
                <a:solidFill>
                  <a:srgbClr val="000000"/>
                </a:solidFill>
                <a:latin typeface="Times New Roman"/>
                <a:ea typeface="Times New Roman"/>
                <a:cs typeface="Times New Roman"/>
              </a:rPr>
              <a:t>_20261013.pptx</a:t>
            </a:r>
            <a:r>
              <a:rPr sz="1200">
                <a:solidFill>
                  <a:srgbClr val="000000"/>
                </a:solidFill>
                <a:latin typeface="Microsoft YaHei"/>
                <a:ea typeface="Microsoft YaHei"/>
                <a:cs typeface="Microsoft YaHei"/>
              </a:rPr>
              <a:t>，第</a:t>
            </a:r>
            <a:r>
              <a:rPr sz="1200">
                <a:solidFill>
                  <a:srgbClr val="000000"/>
                </a:solidFill>
                <a:latin typeface="Times New Roman"/>
                <a:ea typeface="Times New Roman"/>
                <a:cs typeface="Times New Roman"/>
              </a:rPr>
              <a:t>12</a:t>
            </a:r>
            <a:r>
              <a:rPr sz="1200">
                <a:solidFill>
                  <a:srgbClr val="000000"/>
                </a:solidFill>
                <a:latin typeface="Microsoft YaHei"/>
                <a:ea typeface="Microsoft YaHei"/>
                <a:cs typeface="Microsoft YaHei"/>
              </a:rPr>
              <a:t>页；开题报告</a:t>
            </a:r>
            <a:r>
              <a:rPr sz="1200">
                <a:solidFill>
                  <a:srgbClr val="000000"/>
                </a:solidFill>
                <a:latin typeface="Times New Roman"/>
                <a:ea typeface="Times New Roman"/>
                <a:cs typeface="Times New Roman"/>
              </a:rPr>
              <a:t>-</a:t>
            </a:r>
            <a:r>
              <a:rPr sz="1200">
                <a:solidFill>
                  <a:srgbClr val="000000"/>
                </a:solidFill>
                <a:latin typeface="Microsoft YaHei"/>
                <a:ea typeface="Microsoft YaHei"/>
                <a:cs typeface="Microsoft YaHei"/>
              </a:rPr>
              <a:t>陆晓</a:t>
            </a:r>
            <a:r>
              <a:rPr sz="1200">
                <a:solidFill>
                  <a:srgbClr val="000000"/>
                </a:solidFill>
                <a:latin typeface="Times New Roman"/>
                <a:ea typeface="Times New Roman"/>
                <a:cs typeface="Times New Roman"/>
              </a:rPr>
              <a:t>-v4.docx</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4.2.3</a:t>
            </a:r>
            <a:r>
              <a:rPr sz="1200">
                <a:solidFill>
                  <a:srgbClr val="000000"/>
                </a:solidFill>
                <a:latin typeface="Microsoft YaHei"/>
                <a:ea typeface="Microsoft YaHei"/>
                <a:cs typeface="Microsoft YaHei"/>
              </a:rPr>
              <a:t>及</a:t>
            </a:r>
            <a:r>
              <a:rPr sz="1200">
                <a:solidFill>
                  <a:srgbClr val="000000"/>
                </a:solidFill>
                <a:latin typeface="Times New Roman"/>
                <a:ea typeface="Times New Roman"/>
                <a:cs typeface="Times New Roman"/>
              </a:rPr>
              <a:t>5.4</a:t>
            </a:r>
            <a:r>
              <a:rPr sz="1200">
                <a:solidFill>
                  <a:srgbClr val="000000"/>
                </a:solidFill>
                <a:latin typeface="Microsoft YaHei"/>
                <a:ea typeface="Microsoft YaHei"/>
                <a:cs typeface="Microsoft YaHei"/>
              </a:rPr>
              <a:t>。技术路线图依据原页模块重排，正式研究名称与方法边界沿用原稿。</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课题已有</a:t>
            </a:r>
            <a:r>
              <a:rPr sz="1200">
                <a:solidFill>
                  <a:srgbClr val="000000"/>
                </a:solidFill>
                <a:latin typeface="Times New Roman"/>
                <a:ea typeface="Times New Roman"/>
                <a:cs typeface="Times New Roman"/>
              </a:rPr>
              <a:t>283</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680</a:t>
            </a:r>
            <a:r>
              <a:rPr sz="1200">
                <a:solidFill>
                  <a:srgbClr val="000000"/>
                </a:solidFill>
                <a:latin typeface="Microsoft YaHei"/>
                <a:ea typeface="Microsoft YaHei"/>
                <a:cs typeface="Microsoft YaHei"/>
              </a:rPr>
              <a:t>、</a:t>
            </a:r>
            <a:r>
              <a:rPr sz="1200">
                <a:solidFill>
                  <a:srgbClr val="000000"/>
                </a:solidFill>
                <a:latin typeface="Times New Roman"/>
                <a:ea typeface="Times New Roman"/>
                <a:cs typeface="Times New Roman"/>
              </a:rPr>
              <a:t>2338</a:t>
            </a:r>
            <a:r>
              <a:rPr sz="1200">
                <a:solidFill>
                  <a:srgbClr val="000000"/>
                </a:solidFill>
                <a:latin typeface="Microsoft YaHei"/>
                <a:ea typeface="Microsoft YaHei"/>
                <a:cs typeface="Microsoft YaHei"/>
              </a:rPr>
              <a:t>和</a:t>
            </a:r>
            <a:r>
              <a:rPr sz="1200">
                <a:solidFill>
                  <a:srgbClr val="000000"/>
                </a:solidFill>
                <a:latin typeface="Times New Roman"/>
                <a:ea typeface="Times New Roman"/>
                <a:cs typeface="Times New Roman"/>
              </a:rPr>
              <a:t>3182</a:t>
            </a:r>
            <a:r>
              <a:rPr sz="1200">
                <a:solidFill>
                  <a:srgbClr val="000000"/>
                </a:solidFill>
                <a:latin typeface="Microsoft YaHei"/>
                <a:ea typeface="Microsoft YaHei"/>
                <a:cs typeface="Microsoft YaHei"/>
              </a:rPr>
              <a:t>四种规模的工业工艺数据，前序、标准工时和需求人数来自原始工艺，人员参数按实验设置。前期联合调度论文已获</a:t>
            </a:r>
            <a:r>
              <a:rPr sz="1200">
                <a:solidFill>
                  <a:srgbClr val="000000"/>
                </a:solidFill>
                <a:latin typeface="Times New Roman"/>
                <a:ea typeface="Times New Roman"/>
                <a:cs typeface="Times New Roman"/>
              </a:rPr>
              <a:t>CAC 2026</a:t>
            </a:r>
            <a:r>
              <a:rPr sz="1200">
                <a:solidFill>
                  <a:srgbClr val="000000"/>
                </a:solidFill>
                <a:latin typeface="Microsoft YaHei"/>
                <a:ea typeface="Microsoft YaHei"/>
                <a:cs typeface="Microsoft YaHei"/>
              </a:rPr>
              <a:t>录用，研究内容二论文已投稿并完成相应重调度实验。研究内容一的新同构方案需要独立验证；研究内容三已完成方案设计和部分代码开发，完整实现与性能验证按计划推进。拟使用实验室</a:t>
            </a:r>
            <a:r>
              <a:rPr sz="1200">
                <a:solidFill>
                  <a:srgbClr val="000000"/>
                </a:solidFill>
                <a:latin typeface="Times New Roman"/>
                <a:ea typeface="Times New Roman"/>
                <a:cs typeface="Times New Roman"/>
              </a:rPr>
              <a:t>NVIDIA V100</a:t>
            </a:r>
            <a:r>
              <a:rPr sz="1200">
                <a:solidFill>
                  <a:srgbClr val="000000"/>
                </a:solidFill>
                <a:latin typeface="Microsoft YaHei"/>
                <a:ea typeface="Microsoft YaHei"/>
                <a:cs typeface="Microsoft YaHei"/>
              </a:rPr>
              <a:t>服务器完成训练及批量测试。</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研究计划先完成开题准备，随后实现并验证同构方案，同时完善研究内容二稿件及补充实验。之后完成多架次执行环境、分层融合与语义增强方法，开展主比较、消融和成本分析，再推进研究论文与学位论文撰写。日期为拟定安排，结合研究进展及学院要求调整。预期形成</a:t>
            </a:r>
            <a:r>
              <a:rPr sz="1200">
                <a:solidFill>
                  <a:srgbClr val="000000"/>
                </a:solidFill>
                <a:latin typeface="Times New Roman"/>
                <a:ea typeface="Times New Roman"/>
                <a:cs typeface="Times New Roman"/>
              </a:rPr>
              <a:t>1</a:t>
            </a:r>
            <a:r>
              <a:rPr sz="1200">
                <a:solidFill>
                  <a:srgbClr val="000000"/>
                </a:solidFill>
                <a:latin typeface="Microsoft YaHei"/>
                <a:ea typeface="Microsoft YaHei"/>
                <a:cs typeface="Microsoft YaHei"/>
              </a:rPr>
              <a:t>至</a:t>
            </a:r>
            <a:r>
              <a:rPr sz="1200">
                <a:solidFill>
                  <a:srgbClr val="000000"/>
                </a:solidFill>
                <a:latin typeface="Times New Roman"/>
                <a:ea typeface="Times New Roman"/>
                <a:cs typeface="Times New Roman"/>
              </a:rPr>
              <a:t>2</a:t>
            </a:r>
            <a:r>
              <a:rPr sz="1200">
                <a:solidFill>
                  <a:srgbClr val="000000"/>
                </a:solidFill>
                <a:latin typeface="Microsoft YaHei"/>
                <a:ea typeface="Microsoft YaHei"/>
                <a:cs typeface="Microsoft YaHei"/>
              </a:rPr>
              <a:t>篇论文、</a:t>
            </a:r>
            <a:r>
              <a:rPr sz="1200">
                <a:solidFill>
                  <a:srgbClr val="000000"/>
                </a:solidFill>
                <a:latin typeface="Times New Roman"/>
                <a:ea typeface="Times New Roman"/>
                <a:cs typeface="Times New Roman"/>
              </a:rPr>
              <a:t>1</a:t>
            </a:r>
            <a:r>
              <a:rPr sz="1200">
                <a:solidFill>
                  <a:srgbClr val="000000"/>
                </a:solidFill>
                <a:latin typeface="Microsoft YaHei"/>
                <a:ea typeface="Microsoft YaHei"/>
                <a:cs typeface="Microsoft YaHei"/>
              </a:rPr>
              <a:t>篇会议论文及硕士学位论文。</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以上是本次开题汇报，恳请各位老师批评指正。</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学术文献编号与</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书目对应；政策和产业背景资料使用政</a:t>
            </a:r>
            <a:r>
              <a:rPr sz="1200">
                <a:solidFill>
                  <a:srgbClr val="000000"/>
                </a:solidFill>
                <a:latin typeface="Times New Roman"/>
                <a:ea typeface="Times New Roman"/>
                <a:cs typeface="Times New Roman"/>
              </a:rPr>
              <a:t>1</a:t>
            </a:r>
            <a:r>
              <a:rPr sz="1200">
                <a:solidFill>
                  <a:srgbClr val="000000"/>
                </a:solidFill>
                <a:latin typeface="Microsoft YaHei"/>
                <a:ea typeface="Microsoft YaHei"/>
                <a:cs typeface="Microsoft YaHei"/>
              </a:rPr>
              <a:t>至政</a:t>
            </a:r>
            <a:r>
              <a:rPr sz="1200">
                <a:solidFill>
                  <a:srgbClr val="000000"/>
                </a:solidFill>
                <a:latin typeface="Times New Roman"/>
                <a:ea typeface="Times New Roman"/>
                <a:cs typeface="Times New Roman"/>
              </a:rPr>
              <a:t>3</a:t>
            </a:r>
            <a:r>
              <a:rPr sz="1200">
                <a:solidFill>
                  <a:srgbClr val="000000"/>
                </a:solidFill>
                <a:latin typeface="Microsoft YaHei"/>
                <a:ea typeface="Microsoft YaHei"/>
                <a:cs typeface="Microsoft YaHei"/>
              </a:rPr>
              <a:t>独立标记。本页列出本次汇报使用的部分来源。</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Microsoft YaHei"/>
                <a:ea typeface="Microsoft YaHei"/>
                <a:cs typeface="Microsoft YaHei"/>
              </a:rPr>
              <a:t>本页继续列出汇报使用的文献。学术文献编号与</a:t>
            </a:r>
            <a:r>
              <a:rPr sz="1200">
                <a:solidFill>
                  <a:srgbClr val="000000"/>
                </a:solidFill>
                <a:latin typeface="Times New Roman"/>
                <a:ea typeface="Times New Roman"/>
                <a:cs typeface="Times New Roman"/>
              </a:rPr>
              <a:t>v4</a:t>
            </a:r>
            <a:r>
              <a:rPr sz="1200">
                <a:solidFill>
                  <a:srgbClr val="000000"/>
                </a:solidFill>
                <a:latin typeface="Microsoft YaHei"/>
                <a:ea typeface="Microsoft YaHei"/>
                <a:cs typeface="Microsoft YaHei"/>
              </a:rPr>
              <a:t>书目对应，辅助学习依据补列为</a:t>
            </a:r>
            <a:r>
              <a:rPr sz="1200">
                <a:solidFill>
                  <a:srgbClr val="000000"/>
                </a:solidFill>
                <a:latin typeface="Times New Roman"/>
                <a:ea typeface="Times New Roman"/>
                <a:cs typeface="Times New Roman"/>
              </a:rPr>
              <a:t>[35]</a:t>
            </a:r>
            <a:r>
              <a:rPr sz="1200">
                <a:solidFill>
                  <a:srgbClr val="000000"/>
                </a:solidFill>
                <a:latin typeface="Microsoft YaHei"/>
                <a:ea typeface="Microsoft YaHei"/>
                <a:cs typeface="Microsoft YaHei"/>
              </a:rPr>
              <a:t>。</a:t>
            </a:r>
            <a:endParaRPr>
              <a:latin typeface="Microsoft YaHei"/>
              <a:ea typeface="Microsoft YaHei"/>
              <a:cs typeface="Microsoft YaHe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90d711eb5442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6fa35c1dd849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dc232fef1d4a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df72e4088141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53486e515644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ccd25d421c4e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7446CA-0536-42FB-A212-F59CFD5CB1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icrosoft YaHei"/>
                <a:ea typeface="Microsoft YaHei"/>
                <a:cs typeface="Microsoft YaHei"/>
              </a:defRPr>
            </a:defPPr>
            <a:lvl1pPr marL="0" indent="0">
              <a:lnSpc>
                <a:spcPct val="110000"/>
              </a:lnSpc>
              <a:spcBef>
                <a:spcPts val="0"/>
              </a:spcBef>
              <a:spcAft>
                <a:spcPts val="0"/>
              </a:spcAft>
              <a:buNone/>
              <a:defRPr>
                <a:latin typeface="Microsoft YaHei"/>
                <a:ea typeface="Microsoft YaHei"/>
                <a:cs typeface="Microsoft YaHei"/>
              </a:defRPr>
            </a:lvl1pPr>
            <a:lvl2pPr marL="0" indent="0">
              <a:lnSpc>
                <a:spcPct val="110000"/>
              </a:lnSpc>
              <a:spcBef>
                <a:spcPts val="0"/>
              </a:spcBef>
              <a:spcAft>
                <a:spcPts val="0"/>
              </a:spcAft>
              <a:buNone/>
              <a:defRPr>
                <a:latin typeface="Microsoft YaHei"/>
                <a:ea typeface="Microsoft YaHei"/>
                <a:cs typeface="Microsoft YaHei"/>
              </a:defRPr>
            </a:lvl2pPr>
            <a:lvl3pPr marL="0" indent="0">
              <a:lnSpc>
                <a:spcPct val="110000"/>
              </a:lnSpc>
              <a:spcBef>
                <a:spcPts val="0"/>
              </a:spcBef>
              <a:spcAft>
                <a:spcPts val="0"/>
              </a:spcAft>
              <a:buNone/>
              <a:defRPr>
                <a:latin typeface="Microsoft YaHei"/>
                <a:ea typeface="Microsoft YaHei"/>
                <a:cs typeface="Microsoft YaHei"/>
              </a:defRPr>
            </a:lvl3pPr>
            <a:lvl4pPr marL="0" indent="0">
              <a:lnSpc>
                <a:spcPct val="110000"/>
              </a:lnSpc>
              <a:spcBef>
                <a:spcPts val="0"/>
              </a:spcBef>
              <a:spcAft>
                <a:spcPts val="0"/>
              </a:spcAft>
              <a:buNone/>
              <a:defRPr>
                <a:latin typeface="Microsoft YaHei"/>
                <a:ea typeface="Microsoft YaHei"/>
                <a:cs typeface="Microsoft YaHei"/>
              </a:defRPr>
            </a:lvl4pPr>
            <a:lvl5pPr marL="0" indent="0">
              <a:lnSpc>
                <a:spcPct val="110000"/>
              </a:lnSpc>
              <a:spcBef>
                <a:spcPts val="0"/>
              </a:spcBef>
              <a:spcAft>
                <a:spcPts val="0"/>
              </a:spcAft>
              <a:buNone/>
              <a:defRPr>
                <a:latin typeface="Microsoft YaHei"/>
                <a:ea typeface="Microsoft YaHei"/>
                <a:cs typeface="Microsoft YaHei"/>
              </a:defRPr>
            </a:lvl5pPr>
            <a:lvl6pPr marL="0" indent="0">
              <a:lnSpc>
                <a:spcPct val="110000"/>
              </a:lnSpc>
              <a:spcBef>
                <a:spcPts val="0"/>
              </a:spcBef>
              <a:spcAft>
                <a:spcPts val="0"/>
              </a:spcAft>
              <a:buNone/>
              <a:defRPr>
                <a:latin typeface="Microsoft YaHei"/>
                <a:ea typeface="Microsoft YaHei"/>
                <a:cs typeface="Microsoft YaHei"/>
              </a:defRPr>
            </a:lvl6pPr>
            <a:lvl7pPr marL="0" indent="0">
              <a:lnSpc>
                <a:spcPct val="110000"/>
              </a:lnSpc>
              <a:spcBef>
                <a:spcPts val="0"/>
              </a:spcBef>
              <a:spcAft>
                <a:spcPts val="0"/>
              </a:spcAft>
              <a:buNone/>
              <a:defRPr>
                <a:latin typeface="Microsoft YaHei"/>
                <a:ea typeface="Microsoft YaHei"/>
                <a:cs typeface="Microsoft YaHei"/>
              </a:defRPr>
            </a:lvl7pPr>
            <a:lvl8pPr marL="0" indent="0">
              <a:lnSpc>
                <a:spcPct val="110000"/>
              </a:lnSpc>
              <a:spcBef>
                <a:spcPts val="0"/>
              </a:spcBef>
              <a:spcAft>
                <a:spcPts val="0"/>
              </a:spcAft>
              <a:buNone/>
              <a:defRPr>
                <a:latin typeface="Microsoft YaHei"/>
                <a:ea typeface="Microsoft YaHei"/>
                <a:cs typeface="Microsoft YaHei"/>
              </a:defRPr>
            </a:lvl8pPr>
            <a:lvl9pPr marL="0" indent="0">
              <a:lnSpc>
                <a:spcPct val="110000"/>
              </a:lnSpc>
              <a:spcBef>
                <a:spcPts val="0"/>
              </a:spcBef>
              <a:spcAft>
                <a:spcPts val="0"/>
              </a:spcAft>
              <a:buNone/>
              <a:defRPr>
                <a:latin typeface="Microsoft YaHei"/>
                <a:ea typeface="Microsoft YaHei"/>
                <a:cs typeface="Microsoft YaHei"/>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0D5B6F-9FF3-4EE2-93D4-A6DA1AF00B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icrosoft YaHei"/>
                <a:ea typeface="Microsoft YaHei"/>
                <a:cs typeface="Microsoft YaHei"/>
              </a:defRPr>
            </a:defPPr>
            <a:lvl1pPr marL="0" indent="0">
              <a:lnSpc>
                <a:spcPct val="110000"/>
              </a:lnSpc>
              <a:spcBef>
                <a:spcPts val="0"/>
              </a:spcBef>
              <a:spcAft>
                <a:spcPts val="0"/>
              </a:spcAft>
              <a:buNone/>
              <a:defRPr>
                <a:latin typeface="Microsoft YaHei"/>
                <a:ea typeface="Microsoft YaHei"/>
                <a:cs typeface="Microsoft YaHei"/>
              </a:defRPr>
            </a:lvl1pPr>
            <a:lvl2pPr marL="0" indent="0">
              <a:lnSpc>
                <a:spcPct val="110000"/>
              </a:lnSpc>
              <a:spcBef>
                <a:spcPts val="0"/>
              </a:spcBef>
              <a:spcAft>
                <a:spcPts val="0"/>
              </a:spcAft>
              <a:buNone/>
              <a:defRPr>
                <a:latin typeface="Microsoft YaHei"/>
                <a:ea typeface="Microsoft YaHei"/>
                <a:cs typeface="Microsoft YaHei"/>
              </a:defRPr>
            </a:lvl2pPr>
            <a:lvl3pPr marL="0" indent="0">
              <a:lnSpc>
                <a:spcPct val="110000"/>
              </a:lnSpc>
              <a:spcBef>
                <a:spcPts val="0"/>
              </a:spcBef>
              <a:spcAft>
                <a:spcPts val="0"/>
              </a:spcAft>
              <a:buNone/>
              <a:defRPr>
                <a:latin typeface="Microsoft YaHei"/>
                <a:ea typeface="Microsoft YaHei"/>
                <a:cs typeface="Microsoft YaHei"/>
              </a:defRPr>
            </a:lvl3pPr>
            <a:lvl4pPr marL="0" indent="0">
              <a:lnSpc>
                <a:spcPct val="110000"/>
              </a:lnSpc>
              <a:spcBef>
                <a:spcPts val="0"/>
              </a:spcBef>
              <a:spcAft>
                <a:spcPts val="0"/>
              </a:spcAft>
              <a:buNone/>
              <a:defRPr>
                <a:latin typeface="Microsoft YaHei"/>
                <a:ea typeface="Microsoft YaHei"/>
                <a:cs typeface="Microsoft YaHei"/>
              </a:defRPr>
            </a:lvl4pPr>
            <a:lvl5pPr marL="0" indent="0">
              <a:lnSpc>
                <a:spcPct val="110000"/>
              </a:lnSpc>
              <a:spcBef>
                <a:spcPts val="0"/>
              </a:spcBef>
              <a:spcAft>
                <a:spcPts val="0"/>
              </a:spcAft>
              <a:buNone/>
              <a:defRPr>
                <a:latin typeface="Microsoft YaHei"/>
                <a:ea typeface="Microsoft YaHei"/>
                <a:cs typeface="Microsoft YaHei"/>
              </a:defRPr>
            </a:lvl5pPr>
            <a:lvl6pPr marL="0" indent="0">
              <a:lnSpc>
                <a:spcPct val="110000"/>
              </a:lnSpc>
              <a:spcBef>
                <a:spcPts val="0"/>
              </a:spcBef>
              <a:spcAft>
                <a:spcPts val="0"/>
              </a:spcAft>
              <a:buNone/>
              <a:defRPr>
                <a:latin typeface="Microsoft YaHei"/>
                <a:ea typeface="Microsoft YaHei"/>
                <a:cs typeface="Microsoft YaHei"/>
              </a:defRPr>
            </a:lvl6pPr>
            <a:lvl7pPr marL="0" indent="0">
              <a:lnSpc>
                <a:spcPct val="110000"/>
              </a:lnSpc>
              <a:spcBef>
                <a:spcPts val="0"/>
              </a:spcBef>
              <a:spcAft>
                <a:spcPts val="0"/>
              </a:spcAft>
              <a:buNone/>
              <a:defRPr>
                <a:latin typeface="Microsoft YaHei"/>
                <a:ea typeface="Microsoft YaHei"/>
                <a:cs typeface="Microsoft YaHei"/>
              </a:defRPr>
            </a:lvl7pPr>
            <a:lvl8pPr marL="0" indent="0">
              <a:lnSpc>
                <a:spcPct val="110000"/>
              </a:lnSpc>
              <a:spcBef>
                <a:spcPts val="0"/>
              </a:spcBef>
              <a:spcAft>
                <a:spcPts val="0"/>
              </a:spcAft>
              <a:buNone/>
              <a:defRPr>
                <a:latin typeface="Microsoft YaHei"/>
                <a:ea typeface="Microsoft YaHei"/>
                <a:cs typeface="Microsoft YaHei"/>
              </a:defRPr>
            </a:lvl8pPr>
            <a:lvl9pPr marL="0" indent="0">
              <a:lnSpc>
                <a:spcPct val="110000"/>
              </a:lnSpc>
              <a:spcBef>
                <a:spcPts val="0"/>
              </a:spcBef>
              <a:spcAft>
                <a:spcPts val="0"/>
              </a:spcAft>
              <a:buNone/>
              <a:defRPr>
                <a:latin typeface="Microsoft YaHei"/>
                <a:ea typeface="Microsoft YaHei"/>
                <a:cs typeface="Microsoft YaHei"/>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5DB4740-B233-446F-A3C1-53675180AA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icrosoft YaHei"/>
                <a:ea typeface="Microsoft YaHei"/>
                <a:cs typeface="Microsoft YaHei"/>
              </a:defRPr>
            </a:defPPr>
            <a:lvl1pPr marL="0" indent="0">
              <a:lnSpc>
                <a:spcPct val="110000"/>
              </a:lnSpc>
              <a:spcBef>
                <a:spcPts val="0"/>
              </a:spcBef>
              <a:spcAft>
                <a:spcPts val="0"/>
              </a:spcAft>
              <a:buNone/>
              <a:defRPr>
                <a:latin typeface="Microsoft YaHei"/>
                <a:ea typeface="Microsoft YaHei"/>
                <a:cs typeface="Microsoft YaHei"/>
              </a:defRPr>
            </a:lvl1pPr>
            <a:lvl2pPr marL="0" indent="0">
              <a:lnSpc>
                <a:spcPct val="110000"/>
              </a:lnSpc>
              <a:spcBef>
                <a:spcPts val="0"/>
              </a:spcBef>
              <a:spcAft>
                <a:spcPts val="0"/>
              </a:spcAft>
              <a:buNone/>
              <a:defRPr>
                <a:latin typeface="Microsoft YaHei"/>
                <a:ea typeface="Microsoft YaHei"/>
                <a:cs typeface="Microsoft YaHei"/>
              </a:defRPr>
            </a:lvl2pPr>
            <a:lvl3pPr marL="0" indent="0">
              <a:lnSpc>
                <a:spcPct val="110000"/>
              </a:lnSpc>
              <a:spcBef>
                <a:spcPts val="0"/>
              </a:spcBef>
              <a:spcAft>
                <a:spcPts val="0"/>
              </a:spcAft>
              <a:buNone/>
              <a:defRPr>
                <a:latin typeface="Microsoft YaHei"/>
                <a:ea typeface="Microsoft YaHei"/>
                <a:cs typeface="Microsoft YaHei"/>
              </a:defRPr>
            </a:lvl3pPr>
            <a:lvl4pPr marL="0" indent="0">
              <a:lnSpc>
                <a:spcPct val="110000"/>
              </a:lnSpc>
              <a:spcBef>
                <a:spcPts val="0"/>
              </a:spcBef>
              <a:spcAft>
                <a:spcPts val="0"/>
              </a:spcAft>
              <a:buNone/>
              <a:defRPr>
                <a:latin typeface="Microsoft YaHei"/>
                <a:ea typeface="Microsoft YaHei"/>
                <a:cs typeface="Microsoft YaHei"/>
              </a:defRPr>
            </a:lvl4pPr>
            <a:lvl5pPr marL="0" indent="0">
              <a:lnSpc>
                <a:spcPct val="110000"/>
              </a:lnSpc>
              <a:spcBef>
                <a:spcPts val="0"/>
              </a:spcBef>
              <a:spcAft>
                <a:spcPts val="0"/>
              </a:spcAft>
              <a:buNone/>
              <a:defRPr>
                <a:latin typeface="Microsoft YaHei"/>
                <a:ea typeface="Microsoft YaHei"/>
                <a:cs typeface="Microsoft YaHei"/>
              </a:defRPr>
            </a:lvl5pPr>
            <a:lvl6pPr marL="0" indent="0">
              <a:lnSpc>
                <a:spcPct val="110000"/>
              </a:lnSpc>
              <a:spcBef>
                <a:spcPts val="0"/>
              </a:spcBef>
              <a:spcAft>
                <a:spcPts val="0"/>
              </a:spcAft>
              <a:buNone/>
              <a:defRPr>
                <a:latin typeface="Microsoft YaHei"/>
                <a:ea typeface="Microsoft YaHei"/>
                <a:cs typeface="Microsoft YaHei"/>
              </a:defRPr>
            </a:lvl6pPr>
            <a:lvl7pPr marL="0" indent="0">
              <a:lnSpc>
                <a:spcPct val="110000"/>
              </a:lnSpc>
              <a:spcBef>
                <a:spcPts val="0"/>
              </a:spcBef>
              <a:spcAft>
                <a:spcPts val="0"/>
              </a:spcAft>
              <a:buNone/>
              <a:defRPr>
                <a:latin typeface="Microsoft YaHei"/>
                <a:ea typeface="Microsoft YaHei"/>
                <a:cs typeface="Microsoft YaHei"/>
              </a:defRPr>
            </a:lvl7pPr>
            <a:lvl8pPr marL="0" indent="0">
              <a:lnSpc>
                <a:spcPct val="110000"/>
              </a:lnSpc>
              <a:spcBef>
                <a:spcPts val="0"/>
              </a:spcBef>
              <a:spcAft>
                <a:spcPts val="0"/>
              </a:spcAft>
              <a:buNone/>
              <a:defRPr>
                <a:latin typeface="Microsoft YaHei"/>
                <a:ea typeface="Microsoft YaHei"/>
                <a:cs typeface="Microsoft YaHei"/>
              </a:defRPr>
            </a:lvl8pPr>
            <a:lvl9pPr marL="0" indent="0">
              <a:lnSpc>
                <a:spcPct val="110000"/>
              </a:lnSpc>
              <a:spcBef>
                <a:spcPts val="0"/>
              </a:spcBef>
              <a:spcAft>
                <a:spcPts val="0"/>
              </a:spcAft>
              <a:buNone/>
              <a:defRPr>
                <a:latin typeface="Microsoft YaHei"/>
                <a:ea typeface="Microsoft YaHei"/>
                <a:cs typeface="Microsoft YaHei"/>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E6CCD-73EC-423B-8B08-13701A7AAC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icrosoft YaHei"/>
                <a:ea typeface="Microsoft YaHei"/>
                <a:cs typeface="Microsoft YaHei"/>
              </a:defRPr>
            </a:defPPr>
            <a:lvl1pPr marL="0" indent="0">
              <a:lnSpc>
                <a:spcPct val="110000"/>
              </a:lnSpc>
              <a:spcBef>
                <a:spcPts val="0"/>
              </a:spcBef>
              <a:spcAft>
                <a:spcPts val="0"/>
              </a:spcAft>
              <a:buNone/>
              <a:defRPr>
                <a:latin typeface="Microsoft YaHei"/>
                <a:ea typeface="Microsoft YaHei"/>
                <a:cs typeface="Microsoft YaHei"/>
              </a:defRPr>
            </a:lvl1pPr>
            <a:lvl2pPr marL="0" indent="0">
              <a:lnSpc>
                <a:spcPct val="110000"/>
              </a:lnSpc>
              <a:spcBef>
                <a:spcPts val="0"/>
              </a:spcBef>
              <a:spcAft>
                <a:spcPts val="0"/>
              </a:spcAft>
              <a:buNone/>
              <a:defRPr>
                <a:latin typeface="Microsoft YaHei"/>
                <a:ea typeface="Microsoft YaHei"/>
                <a:cs typeface="Microsoft YaHei"/>
              </a:defRPr>
            </a:lvl2pPr>
            <a:lvl3pPr marL="0" indent="0">
              <a:lnSpc>
                <a:spcPct val="110000"/>
              </a:lnSpc>
              <a:spcBef>
                <a:spcPts val="0"/>
              </a:spcBef>
              <a:spcAft>
                <a:spcPts val="0"/>
              </a:spcAft>
              <a:buNone/>
              <a:defRPr>
                <a:latin typeface="Microsoft YaHei"/>
                <a:ea typeface="Microsoft YaHei"/>
                <a:cs typeface="Microsoft YaHei"/>
              </a:defRPr>
            </a:lvl3pPr>
            <a:lvl4pPr marL="0" indent="0">
              <a:lnSpc>
                <a:spcPct val="110000"/>
              </a:lnSpc>
              <a:spcBef>
                <a:spcPts val="0"/>
              </a:spcBef>
              <a:spcAft>
                <a:spcPts val="0"/>
              </a:spcAft>
              <a:buNone/>
              <a:defRPr>
                <a:latin typeface="Microsoft YaHei"/>
                <a:ea typeface="Microsoft YaHei"/>
                <a:cs typeface="Microsoft YaHei"/>
              </a:defRPr>
            </a:lvl4pPr>
            <a:lvl5pPr marL="0" indent="0">
              <a:lnSpc>
                <a:spcPct val="110000"/>
              </a:lnSpc>
              <a:spcBef>
                <a:spcPts val="0"/>
              </a:spcBef>
              <a:spcAft>
                <a:spcPts val="0"/>
              </a:spcAft>
              <a:buNone/>
              <a:defRPr>
                <a:latin typeface="Microsoft YaHei"/>
                <a:ea typeface="Microsoft YaHei"/>
                <a:cs typeface="Microsoft YaHei"/>
              </a:defRPr>
            </a:lvl5pPr>
            <a:lvl6pPr marL="0" indent="0">
              <a:lnSpc>
                <a:spcPct val="110000"/>
              </a:lnSpc>
              <a:spcBef>
                <a:spcPts val="0"/>
              </a:spcBef>
              <a:spcAft>
                <a:spcPts val="0"/>
              </a:spcAft>
              <a:buNone/>
              <a:defRPr>
                <a:latin typeface="Microsoft YaHei"/>
                <a:ea typeface="Microsoft YaHei"/>
                <a:cs typeface="Microsoft YaHei"/>
              </a:defRPr>
            </a:lvl6pPr>
            <a:lvl7pPr marL="0" indent="0">
              <a:lnSpc>
                <a:spcPct val="110000"/>
              </a:lnSpc>
              <a:spcBef>
                <a:spcPts val="0"/>
              </a:spcBef>
              <a:spcAft>
                <a:spcPts val="0"/>
              </a:spcAft>
              <a:buNone/>
              <a:defRPr>
                <a:latin typeface="Microsoft YaHei"/>
                <a:ea typeface="Microsoft YaHei"/>
                <a:cs typeface="Microsoft YaHei"/>
              </a:defRPr>
            </a:lvl7pPr>
            <a:lvl8pPr marL="0" indent="0">
              <a:lnSpc>
                <a:spcPct val="110000"/>
              </a:lnSpc>
              <a:spcBef>
                <a:spcPts val="0"/>
              </a:spcBef>
              <a:spcAft>
                <a:spcPts val="0"/>
              </a:spcAft>
              <a:buNone/>
              <a:defRPr>
                <a:latin typeface="Microsoft YaHei"/>
                <a:ea typeface="Microsoft YaHei"/>
                <a:cs typeface="Microsoft YaHei"/>
              </a:defRPr>
            </a:lvl8pPr>
            <a:lvl9pPr marL="0" indent="0">
              <a:lnSpc>
                <a:spcPct val="110000"/>
              </a:lnSpc>
              <a:spcBef>
                <a:spcPts val="0"/>
              </a:spcBef>
              <a:spcAft>
                <a:spcPts val="0"/>
              </a:spcAft>
              <a:buNone/>
              <a:defRPr>
                <a:latin typeface="Microsoft YaHei"/>
                <a:ea typeface="Microsoft YaHei"/>
                <a:cs typeface="Microsoft YaHei"/>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6546036-239B-4972-89FC-EAF64055E0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icrosoft YaHei"/>
                <a:ea typeface="Microsoft YaHei"/>
                <a:cs typeface="Microsoft YaHei"/>
              </a:defRPr>
            </a:defPPr>
            <a:lvl1pPr marL="228600" indent="-228600">
              <a:lnSpc>
                <a:spcPct val="110000"/>
              </a:lnSpc>
              <a:spcBef>
                <a:spcPts val="0"/>
              </a:spcBef>
              <a:spcAft>
                <a:spcPts val="1200"/>
              </a:spcAft>
              <a:buChar char="•"/>
              <a:defRPr>
                <a:latin typeface="Microsoft YaHei"/>
                <a:ea typeface="Microsoft YaHei"/>
                <a:cs typeface="Microsoft YaHei"/>
              </a:defRPr>
            </a:lvl1pPr>
            <a:lvl2pPr marL="533400" indent="-228600">
              <a:lnSpc>
                <a:spcPct val="110000"/>
              </a:lnSpc>
              <a:spcBef>
                <a:spcPts val="0"/>
              </a:spcBef>
              <a:spcAft>
                <a:spcPts val="1200"/>
              </a:spcAft>
              <a:buChar char="•"/>
              <a:defRPr>
                <a:latin typeface="Microsoft YaHei"/>
                <a:ea typeface="Microsoft YaHei"/>
                <a:cs typeface="Microsoft YaHei"/>
              </a:defRPr>
            </a:lvl2pPr>
            <a:lvl3pPr marL="838200" indent="-228600">
              <a:lnSpc>
                <a:spcPct val="110000"/>
              </a:lnSpc>
              <a:spcBef>
                <a:spcPts val="0"/>
              </a:spcBef>
              <a:spcAft>
                <a:spcPts val="1200"/>
              </a:spcAft>
              <a:buChar char="•"/>
              <a:defRPr>
                <a:latin typeface="Microsoft YaHei"/>
                <a:ea typeface="Microsoft YaHei"/>
                <a:cs typeface="Microsoft YaHei"/>
              </a:defRPr>
            </a:lvl3pPr>
            <a:lvl4pPr marL="1143000" indent="-228600">
              <a:lnSpc>
                <a:spcPct val="110000"/>
              </a:lnSpc>
              <a:spcBef>
                <a:spcPts val="0"/>
              </a:spcBef>
              <a:spcAft>
                <a:spcPts val="1200"/>
              </a:spcAft>
              <a:buChar char="•"/>
              <a:defRPr>
                <a:latin typeface="Microsoft YaHei"/>
                <a:ea typeface="Microsoft YaHei"/>
                <a:cs typeface="Microsoft YaHei"/>
              </a:defRPr>
            </a:lvl4pPr>
            <a:lvl5pPr marL="1447800" indent="-228600">
              <a:lnSpc>
                <a:spcPct val="110000"/>
              </a:lnSpc>
              <a:spcBef>
                <a:spcPts val="0"/>
              </a:spcBef>
              <a:spcAft>
                <a:spcPts val="1200"/>
              </a:spcAft>
              <a:buChar char="•"/>
              <a:defRPr>
                <a:latin typeface="Microsoft YaHei"/>
                <a:ea typeface="Microsoft YaHei"/>
                <a:cs typeface="Microsoft YaHei"/>
              </a:defRPr>
            </a:lvl5pPr>
            <a:lvl6pPr marL="1752600" indent="-228600">
              <a:lnSpc>
                <a:spcPct val="110000"/>
              </a:lnSpc>
              <a:spcBef>
                <a:spcPts val="0"/>
              </a:spcBef>
              <a:spcAft>
                <a:spcPts val="1200"/>
              </a:spcAft>
              <a:buChar char="•"/>
              <a:defRPr>
                <a:latin typeface="Microsoft YaHei"/>
                <a:ea typeface="Microsoft YaHei"/>
                <a:cs typeface="Microsoft YaHei"/>
              </a:defRPr>
            </a:lvl6pPr>
            <a:lvl7pPr marL="2057400" indent="-228600">
              <a:lnSpc>
                <a:spcPct val="110000"/>
              </a:lnSpc>
              <a:spcBef>
                <a:spcPts val="0"/>
              </a:spcBef>
              <a:spcAft>
                <a:spcPts val="1200"/>
              </a:spcAft>
              <a:buChar char="•"/>
              <a:defRPr>
                <a:latin typeface="Microsoft YaHei"/>
                <a:ea typeface="Microsoft YaHei"/>
                <a:cs typeface="Microsoft YaHei"/>
              </a:defRPr>
            </a:lvl7pPr>
            <a:lvl8pPr marL="2362200" indent="-228600">
              <a:lnSpc>
                <a:spcPct val="110000"/>
              </a:lnSpc>
              <a:spcBef>
                <a:spcPts val="0"/>
              </a:spcBef>
              <a:spcAft>
                <a:spcPts val="1200"/>
              </a:spcAft>
              <a:buChar char="•"/>
              <a:defRPr>
                <a:latin typeface="Microsoft YaHei"/>
                <a:ea typeface="Microsoft YaHei"/>
                <a:cs typeface="Microsoft YaHei"/>
              </a:defRPr>
            </a:lvl8pPr>
            <a:lvl9pPr marL="2667000" indent="-228600">
              <a:lnSpc>
                <a:spcPct val="110000"/>
              </a:lnSpc>
              <a:spcBef>
                <a:spcPts val="0"/>
              </a:spcBef>
              <a:spcAft>
                <a:spcPts val="1200"/>
              </a:spcAft>
              <a:buChar char="•"/>
              <a:defRPr>
                <a:latin typeface="Microsoft YaHei"/>
                <a:ea typeface="Microsoft YaHei"/>
                <a:cs typeface="Microsoft YaHei"/>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F38FE2-61EE-4004-9A1A-5BF8BB907C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icrosoft YaHei"/>
                <a:ea typeface="Microsoft YaHei"/>
                <a:cs typeface="Microsoft YaHei"/>
              </a:defRPr>
            </a:defPPr>
            <a:lvl1pPr marL="0" indent="0">
              <a:lnSpc>
                <a:spcPct val="110000"/>
              </a:lnSpc>
              <a:spcBef>
                <a:spcPts val="0"/>
              </a:spcBef>
              <a:spcAft>
                <a:spcPts val="0"/>
              </a:spcAft>
              <a:buNone/>
              <a:defRPr>
                <a:latin typeface="Microsoft YaHei"/>
                <a:ea typeface="Microsoft YaHei"/>
                <a:cs typeface="Microsoft YaHei"/>
              </a:defRPr>
            </a:lvl1pPr>
            <a:lvl2pPr marL="0" indent="0">
              <a:lnSpc>
                <a:spcPct val="110000"/>
              </a:lnSpc>
              <a:spcBef>
                <a:spcPts val="0"/>
              </a:spcBef>
              <a:spcAft>
                <a:spcPts val="0"/>
              </a:spcAft>
              <a:buNone/>
              <a:defRPr>
                <a:latin typeface="Microsoft YaHei"/>
                <a:ea typeface="Microsoft YaHei"/>
                <a:cs typeface="Microsoft YaHei"/>
              </a:defRPr>
            </a:lvl2pPr>
            <a:lvl3pPr marL="0" indent="0">
              <a:lnSpc>
                <a:spcPct val="110000"/>
              </a:lnSpc>
              <a:spcBef>
                <a:spcPts val="0"/>
              </a:spcBef>
              <a:spcAft>
                <a:spcPts val="0"/>
              </a:spcAft>
              <a:buNone/>
              <a:defRPr>
                <a:latin typeface="Microsoft YaHei"/>
                <a:ea typeface="Microsoft YaHei"/>
                <a:cs typeface="Microsoft YaHei"/>
              </a:defRPr>
            </a:lvl3pPr>
            <a:lvl4pPr marL="0" indent="0">
              <a:lnSpc>
                <a:spcPct val="110000"/>
              </a:lnSpc>
              <a:spcBef>
                <a:spcPts val="0"/>
              </a:spcBef>
              <a:spcAft>
                <a:spcPts val="0"/>
              </a:spcAft>
              <a:buNone/>
              <a:defRPr>
                <a:latin typeface="Microsoft YaHei"/>
                <a:ea typeface="Microsoft YaHei"/>
                <a:cs typeface="Microsoft YaHei"/>
              </a:defRPr>
            </a:lvl4pPr>
            <a:lvl5pPr marL="0" indent="0">
              <a:lnSpc>
                <a:spcPct val="110000"/>
              </a:lnSpc>
              <a:spcBef>
                <a:spcPts val="0"/>
              </a:spcBef>
              <a:spcAft>
                <a:spcPts val="0"/>
              </a:spcAft>
              <a:buNone/>
              <a:defRPr>
                <a:latin typeface="Microsoft YaHei"/>
                <a:ea typeface="Microsoft YaHei"/>
                <a:cs typeface="Microsoft YaHei"/>
              </a:defRPr>
            </a:lvl5pPr>
            <a:lvl6pPr marL="0" indent="0">
              <a:lnSpc>
                <a:spcPct val="110000"/>
              </a:lnSpc>
              <a:spcBef>
                <a:spcPts val="0"/>
              </a:spcBef>
              <a:spcAft>
                <a:spcPts val="0"/>
              </a:spcAft>
              <a:buNone/>
              <a:defRPr>
                <a:latin typeface="Microsoft YaHei"/>
                <a:ea typeface="Microsoft YaHei"/>
                <a:cs typeface="Microsoft YaHei"/>
              </a:defRPr>
            </a:lvl6pPr>
            <a:lvl7pPr marL="0" indent="0">
              <a:lnSpc>
                <a:spcPct val="110000"/>
              </a:lnSpc>
              <a:spcBef>
                <a:spcPts val="0"/>
              </a:spcBef>
              <a:spcAft>
                <a:spcPts val="0"/>
              </a:spcAft>
              <a:buNone/>
              <a:defRPr>
                <a:latin typeface="Microsoft YaHei"/>
                <a:ea typeface="Microsoft YaHei"/>
                <a:cs typeface="Microsoft YaHei"/>
              </a:defRPr>
            </a:lvl7pPr>
            <a:lvl8pPr marL="0" indent="0">
              <a:lnSpc>
                <a:spcPct val="110000"/>
              </a:lnSpc>
              <a:spcBef>
                <a:spcPts val="0"/>
              </a:spcBef>
              <a:spcAft>
                <a:spcPts val="0"/>
              </a:spcAft>
              <a:buNone/>
              <a:defRPr>
                <a:latin typeface="Microsoft YaHei"/>
                <a:ea typeface="Microsoft YaHei"/>
                <a:cs typeface="Microsoft YaHei"/>
              </a:defRPr>
            </a:lvl8pPr>
            <a:lvl9pPr marL="0" indent="0">
              <a:lnSpc>
                <a:spcPct val="110000"/>
              </a:lnSpc>
              <a:spcBef>
                <a:spcPts val="0"/>
              </a:spcBef>
              <a:spcAft>
                <a:spcPts val="0"/>
              </a:spcAft>
              <a:buNone/>
              <a:defRPr>
                <a:latin typeface="Microsoft YaHei"/>
                <a:ea typeface="Microsoft YaHei"/>
                <a:cs typeface="Microsoft YaHei"/>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1CE4DE-DBDA-4E95-B2DE-EFD23720B6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icrosoft YaHei"/>
                <a:ea typeface="Microsoft YaHei"/>
                <a:cs typeface="Microsoft YaHei"/>
              </a:defRPr>
            </a:defPPr>
            <a:lvl1pPr marL="228600" indent="-228600">
              <a:lnSpc>
                <a:spcPct val="110000"/>
              </a:lnSpc>
              <a:spcBef>
                <a:spcPts val="0"/>
              </a:spcBef>
              <a:spcAft>
                <a:spcPts val="1200"/>
              </a:spcAft>
              <a:buChar char="•"/>
              <a:defRPr>
                <a:latin typeface="Microsoft YaHei"/>
                <a:ea typeface="Microsoft YaHei"/>
                <a:cs typeface="Microsoft YaHei"/>
              </a:defRPr>
            </a:lvl1pPr>
            <a:lvl2pPr marL="533400" indent="-228600">
              <a:lnSpc>
                <a:spcPct val="110000"/>
              </a:lnSpc>
              <a:spcBef>
                <a:spcPts val="0"/>
              </a:spcBef>
              <a:spcAft>
                <a:spcPts val="1200"/>
              </a:spcAft>
              <a:buChar char="•"/>
              <a:defRPr>
                <a:latin typeface="Microsoft YaHei"/>
                <a:ea typeface="Microsoft YaHei"/>
                <a:cs typeface="Microsoft YaHei"/>
              </a:defRPr>
            </a:lvl2pPr>
            <a:lvl3pPr marL="838200" indent="-228600">
              <a:lnSpc>
                <a:spcPct val="110000"/>
              </a:lnSpc>
              <a:spcBef>
                <a:spcPts val="0"/>
              </a:spcBef>
              <a:spcAft>
                <a:spcPts val="1200"/>
              </a:spcAft>
              <a:buChar char="•"/>
              <a:defRPr>
                <a:latin typeface="Microsoft YaHei"/>
                <a:ea typeface="Microsoft YaHei"/>
                <a:cs typeface="Microsoft YaHei"/>
              </a:defRPr>
            </a:lvl3pPr>
            <a:lvl4pPr marL="1143000" indent="-228600">
              <a:lnSpc>
                <a:spcPct val="110000"/>
              </a:lnSpc>
              <a:spcBef>
                <a:spcPts val="0"/>
              </a:spcBef>
              <a:spcAft>
                <a:spcPts val="1200"/>
              </a:spcAft>
              <a:buChar char="•"/>
              <a:defRPr>
                <a:latin typeface="Microsoft YaHei"/>
                <a:ea typeface="Microsoft YaHei"/>
                <a:cs typeface="Microsoft YaHei"/>
              </a:defRPr>
            </a:lvl4pPr>
            <a:lvl5pPr marL="1447800" indent="-228600">
              <a:lnSpc>
                <a:spcPct val="110000"/>
              </a:lnSpc>
              <a:spcBef>
                <a:spcPts val="0"/>
              </a:spcBef>
              <a:spcAft>
                <a:spcPts val="1200"/>
              </a:spcAft>
              <a:buChar char="•"/>
              <a:defRPr>
                <a:latin typeface="Microsoft YaHei"/>
                <a:ea typeface="Microsoft YaHei"/>
                <a:cs typeface="Microsoft YaHei"/>
              </a:defRPr>
            </a:lvl5pPr>
            <a:lvl6pPr marL="1752600" indent="-228600">
              <a:lnSpc>
                <a:spcPct val="110000"/>
              </a:lnSpc>
              <a:spcBef>
                <a:spcPts val="0"/>
              </a:spcBef>
              <a:spcAft>
                <a:spcPts val="1200"/>
              </a:spcAft>
              <a:buChar char="•"/>
              <a:defRPr>
                <a:latin typeface="Microsoft YaHei"/>
                <a:ea typeface="Microsoft YaHei"/>
                <a:cs typeface="Microsoft YaHei"/>
              </a:defRPr>
            </a:lvl6pPr>
            <a:lvl7pPr marL="2057400" indent="-228600">
              <a:lnSpc>
                <a:spcPct val="110000"/>
              </a:lnSpc>
              <a:spcBef>
                <a:spcPts val="0"/>
              </a:spcBef>
              <a:spcAft>
                <a:spcPts val="1200"/>
              </a:spcAft>
              <a:buChar char="•"/>
              <a:defRPr>
                <a:latin typeface="Microsoft YaHei"/>
                <a:ea typeface="Microsoft YaHei"/>
                <a:cs typeface="Microsoft YaHei"/>
              </a:defRPr>
            </a:lvl7pPr>
            <a:lvl8pPr marL="2362200" indent="-228600">
              <a:lnSpc>
                <a:spcPct val="110000"/>
              </a:lnSpc>
              <a:spcBef>
                <a:spcPts val="0"/>
              </a:spcBef>
              <a:spcAft>
                <a:spcPts val="1200"/>
              </a:spcAft>
              <a:buChar char="•"/>
              <a:defRPr>
                <a:latin typeface="Microsoft YaHei"/>
                <a:ea typeface="Microsoft YaHei"/>
                <a:cs typeface="Microsoft YaHei"/>
              </a:defRPr>
            </a:lvl8pPr>
            <a:lvl9pPr marL="2667000" indent="-228600">
              <a:lnSpc>
                <a:spcPct val="110000"/>
              </a:lnSpc>
              <a:spcBef>
                <a:spcPts val="0"/>
              </a:spcBef>
              <a:spcAft>
                <a:spcPts val="1200"/>
              </a:spcAft>
              <a:buChar char="•"/>
              <a:defRPr>
                <a:latin typeface="Microsoft YaHei"/>
                <a:ea typeface="Microsoft YaHei"/>
                <a:cs typeface="Microsoft YaHei"/>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670CE8-F8F3-49DC-B764-6374787099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icrosoft YaHei"/>
                <a:ea typeface="Microsoft YaHei"/>
                <a:cs typeface="Microsoft YaHei"/>
              </a:defRPr>
            </a:defPPr>
            <a:lvl1pPr marL="228600" indent="-228600">
              <a:lnSpc>
                <a:spcPct val="110000"/>
              </a:lnSpc>
              <a:spcBef>
                <a:spcPts val="0"/>
              </a:spcBef>
              <a:spcAft>
                <a:spcPts val="1200"/>
              </a:spcAft>
              <a:buChar char="•"/>
              <a:defRPr>
                <a:latin typeface="Microsoft YaHei"/>
                <a:ea typeface="Microsoft YaHei"/>
                <a:cs typeface="Microsoft YaHei"/>
              </a:defRPr>
            </a:lvl1pPr>
            <a:lvl2pPr marL="533400" indent="-228600">
              <a:lnSpc>
                <a:spcPct val="110000"/>
              </a:lnSpc>
              <a:spcBef>
                <a:spcPts val="0"/>
              </a:spcBef>
              <a:spcAft>
                <a:spcPts val="1200"/>
              </a:spcAft>
              <a:buChar char="•"/>
              <a:defRPr>
                <a:latin typeface="Microsoft YaHei"/>
                <a:ea typeface="Microsoft YaHei"/>
                <a:cs typeface="Microsoft YaHei"/>
              </a:defRPr>
            </a:lvl2pPr>
            <a:lvl3pPr marL="838200" indent="-228600">
              <a:lnSpc>
                <a:spcPct val="110000"/>
              </a:lnSpc>
              <a:spcBef>
                <a:spcPts val="0"/>
              </a:spcBef>
              <a:spcAft>
                <a:spcPts val="1200"/>
              </a:spcAft>
              <a:buChar char="•"/>
              <a:defRPr>
                <a:latin typeface="Microsoft YaHei"/>
                <a:ea typeface="Microsoft YaHei"/>
                <a:cs typeface="Microsoft YaHei"/>
              </a:defRPr>
            </a:lvl3pPr>
            <a:lvl4pPr marL="1143000" indent="-228600">
              <a:lnSpc>
                <a:spcPct val="110000"/>
              </a:lnSpc>
              <a:spcBef>
                <a:spcPts val="0"/>
              </a:spcBef>
              <a:spcAft>
                <a:spcPts val="1200"/>
              </a:spcAft>
              <a:buChar char="•"/>
              <a:defRPr>
                <a:latin typeface="Microsoft YaHei"/>
                <a:ea typeface="Microsoft YaHei"/>
                <a:cs typeface="Microsoft YaHei"/>
              </a:defRPr>
            </a:lvl4pPr>
            <a:lvl5pPr marL="1447800" indent="-228600">
              <a:lnSpc>
                <a:spcPct val="110000"/>
              </a:lnSpc>
              <a:spcBef>
                <a:spcPts val="0"/>
              </a:spcBef>
              <a:spcAft>
                <a:spcPts val="1200"/>
              </a:spcAft>
              <a:buChar char="•"/>
              <a:defRPr>
                <a:latin typeface="Microsoft YaHei"/>
                <a:ea typeface="Microsoft YaHei"/>
                <a:cs typeface="Microsoft YaHei"/>
              </a:defRPr>
            </a:lvl5pPr>
            <a:lvl6pPr marL="1752600" indent="-228600">
              <a:lnSpc>
                <a:spcPct val="110000"/>
              </a:lnSpc>
              <a:spcBef>
                <a:spcPts val="0"/>
              </a:spcBef>
              <a:spcAft>
                <a:spcPts val="1200"/>
              </a:spcAft>
              <a:buChar char="•"/>
              <a:defRPr>
                <a:latin typeface="Microsoft YaHei"/>
                <a:ea typeface="Microsoft YaHei"/>
                <a:cs typeface="Microsoft YaHei"/>
              </a:defRPr>
            </a:lvl6pPr>
            <a:lvl7pPr marL="2057400" indent="-228600">
              <a:lnSpc>
                <a:spcPct val="110000"/>
              </a:lnSpc>
              <a:spcBef>
                <a:spcPts val="0"/>
              </a:spcBef>
              <a:spcAft>
                <a:spcPts val="1200"/>
              </a:spcAft>
              <a:buChar char="•"/>
              <a:defRPr>
                <a:latin typeface="Microsoft YaHei"/>
                <a:ea typeface="Microsoft YaHei"/>
                <a:cs typeface="Microsoft YaHei"/>
              </a:defRPr>
            </a:lvl7pPr>
            <a:lvl8pPr marL="2362200" indent="-228600">
              <a:lnSpc>
                <a:spcPct val="110000"/>
              </a:lnSpc>
              <a:spcBef>
                <a:spcPts val="0"/>
              </a:spcBef>
              <a:spcAft>
                <a:spcPts val="1200"/>
              </a:spcAft>
              <a:buChar char="•"/>
              <a:defRPr>
                <a:latin typeface="Microsoft YaHei"/>
                <a:ea typeface="Microsoft YaHei"/>
                <a:cs typeface="Microsoft YaHei"/>
              </a:defRPr>
            </a:lvl8pPr>
            <a:lvl9pPr marL="2667000" indent="-228600">
              <a:lnSpc>
                <a:spcPct val="110000"/>
              </a:lnSpc>
              <a:spcBef>
                <a:spcPts val="0"/>
              </a:spcBef>
              <a:spcAft>
                <a:spcPts val="1200"/>
              </a:spcAft>
              <a:buChar char="•"/>
              <a:defRPr>
                <a:latin typeface="Microsoft YaHei"/>
                <a:ea typeface="Microsoft YaHei"/>
                <a:cs typeface="Microsoft YaHei"/>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CF179E-C9F6-4578-9EA1-75E4980F2B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icrosoft YaHei"/>
                <a:ea typeface="Microsoft YaHei"/>
                <a:cs typeface="Microsoft YaHei"/>
              </a:defRPr>
            </a:defPPr>
            <a:lvl1pPr marL="0" indent="0">
              <a:lnSpc>
                <a:spcPct val="110000"/>
              </a:lnSpc>
              <a:spcBef>
                <a:spcPts val="0"/>
              </a:spcBef>
              <a:spcAft>
                <a:spcPts val="0"/>
              </a:spcAft>
              <a:buNone/>
              <a:defRPr>
                <a:latin typeface="Microsoft YaHei"/>
                <a:ea typeface="Microsoft YaHei"/>
                <a:cs typeface="Microsoft YaHei"/>
              </a:defRPr>
            </a:lvl1pPr>
            <a:lvl2pPr marL="0" indent="0">
              <a:lnSpc>
                <a:spcPct val="110000"/>
              </a:lnSpc>
              <a:spcBef>
                <a:spcPts val="0"/>
              </a:spcBef>
              <a:spcAft>
                <a:spcPts val="0"/>
              </a:spcAft>
              <a:buNone/>
              <a:defRPr>
                <a:latin typeface="Microsoft YaHei"/>
                <a:ea typeface="Microsoft YaHei"/>
                <a:cs typeface="Microsoft YaHei"/>
              </a:defRPr>
            </a:lvl2pPr>
            <a:lvl3pPr marL="0" indent="0">
              <a:lnSpc>
                <a:spcPct val="110000"/>
              </a:lnSpc>
              <a:spcBef>
                <a:spcPts val="0"/>
              </a:spcBef>
              <a:spcAft>
                <a:spcPts val="0"/>
              </a:spcAft>
              <a:buNone/>
              <a:defRPr>
                <a:latin typeface="Microsoft YaHei"/>
                <a:ea typeface="Microsoft YaHei"/>
                <a:cs typeface="Microsoft YaHei"/>
              </a:defRPr>
            </a:lvl3pPr>
            <a:lvl4pPr marL="0" indent="0">
              <a:lnSpc>
                <a:spcPct val="110000"/>
              </a:lnSpc>
              <a:spcBef>
                <a:spcPts val="0"/>
              </a:spcBef>
              <a:spcAft>
                <a:spcPts val="0"/>
              </a:spcAft>
              <a:buNone/>
              <a:defRPr>
                <a:latin typeface="Microsoft YaHei"/>
                <a:ea typeface="Microsoft YaHei"/>
                <a:cs typeface="Microsoft YaHei"/>
              </a:defRPr>
            </a:lvl4pPr>
            <a:lvl5pPr marL="0" indent="0">
              <a:lnSpc>
                <a:spcPct val="110000"/>
              </a:lnSpc>
              <a:spcBef>
                <a:spcPts val="0"/>
              </a:spcBef>
              <a:spcAft>
                <a:spcPts val="0"/>
              </a:spcAft>
              <a:buNone/>
              <a:defRPr>
                <a:latin typeface="Microsoft YaHei"/>
                <a:ea typeface="Microsoft YaHei"/>
                <a:cs typeface="Microsoft YaHei"/>
              </a:defRPr>
            </a:lvl5pPr>
            <a:lvl6pPr marL="0" indent="0">
              <a:lnSpc>
                <a:spcPct val="110000"/>
              </a:lnSpc>
              <a:spcBef>
                <a:spcPts val="0"/>
              </a:spcBef>
              <a:spcAft>
                <a:spcPts val="0"/>
              </a:spcAft>
              <a:buNone/>
              <a:defRPr>
                <a:latin typeface="Microsoft YaHei"/>
                <a:ea typeface="Microsoft YaHei"/>
                <a:cs typeface="Microsoft YaHei"/>
              </a:defRPr>
            </a:lvl6pPr>
            <a:lvl7pPr marL="0" indent="0">
              <a:lnSpc>
                <a:spcPct val="110000"/>
              </a:lnSpc>
              <a:spcBef>
                <a:spcPts val="0"/>
              </a:spcBef>
              <a:spcAft>
                <a:spcPts val="0"/>
              </a:spcAft>
              <a:buNone/>
              <a:defRPr>
                <a:latin typeface="Microsoft YaHei"/>
                <a:ea typeface="Microsoft YaHei"/>
                <a:cs typeface="Microsoft YaHei"/>
              </a:defRPr>
            </a:lvl7pPr>
            <a:lvl8pPr marL="0" indent="0">
              <a:lnSpc>
                <a:spcPct val="110000"/>
              </a:lnSpc>
              <a:spcBef>
                <a:spcPts val="0"/>
              </a:spcBef>
              <a:spcAft>
                <a:spcPts val="0"/>
              </a:spcAft>
              <a:buNone/>
              <a:defRPr>
                <a:latin typeface="Microsoft YaHei"/>
                <a:ea typeface="Microsoft YaHei"/>
                <a:cs typeface="Microsoft YaHei"/>
              </a:defRPr>
            </a:lvl8pPr>
            <a:lvl9pPr marL="0" indent="0">
              <a:lnSpc>
                <a:spcPct val="110000"/>
              </a:lnSpc>
              <a:spcBef>
                <a:spcPts val="0"/>
              </a:spcBef>
              <a:spcAft>
                <a:spcPts val="0"/>
              </a:spcAft>
              <a:buNone/>
              <a:defRPr>
                <a:latin typeface="Microsoft YaHei"/>
                <a:ea typeface="Microsoft YaHei"/>
                <a:cs typeface="Microsoft YaHei"/>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3AC643-2B75-4F96-8075-2CBE862435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icrosoft YaHei"/>
                <a:ea typeface="Microsoft YaHei"/>
                <a:cs typeface="Microsoft YaHei"/>
              </a:defRPr>
            </a:defPPr>
            <a:lvl1pPr marL="228600" indent="-228600">
              <a:lnSpc>
                <a:spcPct val="110000"/>
              </a:lnSpc>
              <a:spcBef>
                <a:spcPts val="0"/>
              </a:spcBef>
              <a:spcAft>
                <a:spcPts val="1200"/>
              </a:spcAft>
              <a:buChar char="•"/>
              <a:defRPr>
                <a:latin typeface="Microsoft YaHei"/>
                <a:ea typeface="Microsoft YaHei"/>
                <a:cs typeface="Microsoft YaHei"/>
              </a:defRPr>
            </a:lvl1pPr>
            <a:lvl2pPr marL="533400" indent="-228600">
              <a:lnSpc>
                <a:spcPct val="110000"/>
              </a:lnSpc>
              <a:spcBef>
                <a:spcPts val="0"/>
              </a:spcBef>
              <a:spcAft>
                <a:spcPts val="1200"/>
              </a:spcAft>
              <a:buChar char="•"/>
              <a:defRPr>
                <a:latin typeface="Microsoft YaHei"/>
                <a:ea typeface="Microsoft YaHei"/>
                <a:cs typeface="Microsoft YaHei"/>
              </a:defRPr>
            </a:lvl2pPr>
            <a:lvl3pPr marL="838200" indent="-228600">
              <a:lnSpc>
                <a:spcPct val="110000"/>
              </a:lnSpc>
              <a:spcBef>
                <a:spcPts val="0"/>
              </a:spcBef>
              <a:spcAft>
                <a:spcPts val="1200"/>
              </a:spcAft>
              <a:buChar char="•"/>
              <a:defRPr>
                <a:latin typeface="Microsoft YaHei"/>
                <a:ea typeface="Microsoft YaHei"/>
                <a:cs typeface="Microsoft YaHei"/>
              </a:defRPr>
            </a:lvl3pPr>
            <a:lvl4pPr marL="1143000" indent="-228600">
              <a:lnSpc>
                <a:spcPct val="110000"/>
              </a:lnSpc>
              <a:spcBef>
                <a:spcPts val="0"/>
              </a:spcBef>
              <a:spcAft>
                <a:spcPts val="1200"/>
              </a:spcAft>
              <a:buChar char="•"/>
              <a:defRPr>
                <a:latin typeface="Microsoft YaHei"/>
                <a:ea typeface="Microsoft YaHei"/>
                <a:cs typeface="Microsoft YaHei"/>
              </a:defRPr>
            </a:lvl4pPr>
            <a:lvl5pPr marL="1447800" indent="-228600">
              <a:lnSpc>
                <a:spcPct val="110000"/>
              </a:lnSpc>
              <a:spcBef>
                <a:spcPts val="0"/>
              </a:spcBef>
              <a:spcAft>
                <a:spcPts val="1200"/>
              </a:spcAft>
              <a:buChar char="•"/>
              <a:defRPr>
                <a:latin typeface="Microsoft YaHei"/>
                <a:ea typeface="Microsoft YaHei"/>
                <a:cs typeface="Microsoft YaHei"/>
              </a:defRPr>
            </a:lvl5pPr>
            <a:lvl6pPr marL="1752600" indent="-228600">
              <a:lnSpc>
                <a:spcPct val="110000"/>
              </a:lnSpc>
              <a:spcBef>
                <a:spcPts val="0"/>
              </a:spcBef>
              <a:spcAft>
                <a:spcPts val="1200"/>
              </a:spcAft>
              <a:buChar char="•"/>
              <a:defRPr>
                <a:latin typeface="Microsoft YaHei"/>
                <a:ea typeface="Microsoft YaHei"/>
                <a:cs typeface="Microsoft YaHei"/>
              </a:defRPr>
            </a:lvl6pPr>
            <a:lvl7pPr marL="2057400" indent="-228600">
              <a:lnSpc>
                <a:spcPct val="110000"/>
              </a:lnSpc>
              <a:spcBef>
                <a:spcPts val="0"/>
              </a:spcBef>
              <a:spcAft>
                <a:spcPts val="1200"/>
              </a:spcAft>
              <a:buChar char="•"/>
              <a:defRPr>
                <a:latin typeface="Microsoft YaHei"/>
                <a:ea typeface="Microsoft YaHei"/>
                <a:cs typeface="Microsoft YaHei"/>
              </a:defRPr>
            </a:lvl7pPr>
            <a:lvl8pPr marL="2362200" indent="-228600">
              <a:lnSpc>
                <a:spcPct val="110000"/>
              </a:lnSpc>
              <a:spcBef>
                <a:spcPts val="0"/>
              </a:spcBef>
              <a:spcAft>
                <a:spcPts val="1200"/>
              </a:spcAft>
              <a:buChar char="•"/>
              <a:defRPr>
                <a:latin typeface="Microsoft YaHei"/>
                <a:ea typeface="Microsoft YaHei"/>
                <a:cs typeface="Microsoft YaHei"/>
              </a:defRPr>
            </a:lvl8pPr>
            <a:lvl9pPr marL="2667000" indent="-228600">
              <a:lnSpc>
                <a:spcPct val="110000"/>
              </a:lnSpc>
              <a:spcBef>
                <a:spcPts val="0"/>
              </a:spcBef>
              <a:spcAft>
                <a:spcPts val="1200"/>
              </a:spcAft>
              <a:buChar char="•"/>
              <a:defRPr>
                <a:latin typeface="Microsoft YaHei"/>
                <a:ea typeface="Microsoft YaHei"/>
                <a:cs typeface="Microsoft YaHei"/>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ac3256425840d7" /><Relationship Type="http://schemas.openxmlformats.org/officeDocument/2006/relationships/slideLayout" Target="/ppt/slideLayouts/slideLayout1.xml" Id="R59f94fed8110480f" /><Relationship Type="http://schemas.openxmlformats.org/officeDocument/2006/relationships/slideLayout" Target="/ppt/slideLayouts/slideLayout2.xml" Id="Rddf049391aab42ec" /><Relationship Type="http://schemas.openxmlformats.org/officeDocument/2006/relationships/slideLayout" Target="/ppt/slideLayouts/slideLayout3.xml" Id="Ra4bb8fb4ae3f4f74" /><Relationship Type="http://schemas.openxmlformats.org/officeDocument/2006/relationships/slideLayout" Target="/ppt/slideLayouts/slideLayout4.xml" Id="Rc04186968a984522" /><Relationship Type="http://schemas.openxmlformats.org/officeDocument/2006/relationships/slideLayout" Target="/ppt/slideLayouts/slideLayout5.xml" Id="R18e51f0f67704697" /><Relationship Type="http://schemas.openxmlformats.org/officeDocument/2006/relationships/slideLayout" Target="/ppt/slideLayouts/slideLayout6.xml" Id="R6aac2453c7a244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f94fed8110480f"/>
    <p:sldLayoutId xmlns:r="http://schemas.openxmlformats.org/officeDocument/2006/relationships" id="2147483650" r:id="Rddf049391aab42ec"/>
    <p:sldLayoutId xmlns:r="http://schemas.openxmlformats.org/officeDocument/2006/relationships" id="2147483651" r:id="Ra4bb8fb4ae3f4f74"/>
    <p:sldLayoutId xmlns:r="http://schemas.openxmlformats.org/officeDocument/2006/relationships" id="2147483652" r:id="Rc04186968a984522"/>
    <p:sldLayoutId xmlns:r="http://schemas.openxmlformats.org/officeDocument/2006/relationships" id="2147483653" r:id="R18e51f0f67704697"/>
    <p:sldLayoutId xmlns:r="http://schemas.openxmlformats.org/officeDocument/2006/relationships" id="2147483654" r:id="R6aac2453c7a244a1"/>
  </p:sldLayoutIdLst>
  <p:txStyles>
    <p:titleStyle>
      <a:lvl1pPr xmlns:a="http://schemas.openxmlformats.org/drawingml/2006/main" algn="l">
        <a:lnSpc>
          <a:spcPct val="90000"/>
        </a:lnSpc>
        <a:spcBef>
          <a:spcPts val="0"/>
        </a:spcBef>
        <a:buNone/>
        <a:defRPr sz="4400">
          <a:solidFill>
            <a:schemeClr val="tx1"/>
          </a:solidFill>
          <a:latin typeface="Microsoft YaHei"/>
          <a:ea typeface="Microsoft YaHei"/>
          <a:cs typeface="Microsoft YaHei"/>
        </a:defRPr>
      </a:lvl1pPr>
    </p:titleStyle>
    <p:bodyStyle>
      <a:lvl1pPr xmlns:a="http://schemas.openxmlformats.org/drawingml/2006/main" marL="228600" indent="-228600" algn="l">
        <a:lnSpc>
          <a:spcPct val="90000"/>
        </a:lnSpc>
        <a:spcBef>
          <a:spcPts val="1000"/>
        </a:spcBef>
        <a:buChar char="•"/>
        <a:defRPr sz="2800">
          <a:solidFill>
            <a:schemeClr val="tx1"/>
          </a:solidFill>
          <a:latin typeface="Microsoft YaHei"/>
          <a:ea typeface="Microsoft YaHei"/>
          <a:cs typeface="Microsoft YaHei"/>
        </a:defRPr>
      </a:lvl1pPr>
      <a:lvl2pPr xmlns:a="http://schemas.openxmlformats.org/drawingml/2006/main" marL="685800" indent="-228600" algn="l">
        <a:lnSpc>
          <a:spcPct val="90000"/>
        </a:lnSpc>
        <a:spcBef>
          <a:spcPts val="500"/>
        </a:spcBef>
        <a:buChar char="•"/>
        <a:defRPr sz="2400">
          <a:solidFill>
            <a:schemeClr val="tx1"/>
          </a:solidFill>
          <a:latin typeface="Microsoft YaHei"/>
          <a:ea typeface="Microsoft YaHei"/>
          <a:cs typeface="Microsoft YaHei"/>
        </a:defRPr>
      </a:lvl2pPr>
      <a:lvl3pPr xmlns:a="http://schemas.openxmlformats.org/drawingml/2006/main" marL="1143000" indent="-228600" algn="l">
        <a:lnSpc>
          <a:spcPct val="90000"/>
        </a:lnSpc>
        <a:spcBef>
          <a:spcPts val="500"/>
        </a:spcBef>
        <a:buChar char="•"/>
        <a:defRPr sz="2000">
          <a:solidFill>
            <a:schemeClr val="tx1"/>
          </a:solidFill>
          <a:latin typeface="Microsoft YaHei"/>
          <a:ea typeface="Microsoft YaHei"/>
          <a:cs typeface="Microsoft YaHei"/>
        </a:defRPr>
      </a:lvl3pPr>
      <a:lvl4pPr xmlns:a="http://schemas.openxmlformats.org/drawingml/2006/main" marL="1600200" indent="-228600" algn="l">
        <a:lnSpc>
          <a:spcPct val="90000"/>
        </a:lnSpc>
        <a:spcBef>
          <a:spcPts val="500"/>
        </a:spcBef>
        <a:buChar char="•"/>
        <a:defRPr sz="1800">
          <a:solidFill>
            <a:schemeClr val="tx1"/>
          </a:solidFill>
          <a:latin typeface="Microsoft YaHei"/>
          <a:ea typeface="Microsoft YaHei"/>
          <a:cs typeface="Microsoft YaHei"/>
        </a:defRPr>
      </a:lvl4pPr>
      <a:lvl5pPr xmlns:a="http://schemas.openxmlformats.org/drawingml/2006/main" marL="2057400" indent="-228600" algn="l">
        <a:lnSpc>
          <a:spcPct val="90000"/>
        </a:lnSpc>
        <a:spcBef>
          <a:spcPts val="500"/>
        </a:spcBef>
        <a:buChar char="•"/>
        <a:defRPr sz="1800">
          <a:solidFill>
            <a:schemeClr val="tx1"/>
          </a:solidFill>
          <a:latin typeface="Microsoft YaHei"/>
          <a:ea typeface="Microsoft YaHei"/>
          <a:cs typeface="Microsoft YaHei"/>
        </a:defRPr>
      </a:lvl5pPr>
      <a:lvl6pPr xmlns:a="http://schemas.openxmlformats.org/drawingml/2006/main" marL="2514600" indent="-228600" algn="l">
        <a:lnSpc>
          <a:spcPct val="90000"/>
        </a:lnSpc>
        <a:spcBef>
          <a:spcPts val="500"/>
        </a:spcBef>
        <a:buChar char="•"/>
        <a:defRPr sz="1800">
          <a:solidFill>
            <a:schemeClr val="tx1"/>
          </a:solidFill>
          <a:latin typeface="Microsoft YaHei"/>
          <a:ea typeface="Microsoft YaHei"/>
          <a:cs typeface="Microsoft YaHei"/>
        </a:defRPr>
      </a:lvl6pPr>
      <a:lvl7pPr xmlns:a="http://schemas.openxmlformats.org/drawingml/2006/main" marL="2971800" indent="-228600" algn="l">
        <a:lnSpc>
          <a:spcPct val="90000"/>
        </a:lnSpc>
        <a:spcBef>
          <a:spcPts val="500"/>
        </a:spcBef>
        <a:buChar char="•"/>
        <a:defRPr sz="1800">
          <a:solidFill>
            <a:schemeClr val="tx1"/>
          </a:solidFill>
          <a:latin typeface="Microsoft YaHei"/>
          <a:ea typeface="Microsoft YaHei"/>
          <a:cs typeface="Microsoft YaHei"/>
        </a:defRPr>
      </a:lvl7pPr>
      <a:lvl8pPr xmlns:a="http://schemas.openxmlformats.org/drawingml/2006/main" marL="3429000" indent="-228600" algn="l">
        <a:lnSpc>
          <a:spcPct val="90000"/>
        </a:lnSpc>
        <a:spcBef>
          <a:spcPts val="500"/>
        </a:spcBef>
        <a:buChar char="•"/>
        <a:defRPr sz="1800">
          <a:solidFill>
            <a:schemeClr val="tx1"/>
          </a:solidFill>
          <a:latin typeface="Microsoft YaHei"/>
          <a:ea typeface="Microsoft YaHei"/>
          <a:cs typeface="Microsoft YaHei"/>
        </a:defRPr>
      </a:lvl8pPr>
      <a:lvl9pPr xmlns:a="http://schemas.openxmlformats.org/drawingml/2006/main" marL="3886200" indent="-228600" algn="l">
        <a:lnSpc>
          <a:spcPct val="90000"/>
        </a:lnSpc>
        <a:spcBef>
          <a:spcPts val="500"/>
        </a:spcBef>
        <a:buChar char="•"/>
        <a:defRPr sz="1800">
          <a:solidFill>
            <a:schemeClr val="tx1"/>
          </a:solidFill>
          <a:latin typeface="Microsoft YaHei"/>
          <a:ea typeface="Microsoft YaHei"/>
          <a:cs typeface="Microsoft YaHei"/>
        </a:defRPr>
      </a:lvl9pPr>
    </p:bodyStyle>
    <p:otherStyle>
      <a:lvl1pPr xmlns:a="http://schemas.openxmlformats.org/drawingml/2006/main" marL="0" algn="l">
        <a:buNone/>
        <a:defRPr sz="1800">
          <a:solidFill>
            <a:schemeClr val="tx1"/>
          </a:solidFill>
          <a:latin typeface="Microsoft YaHei"/>
          <a:ea typeface="Microsoft YaHei"/>
          <a:cs typeface="Microsoft YaHei"/>
        </a:defRPr>
      </a:lvl1pPr>
      <a:lvl2pPr xmlns:a="http://schemas.openxmlformats.org/drawingml/2006/main" marL="457200" algn="l">
        <a:buNone/>
        <a:defRPr sz="1800">
          <a:solidFill>
            <a:schemeClr val="tx1"/>
          </a:solidFill>
          <a:latin typeface="Microsoft YaHei"/>
          <a:ea typeface="Microsoft YaHei"/>
          <a:cs typeface="Microsoft YaHei"/>
        </a:defRPr>
      </a:lvl2pPr>
      <a:lvl3pPr xmlns:a="http://schemas.openxmlformats.org/drawingml/2006/main" marL="914400" algn="l">
        <a:buNone/>
        <a:defRPr sz="1800">
          <a:solidFill>
            <a:schemeClr val="tx1"/>
          </a:solidFill>
          <a:latin typeface="Microsoft YaHei"/>
          <a:ea typeface="Microsoft YaHei"/>
          <a:cs typeface="Microsoft YaHei"/>
        </a:defRPr>
      </a:lvl3pPr>
      <a:lvl4pPr xmlns:a="http://schemas.openxmlformats.org/drawingml/2006/main" marL="1371600" algn="l">
        <a:buNone/>
        <a:defRPr sz="1800">
          <a:solidFill>
            <a:schemeClr val="tx1"/>
          </a:solidFill>
          <a:latin typeface="Microsoft YaHei"/>
          <a:ea typeface="Microsoft YaHei"/>
          <a:cs typeface="Microsoft YaHei"/>
        </a:defRPr>
      </a:lvl4pPr>
      <a:lvl5pPr xmlns:a="http://schemas.openxmlformats.org/drawingml/2006/main" marL="1828800" algn="l">
        <a:buNone/>
        <a:defRPr sz="1800">
          <a:solidFill>
            <a:schemeClr val="tx1"/>
          </a:solidFill>
          <a:latin typeface="Microsoft YaHei"/>
          <a:ea typeface="Microsoft YaHei"/>
          <a:cs typeface="Microsoft YaHei"/>
        </a:defRPr>
      </a:lvl5pPr>
      <a:lvl6pPr xmlns:a="http://schemas.openxmlformats.org/drawingml/2006/main" marL="2286000" algn="l">
        <a:buNone/>
        <a:defRPr sz="1800">
          <a:solidFill>
            <a:schemeClr val="tx1"/>
          </a:solidFill>
          <a:latin typeface="Microsoft YaHei"/>
          <a:ea typeface="Microsoft YaHei"/>
          <a:cs typeface="Microsoft YaHei"/>
        </a:defRPr>
      </a:lvl6pPr>
      <a:lvl7pPr xmlns:a="http://schemas.openxmlformats.org/drawingml/2006/main" marL="2743200" algn="l">
        <a:buNone/>
        <a:defRPr sz="1800">
          <a:solidFill>
            <a:schemeClr val="tx1"/>
          </a:solidFill>
          <a:latin typeface="Microsoft YaHei"/>
          <a:ea typeface="Microsoft YaHei"/>
          <a:cs typeface="Microsoft YaHei"/>
        </a:defRPr>
      </a:lvl7pPr>
      <a:lvl8pPr xmlns:a="http://schemas.openxmlformats.org/drawingml/2006/main" marL="3200400" algn="l">
        <a:buNone/>
        <a:defRPr sz="1800">
          <a:solidFill>
            <a:schemeClr val="tx1"/>
          </a:solidFill>
          <a:latin typeface="Microsoft YaHei"/>
          <a:ea typeface="Microsoft YaHei"/>
          <a:cs typeface="Microsoft YaHei"/>
        </a:defRPr>
      </a:lvl8pPr>
      <a:lvl9pPr xmlns:a="http://schemas.openxmlformats.org/drawingml/2006/main" marL="3657600" algn="l">
        <a:buNone/>
        <a:defRPr sz="1800">
          <a:solidFill>
            <a:schemeClr val="tx1"/>
          </a:solidFill>
          <a:latin typeface="Microsoft YaHei"/>
          <a:ea typeface="Microsoft YaHei"/>
          <a:cs typeface="Microsoft YaHe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adc7d7a8a04edf" /><Relationship Type="http://schemas.openxmlformats.org/officeDocument/2006/relationships/image" Target="/ppt/media/image.png" Id="R26ebe59b4d8447bf" /><Relationship Type="http://schemas.openxmlformats.org/officeDocument/2006/relationships/image" Target="/ppt/media/image2.png" Id="Rcc5682f433784e39" /><Relationship Type="http://schemas.openxmlformats.org/officeDocument/2006/relationships/notesSlide" Target="/ppt/notesSlides/notesSlide1.xml" Id="Rc1e215b388874e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fd4c240d664291" /><Relationship Type="http://schemas.openxmlformats.org/officeDocument/2006/relationships/notesSlide" Target="/ppt/notesSlides/notesSlide2.xml" Id="Rc9fe37af348f4f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143e75f08c2496e" /><Relationship Type="http://schemas.openxmlformats.org/officeDocument/2006/relationships/image" Target="/ppt/media/image3.png" Id="Rb593070523c844fe" /><Relationship Type="http://schemas.openxmlformats.org/officeDocument/2006/relationships/image" Target="/ppt/media/image4.png" Id="R3f7e2d9f7db34264" /><Relationship Type="http://schemas.openxmlformats.org/officeDocument/2006/relationships/image" Target="/ppt/media/image5.png" Id="Rc2d2dec54b4e412e" /><Relationship Type="http://schemas.openxmlformats.org/officeDocument/2006/relationships/image" Target="/ppt/media/image6.png" Id="R6f72ed569d314163" /><Relationship Type="http://schemas.openxmlformats.org/officeDocument/2006/relationships/image" Target="/ppt/media/image7.png" Id="Re09fcd87579a47ae" /><Relationship Type="http://schemas.openxmlformats.org/officeDocument/2006/relationships/image" Target="/ppt/media/image8.png" Id="R9ce336da35ef4d8b" /><Relationship Type="http://schemas.openxmlformats.org/officeDocument/2006/relationships/image" Target="/ppt/media/image9.png" Id="R675bbf442f124b1d" /><Relationship Type="http://schemas.openxmlformats.org/officeDocument/2006/relationships/notesSlide" Target="/ppt/notesSlides/notesSlide3.xml" Id="R45fa5aec980f43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9b1f04cb07f4459" /><Relationship Type="http://schemas.openxmlformats.org/officeDocument/2006/relationships/image" Target="/ppt/media/image3.png" Id="R990664dffbc641d4" /><Relationship Type="http://schemas.openxmlformats.org/officeDocument/2006/relationships/notesSlide" Target="/ppt/notesSlides/notesSlide4.xml" Id="R4e0fd4ec885848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68a8122a904f6e" /><Relationship Type="http://schemas.openxmlformats.org/officeDocument/2006/relationships/image" Target="/ppt/media/image3.png" Id="Rf4cd689fedec442e" /><Relationship Type="http://schemas.openxmlformats.org/officeDocument/2006/relationships/notesSlide" Target="/ppt/notesSlides/notesSlide5.xml" Id="R8c8545986e1341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a53eb676a34963" /><Relationship Type="http://schemas.openxmlformats.org/officeDocument/2006/relationships/image" Target="/ppt/media/image3.png" Id="Rd6067fb3b33044a7" /><Relationship Type="http://schemas.openxmlformats.org/officeDocument/2006/relationships/notesSlide" Target="/ppt/notesSlides/notesSlide6.xml" Id="R36aeaf95161a4b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c663d40222849a7" /><Relationship Type="http://schemas.openxmlformats.org/officeDocument/2006/relationships/image" Target="/ppt/media/image3.png" Id="R6611be0771854abd" /><Relationship Type="http://schemas.openxmlformats.org/officeDocument/2006/relationships/notesSlide" Target="/ppt/notesSlides/notesSlide7.xml" Id="Rfc7f37fe600e4c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c1287edf774a10" /><Relationship Type="http://schemas.openxmlformats.org/officeDocument/2006/relationships/image" Target="/ppt/media/image3.png" Id="Rb8254f98906e4762" /><Relationship Type="http://schemas.openxmlformats.org/officeDocument/2006/relationships/notesSlide" Target="/ppt/notesSlides/notesSlide8.xml" Id="Rfdad64d2845940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f0ae26a1dd40d5" /><Relationship Type="http://schemas.openxmlformats.org/officeDocument/2006/relationships/image" Target="/ppt/media/image3.png" Id="R9588d29c7d624c04" /><Relationship Type="http://schemas.openxmlformats.org/officeDocument/2006/relationships/notesSlide" Target="/ppt/notesSlides/notesSlide9.xml" Id="R83febd96137b45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36b5cc64e6450a" /><Relationship Type="http://schemas.openxmlformats.org/officeDocument/2006/relationships/image" Target="/ppt/media/image3.png" Id="Rbc6174f460244c02" /><Relationship Type="http://schemas.openxmlformats.org/officeDocument/2006/relationships/image" Target="/ppt/media/image10.png" Id="R8f72e5530a434588" /><Relationship Type="http://schemas.openxmlformats.org/officeDocument/2006/relationships/notesSlide" Target="/ppt/notesSlides/notesSlide10.xml" Id="Rae99d6550e7149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3b41f10ed2145c6" /><Relationship Type="http://schemas.openxmlformats.org/officeDocument/2006/relationships/image" Target="/ppt/media/image3.png" Id="R25ef1c72730d48fa" /><Relationship Type="http://schemas.openxmlformats.org/officeDocument/2006/relationships/notesSlide" Target="/ppt/notesSlides/notesSlide11.xml" Id="R886e44b24fbc4c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b40cb401b4f4f72" /><Relationship Type="http://schemas.openxmlformats.org/officeDocument/2006/relationships/image" Target="/ppt/media/image3.png" Id="Rcc17a565ccea486d" /><Relationship Type="http://schemas.openxmlformats.org/officeDocument/2006/relationships/notesSlide" Target="/ppt/notesSlides/notesSlide12.xml" Id="R9b37080259e34c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ad6d76fc5194ab4" /><Relationship Type="http://schemas.openxmlformats.org/officeDocument/2006/relationships/image" Target="/ppt/media/image3.png" Id="Rc1e78e459e4e47fd" /><Relationship Type="http://schemas.openxmlformats.org/officeDocument/2006/relationships/notesSlide" Target="/ppt/notesSlides/notesSlide13.xml" Id="R995d7662a9e049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ba6afc2d81248bf" /><Relationship Type="http://schemas.openxmlformats.org/officeDocument/2006/relationships/image" Target="/ppt/media/image3.png" Id="Rc892eaa078094e23" /><Relationship Type="http://schemas.openxmlformats.org/officeDocument/2006/relationships/notesSlide" Target="/ppt/notesSlides/notesSlide14.xml" Id="R7b4e0e093e8f4f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7782398d6134127" /><Relationship Type="http://schemas.openxmlformats.org/officeDocument/2006/relationships/image" Target="/ppt/media/image.png" Id="R2b64bf68e802472c" /><Relationship Type="http://schemas.openxmlformats.org/officeDocument/2006/relationships/image" Target="/ppt/media/image2.png" Id="Rd4ae09e2aaea4b90" /><Relationship Type="http://schemas.openxmlformats.org/officeDocument/2006/relationships/notesSlide" Target="/ppt/notesSlides/notesSlide15.xml" Id="Rad894838657541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50c6df4af3d454d" /><Relationship Type="http://schemas.openxmlformats.org/officeDocument/2006/relationships/image" Target="/ppt/media/image3.png" Id="Rac3b65a07bac4620" /><Relationship Type="http://schemas.openxmlformats.org/officeDocument/2006/relationships/notesSlide" Target="/ppt/notesSlides/notesSlide16.xml" Id="R8777cfb6495c4b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9adca46378241c1" /><Relationship Type="http://schemas.openxmlformats.org/officeDocument/2006/relationships/image" Target="/ppt/media/image3.png" Id="R7cf80c9ee79c4882" /><Relationship Type="http://schemas.openxmlformats.org/officeDocument/2006/relationships/notesSlide" Target="/ppt/notesSlides/notesSlide17.xml" Id="R45f5e3bb447545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4">
            <a:extLst xmlns:a="http://schemas.openxmlformats.org/drawingml/2006/main">
              <a:ext uri="{FF2B5EF4-FFF2-40B4-BE49-F238E27FC236}">
                <a16:creationId xmlns:a16="http://schemas.microsoft.com/office/drawing/2014/main" id="{9DFCADCA-AFA4-4A49-A69F-FFCF50FFF25E}"/>
              </a:ext>
            </a:extLst>
          </p:cNvPr>
          <p:cNvSpPr>
            <a:spLocks xmlns:a="http://schemas.openxmlformats.org/drawingml/2006/main" noGrp="1"/>
          </p:cNvSpPr>
          <p:nvPr/>
        </p:nvSpPr>
        <p:spPr>
          <a:xfrm xmlns:a="http://schemas.openxmlformats.org/drawingml/2006/main">
            <a:off x="2081" y="1990089"/>
            <a:ext cx="12189743" cy="3079121"/>
          </a:xfrm>
          <a:prstGeom xmlns:a="http://schemas.openxmlformats.org/drawingml/2006/main" prst="rect">
            <a:avLst/>
          </a:prstGeom>
          <a:ln xmlns:a="http://schemas.openxmlformats.org/drawingml/2006/main">
            <a:no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3" name="文本框 7">
            <a:extLst xmlns:a="http://schemas.openxmlformats.org/drawingml/2006/main">
              <a:ext uri="{FF2B5EF4-FFF2-40B4-BE49-F238E27FC236}">
                <a16:creationId xmlns:a16="http://schemas.microsoft.com/office/drawing/2014/main" id="{81C2FA18-FF74-41ED-98CE-E12466A301EE}"/>
              </a:ext>
            </a:extLst>
          </p:cNvPr>
          <p:cNvSpPr>
            <a:spLocks xmlns:a="http://schemas.openxmlformats.org/drawingml/2006/main" noGrp="1"/>
          </p:cNvSpPr>
          <p:nvPr/>
        </p:nvSpPr>
        <p:spPr>
          <a:xfrm xmlns:a="http://schemas.openxmlformats.org/drawingml/2006/main">
            <a:off x="171450" y="1990725"/>
            <a:ext cx="11849100" cy="28956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defPPr algn="ctr">
              <a:defRPr sz="4800" b="1">
                <a:solidFill>
                  <a:srgbClr val="FFFFFF"/>
                </a:solidFill>
                <a:latin typeface="Microsoft YaHei"/>
                <a:ea typeface="Microsoft YaHei"/>
                <a:cs typeface="Microsoft YaHei"/>
              </a:defRPr>
            </a:defPPr>
          </a:lstStyle>
          <a:p xmlns:a="http://schemas.openxmlformats.org/drawingml/2006/main">
            <a:pPr algn="ctr">
              <a:lnSpc>
                <a:spcPct val="125000"/>
              </a:lnSpc>
              <a:buNone/>
              <a:defRPr sz="4800" b="1">
                <a:solidFill>
                  <a:srgbClr val="FFFFFF"/>
                </a:solidFill>
                <a:latin typeface="Microsoft YaHei"/>
                <a:ea typeface="Microsoft YaHei"/>
                <a:cs typeface="Microsoft YaHei"/>
              </a:defRPr>
            </a:pPr>
            <a:r>
              <a:rPr sz="4800" b="1">
                <a:solidFill>
                  <a:srgbClr val="FFFFFF"/>
                </a:solidFill>
                <a:latin typeface="Microsoft YaHei"/>
                <a:ea typeface="Microsoft YaHei"/>
                <a:cs typeface="Microsoft YaHei"/>
              </a:rPr>
              <a:t>基于图神经网络与强化学习的</a:t>
            </a:r>
            <a:endParaRPr>
              <a:latin typeface="Microsoft YaHei"/>
              <a:ea typeface="Microsoft YaHei"/>
              <a:cs typeface="Microsoft YaHei"/>
            </a:endParaRPr>
          </a:p>
          <a:p xmlns:a="http://schemas.openxmlformats.org/drawingml/2006/main">
            <a:pPr algn="ctr">
              <a:lnSpc>
                <a:spcPct val="125000"/>
              </a:lnSpc>
              <a:buNone/>
              <a:defRPr sz="4800" b="1">
                <a:solidFill>
                  <a:srgbClr val="FFFFFF"/>
                </a:solidFill>
                <a:latin typeface="Microsoft YaHei"/>
                <a:ea typeface="Microsoft YaHei"/>
                <a:cs typeface="Microsoft YaHei"/>
              </a:defRPr>
            </a:pPr>
            <a:r>
              <a:rPr sz="4800" b="1">
                <a:solidFill>
                  <a:srgbClr val="FFFFFF"/>
                </a:solidFill>
                <a:latin typeface="Microsoft YaHei"/>
                <a:ea typeface="Microsoft YaHei"/>
                <a:cs typeface="Microsoft YaHei"/>
              </a:rPr>
              <a:t>飞机脉动装配线调度方法研究</a:t>
            </a:r>
            <a:endParaRPr>
              <a:latin typeface="Microsoft YaHei"/>
              <a:ea typeface="Microsoft YaHei"/>
              <a:cs typeface="Microsoft YaHei"/>
            </a:endParaRPr>
          </a:p>
        </p:txBody>
      </p:sp>
      <p:pic>
        <p:nvPicPr>
          <p:cNvPr id="5" name="Picture 2">
            <a:extLst xmlns:a="http://schemas.openxmlformats.org/drawingml/2006/main">
              <a:ext uri="{FF2B5EF4-FFF2-40B4-BE49-F238E27FC236}">
                <a16:creationId xmlns:a16="http://schemas.microsoft.com/office/drawing/2014/main" id="{359A36B0-FDD7-4A39-AD2E-F53B48350E3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6ebe59b4d8447bf"/>
          <a:srcRect xmlns:a="http://schemas.openxmlformats.org/drawingml/2006/main" l="13505" t="0" r="13805" b="0"/>
          <a:stretch xmlns:a="http://schemas.openxmlformats.org/drawingml/2006/main">
            <a:fillRect l="0" t="0" r="0" b="0"/>
          </a:stretch>
        </p:blipFill>
        <p:spPr>
          <a:xfrm xmlns:a="http://schemas.openxmlformats.org/drawingml/2006/main" rot="0" flipH="0" flipV="0">
            <a:off x="4552253" y="998779"/>
            <a:ext cx="865806" cy="744204"/>
          </a:xfrm>
          <a:prstGeom xmlns:a="http://schemas.openxmlformats.org/drawingml/2006/main" prst="rect">
            <a:avLst/>
          </a:prstGeom>
        </p:spPr>
      </p:pic>
      <p:pic>
        <p:nvPicPr>
          <p:cNvPr id="6" name="Picture 3">
            <a:extLst xmlns:a="http://schemas.openxmlformats.org/drawingml/2006/main">
              <a:ext uri="{FF2B5EF4-FFF2-40B4-BE49-F238E27FC236}">
                <a16:creationId xmlns:a16="http://schemas.microsoft.com/office/drawing/2014/main" id="{63BAF16C-C2BE-499C-AB75-06EF4520373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c5682f433784e39"/>
          <a:srcRect xmlns:a="http://schemas.openxmlformats.org/drawingml/2006/main" l="31933" t="22857" r="9687" b="25687"/>
          <a:stretch xmlns:a="http://schemas.openxmlformats.org/drawingml/2006/main">
            <a:fillRect l="0" t="0" r="0" b="0"/>
          </a:stretch>
        </p:blipFill>
        <p:spPr>
          <a:xfrm xmlns:a="http://schemas.openxmlformats.org/drawingml/2006/main" rot="0" flipH="0" flipV="0">
            <a:off x="5418060" y="926274"/>
            <a:ext cx="2222003" cy="816709"/>
          </a:xfrm>
          <a:prstGeom xmlns:a="http://schemas.openxmlformats.org/drawingml/2006/main" prst="rect">
            <a:avLst/>
          </a:prstGeom>
        </p:spPr>
      </p:pic>
      <p:sp>
        <p:nvSpPr>
          <p:cNvPr id="7" name="cover-caption">
            <a:extLst xmlns:a="http://schemas.openxmlformats.org/drawingml/2006/main">
              <a:ext uri="{FF2B5EF4-FFF2-40B4-BE49-F238E27FC236}">
                <a16:creationId xmlns:a16="http://schemas.microsoft.com/office/drawing/2014/main" id="{95E8B047-E720-46A7-AC5C-DDFEBD1DC4B1}"/>
              </a:ext>
            </a:extLst>
          </p:cNvPr>
          <p:cNvSpPr>
            <a:spLocks xmlns:a="http://schemas.openxmlformats.org/drawingml/2006/main" noGrp="1"/>
          </p:cNvSpPr>
          <p:nvPr/>
        </p:nvSpPr>
        <p:spPr>
          <a:xfrm xmlns:a="http://schemas.openxmlformats.org/drawingml/2006/main">
            <a:off x="2667000" y="4191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0">
                <a:solidFill>
                  <a:srgbClr val="4674CD"/>
                </a:solidFill>
                <a:latin typeface="Microsoft YaHei"/>
                <a:ea typeface="Microsoft YaHei"/>
                <a:cs typeface="Microsoft YaHei"/>
              </a:defRPr>
            </a:defPPr>
          </a:lstStyle>
          <a:p xmlns:a="http://schemas.openxmlformats.org/drawingml/2006/main">
            <a:pPr algn="ctr">
              <a:buNone/>
              <a:defRPr sz="1800" b="0">
                <a:solidFill>
                  <a:srgbClr val="4674CD"/>
                </a:solidFill>
                <a:latin typeface="Microsoft YaHei"/>
                <a:ea typeface="Microsoft YaHei"/>
                <a:cs typeface="Microsoft YaHei"/>
              </a:defRPr>
            </a:pPr>
            <a:r>
              <a:rPr sz="1800" b="0">
                <a:solidFill>
                  <a:srgbClr val="4674CD"/>
                </a:solidFill>
                <a:latin typeface="Microsoft YaHei"/>
                <a:ea typeface="Microsoft YaHei"/>
                <a:cs typeface="Microsoft YaHei"/>
              </a:rPr>
              <a:t>硕士学位论文开题报告</a:t>
            </a:r>
            <a:endParaRPr>
              <a:latin typeface="Microsoft YaHei"/>
              <a:ea typeface="Microsoft YaHei"/>
              <a:cs typeface="Microsoft YaHei"/>
            </a:endParaRPr>
          </a:p>
        </p:txBody>
      </p:sp>
      <p:sp>
        <p:nvSpPr>
          <p:cNvPr id="8" name="cover-discipline-date">
            <a:extLst xmlns:a="http://schemas.openxmlformats.org/drawingml/2006/main">
              <a:ext uri="{FF2B5EF4-FFF2-40B4-BE49-F238E27FC236}">
                <a16:creationId xmlns:a16="http://schemas.microsoft.com/office/drawing/2014/main" id="{A33DC96B-EE51-4E20-B2CE-155613372E26}"/>
              </a:ext>
            </a:extLst>
          </p:cNvPr>
          <p:cNvSpPr>
            <a:spLocks xmlns:a="http://schemas.openxmlformats.org/drawingml/2006/main" noGrp="1"/>
          </p:cNvSpPr>
          <p:nvPr/>
        </p:nvSpPr>
        <p:spPr>
          <a:xfrm xmlns:a="http://schemas.openxmlformats.org/drawingml/2006/main">
            <a:off x="2476500" y="53816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0">
                <a:solidFill>
                  <a:srgbClr val="4674CD"/>
                </a:solidFill>
                <a:latin typeface="Microsoft YaHei"/>
                <a:ea typeface="Microsoft YaHei"/>
                <a:cs typeface="Microsoft YaHei"/>
              </a:defRPr>
            </a:defPPr>
          </a:lstStyle>
          <a:p xmlns:a="http://schemas.openxmlformats.org/drawingml/2006/main">
            <a:pPr algn="ctr">
              <a:buNone/>
              <a:defRPr sz="1800" b="0">
                <a:solidFill>
                  <a:srgbClr val="4674CD"/>
                </a:solidFill>
                <a:latin typeface="Microsoft YaHei"/>
                <a:ea typeface="Microsoft YaHei"/>
                <a:cs typeface="Microsoft YaHei"/>
              </a:defRPr>
            </a:pPr>
            <a:r>
              <a:rPr sz="1800" b="0">
                <a:solidFill>
                  <a:srgbClr val="4674CD"/>
                </a:solidFill>
                <a:latin typeface="Microsoft YaHei"/>
                <a:ea typeface="Microsoft YaHei"/>
                <a:cs typeface="Microsoft YaHei"/>
              </a:rPr>
              <a:t>汇报人：陆晓</a:t>
            </a:r>
            <a:r>
              <a:rPr sz="1800" b="0">
                <a:solidFill>
                  <a:srgbClr val="4674CD"/>
                </a:solidFill>
                <a:latin typeface="Times New Roman"/>
                <a:ea typeface="Times New Roman"/>
                <a:cs typeface="Times New Roman"/>
              </a:rPr>
              <a:t>    </a:t>
            </a:r>
            <a:r>
              <a:rPr sz="1800" b="0">
                <a:solidFill>
                  <a:srgbClr val="4674CD"/>
                </a:solidFill>
                <a:latin typeface="Microsoft YaHei"/>
                <a:ea typeface="Microsoft YaHei"/>
                <a:cs typeface="Microsoft YaHei"/>
              </a:rPr>
              <a:t>控制科学与工程</a:t>
            </a:r>
            <a:r>
              <a:rPr sz="1800" b="0">
                <a:solidFill>
                  <a:srgbClr val="4674CD"/>
                </a:solidFill>
                <a:latin typeface="Times New Roman"/>
                <a:ea typeface="Times New Roman"/>
                <a:cs typeface="Times New Roman"/>
              </a:rPr>
              <a:t>    2026</a:t>
            </a:r>
            <a:r>
              <a:rPr sz="1800" b="0">
                <a:solidFill>
                  <a:srgbClr val="4674CD"/>
                </a:solidFill>
                <a:latin typeface="Microsoft YaHei"/>
                <a:ea typeface="Microsoft YaHei"/>
                <a:cs typeface="Microsoft YaHei"/>
              </a:rPr>
              <a:t>年</a:t>
            </a:r>
            <a:r>
              <a:rPr sz="1800" b="0">
                <a:solidFill>
                  <a:srgbClr val="4674CD"/>
                </a:solidFill>
                <a:latin typeface="Times New Roman"/>
                <a:ea typeface="Times New Roman"/>
                <a:cs typeface="Times New Roman"/>
              </a:rPr>
              <a:t>10</a:t>
            </a:r>
            <a:r>
              <a:rPr sz="1800" b="0">
                <a:solidFill>
                  <a:srgbClr val="4674CD"/>
                </a:solidFill>
                <a:latin typeface="Microsoft YaHei"/>
                <a:ea typeface="Microsoft YaHei"/>
                <a:cs typeface="Microsoft YaHei"/>
              </a:rPr>
              <a:t>月</a:t>
            </a:r>
            <a:endParaRPr>
              <a:latin typeface="Microsoft YaHei"/>
              <a:ea typeface="Microsoft YaHei"/>
              <a:cs typeface="Microsoft YaHei"/>
            </a:endParaRPr>
          </a:p>
        </p:txBody>
      </p:sp>
    </p:spTree>
    <p:extLst>
      <p:ext uri="{BB962C8B-B14F-4D97-AF65-F5344CB8AC3E}">
        <p14:creationId xmlns:p14="http://schemas.microsoft.com/office/powerpoint/2010/main" val="6744325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矩形 4">
            <a:extLst xmlns:a="http://schemas.openxmlformats.org/drawingml/2006/main">
              <a:ext uri="{FF2B5EF4-FFF2-40B4-BE49-F238E27FC236}">
                <a16:creationId xmlns:a16="http://schemas.microsoft.com/office/drawing/2014/main" id="{711856D4-9293-4245-AD8F-802C91BEC88F}"/>
              </a:ext>
            </a:extLst>
          </p:cNvPr>
          <p:cNvSpPr>
            <a:spLocks xmlns:a="http://schemas.openxmlformats.org/drawingml/2006/main" noGrp="1"/>
          </p:cNvSpPr>
          <p:nvPr/>
        </p:nvSpPr>
        <p:spPr>
          <a:xfrm xmlns:a="http://schemas.openxmlformats.org/drawingml/2006/main" rot="0" flipH="0" flipV="0">
            <a:off x="0" y="0"/>
            <a:ext cx="4651513" cy="6858000"/>
          </a:xfrm>
          <a:prstGeom xmlns:a="http://schemas.openxmlformats.org/drawingml/2006/main" prst="rect">
            <a:avLst/>
          </a:prstGeom>
          <a:solidFill xmlns:a="http://schemas.openxmlformats.org/drawingml/2006/main">
            <a:srgbClr val="005BAE"/>
          </a:solidFill>
          <a:ln xmlns:a="http://schemas.openxmlformats.org/drawingml/2006/main">
            <a:no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5" name="文本框 8">
            <a:extLst xmlns:a="http://schemas.openxmlformats.org/drawingml/2006/main">
              <a:ext uri="{FF2B5EF4-FFF2-40B4-BE49-F238E27FC236}">
                <a16:creationId xmlns:a16="http://schemas.microsoft.com/office/drawing/2014/main" id="{314D2A68-8ED4-4450-947F-98BDA87E07BB}"/>
              </a:ext>
            </a:extLst>
          </p:cNvPr>
          <p:cNvSpPr>
            <a:spLocks xmlns:a="http://schemas.openxmlformats.org/drawingml/2006/main" noGrp="1"/>
          </p:cNvSpPr>
          <p:nvPr/>
        </p:nvSpPr>
        <p:spPr>
          <a:xfrm xmlns:a="http://schemas.openxmlformats.org/drawingml/2006/main" rot="0" flipH="0" flipV="0">
            <a:off x="2524125" y="4286250"/>
            <a:ext cx="1449705" cy="571500"/>
          </a:xfrm>
          <a:prstGeom xmlns:a="http://schemas.openxmlformats.org/drawingml/2006/main" prst="rect">
            <a:avLst/>
          </a:prstGeom>
          <a:solidFill xmlns:a="http://schemas.openxmlformats.org/drawingml/2006/main">
            <a:srgbClr val="005BAE"/>
          </a:solidFill>
        </p:spPr>
        <p:txBody>
          <a:bodyPr xmlns:a="http://schemas.openxmlformats.org/drawingml/2006/main" vert="eaVert" wrap="none">
            <a:spAutoFit/>
          </a:bodyPr>
          <a:lstStyle xmlns:a="http://schemas.openxmlformats.org/drawingml/2006/main">
            <a:defPPr>
              <a:defRPr sz="3150"/>
            </a:defPPr>
          </a:lstStyle>
          <a:p xmlns:a="http://schemas.openxmlformats.org/drawingml/2006/main">
            <a:pPr algn="ctr">
              <a:buNone/>
            </a:pPr>
            <a:r>
              <a:rPr sz="3150" b="1">
                <a:solidFill>
                  <a:srgbClr val="FFFFFF"/>
                </a:solidFill>
                <a:latin typeface="Times New Roman"/>
                <a:ea typeface="Times New Roman"/>
                <a:cs typeface="Times New Roman"/>
              </a:rPr>
              <a:t>Content</a:t>
            </a:r>
            <a:endParaRPr sz="4800" b="1">
              <a:solidFill>
                <a:srgbClr val="FFFFFF"/>
              </a:solidFill>
              <a:latin typeface="Microsoft YaHei"/>
              <a:ea typeface="Microsoft YaHei"/>
              <a:cs typeface="Microsoft YaHei"/>
            </a:endParaRPr>
          </a:p>
        </p:txBody>
      </p:sp>
      <p:sp>
        <p:nvSpPr>
          <p:cNvPr id="6" name="矩形 6">
            <a:extLst xmlns:a="http://schemas.openxmlformats.org/drawingml/2006/main">
              <a:ext uri="{FF2B5EF4-FFF2-40B4-BE49-F238E27FC236}">
                <a16:creationId xmlns:a16="http://schemas.microsoft.com/office/drawing/2014/main" id="{2F095E84-0C05-4675-9748-9D12AB2132D0}"/>
              </a:ext>
            </a:extLst>
          </p:cNvPr>
          <p:cNvSpPr>
            <a:spLocks xmlns:a="http://schemas.openxmlformats.org/drawingml/2006/main" noGrp="1"/>
          </p:cNvSpPr>
          <p:nvPr/>
        </p:nvSpPr>
        <p:spPr>
          <a:xfrm xmlns:a="http://schemas.openxmlformats.org/drawingml/2006/main" rot="0" flipH="0" flipV="0">
            <a:off x="808382" y="1782419"/>
            <a:ext cx="3045613" cy="1646581"/>
          </a:xfrm>
          <a:prstGeom xmlns:a="http://schemas.openxmlformats.org/drawingml/2006/main" prst="rect">
            <a:avLst/>
          </a:prstGeom>
          <a:solidFill xmlns:a="http://schemas.openxmlformats.org/drawingml/2006/main">
            <a:srgbClr val="005BAE"/>
          </a:solidFill>
          <a:ln xmlns:a="http://schemas.openxmlformats.org/drawingml/2006/main" w="76200">
            <a:solidFill>
              <a:srgbClr val="FFFFFF"/>
            </a:solid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r>
              <a:rPr sz="7200" b="1">
                <a:latin typeface="Microsoft YaHei"/>
                <a:ea typeface="Microsoft YaHei"/>
                <a:cs typeface="Microsoft YaHei"/>
              </a:rPr>
              <a:t>目录</a:t>
            </a:r>
            <a:endParaRPr>
              <a:latin typeface="Microsoft YaHei"/>
              <a:ea typeface="Microsoft YaHei"/>
              <a:cs typeface="Microsoft YaHei"/>
            </a:endParaRPr>
          </a:p>
        </p:txBody>
      </p:sp>
      <p:sp>
        <p:nvSpPr>
          <p:cNvPr id="8" name="椭圆 18">
            <a:extLst xmlns:a="http://schemas.openxmlformats.org/drawingml/2006/main">
              <a:ext uri="{FF2B5EF4-FFF2-40B4-BE49-F238E27FC236}">
                <a16:creationId xmlns:a16="http://schemas.microsoft.com/office/drawing/2014/main" id="{6A5CCEB7-40F3-4F1A-839C-E68BF74ED5F4}"/>
              </a:ext>
            </a:extLst>
          </p:cNvPr>
          <p:cNvSpPr>
            <a:spLocks xmlns:a="http://schemas.openxmlformats.org/drawingml/2006/main" noGrp="1"/>
          </p:cNvSpPr>
          <p:nvPr/>
        </p:nvSpPr>
        <p:spPr>
          <a:xfrm xmlns:a="http://schemas.openxmlformats.org/drawingml/2006/main" rot="0" flipH="0" flipV="0">
            <a:off x="6432680" y="1776190"/>
            <a:ext cx="145774" cy="145774"/>
          </a:xfrm>
          <a:prstGeom xmlns:a="http://schemas.openxmlformats.org/drawingml/2006/main" prst="ellipse">
            <a:avLst/>
          </a:prstGeom>
          <a:solidFill xmlns:a="http://schemas.openxmlformats.org/drawingml/2006/main">
            <a:srgbClr val="0054A6"/>
          </a:solidFill>
          <a:ln xmlns:a="http://schemas.openxmlformats.org/drawingml/2006/main">
            <a:solidFill>
              <a:srgbClr val="0054A6"/>
            </a:solid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9" name="文本框 23">
            <a:extLst xmlns:a="http://schemas.openxmlformats.org/drawingml/2006/main">
              <a:ext uri="{FF2B5EF4-FFF2-40B4-BE49-F238E27FC236}">
                <a16:creationId xmlns:a16="http://schemas.microsoft.com/office/drawing/2014/main" id="{E8E7691C-DE87-4AA2-AED2-75AAEC06C7C7}"/>
              </a:ext>
            </a:extLst>
          </p:cNvPr>
          <p:cNvSpPr>
            <a:spLocks xmlns:a="http://schemas.openxmlformats.org/drawingml/2006/main" noGrp="1"/>
          </p:cNvSpPr>
          <p:nvPr/>
        </p:nvSpPr>
        <p:spPr>
          <a:xfrm xmlns:a="http://schemas.openxmlformats.org/drawingml/2006/main" rot="0" flipH="0" flipV="0">
            <a:off x="5271511" y="1640262"/>
            <a:ext cx="893381"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rgbClr val="0054A6"/>
                </a:solidFill>
                <a:latin typeface="Times New Roman"/>
                <a:ea typeface="Times New Roman"/>
                <a:cs typeface="Times New Roman"/>
              </a:rPr>
              <a:t>01</a:t>
            </a:r>
            <a:endParaRPr sz="2400" b="1">
              <a:solidFill>
                <a:srgbClr val="0054A6"/>
              </a:solidFill>
              <a:latin typeface="Microsoft YaHei"/>
              <a:ea typeface="Microsoft YaHei"/>
              <a:cs typeface="Microsoft YaHei"/>
            </a:endParaRPr>
          </a:p>
        </p:txBody>
      </p:sp>
      <p:sp>
        <p:nvSpPr>
          <p:cNvPr id="10" name="文本框 27">
            <a:extLst xmlns:a="http://schemas.openxmlformats.org/drawingml/2006/main">
              <a:ext uri="{FF2B5EF4-FFF2-40B4-BE49-F238E27FC236}">
                <a16:creationId xmlns:a16="http://schemas.microsoft.com/office/drawing/2014/main" id="{F57CECB2-14B8-40C3-998E-3C798541AA4D}"/>
              </a:ext>
            </a:extLst>
          </p:cNvPr>
          <p:cNvSpPr>
            <a:spLocks xmlns:a="http://schemas.openxmlformats.org/drawingml/2006/main" noGrp="1"/>
          </p:cNvSpPr>
          <p:nvPr/>
        </p:nvSpPr>
        <p:spPr>
          <a:xfrm xmlns:a="http://schemas.openxmlformats.org/drawingml/2006/main" rot="0" flipH="0" flipV="0">
            <a:off x="7192506" y="1640262"/>
            <a:ext cx="1517942"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rgbClr val="0054A6"/>
                </a:solidFill>
                <a:latin typeface="Microsoft YaHei"/>
                <a:ea typeface="Microsoft YaHei"/>
                <a:cs typeface="Microsoft YaHei"/>
              </a:rPr>
              <a:t>研究背景</a:t>
            </a:r>
            <a:endParaRPr>
              <a:latin typeface="Microsoft YaHei"/>
              <a:ea typeface="Microsoft YaHei"/>
              <a:cs typeface="Microsoft YaHei"/>
            </a:endParaRPr>
          </a:p>
        </p:txBody>
      </p:sp>
      <p:sp>
        <p:nvSpPr>
          <p:cNvPr id="12" name="椭圆 19">
            <a:extLst xmlns:a="http://schemas.openxmlformats.org/drawingml/2006/main">
              <a:ext uri="{FF2B5EF4-FFF2-40B4-BE49-F238E27FC236}">
                <a16:creationId xmlns:a16="http://schemas.microsoft.com/office/drawing/2014/main" id="{2C8A8382-E505-4C56-BE04-DFE01A50389D}"/>
              </a:ext>
            </a:extLst>
          </p:cNvPr>
          <p:cNvSpPr>
            <a:spLocks xmlns:a="http://schemas.openxmlformats.org/drawingml/2006/main" noGrp="1"/>
          </p:cNvSpPr>
          <p:nvPr/>
        </p:nvSpPr>
        <p:spPr>
          <a:xfrm xmlns:a="http://schemas.openxmlformats.org/drawingml/2006/main" rot="0" flipH="0" flipV="0">
            <a:off x="6432213" y="2681020"/>
            <a:ext cx="145774" cy="145774"/>
          </a:xfrm>
          <a:prstGeom xmlns:a="http://schemas.openxmlformats.org/drawingml/2006/main" prst="ellipse">
            <a:avLst/>
          </a:prstGeom>
          <a:solidFill xmlns:a="http://schemas.openxmlformats.org/drawingml/2006/main">
            <a:srgbClr val="0054A6"/>
          </a:solidFill>
          <a:ln xmlns:a="http://schemas.openxmlformats.org/drawingml/2006/main">
            <a:solidFill>
              <a:srgbClr val="005BAE"/>
            </a:solid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13" name="文本框 24">
            <a:extLst xmlns:a="http://schemas.openxmlformats.org/drawingml/2006/main">
              <a:ext uri="{FF2B5EF4-FFF2-40B4-BE49-F238E27FC236}">
                <a16:creationId xmlns:a16="http://schemas.microsoft.com/office/drawing/2014/main" id="{4290D4E0-B946-42D3-9F5E-E26E020B68CD}"/>
              </a:ext>
            </a:extLst>
          </p:cNvPr>
          <p:cNvSpPr>
            <a:spLocks xmlns:a="http://schemas.openxmlformats.org/drawingml/2006/main" noGrp="1"/>
          </p:cNvSpPr>
          <p:nvPr/>
        </p:nvSpPr>
        <p:spPr>
          <a:xfrm xmlns:a="http://schemas.openxmlformats.org/drawingml/2006/main" rot="0" flipH="0" flipV="0">
            <a:off x="5271045" y="2523074"/>
            <a:ext cx="893381"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rgbClr val="0054A6"/>
                </a:solidFill>
                <a:latin typeface="Times New Roman"/>
                <a:ea typeface="Times New Roman"/>
                <a:cs typeface="Times New Roman"/>
              </a:rPr>
              <a:t>02</a:t>
            </a:r>
            <a:endParaRPr sz="2400" b="1">
              <a:solidFill>
                <a:srgbClr val="0054A6"/>
              </a:solidFill>
              <a:latin typeface="Microsoft YaHei"/>
              <a:ea typeface="Microsoft YaHei"/>
              <a:cs typeface="Microsoft YaHei"/>
            </a:endParaRPr>
          </a:p>
        </p:txBody>
      </p:sp>
      <p:sp>
        <p:nvSpPr>
          <p:cNvPr id="14" name="文本框 28">
            <a:extLst xmlns:a="http://schemas.openxmlformats.org/drawingml/2006/main">
              <a:ext uri="{FF2B5EF4-FFF2-40B4-BE49-F238E27FC236}">
                <a16:creationId xmlns:a16="http://schemas.microsoft.com/office/drawing/2014/main" id="{BD463002-224D-4ABF-94D7-70D969B098DC}"/>
              </a:ext>
            </a:extLst>
          </p:cNvPr>
          <p:cNvSpPr>
            <a:spLocks xmlns:a="http://schemas.openxmlformats.org/drawingml/2006/main" noGrp="1"/>
          </p:cNvSpPr>
          <p:nvPr/>
        </p:nvSpPr>
        <p:spPr>
          <a:xfrm xmlns:a="http://schemas.openxmlformats.org/drawingml/2006/main" rot="0" flipH="0" flipV="0">
            <a:off x="7192038" y="2523073"/>
            <a:ext cx="355261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rgbClr val="0054A6"/>
                </a:solidFill>
                <a:latin typeface="Microsoft YaHei"/>
                <a:ea typeface="Microsoft YaHei"/>
                <a:cs typeface="Microsoft YaHei"/>
              </a:rPr>
              <a:t>文献综述</a:t>
            </a:r>
            <a:endParaRPr>
              <a:latin typeface="Microsoft YaHei"/>
              <a:ea typeface="Microsoft YaHei"/>
              <a:cs typeface="Microsoft YaHei"/>
            </a:endParaRPr>
          </a:p>
        </p:txBody>
      </p:sp>
      <p:sp>
        <p:nvSpPr>
          <p:cNvPr id="16" name="椭圆 20">
            <a:extLst xmlns:a="http://schemas.openxmlformats.org/drawingml/2006/main">
              <a:ext uri="{FF2B5EF4-FFF2-40B4-BE49-F238E27FC236}">
                <a16:creationId xmlns:a16="http://schemas.microsoft.com/office/drawing/2014/main" id="{89E8C959-40DA-4E87-A59B-D11165F54958}"/>
              </a:ext>
            </a:extLst>
          </p:cNvPr>
          <p:cNvSpPr>
            <a:spLocks xmlns:a="http://schemas.openxmlformats.org/drawingml/2006/main" noGrp="1"/>
          </p:cNvSpPr>
          <p:nvPr/>
        </p:nvSpPr>
        <p:spPr>
          <a:xfrm xmlns:a="http://schemas.openxmlformats.org/drawingml/2006/main" rot="0" flipH="0" flipV="0">
            <a:off x="6432213" y="3575544"/>
            <a:ext cx="145774" cy="145774"/>
          </a:xfrm>
          <a:prstGeom xmlns:a="http://schemas.openxmlformats.org/drawingml/2006/main" prst="ellipse">
            <a:avLst/>
          </a:prstGeom>
          <a:solidFill xmlns:a="http://schemas.openxmlformats.org/drawingml/2006/main">
            <a:srgbClr val="0054A6"/>
          </a:solidFill>
          <a:ln xmlns:a="http://schemas.openxmlformats.org/drawingml/2006/main">
            <a:solidFill>
              <a:srgbClr val="005BAE"/>
            </a:solid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17" name="文本框 25">
            <a:extLst xmlns:a="http://schemas.openxmlformats.org/drawingml/2006/main">
              <a:ext uri="{FF2B5EF4-FFF2-40B4-BE49-F238E27FC236}">
                <a16:creationId xmlns:a16="http://schemas.microsoft.com/office/drawing/2014/main" id="{37995C14-8B68-4BD3-9038-4AC9084D6272}"/>
              </a:ext>
            </a:extLst>
          </p:cNvPr>
          <p:cNvSpPr>
            <a:spLocks xmlns:a="http://schemas.openxmlformats.org/drawingml/2006/main" noGrp="1"/>
          </p:cNvSpPr>
          <p:nvPr/>
        </p:nvSpPr>
        <p:spPr>
          <a:xfrm xmlns:a="http://schemas.openxmlformats.org/drawingml/2006/main" rot="0" flipH="0" flipV="0">
            <a:off x="5259503" y="3417598"/>
            <a:ext cx="893381"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rgbClr val="0054A6"/>
                </a:solidFill>
                <a:latin typeface="Times New Roman"/>
                <a:ea typeface="Times New Roman"/>
                <a:cs typeface="Times New Roman"/>
              </a:rPr>
              <a:t>03</a:t>
            </a:r>
            <a:endParaRPr sz="2400" b="1">
              <a:solidFill>
                <a:srgbClr val="0054A6"/>
              </a:solidFill>
              <a:latin typeface="Microsoft YaHei"/>
              <a:ea typeface="Microsoft YaHei"/>
              <a:cs typeface="Microsoft YaHei"/>
            </a:endParaRPr>
          </a:p>
        </p:txBody>
      </p:sp>
      <p:sp>
        <p:nvSpPr>
          <p:cNvPr id="18" name="文本框 29">
            <a:extLst xmlns:a="http://schemas.openxmlformats.org/drawingml/2006/main">
              <a:ext uri="{FF2B5EF4-FFF2-40B4-BE49-F238E27FC236}">
                <a16:creationId xmlns:a16="http://schemas.microsoft.com/office/drawing/2014/main" id="{7136D3AE-D6C6-43B6-9A4D-10EB9798C85B}"/>
              </a:ext>
            </a:extLst>
          </p:cNvPr>
          <p:cNvSpPr>
            <a:spLocks xmlns:a="http://schemas.openxmlformats.org/drawingml/2006/main" noGrp="1"/>
          </p:cNvSpPr>
          <p:nvPr/>
        </p:nvSpPr>
        <p:spPr>
          <a:xfrm xmlns:a="http://schemas.openxmlformats.org/drawingml/2006/main" rot="0" flipH="0" flipV="0">
            <a:off x="7192038" y="3417598"/>
            <a:ext cx="355261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rgbClr val="0054A6"/>
                </a:solidFill>
                <a:latin typeface="Microsoft YaHei"/>
                <a:ea typeface="Microsoft YaHei"/>
                <a:cs typeface="Microsoft YaHei"/>
              </a:rPr>
              <a:t>研究内容</a:t>
            </a:r>
            <a:endParaRPr>
              <a:latin typeface="Microsoft YaHei"/>
              <a:ea typeface="Microsoft YaHei"/>
              <a:cs typeface="Microsoft YaHei"/>
            </a:endParaRPr>
          </a:p>
        </p:txBody>
      </p:sp>
      <p:sp>
        <p:nvSpPr>
          <p:cNvPr id="20" name="椭圆 21">
            <a:extLst xmlns:a="http://schemas.openxmlformats.org/drawingml/2006/main">
              <a:ext uri="{FF2B5EF4-FFF2-40B4-BE49-F238E27FC236}">
                <a16:creationId xmlns:a16="http://schemas.microsoft.com/office/drawing/2014/main" id="{34994B3C-81E9-47BC-AC1B-98EEB3B68866}"/>
              </a:ext>
            </a:extLst>
          </p:cNvPr>
          <p:cNvSpPr>
            <a:spLocks xmlns:a="http://schemas.openxmlformats.org/drawingml/2006/main" noGrp="1"/>
          </p:cNvSpPr>
          <p:nvPr/>
        </p:nvSpPr>
        <p:spPr>
          <a:xfrm xmlns:a="http://schemas.openxmlformats.org/drawingml/2006/main" rot="0" flipH="0" flipV="0">
            <a:off x="6432213" y="4448045"/>
            <a:ext cx="145774" cy="145774"/>
          </a:xfrm>
          <a:prstGeom xmlns:a="http://schemas.openxmlformats.org/drawingml/2006/main" prst="ellipse">
            <a:avLst/>
          </a:prstGeom>
          <a:solidFill xmlns:a="http://schemas.openxmlformats.org/drawingml/2006/main">
            <a:srgbClr val="0054A6"/>
          </a:solidFill>
          <a:ln xmlns:a="http://schemas.openxmlformats.org/drawingml/2006/main">
            <a:solidFill>
              <a:srgbClr val="005BAE"/>
            </a:solid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21" name="文本框 26">
            <a:extLst xmlns:a="http://schemas.openxmlformats.org/drawingml/2006/main">
              <a:ext uri="{FF2B5EF4-FFF2-40B4-BE49-F238E27FC236}">
                <a16:creationId xmlns:a16="http://schemas.microsoft.com/office/drawing/2014/main" id="{B07D78CC-FB11-4212-AAC3-7699D3C04B94}"/>
              </a:ext>
            </a:extLst>
          </p:cNvPr>
          <p:cNvSpPr>
            <a:spLocks xmlns:a="http://schemas.openxmlformats.org/drawingml/2006/main" noGrp="1"/>
          </p:cNvSpPr>
          <p:nvPr/>
        </p:nvSpPr>
        <p:spPr>
          <a:xfrm xmlns:a="http://schemas.openxmlformats.org/drawingml/2006/main" rot="0" flipH="0" flipV="0">
            <a:off x="5271044" y="4312122"/>
            <a:ext cx="893381"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rgbClr val="0054A6"/>
                </a:solidFill>
                <a:latin typeface="Times New Roman"/>
                <a:ea typeface="Times New Roman"/>
                <a:cs typeface="Times New Roman"/>
              </a:rPr>
              <a:t>04</a:t>
            </a:r>
            <a:endParaRPr sz="2400" b="1">
              <a:solidFill>
                <a:srgbClr val="0054A6"/>
              </a:solidFill>
              <a:latin typeface="Microsoft YaHei"/>
              <a:ea typeface="Microsoft YaHei"/>
              <a:cs typeface="Microsoft YaHei"/>
            </a:endParaRPr>
          </a:p>
        </p:txBody>
      </p:sp>
      <p:sp>
        <p:nvSpPr>
          <p:cNvPr id="22" name="文本框 30">
            <a:extLst xmlns:a="http://schemas.openxmlformats.org/drawingml/2006/main">
              <a:ext uri="{FF2B5EF4-FFF2-40B4-BE49-F238E27FC236}">
                <a16:creationId xmlns:a16="http://schemas.microsoft.com/office/drawing/2014/main" id="{65492255-3BD4-42CA-91C4-E5594E42AFA3}"/>
              </a:ext>
            </a:extLst>
          </p:cNvPr>
          <p:cNvSpPr>
            <a:spLocks xmlns:a="http://schemas.openxmlformats.org/drawingml/2006/main" noGrp="1"/>
          </p:cNvSpPr>
          <p:nvPr/>
        </p:nvSpPr>
        <p:spPr>
          <a:xfrm xmlns:a="http://schemas.openxmlformats.org/drawingml/2006/main" rot="0" flipH="0" flipV="0">
            <a:off x="7192038" y="4312122"/>
            <a:ext cx="355261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rgbClr val="0054A6"/>
                </a:solidFill>
                <a:latin typeface="Microsoft YaHei"/>
                <a:ea typeface="Microsoft YaHei"/>
                <a:cs typeface="Microsoft YaHei"/>
              </a:rPr>
              <a:t>技术路线</a:t>
            </a:r>
            <a:endParaRPr>
              <a:latin typeface="Microsoft YaHei"/>
              <a:ea typeface="Microsoft YaHei"/>
              <a:cs typeface="Microsoft YaHei"/>
            </a:endParaRPr>
          </a:p>
        </p:txBody>
      </p:sp>
      <p:sp>
        <p:nvSpPr>
          <p:cNvPr id="23" name="椭圆 21">
            <a:extLst xmlns:a="http://schemas.openxmlformats.org/drawingml/2006/main">
              <a:ext uri="{FF2B5EF4-FFF2-40B4-BE49-F238E27FC236}">
                <a16:creationId xmlns:a16="http://schemas.microsoft.com/office/drawing/2014/main" id="{00D35C65-8736-4DBA-A33A-DB6C3BD38F15}"/>
              </a:ext>
            </a:extLst>
          </p:cNvPr>
          <p:cNvSpPr>
            <a:spLocks xmlns:a="http://schemas.openxmlformats.org/drawingml/2006/main" noGrp="1"/>
          </p:cNvSpPr>
          <p:nvPr/>
        </p:nvSpPr>
        <p:spPr>
          <a:xfrm xmlns:a="http://schemas.openxmlformats.org/drawingml/2006/main">
            <a:off x="6432213" y="5320546"/>
            <a:ext cx="145774" cy="145774"/>
          </a:xfrm>
          <a:prstGeom xmlns:a="http://schemas.openxmlformats.org/drawingml/2006/main" prst="ellipse">
            <a:avLst/>
          </a:prstGeom>
          <a:solidFill xmlns:a="http://schemas.openxmlformats.org/drawingml/2006/main">
            <a:srgbClr val="0054A6"/>
          </a:solidFill>
          <a:ln xmlns:a="http://schemas.openxmlformats.org/drawingml/2006/main">
            <a:solidFill>
              <a:srgbClr val="005BAE"/>
            </a:solid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24" name="文本框 26">
            <a:extLst xmlns:a="http://schemas.openxmlformats.org/drawingml/2006/main">
              <a:ext uri="{FF2B5EF4-FFF2-40B4-BE49-F238E27FC236}">
                <a16:creationId xmlns:a16="http://schemas.microsoft.com/office/drawing/2014/main" id="{09554193-1AB9-4B41-899A-B4482A7D6048}"/>
              </a:ext>
            </a:extLst>
          </p:cNvPr>
          <p:cNvSpPr>
            <a:spLocks xmlns:a="http://schemas.openxmlformats.org/drawingml/2006/main" noGrp="1"/>
          </p:cNvSpPr>
          <p:nvPr/>
        </p:nvSpPr>
        <p:spPr>
          <a:xfrm xmlns:a="http://schemas.openxmlformats.org/drawingml/2006/main">
            <a:off x="5271044" y="5162600"/>
            <a:ext cx="893381"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rgbClr val="0054A6"/>
                </a:solidFill>
                <a:latin typeface="Times New Roman"/>
                <a:ea typeface="Times New Roman"/>
                <a:cs typeface="Times New Roman"/>
              </a:rPr>
              <a:t>05</a:t>
            </a:r>
            <a:endParaRPr sz="2400" b="1">
              <a:solidFill>
                <a:srgbClr val="0054A6"/>
              </a:solidFill>
              <a:latin typeface="Microsoft YaHei"/>
              <a:ea typeface="Microsoft YaHei"/>
              <a:cs typeface="Microsoft YaHei"/>
            </a:endParaRPr>
          </a:p>
        </p:txBody>
      </p:sp>
      <p:sp>
        <p:nvSpPr>
          <p:cNvPr id="25" name="文本框 29">
            <a:extLst xmlns:a="http://schemas.openxmlformats.org/drawingml/2006/main">
              <a:ext uri="{FF2B5EF4-FFF2-40B4-BE49-F238E27FC236}">
                <a16:creationId xmlns:a16="http://schemas.microsoft.com/office/drawing/2014/main" id="{825225B0-BF91-475D-8921-913F1A07369B}"/>
              </a:ext>
            </a:extLst>
          </p:cNvPr>
          <p:cNvSpPr>
            <a:spLocks xmlns:a="http://schemas.openxmlformats.org/drawingml/2006/main" noGrp="1"/>
          </p:cNvSpPr>
          <p:nvPr/>
        </p:nvSpPr>
        <p:spPr>
          <a:xfrm xmlns:a="http://schemas.openxmlformats.org/drawingml/2006/main">
            <a:off x="7192038" y="5162599"/>
            <a:ext cx="355261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rgbClr val="0054A6"/>
                </a:solidFill>
                <a:latin typeface="Microsoft YaHei"/>
                <a:ea typeface="Microsoft YaHei"/>
                <a:cs typeface="Microsoft YaHei"/>
              </a:rPr>
              <a:t>工作计划</a:t>
            </a:r>
            <a:endParaRPr>
              <a:latin typeface="Microsoft YaHei"/>
              <a:ea typeface="Microsoft YaHei"/>
              <a:cs typeface="Microsoft YaHei"/>
            </a:endParaRPr>
          </a:p>
        </p:txBody>
      </p:sp>
    </p:spTree>
    <p:extLst>
      <p:ext uri="{BB962C8B-B14F-4D97-AF65-F5344CB8AC3E}">
        <p14:creationId xmlns:p14="http://schemas.microsoft.com/office/powerpoint/2010/main" val="12997951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33" name="同济校标">
            <a:extLst xmlns:a="http://schemas.openxmlformats.org/drawingml/2006/main">
              <a:ext uri="{FF2B5EF4-FFF2-40B4-BE49-F238E27FC236}">
                <a16:creationId xmlns:a16="http://schemas.microsoft.com/office/drawing/2014/main" id="{9878E943-0959-48C0-A6A2-096E38B48A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93070523c844fe"/>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34"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buNone/>
            </a:pP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1 </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研究背景</a:t>
            </a:r>
            <a:endParaRPr>
              <a:latin typeface="Microsoft YaHei"/>
              <a:ea typeface="Microsoft YaHei"/>
              <a:cs typeface="Microsoft YaHei"/>
            </a:endParaRPr>
          </a:p>
        </p:txBody>
      </p:sp>
      <p:sp>
        <p:nvSpPr>
          <p:cNvPr id="35"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00000"/>
                </a:solidFill>
                <a:latin typeface="Microsoft YaHei"/>
                <a:ea typeface="Microsoft YaHei"/>
                <a:cs typeface="Microsoft YaHei"/>
              </a:defRPr>
            </a:defPPr>
          </a:lstStyle>
          <a:p xmlns:a="http://schemas.openxmlformats.org/drawingml/2006/main">
            <a:pPr algn="l">
              <a:buNone/>
              <a:defRPr sz="2850" b="1">
                <a:solidFill>
                  <a:srgbClr val="000000"/>
                </a:solidFill>
                <a:latin typeface="Microsoft YaHei"/>
                <a:ea typeface="Microsoft YaHei"/>
                <a:cs typeface="Microsoft YaHei"/>
              </a:defRPr>
            </a:pPr>
            <a:r>
              <a:rPr sz="2400" b="1">
                <a:solidFill>
                  <a:srgbClr val="315CA9"/>
                </a:solidFill>
                <a:latin typeface="Microsoft YaHei"/>
                <a:ea typeface="Microsoft YaHei"/>
                <a:cs typeface="Microsoft YaHei"/>
              </a:rPr>
              <a:t>飞机制造与脉动装配</a:t>
            </a:r>
            <a:endParaRPr>
              <a:latin typeface="Microsoft YaHei"/>
              <a:ea typeface="Microsoft YaHei"/>
              <a:cs typeface="Microsoft YaHei"/>
            </a:endParaRPr>
          </a:p>
        </p:txBody>
      </p:sp>
      <p:sp>
        <p:nvSpPr>
          <p:cNvPr id="3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03</a:t>
            </a:r>
            <a:endParaRPr>
              <a:latin typeface="Microsoft YaHei"/>
              <a:ea typeface="Microsoft YaHei"/>
              <a:cs typeface="Microsoft YaHei"/>
            </a:endParaRPr>
          </a:p>
        </p:txBody>
      </p:sp>
      <p:sp>
        <p:nvSpPr>
          <p:cNvPr id="37" name="background-lead">
            <a:extLst xmlns:a="http://schemas.openxmlformats.org/drawingml/2006/main">
              <a:ext uri="{FF2B5EF4-FFF2-40B4-BE49-F238E27FC236}">
                <a16:creationId xmlns:a16="http://schemas.microsoft.com/office/drawing/2014/main" id="{39F2FE56-C162-4AA1-9CA3-19B573997A05}"/>
              </a:ext>
            </a:extLst>
          </p:cNvPr>
          <p:cNvSpPr>
            <a:spLocks xmlns:a="http://schemas.openxmlformats.org/drawingml/2006/main" noGrp="1"/>
          </p:cNvSpPr>
          <p:nvPr/>
        </p:nvSpPr>
        <p:spPr>
          <a:xfrm xmlns:a="http://schemas.openxmlformats.org/drawingml/2006/main">
            <a:off x="581025" y="1266825"/>
            <a:ext cx="10982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63" b="0">
                <a:solidFill>
                  <a:srgbClr val="101010"/>
                </a:solidFill>
              </a:defRPr>
            </a:defPPr>
          </a:lstStyle>
          <a:p xmlns:a="http://schemas.openxmlformats.org/drawingml/2006/main">
            <a:pPr algn="l">
              <a:lnSpc>
                <a:spcPct val="103000"/>
              </a:lnSpc>
              <a:buNone/>
              <a:defRPr sz="1763" b="0">
                <a:solidFill>
                  <a:srgbClr val="101010"/>
                </a:solidFill>
              </a:defRPr>
            </a:pPr>
            <a:r>
              <a:rPr sz="1763" b="0">
                <a:solidFill>
                  <a:srgbClr val="101010"/>
                </a:solidFill>
                <a:latin typeface="Microsoft YaHei"/>
                <a:ea typeface="Microsoft YaHei"/>
                <a:cs typeface="Microsoft YaHei"/>
              </a:rPr>
              <a:t>国产大飞机规模化发展，对总装能力与生产组织提出更高要求。</a:t>
            </a:r>
            <a:endParaRPr>
              <a:latin typeface="Microsoft YaHei"/>
              <a:ea typeface="Microsoft YaHei"/>
              <a:cs typeface="Microsoft YaHei"/>
            </a:endParaRPr>
          </a:p>
          <a:p xmlns:a="http://schemas.openxmlformats.org/drawingml/2006/main">
            <a:pPr algn="l">
              <a:lnSpc>
                <a:spcPct val="103000"/>
              </a:lnSpc>
              <a:buNone/>
              <a:defRPr sz="1763" b="0">
                <a:solidFill>
                  <a:srgbClr val="101010"/>
                </a:solidFill>
              </a:defRPr>
            </a:pPr>
            <a:r>
              <a:rPr sz="1763" b="0">
                <a:solidFill>
                  <a:srgbClr val="101010"/>
                </a:solidFill>
                <a:latin typeface="Microsoft YaHei"/>
                <a:ea typeface="Microsoft YaHei"/>
                <a:cs typeface="Microsoft YaHei"/>
              </a:rPr>
              <a:t>智能制造与排产调度，为提高装配效率提供技术方向。</a:t>
            </a:r>
            <a:endParaRPr>
              <a:latin typeface="Microsoft YaHei"/>
              <a:ea typeface="Microsoft YaHei"/>
              <a:cs typeface="Microsoft YaHei"/>
            </a:endParaRPr>
          </a:p>
        </p:txBody>
      </p:sp>
      <p:sp>
        <p:nvSpPr>
          <p:cNvPr id="38" name="assembly-photo-heading">
            <a:extLst xmlns:a="http://schemas.openxmlformats.org/drawingml/2006/main">
              <a:ext uri="{FF2B5EF4-FFF2-40B4-BE49-F238E27FC236}">
                <a16:creationId xmlns:a16="http://schemas.microsoft.com/office/drawing/2014/main" id="{1C52A6B2-0DB6-4681-A43D-8E5F6FF91A02}"/>
              </a:ext>
            </a:extLst>
          </p:cNvPr>
          <p:cNvSpPr>
            <a:spLocks xmlns:a="http://schemas.openxmlformats.org/drawingml/2006/main" noGrp="1"/>
          </p:cNvSpPr>
          <p:nvPr/>
        </p:nvSpPr>
        <p:spPr>
          <a:xfrm xmlns:a="http://schemas.openxmlformats.org/drawingml/2006/main">
            <a:off x="581025" y="19812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02000"/>
              </a:lnSpc>
              <a:buNone/>
              <a:defRPr sz="1800" b="1">
                <a:solidFill>
                  <a:srgbClr val="315CA9"/>
                </a:solidFill>
              </a:defRPr>
            </a:pPr>
            <a:r>
              <a:rPr sz="1800" b="1">
                <a:solidFill>
                  <a:srgbClr val="315CA9"/>
                </a:solidFill>
                <a:latin typeface="Microsoft YaHei"/>
                <a:ea typeface="Microsoft YaHei"/>
                <a:cs typeface="Microsoft YaHei"/>
              </a:rPr>
              <a:t>飞机总装现场</a:t>
            </a:r>
            <a:endParaRPr>
              <a:latin typeface="Microsoft YaHei"/>
              <a:ea typeface="Microsoft YaHei"/>
              <a:cs typeface="Microsoft YaHei"/>
            </a:endParaRPr>
          </a:p>
        </p:txBody>
      </p:sp>
      <p:pic>
        <p:nvPicPr>
          <p:cNvPr id="39" name="">
            <a:extLst xmlns:a="http://schemas.openxmlformats.org/drawingml/2006/main">
              <a:ext uri="{FF2B5EF4-FFF2-40B4-BE49-F238E27FC236}">
                <a16:creationId xmlns:a16="http://schemas.microsoft.com/office/drawing/2014/main" id="{2BE4400F-0428-4DD3-A7FF-6219F21DF29C}"/>
              </a:ext>
            </a:extLst>
          </p:cNvPr>
          <p:cNvPicPr>
            <a:picLocks xmlns:a="http://schemas.openxmlformats.org/drawingml/2006/main" noChangeAspect="1"/>
          </p:cNvPicPr>
          <p:nvPr/>
        </p:nvPicPr>
        <p:blipFill>
          <a:blip xmlns:r="http://schemas.openxmlformats.org/officeDocument/2006/relationships" xmlns:a="http://schemas.openxmlformats.org/drawingml/2006/main" r:embed="R3f7e2d9f7db34264"/>
          <a:stretch xmlns:a="http://schemas.openxmlformats.org/drawingml/2006/main"/>
        </p:blipFill>
        <p:spPr>
          <a:xfrm xmlns:a="http://schemas.openxmlformats.org/drawingml/2006/main">
            <a:off x="592086" y="2333625"/>
            <a:ext cx="4168877" cy="2743200"/>
          </a:xfrm>
          <a:prstGeom xmlns:a="http://schemas.openxmlformats.org/drawingml/2006/main" prst="rect">
            <a:avLst/>
          </a:prstGeom>
        </p:spPr>
      </p:pic>
      <p:sp>
        <p:nvSpPr>
          <p:cNvPr id="40" name="assembly-photo-description">
            <a:extLst xmlns:a="http://schemas.openxmlformats.org/drawingml/2006/main">
              <a:ext uri="{FF2B5EF4-FFF2-40B4-BE49-F238E27FC236}">
                <a16:creationId xmlns:a16="http://schemas.microsoft.com/office/drawing/2014/main" id="{001B5BF1-7785-4757-B702-86D79BD81E88}"/>
              </a:ext>
            </a:extLst>
          </p:cNvPr>
          <p:cNvSpPr>
            <a:spLocks xmlns:a="http://schemas.openxmlformats.org/drawingml/2006/main" noGrp="1"/>
          </p:cNvSpPr>
          <p:nvPr/>
        </p:nvSpPr>
        <p:spPr>
          <a:xfrm xmlns:a="http://schemas.openxmlformats.org/drawingml/2006/main">
            <a:off x="581025" y="5162550"/>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01010"/>
                </a:solidFill>
              </a:defRPr>
            </a:defPPr>
          </a:lstStyle>
          <a:p xmlns:a="http://schemas.openxmlformats.org/drawingml/2006/main">
            <a:pPr algn="l">
              <a:lnSpc>
                <a:spcPct val="100000"/>
              </a:lnSpc>
              <a:buNone/>
              <a:defRPr sz="1613" b="0">
                <a:solidFill>
                  <a:srgbClr val="101010"/>
                </a:solidFill>
              </a:defRPr>
            </a:pPr>
            <a:r>
              <a:rPr sz="1613" b="0">
                <a:solidFill>
                  <a:srgbClr val="101010"/>
                </a:solidFill>
                <a:latin typeface="Microsoft YaHei"/>
                <a:ea typeface="Microsoft YaHei"/>
                <a:cs typeface="Microsoft YaHei"/>
              </a:rPr>
              <a:t>飞机总装涉及大量工序与人员作业，</a:t>
            </a:r>
            <a:endParaRPr>
              <a:latin typeface="Microsoft YaHei"/>
              <a:ea typeface="Microsoft YaHei"/>
              <a:cs typeface="Microsoft YaHei"/>
            </a:endParaRPr>
          </a:p>
          <a:p xmlns:a="http://schemas.openxmlformats.org/drawingml/2006/main">
            <a:pPr algn="l">
              <a:lnSpc>
                <a:spcPct val="100000"/>
              </a:lnSpc>
              <a:buNone/>
              <a:defRPr sz="1613" b="0">
                <a:solidFill>
                  <a:srgbClr val="101010"/>
                </a:solidFill>
              </a:defRPr>
            </a:pPr>
            <a:r>
              <a:rPr sz="1613" b="0">
                <a:solidFill>
                  <a:srgbClr val="101010"/>
                </a:solidFill>
                <a:latin typeface="Microsoft YaHei"/>
                <a:ea typeface="Microsoft YaHei"/>
                <a:cs typeface="Microsoft YaHei"/>
              </a:rPr>
              <a:t>工艺衔接和资源配置影响生产效率。</a:t>
            </a:r>
            <a:endParaRPr>
              <a:latin typeface="Microsoft YaHei"/>
              <a:ea typeface="Microsoft YaHei"/>
              <a:cs typeface="Microsoft YaHei"/>
            </a:endParaRPr>
          </a:p>
        </p:txBody>
      </p:sp>
      <p:sp>
        <p:nvSpPr>
          <p:cNvPr id="41" name="five-station-heading">
            <a:extLst xmlns:a="http://schemas.openxmlformats.org/drawingml/2006/main">
              <a:ext uri="{FF2B5EF4-FFF2-40B4-BE49-F238E27FC236}">
                <a16:creationId xmlns:a16="http://schemas.microsoft.com/office/drawing/2014/main" id="{C48A7652-A4B7-4126-8FC2-B6B8A87791EC}"/>
              </a:ext>
            </a:extLst>
          </p:cNvPr>
          <p:cNvSpPr>
            <a:spLocks xmlns:a="http://schemas.openxmlformats.org/drawingml/2006/main" noGrp="1"/>
          </p:cNvSpPr>
          <p:nvPr/>
        </p:nvSpPr>
        <p:spPr>
          <a:xfrm xmlns:a="http://schemas.openxmlformats.org/drawingml/2006/main">
            <a:off x="5010150" y="1981200"/>
            <a:ext cx="659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55" b="1">
                <a:solidFill>
                  <a:srgbClr val="315CA9"/>
                </a:solidFill>
              </a:defRPr>
            </a:defPPr>
          </a:lstStyle>
          <a:p xmlns:a="http://schemas.openxmlformats.org/drawingml/2006/main">
            <a:pPr algn="l">
              <a:lnSpc>
                <a:spcPct val="102000"/>
              </a:lnSpc>
              <a:buNone/>
              <a:defRPr sz="1755" b="1">
                <a:solidFill>
                  <a:srgbClr val="315CA9"/>
                </a:solidFill>
              </a:defRPr>
            </a:pPr>
            <a:r>
              <a:rPr sz="1755" b="1">
                <a:solidFill>
                  <a:srgbClr val="315CA9"/>
                </a:solidFill>
                <a:latin typeface="Microsoft YaHei"/>
                <a:ea typeface="Microsoft YaHei"/>
                <a:cs typeface="Microsoft YaHei"/>
              </a:rPr>
              <a:t>五站位脉动装配示意（本研究设置）</a:t>
            </a:r>
            <a:endParaRPr>
              <a:latin typeface="Microsoft YaHei"/>
              <a:ea typeface="Microsoft YaHei"/>
              <a:cs typeface="Microsoft YaHei"/>
            </a:endParaRPr>
          </a:p>
        </p:txBody>
      </p:sp>
      <p:sp>
        <p:nvSpPr>
          <p:cNvPr id="42" name="background-station-1">
            <a:extLst xmlns:a="http://schemas.openxmlformats.org/drawingml/2006/main">
              <a:ext uri="{FF2B5EF4-FFF2-40B4-BE49-F238E27FC236}">
                <a16:creationId xmlns:a16="http://schemas.microsoft.com/office/drawing/2014/main" id="{284F0F20-CE9A-4D20-AA7A-3B35E2E8AB86}"/>
              </a:ext>
            </a:extLst>
          </p:cNvPr>
          <p:cNvSpPr>
            <a:spLocks xmlns:a="http://schemas.openxmlformats.org/drawingml/2006/main" noGrp="1"/>
          </p:cNvSpPr>
          <p:nvPr/>
        </p:nvSpPr>
        <p:spPr>
          <a:xfrm xmlns:a="http://schemas.openxmlformats.org/drawingml/2006/main">
            <a:off x="5019675" y="2352675"/>
            <a:ext cx="1200150" cy="1495425"/>
          </a:xfrm>
          <a:prstGeom xmlns:a="http://schemas.openxmlformats.org/drawingml/2006/main" prst="rect">
            <a:avLst/>
          </a:prstGeom>
          <a:solidFill xmlns:a="http://schemas.openxmlformats.org/drawingml/2006/main">
            <a:srgbClr val="FFFFFF"/>
          </a:solidFill>
          <a:ln xmlns:a="http://schemas.openxmlformats.org/drawingml/2006/main" w="11430">
            <a:solidFill>
              <a:srgbClr val="4674CD"/>
            </a:solidFill>
            <a:prstDash val="solid"/>
          </a:ln>
        </p:spPr>
      </p:sp>
      <p:sp>
        <p:nvSpPr>
          <p:cNvPr id="43" name="background-station-title-0">
            <a:extLst xmlns:a="http://schemas.openxmlformats.org/drawingml/2006/main">
              <a:ext uri="{FF2B5EF4-FFF2-40B4-BE49-F238E27FC236}">
                <a16:creationId xmlns:a16="http://schemas.microsoft.com/office/drawing/2014/main" id="{2E363021-416A-4B69-A246-3926635A9FAB}"/>
              </a:ext>
            </a:extLst>
          </p:cNvPr>
          <p:cNvSpPr>
            <a:spLocks xmlns:a="http://schemas.openxmlformats.org/drawingml/2006/main" noGrp="1"/>
          </p:cNvSpPr>
          <p:nvPr/>
        </p:nvSpPr>
        <p:spPr>
          <a:xfrm xmlns:a="http://schemas.openxmlformats.org/drawingml/2006/main">
            <a:off x="5067300" y="240982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38" b="1">
                <a:solidFill>
                  <a:srgbClr val="315CA9"/>
                </a:solidFill>
              </a:defRPr>
            </a:defPPr>
          </a:lstStyle>
          <a:p xmlns:a="http://schemas.openxmlformats.org/drawingml/2006/main">
            <a:pPr algn="ctr">
              <a:lnSpc>
                <a:spcPct val="102000"/>
              </a:lnSpc>
              <a:buNone/>
              <a:defRPr sz="1538" b="1">
                <a:solidFill>
                  <a:srgbClr val="315CA9"/>
                </a:solidFill>
              </a:defRPr>
            </a:pPr>
            <a:r>
              <a:rPr sz="1538" b="1">
                <a:solidFill>
                  <a:srgbClr val="315CA9"/>
                </a:solidFill>
                <a:latin typeface="Microsoft YaHei"/>
                <a:ea typeface="Microsoft YaHei"/>
                <a:cs typeface="Microsoft YaHei"/>
              </a:rPr>
              <a:t>站位</a:t>
            </a:r>
            <a:r>
              <a:rPr sz="1538" b="1">
                <a:solidFill>
                  <a:srgbClr val="315CA9"/>
                </a:solidFill>
                <a:latin typeface="Times New Roman"/>
                <a:ea typeface="Times New Roman"/>
                <a:cs typeface="Times New Roman"/>
              </a:rPr>
              <a:t>1</a:t>
            </a:r>
            <a:endParaRPr>
              <a:latin typeface="Microsoft YaHei"/>
              <a:ea typeface="Microsoft YaHei"/>
              <a:cs typeface="Microsoft YaHei"/>
            </a:endParaRPr>
          </a:p>
        </p:txBody>
      </p:sp>
      <p:pic>
        <p:nvPicPr>
          <p:cNvPr id="44" name="">
            <a:extLst xmlns:a="http://schemas.openxmlformats.org/drawingml/2006/main">
              <a:ext uri="{FF2B5EF4-FFF2-40B4-BE49-F238E27FC236}">
                <a16:creationId xmlns:a16="http://schemas.microsoft.com/office/drawing/2014/main" id="{BBF3F9DB-E882-47AE-858A-C3A6A4AA6B39}"/>
              </a:ext>
            </a:extLst>
          </p:cNvPr>
          <p:cNvPicPr>
            <a:picLocks xmlns:a="http://schemas.openxmlformats.org/drawingml/2006/main" noChangeAspect="1"/>
          </p:cNvPicPr>
          <p:nvPr/>
        </p:nvPicPr>
        <p:blipFill>
          <a:blip xmlns:r="http://schemas.openxmlformats.org/officeDocument/2006/relationships" xmlns:a="http://schemas.openxmlformats.org/drawingml/2006/main" r:embed="Rc2d2dec54b4e412e"/>
          <a:srcRect xmlns:a="http://schemas.openxmlformats.org/drawingml/2006/main" l="79800" t="24000" r="5500" b="24500"/>
          <a:stretch xmlns:a="http://schemas.openxmlformats.org/drawingml/2006/main"/>
        </p:blipFill>
        <p:spPr>
          <a:xfrm xmlns:a="http://schemas.openxmlformats.org/drawingml/2006/main">
            <a:off x="5095875" y="2705100"/>
            <a:ext cx="1047750" cy="628650"/>
          </a:xfrm>
          <a:prstGeom xmlns:a="http://schemas.openxmlformats.org/drawingml/2006/main" prst="rect">
            <a:avLst/>
          </a:prstGeom>
        </p:spPr>
      </p:pic>
      <p:sp>
        <p:nvSpPr>
          <p:cNvPr id="45" name="background-plane-id-0">
            <a:extLst xmlns:a="http://schemas.openxmlformats.org/drawingml/2006/main">
              <a:ext uri="{FF2B5EF4-FFF2-40B4-BE49-F238E27FC236}">
                <a16:creationId xmlns:a16="http://schemas.microsoft.com/office/drawing/2014/main" id="{A59F6C3B-6C40-4A33-9382-91A549FCC9AF}"/>
              </a:ext>
            </a:extLst>
          </p:cNvPr>
          <p:cNvSpPr>
            <a:spLocks xmlns:a="http://schemas.openxmlformats.org/drawingml/2006/main" noGrp="1"/>
          </p:cNvSpPr>
          <p:nvPr/>
        </p:nvSpPr>
        <p:spPr>
          <a:xfrm xmlns:a="http://schemas.openxmlformats.org/drawingml/2006/main">
            <a:off x="5067300" y="33432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95" b="0">
                <a:solidFill>
                  <a:srgbClr val="101010"/>
                </a:solidFill>
              </a:defRPr>
            </a:defPPr>
          </a:lstStyle>
          <a:p xmlns:a="http://schemas.openxmlformats.org/drawingml/2006/main">
            <a:pPr algn="ctr">
              <a:lnSpc>
                <a:spcPct val="102000"/>
              </a:lnSpc>
              <a:buNone/>
              <a:defRPr sz="1395" b="0">
                <a:solidFill>
                  <a:srgbClr val="101010"/>
                </a:solidFill>
              </a:defRPr>
            </a:pPr>
            <a:r>
              <a:rPr sz="1395" b="0">
                <a:solidFill>
                  <a:srgbClr val="101010"/>
                </a:solidFill>
                <a:latin typeface="Microsoft YaHei"/>
                <a:ea typeface="Microsoft YaHei"/>
                <a:cs typeface="Microsoft YaHei"/>
              </a:rPr>
              <a:t>飞机</a:t>
            </a:r>
            <a:r>
              <a:rPr sz="1395" b="0">
                <a:solidFill>
                  <a:srgbClr val="101010"/>
                </a:solidFill>
                <a:latin typeface="Times New Roman"/>
                <a:ea typeface="Times New Roman"/>
                <a:cs typeface="Times New Roman"/>
              </a:rPr>
              <a:t>5</a:t>
            </a:r>
            <a:endParaRPr>
              <a:latin typeface="Microsoft YaHei"/>
              <a:ea typeface="Microsoft YaHei"/>
              <a:cs typeface="Microsoft YaHei"/>
            </a:endParaRPr>
          </a:p>
        </p:txBody>
      </p:sp>
      <p:sp>
        <p:nvSpPr>
          <p:cNvPr id="46" name="task-marker-0">
            <a:extLst xmlns:a="http://schemas.openxmlformats.org/drawingml/2006/main">
              <a:ext uri="{FF2B5EF4-FFF2-40B4-BE49-F238E27FC236}">
                <a16:creationId xmlns:a16="http://schemas.microsoft.com/office/drawing/2014/main" id="{F13ECFE7-DA5B-4F50-B113-BED4FFF0FEFE}"/>
              </a:ext>
            </a:extLst>
          </p:cNvPr>
          <p:cNvSpPr>
            <a:spLocks xmlns:a="http://schemas.openxmlformats.org/drawingml/2006/main" noGrp="1"/>
          </p:cNvSpPr>
          <p:nvPr/>
        </p:nvSpPr>
        <p:spPr>
          <a:xfrm xmlns:a="http://schemas.openxmlformats.org/drawingml/2006/main">
            <a:off x="5095875"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作业</a:t>
            </a:r>
            <a:endParaRPr>
              <a:latin typeface="Microsoft YaHei"/>
              <a:ea typeface="Microsoft YaHei"/>
              <a:cs typeface="Microsoft YaHei"/>
            </a:endParaRPr>
          </a:p>
        </p:txBody>
      </p:sp>
      <p:sp>
        <p:nvSpPr>
          <p:cNvPr id="47" name="team-marker-0">
            <a:extLst xmlns:a="http://schemas.openxmlformats.org/drawingml/2006/main">
              <a:ext uri="{FF2B5EF4-FFF2-40B4-BE49-F238E27FC236}">
                <a16:creationId xmlns:a16="http://schemas.microsoft.com/office/drawing/2014/main" id="{3FE3BD64-431C-4065-8AAF-C8200189D01A}"/>
              </a:ext>
            </a:extLst>
          </p:cNvPr>
          <p:cNvSpPr>
            <a:spLocks xmlns:a="http://schemas.openxmlformats.org/drawingml/2006/main" noGrp="1"/>
          </p:cNvSpPr>
          <p:nvPr/>
        </p:nvSpPr>
        <p:spPr>
          <a:xfrm xmlns:a="http://schemas.openxmlformats.org/drawingml/2006/main">
            <a:off x="5667375"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团队</a:t>
            </a:r>
            <a:endParaRPr>
              <a:latin typeface="Microsoft YaHei"/>
              <a:ea typeface="Microsoft YaHei"/>
              <a:cs typeface="Microsoft YaHei"/>
            </a:endParaRPr>
          </a:p>
        </p:txBody>
      </p:sp>
      <p:sp>
        <p:nvSpPr>
          <p:cNvPr id="48" name="background-station-2">
            <a:extLst xmlns:a="http://schemas.openxmlformats.org/drawingml/2006/main">
              <a:ext uri="{FF2B5EF4-FFF2-40B4-BE49-F238E27FC236}">
                <a16:creationId xmlns:a16="http://schemas.microsoft.com/office/drawing/2014/main" id="{0F6C7F01-4AD7-43E0-9A0D-463984EA386B}"/>
              </a:ext>
            </a:extLst>
          </p:cNvPr>
          <p:cNvSpPr>
            <a:spLocks xmlns:a="http://schemas.openxmlformats.org/drawingml/2006/main" noGrp="1"/>
          </p:cNvSpPr>
          <p:nvPr/>
        </p:nvSpPr>
        <p:spPr>
          <a:xfrm xmlns:a="http://schemas.openxmlformats.org/drawingml/2006/main">
            <a:off x="6343650" y="2352675"/>
            <a:ext cx="1200150" cy="1495425"/>
          </a:xfrm>
          <a:prstGeom xmlns:a="http://schemas.openxmlformats.org/drawingml/2006/main" prst="rect">
            <a:avLst/>
          </a:prstGeom>
          <a:solidFill xmlns:a="http://schemas.openxmlformats.org/drawingml/2006/main">
            <a:srgbClr val="FFFFFF"/>
          </a:solidFill>
          <a:ln xmlns:a="http://schemas.openxmlformats.org/drawingml/2006/main" w="11430">
            <a:solidFill>
              <a:srgbClr val="4674CD"/>
            </a:solidFill>
            <a:prstDash val="solid"/>
          </a:ln>
        </p:spPr>
      </p:sp>
      <p:sp>
        <p:nvSpPr>
          <p:cNvPr id="49" name="background-station-title-1">
            <a:extLst xmlns:a="http://schemas.openxmlformats.org/drawingml/2006/main">
              <a:ext uri="{FF2B5EF4-FFF2-40B4-BE49-F238E27FC236}">
                <a16:creationId xmlns:a16="http://schemas.microsoft.com/office/drawing/2014/main" id="{69268000-C0A4-450F-B3C3-D96F754E401C}"/>
              </a:ext>
            </a:extLst>
          </p:cNvPr>
          <p:cNvSpPr>
            <a:spLocks xmlns:a="http://schemas.openxmlformats.org/drawingml/2006/main" noGrp="1"/>
          </p:cNvSpPr>
          <p:nvPr/>
        </p:nvSpPr>
        <p:spPr>
          <a:xfrm xmlns:a="http://schemas.openxmlformats.org/drawingml/2006/main">
            <a:off x="6391275" y="240982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38" b="1">
                <a:solidFill>
                  <a:srgbClr val="315CA9"/>
                </a:solidFill>
              </a:defRPr>
            </a:defPPr>
          </a:lstStyle>
          <a:p xmlns:a="http://schemas.openxmlformats.org/drawingml/2006/main">
            <a:pPr algn="ctr">
              <a:lnSpc>
                <a:spcPct val="102000"/>
              </a:lnSpc>
              <a:buNone/>
              <a:defRPr sz="1538" b="1">
                <a:solidFill>
                  <a:srgbClr val="315CA9"/>
                </a:solidFill>
              </a:defRPr>
            </a:pPr>
            <a:r>
              <a:rPr sz="1538" b="1">
                <a:solidFill>
                  <a:srgbClr val="315CA9"/>
                </a:solidFill>
                <a:latin typeface="Microsoft YaHei"/>
                <a:ea typeface="Microsoft YaHei"/>
                <a:cs typeface="Microsoft YaHei"/>
              </a:rPr>
              <a:t>站位</a:t>
            </a:r>
            <a:r>
              <a:rPr sz="1538" b="1">
                <a:solidFill>
                  <a:srgbClr val="315CA9"/>
                </a:solidFill>
                <a:latin typeface="Times New Roman"/>
                <a:ea typeface="Times New Roman"/>
                <a:cs typeface="Times New Roman"/>
              </a:rPr>
              <a:t>2</a:t>
            </a:r>
            <a:endParaRPr>
              <a:latin typeface="Microsoft YaHei"/>
              <a:ea typeface="Microsoft YaHei"/>
              <a:cs typeface="Microsoft YaHei"/>
            </a:endParaRPr>
          </a:p>
        </p:txBody>
      </p:sp>
      <p:pic>
        <p:nvPicPr>
          <p:cNvPr id="50" name="">
            <a:extLst xmlns:a="http://schemas.openxmlformats.org/drawingml/2006/main">
              <a:ext uri="{FF2B5EF4-FFF2-40B4-BE49-F238E27FC236}">
                <a16:creationId xmlns:a16="http://schemas.microsoft.com/office/drawing/2014/main" id="{2743BC8E-8050-4D27-A2E3-E3A02E285230}"/>
              </a:ext>
            </a:extLst>
          </p:cNvPr>
          <p:cNvPicPr>
            <a:picLocks xmlns:a="http://schemas.openxmlformats.org/drawingml/2006/main" noChangeAspect="1"/>
          </p:cNvPicPr>
          <p:nvPr/>
        </p:nvPicPr>
        <p:blipFill>
          <a:blip xmlns:r="http://schemas.openxmlformats.org/officeDocument/2006/relationships" xmlns:a="http://schemas.openxmlformats.org/drawingml/2006/main" r:embed="R6f72ed569d314163"/>
          <a:srcRect xmlns:a="http://schemas.openxmlformats.org/drawingml/2006/main" l="79800" t="24000" r="5500" b="24500"/>
          <a:stretch xmlns:a="http://schemas.openxmlformats.org/drawingml/2006/main"/>
        </p:blipFill>
        <p:spPr>
          <a:xfrm xmlns:a="http://schemas.openxmlformats.org/drawingml/2006/main">
            <a:off x="6419850" y="2705100"/>
            <a:ext cx="1047750" cy="628650"/>
          </a:xfrm>
          <a:prstGeom xmlns:a="http://schemas.openxmlformats.org/drawingml/2006/main" prst="rect">
            <a:avLst/>
          </a:prstGeom>
        </p:spPr>
      </p:pic>
      <p:sp>
        <p:nvSpPr>
          <p:cNvPr id="51" name="background-plane-id-1">
            <a:extLst xmlns:a="http://schemas.openxmlformats.org/drawingml/2006/main">
              <a:ext uri="{FF2B5EF4-FFF2-40B4-BE49-F238E27FC236}">
                <a16:creationId xmlns:a16="http://schemas.microsoft.com/office/drawing/2014/main" id="{6F3AF714-F466-4486-B265-34D6B40BD8B6}"/>
              </a:ext>
            </a:extLst>
          </p:cNvPr>
          <p:cNvSpPr>
            <a:spLocks xmlns:a="http://schemas.openxmlformats.org/drawingml/2006/main" noGrp="1"/>
          </p:cNvSpPr>
          <p:nvPr/>
        </p:nvSpPr>
        <p:spPr>
          <a:xfrm xmlns:a="http://schemas.openxmlformats.org/drawingml/2006/main">
            <a:off x="6391275" y="33432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95" b="0">
                <a:solidFill>
                  <a:srgbClr val="101010"/>
                </a:solidFill>
              </a:defRPr>
            </a:defPPr>
          </a:lstStyle>
          <a:p xmlns:a="http://schemas.openxmlformats.org/drawingml/2006/main">
            <a:pPr algn="ctr">
              <a:lnSpc>
                <a:spcPct val="102000"/>
              </a:lnSpc>
              <a:buNone/>
              <a:defRPr sz="1395" b="0">
                <a:solidFill>
                  <a:srgbClr val="101010"/>
                </a:solidFill>
              </a:defRPr>
            </a:pPr>
            <a:r>
              <a:rPr sz="1395" b="0">
                <a:solidFill>
                  <a:srgbClr val="101010"/>
                </a:solidFill>
                <a:latin typeface="Microsoft YaHei"/>
                <a:ea typeface="Microsoft YaHei"/>
                <a:cs typeface="Microsoft YaHei"/>
              </a:rPr>
              <a:t>飞机</a:t>
            </a:r>
            <a:r>
              <a:rPr sz="1395" b="0">
                <a:solidFill>
                  <a:srgbClr val="101010"/>
                </a:solidFill>
                <a:latin typeface="Times New Roman"/>
                <a:ea typeface="Times New Roman"/>
                <a:cs typeface="Times New Roman"/>
              </a:rPr>
              <a:t>4</a:t>
            </a:r>
            <a:endParaRPr>
              <a:latin typeface="Microsoft YaHei"/>
              <a:ea typeface="Microsoft YaHei"/>
              <a:cs typeface="Microsoft YaHei"/>
            </a:endParaRPr>
          </a:p>
        </p:txBody>
      </p:sp>
      <p:sp>
        <p:nvSpPr>
          <p:cNvPr id="52" name="task-marker-1">
            <a:extLst xmlns:a="http://schemas.openxmlformats.org/drawingml/2006/main">
              <a:ext uri="{FF2B5EF4-FFF2-40B4-BE49-F238E27FC236}">
                <a16:creationId xmlns:a16="http://schemas.microsoft.com/office/drawing/2014/main" id="{E8180A09-3CE5-424F-9695-6744DC63171A}"/>
              </a:ext>
            </a:extLst>
          </p:cNvPr>
          <p:cNvSpPr>
            <a:spLocks xmlns:a="http://schemas.openxmlformats.org/drawingml/2006/main" noGrp="1"/>
          </p:cNvSpPr>
          <p:nvPr/>
        </p:nvSpPr>
        <p:spPr>
          <a:xfrm xmlns:a="http://schemas.openxmlformats.org/drawingml/2006/main">
            <a:off x="6419850"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作业</a:t>
            </a:r>
            <a:endParaRPr>
              <a:latin typeface="Microsoft YaHei"/>
              <a:ea typeface="Microsoft YaHei"/>
              <a:cs typeface="Microsoft YaHei"/>
            </a:endParaRPr>
          </a:p>
        </p:txBody>
      </p:sp>
      <p:sp>
        <p:nvSpPr>
          <p:cNvPr id="53" name="team-marker-1">
            <a:extLst xmlns:a="http://schemas.openxmlformats.org/drawingml/2006/main">
              <a:ext uri="{FF2B5EF4-FFF2-40B4-BE49-F238E27FC236}">
                <a16:creationId xmlns:a16="http://schemas.microsoft.com/office/drawing/2014/main" id="{3989A5FA-DCB8-45B1-8144-D56AE3B0FF5F}"/>
              </a:ext>
            </a:extLst>
          </p:cNvPr>
          <p:cNvSpPr>
            <a:spLocks xmlns:a="http://schemas.openxmlformats.org/drawingml/2006/main" noGrp="1"/>
          </p:cNvSpPr>
          <p:nvPr/>
        </p:nvSpPr>
        <p:spPr>
          <a:xfrm xmlns:a="http://schemas.openxmlformats.org/drawingml/2006/main">
            <a:off x="6991350"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团队</a:t>
            </a:r>
            <a:endParaRPr>
              <a:latin typeface="Microsoft YaHei"/>
              <a:ea typeface="Microsoft YaHei"/>
              <a:cs typeface="Microsoft YaHei"/>
            </a:endParaRPr>
          </a:p>
        </p:txBody>
      </p:sp>
      <p:sp>
        <p:nvSpPr>
          <p:cNvPr id="54" name="background-station-3">
            <a:extLst xmlns:a="http://schemas.openxmlformats.org/drawingml/2006/main">
              <a:ext uri="{FF2B5EF4-FFF2-40B4-BE49-F238E27FC236}">
                <a16:creationId xmlns:a16="http://schemas.microsoft.com/office/drawing/2014/main" id="{7310BFDC-67F6-4F96-A60F-318717F6EB87}"/>
              </a:ext>
            </a:extLst>
          </p:cNvPr>
          <p:cNvSpPr>
            <a:spLocks xmlns:a="http://schemas.openxmlformats.org/drawingml/2006/main" noGrp="1"/>
          </p:cNvSpPr>
          <p:nvPr/>
        </p:nvSpPr>
        <p:spPr>
          <a:xfrm xmlns:a="http://schemas.openxmlformats.org/drawingml/2006/main">
            <a:off x="7667625" y="2352675"/>
            <a:ext cx="1200150" cy="1495425"/>
          </a:xfrm>
          <a:prstGeom xmlns:a="http://schemas.openxmlformats.org/drawingml/2006/main" prst="rect">
            <a:avLst/>
          </a:prstGeom>
          <a:solidFill xmlns:a="http://schemas.openxmlformats.org/drawingml/2006/main">
            <a:srgbClr val="FFFFFF"/>
          </a:solidFill>
          <a:ln xmlns:a="http://schemas.openxmlformats.org/drawingml/2006/main" w="11430">
            <a:solidFill>
              <a:srgbClr val="4674CD"/>
            </a:solidFill>
            <a:prstDash val="solid"/>
          </a:ln>
        </p:spPr>
      </p:sp>
      <p:sp>
        <p:nvSpPr>
          <p:cNvPr id="55" name="background-station-title-2">
            <a:extLst xmlns:a="http://schemas.openxmlformats.org/drawingml/2006/main">
              <a:ext uri="{FF2B5EF4-FFF2-40B4-BE49-F238E27FC236}">
                <a16:creationId xmlns:a16="http://schemas.microsoft.com/office/drawing/2014/main" id="{894C150E-69D7-46BE-9529-BB42D49E5FCE}"/>
              </a:ext>
            </a:extLst>
          </p:cNvPr>
          <p:cNvSpPr>
            <a:spLocks xmlns:a="http://schemas.openxmlformats.org/drawingml/2006/main" noGrp="1"/>
          </p:cNvSpPr>
          <p:nvPr/>
        </p:nvSpPr>
        <p:spPr>
          <a:xfrm xmlns:a="http://schemas.openxmlformats.org/drawingml/2006/main">
            <a:off x="7715250" y="240982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38" b="1">
                <a:solidFill>
                  <a:srgbClr val="315CA9"/>
                </a:solidFill>
              </a:defRPr>
            </a:defPPr>
          </a:lstStyle>
          <a:p xmlns:a="http://schemas.openxmlformats.org/drawingml/2006/main">
            <a:pPr algn="ctr">
              <a:lnSpc>
                <a:spcPct val="102000"/>
              </a:lnSpc>
              <a:buNone/>
              <a:defRPr sz="1538" b="1">
                <a:solidFill>
                  <a:srgbClr val="315CA9"/>
                </a:solidFill>
              </a:defRPr>
            </a:pPr>
            <a:r>
              <a:rPr sz="1538" b="1">
                <a:solidFill>
                  <a:srgbClr val="315CA9"/>
                </a:solidFill>
                <a:latin typeface="Microsoft YaHei"/>
                <a:ea typeface="Microsoft YaHei"/>
                <a:cs typeface="Microsoft YaHei"/>
              </a:rPr>
              <a:t>站位</a:t>
            </a:r>
            <a:r>
              <a:rPr sz="1538" b="1">
                <a:solidFill>
                  <a:srgbClr val="315CA9"/>
                </a:solidFill>
                <a:latin typeface="Times New Roman"/>
                <a:ea typeface="Times New Roman"/>
                <a:cs typeface="Times New Roman"/>
              </a:rPr>
              <a:t>3</a:t>
            </a:r>
            <a:endParaRPr>
              <a:latin typeface="Microsoft YaHei"/>
              <a:ea typeface="Microsoft YaHei"/>
              <a:cs typeface="Microsoft YaHei"/>
            </a:endParaRPr>
          </a:p>
        </p:txBody>
      </p:sp>
      <p:pic>
        <p:nvPicPr>
          <p:cNvPr id="56" name="">
            <a:extLst xmlns:a="http://schemas.openxmlformats.org/drawingml/2006/main">
              <a:ext uri="{FF2B5EF4-FFF2-40B4-BE49-F238E27FC236}">
                <a16:creationId xmlns:a16="http://schemas.microsoft.com/office/drawing/2014/main" id="{CBD73D99-BD35-4E4C-8298-70E8981EFF3B}"/>
              </a:ext>
            </a:extLst>
          </p:cNvPr>
          <p:cNvPicPr>
            <a:picLocks xmlns:a="http://schemas.openxmlformats.org/drawingml/2006/main" noChangeAspect="1"/>
          </p:cNvPicPr>
          <p:nvPr/>
        </p:nvPicPr>
        <p:blipFill>
          <a:blip xmlns:r="http://schemas.openxmlformats.org/officeDocument/2006/relationships" xmlns:a="http://schemas.openxmlformats.org/drawingml/2006/main" r:embed="Re09fcd87579a47ae"/>
          <a:srcRect xmlns:a="http://schemas.openxmlformats.org/drawingml/2006/main" l="79800" t="24000" r="5500" b="24500"/>
          <a:stretch xmlns:a="http://schemas.openxmlformats.org/drawingml/2006/main"/>
        </p:blipFill>
        <p:spPr>
          <a:xfrm xmlns:a="http://schemas.openxmlformats.org/drawingml/2006/main">
            <a:off x="7743825" y="2705100"/>
            <a:ext cx="1047750" cy="628650"/>
          </a:xfrm>
          <a:prstGeom xmlns:a="http://schemas.openxmlformats.org/drawingml/2006/main" prst="rect">
            <a:avLst/>
          </a:prstGeom>
        </p:spPr>
      </p:pic>
      <p:sp>
        <p:nvSpPr>
          <p:cNvPr id="57" name="background-plane-id-2">
            <a:extLst xmlns:a="http://schemas.openxmlformats.org/drawingml/2006/main">
              <a:ext uri="{FF2B5EF4-FFF2-40B4-BE49-F238E27FC236}">
                <a16:creationId xmlns:a16="http://schemas.microsoft.com/office/drawing/2014/main" id="{38BFA104-8135-46CC-82F0-A53E02EA785C}"/>
              </a:ext>
            </a:extLst>
          </p:cNvPr>
          <p:cNvSpPr>
            <a:spLocks xmlns:a="http://schemas.openxmlformats.org/drawingml/2006/main" noGrp="1"/>
          </p:cNvSpPr>
          <p:nvPr/>
        </p:nvSpPr>
        <p:spPr>
          <a:xfrm xmlns:a="http://schemas.openxmlformats.org/drawingml/2006/main">
            <a:off x="7715250" y="33432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95" b="0">
                <a:solidFill>
                  <a:srgbClr val="101010"/>
                </a:solidFill>
              </a:defRPr>
            </a:defPPr>
          </a:lstStyle>
          <a:p xmlns:a="http://schemas.openxmlformats.org/drawingml/2006/main">
            <a:pPr algn="ctr">
              <a:lnSpc>
                <a:spcPct val="102000"/>
              </a:lnSpc>
              <a:buNone/>
              <a:defRPr sz="1395" b="0">
                <a:solidFill>
                  <a:srgbClr val="101010"/>
                </a:solidFill>
              </a:defRPr>
            </a:pPr>
            <a:r>
              <a:rPr sz="1395" b="0">
                <a:solidFill>
                  <a:srgbClr val="101010"/>
                </a:solidFill>
                <a:latin typeface="Microsoft YaHei"/>
                <a:ea typeface="Microsoft YaHei"/>
                <a:cs typeface="Microsoft YaHei"/>
              </a:rPr>
              <a:t>飞机</a:t>
            </a:r>
            <a:r>
              <a:rPr sz="1395" b="0">
                <a:solidFill>
                  <a:srgbClr val="101010"/>
                </a:solidFill>
                <a:latin typeface="Times New Roman"/>
                <a:ea typeface="Times New Roman"/>
                <a:cs typeface="Times New Roman"/>
              </a:rPr>
              <a:t>3</a:t>
            </a:r>
            <a:endParaRPr>
              <a:latin typeface="Microsoft YaHei"/>
              <a:ea typeface="Microsoft YaHei"/>
              <a:cs typeface="Microsoft YaHei"/>
            </a:endParaRPr>
          </a:p>
        </p:txBody>
      </p:sp>
      <p:sp>
        <p:nvSpPr>
          <p:cNvPr id="58" name="task-marker-2">
            <a:extLst xmlns:a="http://schemas.openxmlformats.org/drawingml/2006/main">
              <a:ext uri="{FF2B5EF4-FFF2-40B4-BE49-F238E27FC236}">
                <a16:creationId xmlns:a16="http://schemas.microsoft.com/office/drawing/2014/main" id="{4460EC3D-C675-4ABD-8EF6-17F63A31210D}"/>
              </a:ext>
            </a:extLst>
          </p:cNvPr>
          <p:cNvSpPr>
            <a:spLocks xmlns:a="http://schemas.openxmlformats.org/drawingml/2006/main" noGrp="1"/>
          </p:cNvSpPr>
          <p:nvPr/>
        </p:nvSpPr>
        <p:spPr>
          <a:xfrm xmlns:a="http://schemas.openxmlformats.org/drawingml/2006/main">
            <a:off x="7743825"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作业</a:t>
            </a:r>
            <a:endParaRPr>
              <a:latin typeface="Microsoft YaHei"/>
              <a:ea typeface="Microsoft YaHei"/>
              <a:cs typeface="Microsoft YaHei"/>
            </a:endParaRPr>
          </a:p>
        </p:txBody>
      </p:sp>
      <p:sp>
        <p:nvSpPr>
          <p:cNvPr id="59" name="team-marker-2">
            <a:extLst xmlns:a="http://schemas.openxmlformats.org/drawingml/2006/main">
              <a:ext uri="{FF2B5EF4-FFF2-40B4-BE49-F238E27FC236}">
                <a16:creationId xmlns:a16="http://schemas.microsoft.com/office/drawing/2014/main" id="{0E102382-ABA1-4A0A-9556-30B3C6BC1A05}"/>
              </a:ext>
            </a:extLst>
          </p:cNvPr>
          <p:cNvSpPr>
            <a:spLocks xmlns:a="http://schemas.openxmlformats.org/drawingml/2006/main" noGrp="1"/>
          </p:cNvSpPr>
          <p:nvPr/>
        </p:nvSpPr>
        <p:spPr>
          <a:xfrm xmlns:a="http://schemas.openxmlformats.org/drawingml/2006/main">
            <a:off x="8315325"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团队</a:t>
            </a:r>
            <a:endParaRPr>
              <a:latin typeface="Microsoft YaHei"/>
              <a:ea typeface="Microsoft YaHei"/>
              <a:cs typeface="Microsoft YaHei"/>
            </a:endParaRPr>
          </a:p>
        </p:txBody>
      </p:sp>
      <p:sp>
        <p:nvSpPr>
          <p:cNvPr id="60" name="background-station-4">
            <a:extLst xmlns:a="http://schemas.openxmlformats.org/drawingml/2006/main">
              <a:ext uri="{FF2B5EF4-FFF2-40B4-BE49-F238E27FC236}">
                <a16:creationId xmlns:a16="http://schemas.microsoft.com/office/drawing/2014/main" id="{C342EDF3-FED0-44C9-94EA-2C539B3DDB9A}"/>
              </a:ext>
            </a:extLst>
          </p:cNvPr>
          <p:cNvSpPr>
            <a:spLocks xmlns:a="http://schemas.openxmlformats.org/drawingml/2006/main" noGrp="1"/>
          </p:cNvSpPr>
          <p:nvPr/>
        </p:nvSpPr>
        <p:spPr>
          <a:xfrm xmlns:a="http://schemas.openxmlformats.org/drawingml/2006/main">
            <a:off x="8991600" y="2352675"/>
            <a:ext cx="1200150" cy="1495425"/>
          </a:xfrm>
          <a:prstGeom xmlns:a="http://schemas.openxmlformats.org/drawingml/2006/main" prst="rect">
            <a:avLst/>
          </a:prstGeom>
          <a:solidFill xmlns:a="http://schemas.openxmlformats.org/drawingml/2006/main">
            <a:srgbClr val="FFFFFF"/>
          </a:solidFill>
          <a:ln xmlns:a="http://schemas.openxmlformats.org/drawingml/2006/main" w="11430">
            <a:solidFill>
              <a:srgbClr val="4674CD"/>
            </a:solidFill>
            <a:prstDash val="solid"/>
          </a:ln>
        </p:spPr>
      </p:sp>
      <p:sp>
        <p:nvSpPr>
          <p:cNvPr id="61" name="background-station-title-3">
            <a:extLst xmlns:a="http://schemas.openxmlformats.org/drawingml/2006/main">
              <a:ext uri="{FF2B5EF4-FFF2-40B4-BE49-F238E27FC236}">
                <a16:creationId xmlns:a16="http://schemas.microsoft.com/office/drawing/2014/main" id="{D1F7CCEC-EC79-4693-90DA-91EB3CCC4F12}"/>
              </a:ext>
            </a:extLst>
          </p:cNvPr>
          <p:cNvSpPr>
            <a:spLocks xmlns:a="http://schemas.openxmlformats.org/drawingml/2006/main" noGrp="1"/>
          </p:cNvSpPr>
          <p:nvPr/>
        </p:nvSpPr>
        <p:spPr>
          <a:xfrm xmlns:a="http://schemas.openxmlformats.org/drawingml/2006/main">
            <a:off x="9039225" y="240982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38" b="1">
                <a:solidFill>
                  <a:srgbClr val="315CA9"/>
                </a:solidFill>
              </a:defRPr>
            </a:defPPr>
          </a:lstStyle>
          <a:p xmlns:a="http://schemas.openxmlformats.org/drawingml/2006/main">
            <a:pPr algn="ctr">
              <a:lnSpc>
                <a:spcPct val="102000"/>
              </a:lnSpc>
              <a:buNone/>
              <a:defRPr sz="1538" b="1">
                <a:solidFill>
                  <a:srgbClr val="315CA9"/>
                </a:solidFill>
              </a:defRPr>
            </a:pPr>
            <a:r>
              <a:rPr sz="1538" b="1">
                <a:solidFill>
                  <a:srgbClr val="315CA9"/>
                </a:solidFill>
                <a:latin typeface="Microsoft YaHei"/>
                <a:ea typeface="Microsoft YaHei"/>
                <a:cs typeface="Microsoft YaHei"/>
              </a:rPr>
              <a:t>站位</a:t>
            </a:r>
            <a:r>
              <a:rPr sz="1538" b="1">
                <a:solidFill>
                  <a:srgbClr val="315CA9"/>
                </a:solidFill>
                <a:latin typeface="Times New Roman"/>
                <a:ea typeface="Times New Roman"/>
                <a:cs typeface="Times New Roman"/>
              </a:rPr>
              <a:t>4</a:t>
            </a:r>
            <a:endParaRPr>
              <a:latin typeface="Microsoft YaHei"/>
              <a:ea typeface="Microsoft YaHei"/>
              <a:cs typeface="Microsoft YaHei"/>
            </a:endParaRPr>
          </a:p>
        </p:txBody>
      </p:sp>
      <p:pic>
        <p:nvPicPr>
          <p:cNvPr id="62" name="">
            <a:extLst xmlns:a="http://schemas.openxmlformats.org/drawingml/2006/main">
              <a:ext uri="{FF2B5EF4-FFF2-40B4-BE49-F238E27FC236}">
                <a16:creationId xmlns:a16="http://schemas.microsoft.com/office/drawing/2014/main" id="{9610842E-D6DB-4C5A-A94D-7ECBB0A0B331}"/>
              </a:ext>
            </a:extLst>
          </p:cNvPr>
          <p:cNvPicPr>
            <a:picLocks xmlns:a="http://schemas.openxmlformats.org/drawingml/2006/main" noChangeAspect="1"/>
          </p:cNvPicPr>
          <p:nvPr/>
        </p:nvPicPr>
        <p:blipFill>
          <a:blip xmlns:r="http://schemas.openxmlformats.org/officeDocument/2006/relationships" xmlns:a="http://schemas.openxmlformats.org/drawingml/2006/main" r:embed="R9ce336da35ef4d8b"/>
          <a:srcRect xmlns:a="http://schemas.openxmlformats.org/drawingml/2006/main" l="79800" t="24000" r="5500" b="24500"/>
          <a:stretch xmlns:a="http://schemas.openxmlformats.org/drawingml/2006/main"/>
        </p:blipFill>
        <p:spPr>
          <a:xfrm xmlns:a="http://schemas.openxmlformats.org/drawingml/2006/main">
            <a:off x="9067800" y="2705100"/>
            <a:ext cx="1047750" cy="628650"/>
          </a:xfrm>
          <a:prstGeom xmlns:a="http://schemas.openxmlformats.org/drawingml/2006/main" prst="rect">
            <a:avLst/>
          </a:prstGeom>
        </p:spPr>
      </p:pic>
      <p:sp>
        <p:nvSpPr>
          <p:cNvPr id="63" name="background-plane-id-3">
            <a:extLst xmlns:a="http://schemas.openxmlformats.org/drawingml/2006/main">
              <a:ext uri="{FF2B5EF4-FFF2-40B4-BE49-F238E27FC236}">
                <a16:creationId xmlns:a16="http://schemas.microsoft.com/office/drawing/2014/main" id="{BB381E9B-F8F2-48C3-86A4-21361999B86B}"/>
              </a:ext>
            </a:extLst>
          </p:cNvPr>
          <p:cNvSpPr>
            <a:spLocks xmlns:a="http://schemas.openxmlformats.org/drawingml/2006/main" noGrp="1"/>
          </p:cNvSpPr>
          <p:nvPr/>
        </p:nvSpPr>
        <p:spPr>
          <a:xfrm xmlns:a="http://schemas.openxmlformats.org/drawingml/2006/main">
            <a:off x="9039225" y="33432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95" b="0">
                <a:solidFill>
                  <a:srgbClr val="101010"/>
                </a:solidFill>
              </a:defRPr>
            </a:defPPr>
          </a:lstStyle>
          <a:p xmlns:a="http://schemas.openxmlformats.org/drawingml/2006/main">
            <a:pPr algn="ctr">
              <a:lnSpc>
                <a:spcPct val="102000"/>
              </a:lnSpc>
              <a:buNone/>
              <a:defRPr sz="1395" b="0">
                <a:solidFill>
                  <a:srgbClr val="101010"/>
                </a:solidFill>
              </a:defRPr>
            </a:pPr>
            <a:r>
              <a:rPr sz="1395" b="0">
                <a:solidFill>
                  <a:srgbClr val="101010"/>
                </a:solidFill>
                <a:latin typeface="Microsoft YaHei"/>
                <a:ea typeface="Microsoft YaHei"/>
                <a:cs typeface="Microsoft YaHei"/>
              </a:rPr>
              <a:t>飞机</a:t>
            </a:r>
            <a:r>
              <a:rPr sz="1395" b="0">
                <a:solidFill>
                  <a:srgbClr val="101010"/>
                </a:solidFill>
                <a:latin typeface="Times New Roman"/>
                <a:ea typeface="Times New Roman"/>
                <a:cs typeface="Times New Roman"/>
              </a:rPr>
              <a:t>2</a:t>
            </a:r>
            <a:endParaRPr>
              <a:latin typeface="Microsoft YaHei"/>
              <a:ea typeface="Microsoft YaHei"/>
              <a:cs typeface="Microsoft YaHei"/>
            </a:endParaRPr>
          </a:p>
        </p:txBody>
      </p:sp>
      <p:sp>
        <p:nvSpPr>
          <p:cNvPr id="64" name="task-marker-3">
            <a:extLst xmlns:a="http://schemas.openxmlformats.org/drawingml/2006/main">
              <a:ext uri="{FF2B5EF4-FFF2-40B4-BE49-F238E27FC236}">
                <a16:creationId xmlns:a16="http://schemas.microsoft.com/office/drawing/2014/main" id="{5CD552CD-BAAB-46C7-8B92-64E5D4167A62}"/>
              </a:ext>
            </a:extLst>
          </p:cNvPr>
          <p:cNvSpPr>
            <a:spLocks xmlns:a="http://schemas.openxmlformats.org/drawingml/2006/main" noGrp="1"/>
          </p:cNvSpPr>
          <p:nvPr/>
        </p:nvSpPr>
        <p:spPr>
          <a:xfrm xmlns:a="http://schemas.openxmlformats.org/drawingml/2006/main">
            <a:off x="9067800"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作业</a:t>
            </a:r>
            <a:endParaRPr>
              <a:latin typeface="Microsoft YaHei"/>
              <a:ea typeface="Microsoft YaHei"/>
              <a:cs typeface="Microsoft YaHei"/>
            </a:endParaRPr>
          </a:p>
        </p:txBody>
      </p:sp>
      <p:sp>
        <p:nvSpPr>
          <p:cNvPr id="65" name="team-marker-3">
            <a:extLst xmlns:a="http://schemas.openxmlformats.org/drawingml/2006/main">
              <a:ext uri="{FF2B5EF4-FFF2-40B4-BE49-F238E27FC236}">
                <a16:creationId xmlns:a16="http://schemas.microsoft.com/office/drawing/2014/main" id="{FDF4DA2F-AF8F-4A7F-9FCA-F9C55B0352A0}"/>
              </a:ext>
            </a:extLst>
          </p:cNvPr>
          <p:cNvSpPr>
            <a:spLocks xmlns:a="http://schemas.openxmlformats.org/drawingml/2006/main" noGrp="1"/>
          </p:cNvSpPr>
          <p:nvPr/>
        </p:nvSpPr>
        <p:spPr>
          <a:xfrm xmlns:a="http://schemas.openxmlformats.org/drawingml/2006/main">
            <a:off x="9639300"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团队</a:t>
            </a:r>
            <a:endParaRPr>
              <a:latin typeface="Microsoft YaHei"/>
              <a:ea typeface="Microsoft YaHei"/>
              <a:cs typeface="Microsoft YaHei"/>
            </a:endParaRPr>
          </a:p>
        </p:txBody>
      </p:sp>
      <p:sp>
        <p:nvSpPr>
          <p:cNvPr id="66" name="background-station-5">
            <a:extLst xmlns:a="http://schemas.openxmlformats.org/drawingml/2006/main">
              <a:ext uri="{FF2B5EF4-FFF2-40B4-BE49-F238E27FC236}">
                <a16:creationId xmlns:a16="http://schemas.microsoft.com/office/drawing/2014/main" id="{8CEC558C-23E2-4207-B1B0-00F7FFF9B341}"/>
              </a:ext>
            </a:extLst>
          </p:cNvPr>
          <p:cNvSpPr>
            <a:spLocks xmlns:a="http://schemas.openxmlformats.org/drawingml/2006/main" noGrp="1"/>
          </p:cNvSpPr>
          <p:nvPr/>
        </p:nvSpPr>
        <p:spPr>
          <a:xfrm xmlns:a="http://schemas.openxmlformats.org/drawingml/2006/main">
            <a:off x="10315575" y="2352675"/>
            <a:ext cx="1200150" cy="1495425"/>
          </a:xfrm>
          <a:prstGeom xmlns:a="http://schemas.openxmlformats.org/drawingml/2006/main" prst="rect">
            <a:avLst/>
          </a:prstGeom>
          <a:solidFill xmlns:a="http://schemas.openxmlformats.org/drawingml/2006/main">
            <a:srgbClr val="FFFFFF"/>
          </a:solidFill>
          <a:ln xmlns:a="http://schemas.openxmlformats.org/drawingml/2006/main" w="11430">
            <a:solidFill>
              <a:srgbClr val="4674CD"/>
            </a:solidFill>
            <a:prstDash val="solid"/>
          </a:ln>
        </p:spPr>
      </p:sp>
      <p:sp>
        <p:nvSpPr>
          <p:cNvPr id="67" name="background-station-title-4">
            <a:extLst xmlns:a="http://schemas.openxmlformats.org/drawingml/2006/main">
              <a:ext uri="{FF2B5EF4-FFF2-40B4-BE49-F238E27FC236}">
                <a16:creationId xmlns:a16="http://schemas.microsoft.com/office/drawing/2014/main" id="{1CBA83D1-A45E-4C02-8650-E8334108F0B3}"/>
              </a:ext>
            </a:extLst>
          </p:cNvPr>
          <p:cNvSpPr>
            <a:spLocks xmlns:a="http://schemas.openxmlformats.org/drawingml/2006/main" noGrp="1"/>
          </p:cNvSpPr>
          <p:nvPr/>
        </p:nvSpPr>
        <p:spPr>
          <a:xfrm xmlns:a="http://schemas.openxmlformats.org/drawingml/2006/main">
            <a:off x="10363200" y="240982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38" b="1">
                <a:solidFill>
                  <a:srgbClr val="315CA9"/>
                </a:solidFill>
              </a:defRPr>
            </a:defPPr>
          </a:lstStyle>
          <a:p xmlns:a="http://schemas.openxmlformats.org/drawingml/2006/main">
            <a:pPr algn="ctr">
              <a:lnSpc>
                <a:spcPct val="102000"/>
              </a:lnSpc>
              <a:buNone/>
              <a:defRPr sz="1538" b="1">
                <a:solidFill>
                  <a:srgbClr val="315CA9"/>
                </a:solidFill>
              </a:defRPr>
            </a:pPr>
            <a:r>
              <a:rPr sz="1538" b="1">
                <a:solidFill>
                  <a:srgbClr val="315CA9"/>
                </a:solidFill>
                <a:latin typeface="Microsoft YaHei"/>
                <a:ea typeface="Microsoft YaHei"/>
                <a:cs typeface="Microsoft YaHei"/>
              </a:rPr>
              <a:t>站位</a:t>
            </a:r>
            <a:r>
              <a:rPr sz="1538" b="1">
                <a:solidFill>
                  <a:srgbClr val="315CA9"/>
                </a:solidFill>
                <a:latin typeface="Times New Roman"/>
                <a:ea typeface="Times New Roman"/>
                <a:cs typeface="Times New Roman"/>
              </a:rPr>
              <a:t>5</a:t>
            </a:r>
            <a:endParaRPr>
              <a:latin typeface="Microsoft YaHei"/>
              <a:ea typeface="Microsoft YaHei"/>
              <a:cs typeface="Microsoft YaHei"/>
            </a:endParaRPr>
          </a:p>
        </p:txBody>
      </p:sp>
      <p:pic>
        <p:nvPicPr>
          <p:cNvPr id="68" name="">
            <a:extLst xmlns:a="http://schemas.openxmlformats.org/drawingml/2006/main">
              <a:ext uri="{FF2B5EF4-FFF2-40B4-BE49-F238E27FC236}">
                <a16:creationId xmlns:a16="http://schemas.microsoft.com/office/drawing/2014/main" id="{B428CC23-E5CD-4C88-B5DC-FB4B10E04BA0}"/>
              </a:ext>
            </a:extLst>
          </p:cNvPr>
          <p:cNvPicPr>
            <a:picLocks xmlns:a="http://schemas.openxmlformats.org/drawingml/2006/main" noChangeAspect="1"/>
          </p:cNvPicPr>
          <p:nvPr/>
        </p:nvPicPr>
        <p:blipFill>
          <a:blip xmlns:r="http://schemas.openxmlformats.org/officeDocument/2006/relationships" xmlns:a="http://schemas.openxmlformats.org/drawingml/2006/main" r:embed="R675bbf442f124b1d"/>
          <a:srcRect xmlns:a="http://schemas.openxmlformats.org/drawingml/2006/main" l="79800" t="24000" r="5500" b="24500"/>
          <a:stretch xmlns:a="http://schemas.openxmlformats.org/drawingml/2006/main"/>
        </p:blipFill>
        <p:spPr>
          <a:xfrm xmlns:a="http://schemas.openxmlformats.org/drawingml/2006/main">
            <a:off x="10391775" y="2705100"/>
            <a:ext cx="1047750" cy="628650"/>
          </a:xfrm>
          <a:prstGeom xmlns:a="http://schemas.openxmlformats.org/drawingml/2006/main" prst="rect">
            <a:avLst/>
          </a:prstGeom>
        </p:spPr>
      </p:pic>
      <p:sp>
        <p:nvSpPr>
          <p:cNvPr id="69" name="background-plane-id-4">
            <a:extLst xmlns:a="http://schemas.openxmlformats.org/drawingml/2006/main">
              <a:ext uri="{FF2B5EF4-FFF2-40B4-BE49-F238E27FC236}">
                <a16:creationId xmlns:a16="http://schemas.microsoft.com/office/drawing/2014/main" id="{5D59F1C0-435A-483B-ADB9-3923AB6E7017}"/>
              </a:ext>
            </a:extLst>
          </p:cNvPr>
          <p:cNvSpPr>
            <a:spLocks xmlns:a="http://schemas.openxmlformats.org/drawingml/2006/main" noGrp="1"/>
          </p:cNvSpPr>
          <p:nvPr/>
        </p:nvSpPr>
        <p:spPr>
          <a:xfrm xmlns:a="http://schemas.openxmlformats.org/drawingml/2006/main">
            <a:off x="10363200" y="33432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95" b="0">
                <a:solidFill>
                  <a:srgbClr val="101010"/>
                </a:solidFill>
              </a:defRPr>
            </a:defPPr>
          </a:lstStyle>
          <a:p xmlns:a="http://schemas.openxmlformats.org/drawingml/2006/main">
            <a:pPr algn="ctr">
              <a:lnSpc>
                <a:spcPct val="102000"/>
              </a:lnSpc>
              <a:buNone/>
              <a:defRPr sz="1395" b="0">
                <a:solidFill>
                  <a:srgbClr val="101010"/>
                </a:solidFill>
              </a:defRPr>
            </a:pPr>
            <a:r>
              <a:rPr sz="1395" b="0">
                <a:solidFill>
                  <a:srgbClr val="101010"/>
                </a:solidFill>
                <a:latin typeface="Microsoft YaHei"/>
                <a:ea typeface="Microsoft YaHei"/>
                <a:cs typeface="Microsoft YaHei"/>
              </a:rPr>
              <a:t>飞机</a:t>
            </a:r>
            <a:r>
              <a:rPr sz="1395" b="0">
                <a:solidFill>
                  <a:srgbClr val="101010"/>
                </a:solidFill>
                <a:latin typeface="Times New Roman"/>
                <a:ea typeface="Times New Roman"/>
                <a:cs typeface="Times New Roman"/>
              </a:rPr>
              <a:t>1</a:t>
            </a:r>
            <a:endParaRPr>
              <a:latin typeface="Microsoft YaHei"/>
              <a:ea typeface="Microsoft YaHei"/>
              <a:cs typeface="Microsoft YaHei"/>
            </a:endParaRPr>
          </a:p>
        </p:txBody>
      </p:sp>
      <p:sp>
        <p:nvSpPr>
          <p:cNvPr id="70" name="task-marker-4">
            <a:extLst xmlns:a="http://schemas.openxmlformats.org/drawingml/2006/main">
              <a:ext uri="{FF2B5EF4-FFF2-40B4-BE49-F238E27FC236}">
                <a16:creationId xmlns:a16="http://schemas.microsoft.com/office/drawing/2014/main" id="{BEC9FF28-9E57-40E3-8DB8-B95A40F71A45}"/>
              </a:ext>
            </a:extLst>
          </p:cNvPr>
          <p:cNvSpPr>
            <a:spLocks xmlns:a="http://schemas.openxmlformats.org/drawingml/2006/main" noGrp="1"/>
          </p:cNvSpPr>
          <p:nvPr/>
        </p:nvSpPr>
        <p:spPr>
          <a:xfrm xmlns:a="http://schemas.openxmlformats.org/drawingml/2006/main">
            <a:off x="10391775"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作业</a:t>
            </a:r>
            <a:endParaRPr>
              <a:latin typeface="Microsoft YaHei"/>
              <a:ea typeface="Microsoft YaHei"/>
              <a:cs typeface="Microsoft YaHei"/>
            </a:endParaRPr>
          </a:p>
        </p:txBody>
      </p:sp>
      <p:sp>
        <p:nvSpPr>
          <p:cNvPr id="71" name="team-marker-4">
            <a:extLst xmlns:a="http://schemas.openxmlformats.org/drawingml/2006/main">
              <a:ext uri="{FF2B5EF4-FFF2-40B4-BE49-F238E27FC236}">
                <a16:creationId xmlns:a16="http://schemas.microsoft.com/office/drawing/2014/main" id="{5EA91432-B4F8-401D-8DC4-44C8B989ACA6}"/>
              </a:ext>
            </a:extLst>
          </p:cNvPr>
          <p:cNvSpPr>
            <a:spLocks xmlns:a="http://schemas.openxmlformats.org/drawingml/2006/main" noGrp="1"/>
          </p:cNvSpPr>
          <p:nvPr/>
        </p:nvSpPr>
        <p:spPr>
          <a:xfrm xmlns:a="http://schemas.openxmlformats.org/drawingml/2006/main">
            <a:off x="10963275" y="3619500"/>
            <a:ext cx="476250" cy="171450"/>
          </a:xfrm>
          <a:prstGeom xmlns:a="http://schemas.openxmlformats.org/drawingml/2006/main" prst="rect">
            <a:avLst/>
          </a:prstGeom>
          <a:solidFill xmlns:a="http://schemas.openxmlformats.org/drawingml/2006/main">
            <a:srgbClr val="EEF2F8"/>
          </a:solidFill>
          <a:ln xmlns:a="http://schemas.openxmlformats.org/drawingml/2006/main" w="11430">
            <a:solidFill>
              <a:srgbClr val="93A8CA"/>
            </a:solidFill>
            <a:prstDash val="solid"/>
          </a:ln>
        </p:spPr>
        <p:txBody>
          <a:bodyPr xmlns:a="http://schemas.openxmlformats.org/drawingml/2006/main" lIns="0" tIns="0" rIns="0" bIns="0" anchor="ctr"/>
          <a:lstStyle xmlns:a="http://schemas.openxmlformats.org/drawingml/2006/main">
            <a:defPPr algn="ctr">
              <a:defRPr sz="1140"/>
            </a:defPPr>
          </a:lstStyle>
          <a:p xmlns:a="http://schemas.openxmlformats.org/drawingml/2006/main">
            <a:pPr algn="ctr">
              <a:defRPr sz="1140"/>
            </a:pPr>
            <a:r>
              <a:rPr sz="1140">
                <a:latin typeface="Microsoft YaHei"/>
                <a:ea typeface="Microsoft YaHei"/>
                <a:cs typeface="Microsoft YaHei"/>
              </a:rPr>
              <a:t>团队</a:t>
            </a:r>
            <a:endParaRPr>
              <a:latin typeface="Microsoft YaHei"/>
              <a:ea typeface="Microsoft YaHei"/>
              <a:cs typeface="Microsoft YaHei"/>
            </a:endParaRPr>
          </a:p>
        </p:txBody>
      </p:sp>
      <p:cxnSp>
        <p:nvCxnSpPr>
          <p:cNvPr id="72" name="synchronous-move-arrow">
            <a:extLst xmlns:a="http://schemas.openxmlformats.org/drawingml/2006/main">
              <a:ext uri="{FF2B5EF4-FFF2-40B4-BE49-F238E27FC236}">
                <a16:creationId xmlns:a16="http://schemas.microsoft.com/office/drawing/2014/main" id="{363D4601-FE7D-467E-BF53-6627FBDB5A0B}"/>
              </a:ext>
            </a:extLst>
          </p:cNvPr>
          <p:cNvCxnSpPr/>
          <p:nvPr/>
        </p:nvCxnSpPr>
        <p:spPr>
          <a:xfrm xmlns:a="http://schemas.openxmlformats.org/drawingml/2006/main">
            <a:off x="5219700" y="4048125"/>
            <a:ext cx="6076950" cy="0"/>
          </a:xfrm>
          <a:prstGeom xmlns:a="http://schemas.openxmlformats.org/drawingml/2006/main" prst="bentConnector4">
            <a:avLst/>
          </a:prstGeom>
          <a:ln xmlns:a="http://schemas.openxmlformats.org/drawingml/2006/main" w="20955">
            <a:solidFill>
              <a:srgbClr val="4674CD"/>
            </a:solidFill>
            <a:prstDash val="solid"/>
            <a:tailEnd type="triangle" w="med" len="med"/>
          </a:ln>
        </p:spPr>
      </p:cxnSp>
      <p:sp>
        <p:nvSpPr>
          <p:cNvPr id="73" name="pulse-mechanism">
            <a:extLst xmlns:a="http://schemas.openxmlformats.org/drawingml/2006/main">
              <a:ext uri="{FF2B5EF4-FFF2-40B4-BE49-F238E27FC236}">
                <a16:creationId xmlns:a16="http://schemas.microsoft.com/office/drawing/2014/main" id="{48EE3B4C-EC3F-42B1-B07A-B8AE425B76B9}"/>
              </a:ext>
            </a:extLst>
          </p:cNvPr>
          <p:cNvSpPr>
            <a:spLocks xmlns:a="http://schemas.openxmlformats.org/drawingml/2006/main" noGrp="1"/>
          </p:cNvSpPr>
          <p:nvPr/>
        </p:nvSpPr>
        <p:spPr>
          <a:xfrm xmlns:a="http://schemas.openxmlformats.org/drawingml/2006/main">
            <a:off x="5029200" y="4171950"/>
            <a:ext cx="65627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90" b="0">
                <a:solidFill>
                  <a:srgbClr val="315CA9"/>
                </a:solidFill>
              </a:defRPr>
            </a:defPPr>
          </a:lstStyle>
          <a:p xmlns:a="http://schemas.openxmlformats.org/drawingml/2006/main">
            <a:pPr algn="ctr">
              <a:lnSpc>
                <a:spcPct val="102000"/>
              </a:lnSpc>
              <a:buNone/>
              <a:defRPr sz="1590" b="0">
                <a:solidFill>
                  <a:srgbClr val="315CA9"/>
                </a:solidFill>
              </a:defRPr>
            </a:pPr>
            <a:r>
              <a:rPr sz="1590" b="0">
                <a:solidFill>
                  <a:srgbClr val="315CA9"/>
                </a:solidFill>
                <a:latin typeface="Microsoft YaHei"/>
                <a:ea typeface="Microsoft YaHei"/>
                <a:cs typeface="Microsoft YaHei"/>
              </a:rPr>
              <a:t>驻站期间各站并行装配，转站时全线同步移动。</a:t>
            </a:r>
            <a:endParaRPr>
              <a:latin typeface="Microsoft YaHei"/>
              <a:ea typeface="Microsoft YaHei"/>
              <a:cs typeface="Microsoft YaHei"/>
            </a:endParaRPr>
          </a:p>
        </p:txBody>
      </p:sp>
      <p:sp>
        <p:nvSpPr>
          <p:cNvPr id="74" name="production-feature-0">
            <a:extLst xmlns:a="http://schemas.openxmlformats.org/drawingml/2006/main">
              <a:ext uri="{FF2B5EF4-FFF2-40B4-BE49-F238E27FC236}">
                <a16:creationId xmlns:a16="http://schemas.microsoft.com/office/drawing/2014/main" id="{8D0D0719-B7B2-4598-BC58-C4C4A3607F66}"/>
              </a:ext>
            </a:extLst>
          </p:cNvPr>
          <p:cNvSpPr>
            <a:spLocks xmlns:a="http://schemas.openxmlformats.org/drawingml/2006/main" noGrp="1"/>
          </p:cNvSpPr>
          <p:nvPr/>
        </p:nvSpPr>
        <p:spPr>
          <a:xfrm xmlns:a="http://schemas.openxmlformats.org/drawingml/2006/main">
            <a:off x="5029200" y="4600575"/>
            <a:ext cx="6562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102000"/>
              </a:lnSpc>
              <a:buNone/>
              <a:defRPr sz="1575" b="0">
                <a:solidFill>
                  <a:srgbClr val="101010"/>
                </a:solidFill>
              </a:defRPr>
            </a:pPr>
            <a:r>
              <a:rPr sz="1575" b="1">
                <a:solidFill>
                  <a:srgbClr val="101010"/>
                </a:solidFill>
                <a:latin typeface="Microsoft YaHei"/>
                <a:ea typeface="Microsoft YaHei"/>
                <a:cs typeface="Microsoft YaHei"/>
              </a:rPr>
              <a:t>工艺关系：</a:t>
            </a:r>
            <a:r>
              <a:rPr sz="1575" b="0">
                <a:solidFill>
                  <a:srgbClr val="101010"/>
                </a:solidFill>
                <a:latin typeface="Microsoft YaHei"/>
                <a:ea typeface="Microsoft YaHei"/>
                <a:cs typeface="Microsoft YaHei"/>
              </a:rPr>
              <a:t>前序约束决定任务先后，部分任务可并行。</a:t>
            </a:r>
            <a:endParaRPr>
              <a:latin typeface="Microsoft YaHei"/>
              <a:ea typeface="Microsoft YaHei"/>
              <a:cs typeface="Microsoft YaHei"/>
            </a:endParaRPr>
          </a:p>
        </p:txBody>
      </p:sp>
      <p:sp>
        <p:nvSpPr>
          <p:cNvPr id="75" name="production-feature-1">
            <a:extLst xmlns:a="http://schemas.openxmlformats.org/drawingml/2006/main">
              <a:ext uri="{FF2B5EF4-FFF2-40B4-BE49-F238E27FC236}">
                <a16:creationId xmlns:a16="http://schemas.microsoft.com/office/drawing/2014/main" id="{F8FB65B9-4101-4150-A101-F1F6C829288C}"/>
              </a:ext>
            </a:extLst>
          </p:cNvPr>
          <p:cNvSpPr>
            <a:spLocks xmlns:a="http://schemas.openxmlformats.org/drawingml/2006/main" noGrp="1"/>
          </p:cNvSpPr>
          <p:nvPr/>
        </p:nvSpPr>
        <p:spPr>
          <a:xfrm xmlns:a="http://schemas.openxmlformats.org/drawingml/2006/main">
            <a:off x="5029200" y="4933950"/>
            <a:ext cx="6562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102000"/>
              </a:lnSpc>
              <a:buNone/>
              <a:defRPr sz="1575" b="0">
                <a:solidFill>
                  <a:srgbClr val="101010"/>
                </a:solidFill>
              </a:defRPr>
            </a:pPr>
            <a:r>
              <a:rPr sz="1575" b="1">
                <a:solidFill>
                  <a:srgbClr val="101010"/>
                </a:solidFill>
                <a:latin typeface="Microsoft YaHei"/>
                <a:ea typeface="Microsoft YaHei"/>
                <a:cs typeface="Microsoft YaHei"/>
              </a:rPr>
              <a:t>人员条件：</a:t>
            </a:r>
            <a:r>
              <a:rPr sz="1575" b="0">
                <a:solidFill>
                  <a:srgbClr val="101010"/>
                </a:solidFill>
                <a:latin typeface="Microsoft YaHei"/>
                <a:ea typeface="Microsoft YaHei"/>
                <a:cs typeface="Microsoft YaHei"/>
              </a:rPr>
              <a:t>人数和资格约束团队选择，效率与占用影响执行。</a:t>
            </a:r>
            <a:endParaRPr>
              <a:latin typeface="Microsoft YaHei"/>
              <a:ea typeface="Microsoft YaHei"/>
              <a:cs typeface="Microsoft YaHei"/>
            </a:endParaRPr>
          </a:p>
        </p:txBody>
      </p:sp>
      <p:sp>
        <p:nvSpPr>
          <p:cNvPr id="76" name="production-feature-2">
            <a:extLst xmlns:a="http://schemas.openxmlformats.org/drawingml/2006/main">
              <a:ext uri="{FF2B5EF4-FFF2-40B4-BE49-F238E27FC236}">
                <a16:creationId xmlns:a16="http://schemas.microsoft.com/office/drawing/2014/main" id="{29E2759B-3D87-49A4-BB63-638069AE654E}"/>
              </a:ext>
            </a:extLst>
          </p:cNvPr>
          <p:cNvSpPr>
            <a:spLocks xmlns:a="http://schemas.openxmlformats.org/drawingml/2006/main" noGrp="1"/>
          </p:cNvSpPr>
          <p:nvPr/>
        </p:nvSpPr>
        <p:spPr>
          <a:xfrm xmlns:a="http://schemas.openxmlformats.org/drawingml/2006/main">
            <a:off x="5029200" y="5267325"/>
            <a:ext cx="6562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102000"/>
              </a:lnSpc>
              <a:buNone/>
              <a:defRPr sz="1575" b="0">
                <a:solidFill>
                  <a:srgbClr val="101010"/>
                </a:solidFill>
              </a:defRPr>
            </a:pPr>
            <a:r>
              <a:rPr sz="1575" b="1">
                <a:solidFill>
                  <a:srgbClr val="101010"/>
                </a:solidFill>
                <a:latin typeface="Microsoft YaHei"/>
                <a:ea typeface="Microsoft YaHei"/>
                <a:cs typeface="Microsoft YaHei"/>
              </a:rPr>
              <a:t>同步脉动：</a:t>
            </a:r>
            <a:r>
              <a:rPr sz="1575" b="0">
                <a:solidFill>
                  <a:srgbClr val="101010"/>
                </a:solidFill>
                <a:latin typeface="Microsoft YaHei"/>
                <a:ea typeface="Microsoft YaHei"/>
                <a:cs typeface="Microsoft YaHei"/>
              </a:rPr>
              <a:t>先完成的站位需要等待，各站进度影响共同转站。</a:t>
            </a:r>
            <a:endParaRPr>
              <a:latin typeface="Microsoft YaHei"/>
              <a:ea typeface="Microsoft YaHei"/>
              <a:cs typeface="Microsoft YaHei"/>
            </a:endParaRPr>
          </a:p>
        </p:txBody>
      </p:sp>
      <p:sp>
        <p:nvSpPr>
          <p:cNvPr id="77" name="background-emphasis-frame">
            <a:extLst xmlns:a="http://schemas.openxmlformats.org/drawingml/2006/main">
              <a:ext uri="{FF2B5EF4-FFF2-40B4-BE49-F238E27FC236}">
                <a16:creationId xmlns:a16="http://schemas.microsoft.com/office/drawing/2014/main" id="{386464A5-A6CC-4876-8ECA-6B9756F660DF}"/>
              </a:ext>
            </a:extLst>
          </p:cNvPr>
          <p:cNvSpPr>
            <a:spLocks xmlns:a="http://schemas.openxmlformats.org/drawingml/2006/main" noGrp="1"/>
          </p:cNvSpPr>
          <p:nvPr/>
        </p:nvSpPr>
        <p:spPr>
          <a:xfrm xmlns:a="http://schemas.openxmlformats.org/drawingml/2006/main">
            <a:off x="571500" y="5772150"/>
            <a:ext cx="11039475" cy="733425"/>
          </a:xfrm>
          <a:prstGeom xmlns:a="http://schemas.openxmlformats.org/drawingml/2006/main" prst="rect">
            <a:avLst/>
          </a:prstGeom>
          <a:solidFill xmlns:a="http://schemas.openxmlformats.org/drawingml/2006/main">
            <a:srgbClr val="FFFFFF"/>
          </a:solidFill>
          <a:ln xmlns:a="http://schemas.openxmlformats.org/drawingml/2006/main" w="15240">
            <a:solidFill>
              <a:srgbClr val="B72424"/>
            </a:solidFill>
            <a:prstDash val="solid"/>
          </a:ln>
        </p:spPr>
      </p:sp>
      <p:sp>
        <p:nvSpPr>
          <p:cNvPr id="78" name="background-emphasis">
            <a:extLst xmlns:a="http://schemas.openxmlformats.org/drawingml/2006/main">
              <a:ext uri="{FF2B5EF4-FFF2-40B4-BE49-F238E27FC236}">
                <a16:creationId xmlns:a16="http://schemas.microsoft.com/office/drawing/2014/main" id="{E0C945D1-6241-41CC-B401-54998C1CDDDD}"/>
              </a:ext>
            </a:extLst>
          </p:cNvPr>
          <p:cNvSpPr>
            <a:spLocks xmlns:a="http://schemas.openxmlformats.org/drawingml/2006/main" noGrp="1"/>
          </p:cNvSpPr>
          <p:nvPr/>
        </p:nvSpPr>
        <p:spPr>
          <a:xfrm xmlns:a="http://schemas.openxmlformats.org/drawingml/2006/main">
            <a:off x="733425" y="5867400"/>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a:solidFill>
                  <a:srgbClr val="315CA9"/>
                </a:solidFill>
              </a:defRPr>
            </a:defPPr>
          </a:lstStyle>
          <a:p xmlns:a="http://schemas.openxmlformats.org/drawingml/2006/main">
            <a:pPr algn="ctr">
              <a:lnSpc>
                <a:spcPct val="100000"/>
              </a:lnSpc>
              <a:buNone/>
              <a:defRPr sz="1875" b="1">
                <a:solidFill>
                  <a:srgbClr val="315CA9"/>
                </a:solidFill>
              </a:defRPr>
            </a:pPr>
            <a:r>
              <a:rPr sz="1875" b="1">
                <a:solidFill>
                  <a:srgbClr val="315CA9"/>
                </a:solidFill>
                <a:latin typeface="Microsoft YaHei"/>
                <a:ea typeface="Microsoft YaHei"/>
                <a:cs typeface="Microsoft YaHei"/>
              </a:rPr>
              <a:t>提升装配效率，需要</a:t>
            </a:r>
            <a:r>
              <a:rPr sz="1875" b="1">
                <a:solidFill>
                  <a:srgbClr val="B72424"/>
                </a:solidFill>
                <a:latin typeface="Microsoft YaHei"/>
                <a:ea typeface="Microsoft YaHei"/>
                <a:cs typeface="Microsoft YaHei"/>
              </a:rPr>
              <a:t>联合安排工序、站位与人员团队</a:t>
            </a:r>
            <a:r>
              <a:rPr sz="1875" b="1">
                <a:solidFill>
                  <a:srgbClr val="315CA9"/>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lgn="ctr">
              <a:lnSpc>
                <a:spcPct val="100000"/>
              </a:lnSpc>
              <a:buNone/>
              <a:defRPr sz="1875" b="1">
                <a:solidFill>
                  <a:srgbClr val="315CA9"/>
                </a:solidFill>
              </a:defRPr>
            </a:pPr>
            <a:r>
              <a:rPr sz="1875" b="1">
                <a:solidFill>
                  <a:srgbClr val="315CA9"/>
                </a:solidFill>
                <a:latin typeface="Microsoft YaHei"/>
                <a:ea typeface="Microsoft YaHei"/>
                <a:cs typeface="Microsoft YaHei"/>
              </a:rPr>
              <a:t>同步脉动条件下，还需</a:t>
            </a:r>
            <a:r>
              <a:rPr sz="1875" b="1">
                <a:solidFill>
                  <a:srgbClr val="B72424"/>
                </a:solidFill>
                <a:latin typeface="Microsoft YaHei"/>
                <a:ea typeface="Microsoft YaHei"/>
                <a:cs typeface="Microsoft YaHei"/>
              </a:rPr>
              <a:t>协调扰动后的各站进度</a:t>
            </a:r>
            <a:r>
              <a:rPr sz="1875" b="1">
                <a:solidFill>
                  <a:srgbClr val="315CA9"/>
                </a:solidFill>
                <a:latin typeface="Microsoft YaHei"/>
                <a:ea typeface="Microsoft YaHei"/>
                <a:cs typeface="Microsoft YaHei"/>
              </a:rPr>
              <a:t>与多架次生产衔接。</a:t>
            </a:r>
            <a:endParaRPr>
              <a:latin typeface="Microsoft YaHei"/>
              <a:ea typeface="Microsoft YaHei"/>
              <a:cs typeface="Microsoft YaHei"/>
            </a:endParaRPr>
          </a:p>
        </p:txBody>
      </p:sp>
    </p:spTree>
    <p:extLst>
      <p:ext uri="{BB962C8B-B14F-4D97-AF65-F5344CB8AC3E}">
        <p14:creationId xmlns:p14="http://schemas.microsoft.com/office/powerpoint/2010/main" val="17057917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upled-operation">
            <a:extLst xmlns:a="http://schemas.openxmlformats.org/drawingml/2006/main">
              <a:ext uri="{FF2B5EF4-FFF2-40B4-BE49-F238E27FC236}">
                <a16:creationId xmlns:a16="http://schemas.microsoft.com/office/drawing/2014/main" id="{8664F224-FFF8-46CC-BDA6-CD3A37DAF82B}"/>
              </a:ext>
            </a:extLst>
          </p:cNvPr>
          <p:cNvSpPr>
            <a:spLocks xmlns:a="http://schemas.openxmlformats.org/drawingml/2006/main" noGrp="1"/>
          </p:cNvSpPr>
          <p:nvPr/>
        </p:nvSpPr>
        <p:spPr>
          <a:xfrm xmlns:a="http://schemas.openxmlformats.org/drawingml/2006/main">
            <a:off x="571500" y="1381125"/>
            <a:ext cx="1857375"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ctr">
              <a:defRPr sz="2025" b="1">
                <a:solidFill>
                  <a:srgbClr val="111111"/>
                </a:solidFill>
                <a:latin typeface="Microsoft YaHei"/>
                <a:ea typeface="Microsoft YaHei"/>
                <a:cs typeface="Microsoft YaHei"/>
              </a:defRPr>
            </a:defPPr>
          </a:lstStyle>
          <a:p xmlns:a="http://schemas.openxmlformats.org/drawingml/2006/main">
            <a:pPr algn="ctr">
              <a:buNone/>
              <a:defRPr sz="2025" b="1">
                <a:solidFill>
                  <a:srgbClr val="111111"/>
                </a:solidFill>
                <a:latin typeface="Microsoft YaHei"/>
                <a:ea typeface="Microsoft YaHei"/>
                <a:cs typeface="Microsoft YaHei"/>
              </a:defRPr>
            </a:pPr>
            <a:r>
              <a:rPr sz="2025" b="1">
                <a:solidFill>
                  <a:srgbClr val="111111"/>
                </a:solidFill>
                <a:latin typeface="Microsoft YaHei"/>
                <a:ea typeface="Microsoft YaHei"/>
                <a:cs typeface="Microsoft YaHei"/>
              </a:rPr>
              <a:t>工序选择</a:t>
            </a:r>
            <a:endParaRPr>
              <a:latin typeface="Microsoft YaHei"/>
              <a:ea typeface="Microsoft YaHei"/>
              <a:cs typeface="Microsoft YaHei"/>
            </a:endParaRPr>
          </a:p>
        </p:txBody>
      </p:sp>
      <p:sp>
        <p:nvSpPr>
          <p:cNvPr id="3" name="coupled-station">
            <a:extLst xmlns:a="http://schemas.openxmlformats.org/drawingml/2006/main">
              <a:ext uri="{FF2B5EF4-FFF2-40B4-BE49-F238E27FC236}">
                <a16:creationId xmlns:a16="http://schemas.microsoft.com/office/drawing/2014/main" id="{146ADACD-D743-4BC5-B3CB-59BA98823F06}"/>
              </a:ext>
            </a:extLst>
          </p:cNvPr>
          <p:cNvSpPr>
            <a:spLocks xmlns:a="http://schemas.openxmlformats.org/drawingml/2006/main" noGrp="1"/>
          </p:cNvSpPr>
          <p:nvPr/>
        </p:nvSpPr>
        <p:spPr>
          <a:xfrm xmlns:a="http://schemas.openxmlformats.org/drawingml/2006/main">
            <a:off x="5162550" y="1381125"/>
            <a:ext cx="1857375"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ctr">
              <a:defRPr sz="2025" b="1">
                <a:solidFill>
                  <a:srgbClr val="111111"/>
                </a:solidFill>
                <a:latin typeface="Microsoft YaHei"/>
                <a:ea typeface="Microsoft YaHei"/>
                <a:cs typeface="Microsoft YaHei"/>
              </a:defRPr>
            </a:defPPr>
          </a:lstStyle>
          <a:p xmlns:a="http://schemas.openxmlformats.org/drawingml/2006/main">
            <a:pPr algn="ctr">
              <a:buNone/>
              <a:defRPr sz="2025" b="1">
                <a:solidFill>
                  <a:srgbClr val="111111"/>
                </a:solidFill>
                <a:latin typeface="Microsoft YaHei"/>
                <a:ea typeface="Microsoft YaHei"/>
                <a:cs typeface="Microsoft YaHei"/>
              </a:defRPr>
            </a:pPr>
            <a:r>
              <a:rPr sz="2025" b="1">
                <a:solidFill>
                  <a:srgbClr val="111111"/>
                </a:solidFill>
                <a:latin typeface="Microsoft YaHei"/>
                <a:ea typeface="Microsoft YaHei"/>
                <a:cs typeface="Microsoft YaHei"/>
              </a:rPr>
              <a:t>站位安排</a:t>
            </a:r>
            <a:endParaRPr>
              <a:latin typeface="Microsoft YaHei"/>
              <a:ea typeface="Microsoft YaHei"/>
              <a:cs typeface="Microsoft YaHei"/>
            </a:endParaRPr>
          </a:p>
        </p:txBody>
      </p:sp>
      <p:sp>
        <p:nvSpPr>
          <p:cNvPr id="4" name="coupled-worker">
            <a:extLst xmlns:a="http://schemas.openxmlformats.org/drawingml/2006/main">
              <a:ext uri="{FF2B5EF4-FFF2-40B4-BE49-F238E27FC236}">
                <a16:creationId xmlns:a16="http://schemas.microsoft.com/office/drawing/2014/main" id="{D42C93CE-9703-456D-9F0B-CEE6EB8552D7}"/>
              </a:ext>
            </a:extLst>
          </p:cNvPr>
          <p:cNvSpPr>
            <a:spLocks xmlns:a="http://schemas.openxmlformats.org/drawingml/2006/main" noGrp="1"/>
          </p:cNvSpPr>
          <p:nvPr/>
        </p:nvSpPr>
        <p:spPr>
          <a:xfrm xmlns:a="http://schemas.openxmlformats.org/drawingml/2006/main">
            <a:off x="9715500" y="1381125"/>
            <a:ext cx="1857375"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ctr">
              <a:defRPr sz="2025" b="1">
                <a:solidFill>
                  <a:srgbClr val="111111"/>
                </a:solidFill>
                <a:latin typeface="Microsoft YaHei"/>
                <a:ea typeface="Microsoft YaHei"/>
                <a:cs typeface="Microsoft YaHei"/>
              </a:defRPr>
            </a:defPPr>
          </a:lstStyle>
          <a:p xmlns:a="http://schemas.openxmlformats.org/drawingml/2006/main">
            <a:pPr algn="ctr">
              <a:buNone/>
              <a:defRPr sz="2025" b="1">
                <a:solidFill>
                  <a:srgbClr val="111111"/>
                </a:solidFill>
                <a:latin typeface="Microsoft YaHei"/>
                <a:ea typeface="Microsoft YaHei"/>
                <a:cs typeface="Microsoft YaHei"/>
              </a:defRPr>
            </a:pPr>
            <a:r>
              <a:rPr sz="2025" b="1">
                <a:solidFill>
                  <a:srgbClr val="111111"/>
                </a:solidFill>
                <a:latin typeface="Microsoft YaHei"/>
                <a:ea typeface="Microsoft YaHei"/>
                <a:cs typeface="Microsoft YaHei"/>
              </a:rPr>
              <a:t>人员选择</a:t>
            </a:r>
            <a:endParaRPr>
              <a:latin typeface="Microsoft YaHei"/>
              <a:ea typeface="Microsoft YaHei"/>
              <a:cs typeface="Microsoft YaHei"/>
            </a:endParaRPr>
          </a:p>
        </p:txBody>
      </p:sp>
      <p:sp>
        <p:nvSpPr>
          <p:cNvPr id="5" name="precedence-station-link">
            <a:extLst xmlns:a="http://schemas.openxmlformats.org/drawingml/2006/main">
              <a:ext uri="{FF2B5EF4-FFF2-40B4-BE49-F238E27FC236}">
                <a16:creationId xmlns:a16="http://schemas.microsoft.com/office/drawing/2014/main" id="{7ED2C0E0-A3B2-4CFB-87BE-B53652BE25AE}"/>
              </a:ext>
            </a:extLst>
          </p:cNvPr>
          <p:cNvSpPr>
            <a:spLocks xmlns:a="http://schemas.openxmlformats.org/drawingml/2006/main" noGrp="1"/>
          </p:cNvSpPr>
          <p:nvPr/>
        </p:nvSpPr>
        <p:spPr>
          <a:xfrm xmlns:a="http://schemas.openxmlformats.org/drawingml/2006/main">
            <a:off x="2619375" y="1552575"/>
            <a:ext cx="2362200" cy="95250"/>
          </a:xfrm>
          <a:prstGeom xmlns:a="http://schemas.openxmlformats.org/drawingml/2006/main" prst="leftRightArrow">
            <a:avLst/>
          </a:prstGeom>
          <a:solidFill xmlns:a="http://schemas.openxmlformats.org/drawingml/2006/main">
            <a:srgbClr val="111111"/>
          </a:solidFill>
          <a:ln xmlns:a="http://schemas.openxmlformats.org/drawingml/2006/main" w="0">
            <a:noFill/>
          </a:ln>
        </p:spPr>
      </p:sp>
      <p:sp>
        <p:nvSpPr>
          <p:cNvPr id="6" name="station-worker-link">
            <a:extLst xmlns:a="http://schemas.openxmlformats.org/drawingml/2006/main">
              <a:ext uri="{FF2B5EF4-FFF2-40B4-BE49-F238E27FC236}">
                <a16:creationId xmlns:a16="http://schemas.microsoft.com/office/drawing/2014/main" id="{E30D4510-7E49-4483-B6F1-D6A341FA093C}"/>
              </a:ext>
            </a:extLst>
          </p:cNvPr>
          <p:cNvSpPr>
            <a:spLocks xmlns:a="http://schemas.openxmlformats.org/drawingml/2006/main" noGrp="1"/>
          </p:cNvSpPr>
          <p:nvPr/>
        </p:nvSpPr>
        <p:spPr>
          <a:xfrm xmlns:a="http://schemas.openxmlformats.org/drawingml/2006/main">
            <a:off x="7219950" y="1552575"/>
            <a:ext cx="2305050" cy="95250"/>
          </a:xfrm>
          <a:prstGeom xmlns:a="http://schemas.openxmlformats.org/drawingml/2006/main" prst="leftRightArrow">
            <a:avLst/>
          </a:prstGeom>
          <a:solidFill xmlns:a="http://schemas.openxmlformats.org/drawingml/2006/main">
            <a:srgbClr val="111111"/>
          </a:solidFill>
          <a:ln xmlns:a="http://schemas.openxmlformats.org/drawingml/2006/main" w="0">
            <a:noFill/>
          </a:ln>
        </p:spPr>
      </p:sp>
      <p:sp>
        <p:nvSpPr>
          <p:cNvPr id="7" name="precedence-station-label">
            <a:extLst xmlns:a="http://schemas.openxmlformats.org/drawingml/2006/main">
              <a:ext uri="{FF2B5EF4-FFF2-40B4-BE49-F238E27FC236}">
                <a16:creationId xmlns:a16="http://schemas.microsoft.com/office/drawing/2014/main" id="{B6586F00-01A0-42A2-9DA5-9AA8692D0B48}"/>
              </a:ext>
            </a:extLst>
          </p:cNvPr>
          <p:cNvSpPr>
            <a:spLocks xmlns:a="http://schemas.openxmlformats.org/drawingml/2006/main" noGrp="1"/>
          </p:cNvSpPr>
          <p:nvPr/>
        </p:nvSpPr>
        <p:spPr>
          <a:xfrm xmlns:a="http://schemas.openxmlformats.org/drawingml/2006/main">
            <a:off x="2562225" y="1866900"/>
            <a:ext cx="2543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a:solidFill>
                  <a:srgbClr val="111111"/>
                </a:solidFill>
                <a:latin typeface="Microsoft YaHei"/>
                <a:ea typeface="Microsoft YaHei"/>
                <a:cs typeface="Microsoft YaHei"/>
              </a:defRPr>
            </a:defPPr>
          </a:lstStyle>
          <a:p xmlns:a="http://schemas.openxmlformats.org/drawingml/2006/main">
            <a:pPr algn="ctr">
              <a:buNone/>
              <a:defRPr sz="1575" b="0">
                <a:solidFill>
                  <a:srgbClr val="111111"/>
                </a:solidFill>
                <a:latin typeface="Microsoft YaHei"/>
                <a:ea typeface="Microsoft YaHei"/>
                <a:cs typeface="Microsoft YaHei"/>
              </a:defRPr>
            </a:pPr>
            <a:r>
              <a:rPr sz="1575" b="0">
                <a:solidFill>
                  <a:srgbClr val="111111"/>
                </a:solidFill>
                <a:latin typeface="Microsoft YaHei"/>
                <a:ea typeface="Microsoft YaHei"/>
                <a:cs typeface="Microsoft YaHei"/>
              </a:rPr>
              <a:t>前序关系与单向流动</a:t>
            </a:r>
            <a:endParaRPr>
              <a:latin typeface="Microsoft YaHei"/>
              <a:ea typeface="Microsoft YaHei"/>
              <a:cs typeface="Microsoft YaHei"/>
            </a:endParaRPr>
          </a:p>
        </p:txBody>
      </p:sp>
      <p:sp>
        <p:nvSpPr>
          <p:cNvPr id="8" name="station-worker-label">
            <a:extLst xmlns:a="http://schemas.openxmlformats.org/drawingml/2006/main">
              <a:ext uri="{FF2B5EF4-FFF2-40B4-BE49-F238E27FC236}">
                <a16:creationId xmlns:a16="http://schemas.microsoft.com/office/drawing/2014/main" id="{AFEF0EE4-9D7D-4FDB-B63B-87FEA2963251}"/>
              </a:ext>
            </a:extLst>
          </p:cNvPr>
          <p:cNvSpPr>
            <a:spLocks xmlns:a="http://schemas.openxmlformats.org/drawingml/2006/main" noGrp="1"/>
          </p:cNvSpPr>
          <p:nvPr/>
        </p:nvSpPr>
        <p:spPr>
          <a:xfrm xmlns:a="http://schemas.openxmlformats.org/drawingml/2006/main">
            <a:off x="7162800" y="1866900"/>
            <a:ext cx="2495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a:solidFill>
                  <a:srgbClr val="111111"/>
                </a:solidFill>
                <a:latin typeface="Microsoft YaHei"/>
                <a:ea typeface="Microsoft YaHei"/>
                <a:cs typeface="Microsoft YaHei"/>
              </a:defRPr>
            </a:defPPr>
          </a:lstStyle>
          <a:p xmlns:a="http://schemas.openxmlformats.org/drawingml/2006/main">
            <a:pPr algn="ctr">
              <a:buNone/>
              <a:defRPr sz="1575" b="0">
                <a:solidFill>
                  <a:srgbClr val="111111"/>
                </a:solidFill>
                <a:latin typeface="Microsoft YaHei"/>
                <a:ea typeface="Microsoft YaHei"/>
                <a:cs typeface="Microsoft YaHei"/>
              </a:defRPr>
            </a:pPr>
            <a:r>
              <a:rPr sz="1575" b="0">
                <a:solidFill>
                  <a:srgbClr val="111111"/>
                </a:solidFill>
                <a:latin typeface="Microsoft YaHei"/>
                <a:ea typeface="Microsoft YaHei"/>
                <a:cs typeface="Microsoft YaHei"/>
              </a:rPr>
              <a:t>站位归属与可用人员</a:t>
            </a:r>
            <a:endParaRPr>
              <a:latin typeface="Microsoft YaHei"/>
              <a:ea typeface="Microsoft YaHei"/>
              <a:cs typeface="Microsoft YaHei"/>
            </a:endParaRPr>
          </a:p>
        </p:txBody>
      </p:sp>
      <p:sp>
        <p:nvSpPr>
          <p:cNvPr id="9" name="left-coupling-connection">
            <a:extLst xmlns:a="http://schemas.openxmlformats.org/drawingml/2006/main">
              <a:ext uri="{FF2B5EF4-FFF2-40B4-BE49-F238E27FC236}">
                <a16:creationId xmlns:a16="http://schemas.microsoft.com/office/drawing/2014/main" id="{9AB5A972-6A32-4AD0-80B4-1850D4C420C4}"/>
              </a:ext>
            </a:extLst>
          </p:cNvPr>
          <p:cNvSpPr>
            <a:spLocks xmlns:a="http://schemas.openxmlformats.org/drawingml/2006/main" noGrp="1"/>
          </p:cNvSpPr>
          <p:nvPr/>
        </p:nvSpPr>
        <p:spPr>
          <a:xfrm xmlns:a="http://schemas.openxmlformats.org/drawingml/2006/main">
            <a:off x="1495425" y="1847850"/>
            <a:ext cx="0" cy="666750"/>
          </a:xfrm>
          <a:prstGeom xmlns:a="http://schemas.openxmlformats.org/drawingml/2006/main" prst="line">
            <a:avLst/>
          </a:prstGeom>
          <a:noFill xmlns:a="http://schemas.openxmlformats.org/drawingml/2006/main"/>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l">
              <a:defRPr sz="1500" b="0">
                <a:solidFill>
                  <a:srgbClr val="111111"/>
                </a:solidFill>
                <a:latin typeface="Microsoft YaHei"/>
                <a:ea typeface="Microsoft YaHei"/>
                <a:cs typeface="Microsoft YaHei"/>
              </a:defRPr>
            </a:defPPr>
          </a:lstStyle>
          <a:p xmlns:a="http://schemas.openxmlformats.org/drawingml/2006/main"/>
        </p:txBody>
      </p:sp>
      <p:sp>
        <p:nvSpPr>
          <p:cNvPr id="10" name="right-coupling-connection">
            <a:extLst xmlns:a="http://schemas.openxmlformats.org/drawingml/2006/main">
              <a:ext uri="{FF2B5EF4-FFF2-40B4-BE49-F238E27FC236}">
                <a16:creationId xmlns:a16="http://schemas.microsoft.com/office/drawing/2014/main" id="{05D4380B-A7D9-4EB7-97D7-B1052E35A2D9}"/>
              </a:ext>
            </a:extLst>
          </p:cNvPr>
          <p:cNvSpPr>
            <a:spLocks xmlns:a="http://schemas.openxmlformats.org/drawingml/2006/main" noGrp="1"/>
          </p:cNvSpPr>
          <p:nvPr/>
        </p:nvSpPr>
        <p:spPr>
          <a:xfrm xmlns:a="http://schemas.openxmlformats.org/drawingml/2006/main">
            <a:off x="10639425" y="1847850"/>
            <a:ext cx="0" cy="666750"/>
          </a:xfrm>
          <a:prstGeom xmlns:a="http://schemas.openxmlformats.org/drawingml/2006/main" prst="line">
            <a:avLst/>
          </a:prstGeom>
          <a:noFill xmlns:a="http://schemas.openxmlformats.org/drawingml/2006/main"/>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l">
              <a:defRPr sz="1500" b="0">
                <a:solidFill>
                  <a:srgbClr val="111111"/>
                </a:solidFill>
                <a:latin typeface="Microsoft YaHei"/>
                <a:ea typeface="Microsoft YaHei"/>
                <a:cs typeface="Microsoft YaHei"/>
              </a:defRPr>
            </a:defPPr>
          </a:lstStyle>
          <a:p xmlns:a="http://schemas.openxmlformats.org/drawingml/2006/main"/>
        </p:txBody>
      </p:sp>
      <p:sp>
        <p:nvSpPr>
          <p:cNvPr id="11" name="worker-operation-link">
            <a:extLst xmlns:a="http://schemas.openxmlformats.org/drawingml/2006/main">
              <a:ext uri="{FF2B5EF4-FFF2-40B4-BE49-F238E27FC236}">
                <a16:creationId xmlns:a16="http://schemas.microsoft.com/office/drawing/2014/main" id="{1FA9DA5A-4ED3-41D6-856B-DCD983ECEDC5}"/>
              </a:ext>
            </a:extLst>
          </p:cNvPr>
          <p:cNvSpPr>
            <a:spLocks xmlns:a="http://schemas.openxmlformats.org/drawingml/2006/main" noGrp="1"/>
          </p:cNvSpPr>
          <p:nvPr/>
        </p:nvSpPr>
        <p:spPr>
          <a:xfrm xmlns:a="http://schemas.openxmlformats.org/drawingml/2006/main">
            <a:off x="1495425" y="2466975"/>
            <a:ext cx="9144000" cy="95250"/>
          </a:xfrm>
          <a:prstGeom xmlns:a="http://schemas.openxmlformats.org/drawingml/2006/main" prst="leftRightArrow">
            <a:avLst/>
          </a:prstGeom>
          <a:solidFill xmlns:a="http://schemas.openxmlformats.org/drawingml/2006/main">
            <a:srgbClr val="111111"/>
          </a:solidFill>
          <a:ln xmlns:a="http://schemas.openxmlformats.org/drawingml/2006/main" w="0">
            <a:noFill/>
          </a:ln>
        </p:spPr>
      </p:sp>
      <p:sp>
        <p:nvSpPr>
          <p:cNvPr id="12" name="worker-operation-label">
            <a:extLst xmlns:a="http://schemas.openxmlformats.org/drawingml/2006/main">
              <a:ext uri="{FF2B5EF4-FFF2-40B4-BE49-F238E27FC236}">
                <a16:creationId xmlns:a16="http://schemas.microsoft.com/office/drawing/2014/main" id="{8927570C-AA88-4BD5-890B-211155546362}"/>
              </a:ext>
            </a:extLst>
          </p:cNvPr>
          <p:cNvSpPr>
            <a:spLocks xmlns:a="http://schemas.openxmlformats.org/drawingml/2006/main" noGrp="1"/>
          </p:cNvSpPr>
          <p:nvPr/>
        </p:nvSpPr>
        <p:spPr>
          <a:xfrm xmlns:a="http://schemas.openxmlformats.org/drawingml/2006/main">
            <a:off x="3076575" y="2171700"/>
            <a:ext cx="6057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0">
                <a:solidFill>
                  <a:srgbClr val="111111"/>
                </a:solidFill>
                <a:latin typeface="Microsoft YaHei"/>
                <a:ea typeface="Microsoft YaHei"/>
                <a:cs typeface="Microsoft YaHei"/>
              </a:defRPr>
            </a:defPPr>
          </a:lstStyle>
          <a:p xmlns:a="http://schemas.openxmlformats.org/drawingml/2006/main">
            <a:pPr algn="ctr">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人数与资格限制选人，效率与占用影响时间</a:t>
            </a:r>
            <a:endParaRPr>
              <a:latin typeface="Microsoft YaHei"/>
              <a:ea typeface="Microsoft YaHei"/>
              <a:cs typeface="Microsoft YaHei"/>
            </a:endParaRPr>
          </a:p>
        </p:txBody>
      </p:sp>
      <p:sp>
        <p:nvSpPr>
          <p:cNvPr id="13" name="coupling-time-effects">
            <a:extLst xmlns:a="http://schemas.openxmlformats.org/drawingml/2006/main">
              <a:ext uri="{FF2B5EF4-FFF2-40B4-BE49-F238E27FC236}">
                <a16:creationId xmlns:a16="http://schemas.microsoft.com/office/drawing/2014/main" id="{2112A7F2-AE0B-499C-9D99-78F259316A9C}"/>
              </a:ext>
            </a:extLst>
          </p:cNvPr>
          <p:cNvSpPr>
            <a:spLocks xmlns:a="http://schemas.openxmlformats.org/drawingml/2006/main" noGrp="1"/>
          </p:cNvSpPr>
          <p:nvPr/>
        </p:nvSpPr>
        <p:spPr>
          <a:xfrm xmlns:a="http://schemas.openxmlformats.org/drawingml/2006/main">
            <a:off x="571500" y="2705100"/>
            <a:ext cx="11001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111111"/>
                </a:solidFill>
                <a:latin typeface="Microsoft YaHei"/>
                <a:ea typeface="Microsoft YaHei"/>
                <a:cs typeface="Microsoft YaHei"/>
              </a:defRPr>
            </a:defPPr>
          </a:lstStyle>
          <a:p xmlns:a="http://schemas.openxmlformats.org/drawingml/2006/main">
            <a:pPr algn="ctr">
              <a:buNone/>
              <a:defRPr sz="1800" b="1">
                <a:solidFill>
                  <a:srgbClr val="111111"/>
                </a:solidFill>
                <a:latin typeface="Microsoft YaHei"/>
                <a:ea typeface="Microsoft YaHei"/>
                <a:cs typeface="Microsoft YaHei"/>
              </a:defRPr>
            </a:pPr>
            <a:r>
              <a:rPr sz="1800" b="1">
                <a:solidFill>
                  <a:srgbClr val="111111"/>
                </a:solidFill>
                <a:latin typeface="Microsoft YaHei"/>
                <a:ea typeface="Microsoft YaHei"/>
                <a:cs typeface="Microsoft YaHei"/>
              </a:rPr>
              <a:t>三项选择共同影响工序起止时间与人员占用</a:t>
            </a:r>
            <a:endParaRPr>
              <a:latin typeface="Microsoft YaHei"/>
              <a:ea typeface="Microsoft YaHei"/>
              <a:cs typeface="Microsoft YaHei"/>
            </a:endParaRPr>
          </a:p>
        </p:txBody>
      </p:sp>
      <p:sp>
        <p:nvSpPr>
          <p:cNvPr id="14" name="coupling-cross-station-effects">
            <a:extLst xmlns:a="http://schemas.openxmlformats.org/drawingml/2006/main">
              <a:ext uri="{FF2B5EF4-FFF2-40B4-BE49-F238E27FC236}">
                <a16:creationId xmlns:a16="http://schemas.microsoft.com/office/drawing/2014/main" id="{7D37B630-2EC2-40DB-BAB3-A5AE8B6F17CC}"/>
              </a:ext>
            </a:extLst>
          </p:cNvPr>
          <p:cNvSpPr>
            <a:spLocks xmlns:a="http://schemas.openxmlformats.org/drawingml/2006/main" noGrp="1"/>
          </p:cNvSpPr>
          <p:nvPr/>
        </p:nvSpPr>
        <p:spPr>
          <a:xfrm xmlns:a="http://schemas.openxmlformats.org/drawingml/2006/main">
            <a:off x="571500" y="3086100"/>
            <a:ext cx="11001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0">
                <a:solidFill>
                  <a:srgbClr val="111111"/>
                </a:solidFill>
                <a:latin typeface="Microsoft YaHei"/>
                <a:ea typeface="Microsoft YaHei"/>
                <a:cs typeface="Microsoft YaHei"/>
              </a:defRPr>
            </a:defPPr>
          </a:lstStyle>
          <a:p xmlns:a="http://schemas.openxmlformats.org/drawingml/2006/main">
            <a:pPr algn="ctr">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局部变化可能沿前序和占用传递，并通过共同转站影响其他站位及下一周期</a:t>
            </a:r>
            <a:endParaRPr>
              <a:latin typeface="Microsoft YaHei"/>
              <a:ea typeface="Microsoft YaHei"/>
              <a:cs typeface="Microsoft YaHei"/>
            </a:endParaRPr>
          </a:p>
        </p:txBody>
      </p:sp>
      <p:sp>
        <p:nvSpPr>
          <p:cNvPr id="15" name="key-research-questions-heading">
            <a:extLst xmlns:a="http://schemas.openxmlformats.org/drawingml/2006/main">
              <a:ext uri="{FF2B5EF4-FFF2-40B4-BE49-F238E27FC236}">
                <a16:creationId xmlns:a16="http://schemas.microsoft.com/office/drawing/2014/main" id="{31256CF5-AC74-4015-8046-4698C4402FA2}"/>
              </a:ext>
            </a:extLst>
          </p:cNvPr>
          <p:cNvSpPr>
            <a:spLocks xmlns:a="http://schemas.openxmlformats.org/drawingml/2006/main" noGrp="1"/>
          </p:cNvSpPr>
          <p:nvPr/>
        </p:nvSpPr>
        <p:spPr>
          <a:xfrm xmlns:a="http://schemas.openxmlformats.org/drawingml/2006/main">
            <a:off x="571500" y="3609975"/>
            <a:ext cx="1095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4674CD"/>
                </a:solidFill>
                <a:latin typeface="Microsoft YaHei"/>
                <a:ea typeface="Microsoft YaHei"/>
                <a:cs typeface="Microsoft YaHei"/>
              </a:defRPr>
            </a:defPPr>
          </a:lstStyle>
          <a:p xmlns:a="http://schemas.openxmlformats.org/drawingml/2006/main">
            <a:pPr algn="l">
              <a:buNone/>
              <a:defRPr sz="2400" b="1">
                <a:solidFill>
                  <a:srgbClr val="4674CD"/>
                </a:solidFill>
                <a:latin typeface="Microsoft YaHei"/>
                <a:ea typeface="Microsoft YaHei"/>
                <a:cs typeface="Microsoft YaHei"/>
              </a:defRPr>
            </a:pPr>
            <a:r>
              <a:rPr sz="2400" b="1">
                <a:solidFill>
                  <a:srgbClr val="4674CD"/>
                </a:solidFill>
                <a:latin typeface="Microsoft YaHei"/>
                <a:ea typeface="Microsoft YaHei"/>
                <a:cs typeface="Microsoft YaHei"/>
              </a:rPr>
              <a:t>关键研究问题</a:t>
            </a:r>
            <a:endParaRPr>
              <a:latin typeface="Microsoft YaHei"/>
              <a:ea typeface="Microsoft YaHei"/>
              <a:cs typeface="Microsoft YaHei"/>
            </a:endParaRPr>
          </a:p>
        </p:txBody>
      </p:sp>
      <p:sp>
        <p:nvSpPr>
          <p:cNvPr id="16" name="research-question-index-0">
            <a:extLst xmlns:a="http://schemas.openxmlformats.org/drawingml/2006/main">
              <a:ext uri="{FF2B5EF4-FFF2-40B4-BE49-F238E27FC236}">
                <a16:creationId xmlns:a16="http://schemas.microsoft.com/office/drawing/2014/main" id="{7AE58E5A-21E5-4EFB-B494-D4365B6EDF7E}"/>
              </a:ext>
            </a:extLst>
          </p:cNvPr>
          <p:cNvSpPr>
            <a:spLocks xmlns:a="http://schemas.openxmlformats.org/drawingml/2006/main" noGrp="1"/>
          </p:cNvSpPr>
          <p:nvPr/>
        </p:nvSpPr>
        <p:spPr>
          <a:xfrm xmlns:a="http://schemas.openxmlformats.org/drawingml/2006/main">
            <a:off x="581025" y="4143375"/>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4674CD"/>
                </a:solidFill>
                <a:latin typeface="Microsoft YaHei"/>
                <a:ea typeface="Microsoft YaHei"/>
                <a:cs typeface="Microsoft YaHei"/>
              </a:defRPr>
            </a:defPPr>
          </a:lstStyle>
          <a:p xmlns:a="http://schemas.openxmlformats.org/drawingml/2006/main">
            <a:pPr algn="l">
              <a:buNone/>
              <a:defRPr sz="2475" b="1">
                <a:solidFill>
                  <a:srgbClr val="4674CD"/>
                </a:solidFill>
                <a:latin typeface="Microsoft YaHei"/>
                <a:ea typeface="Microsoft YaHei"/>
                <a:cs typeface="Microsoft YaHei"/>
              </a:defRPr>
            </a:pPr>
            <a:r>
              <a:rPr sz="2475" b="1">
                <a:solidFill>
                  <a:srgbClr val="4674CD"/>
                </a:solidFill>
                <a:latin typeface="Times New Roman"/>
                <a:ea typeface="Times New Roman"/>
                <a:cs typeface="Times New Roman"/>
              </a:rPr>
              <a:t>1</a:t>
            </a:r>
            <a:endParaRPr>
              <a:latin typeface="Microsoft YaHei"/>
              <a:ea typeface="Microsoft YaHei"/>
              <a:cs typeface="Microsoft YaHei"/>
            </a:endParaRPr>
          </a:p>
        </p:txBody>
      </p:sp>
      <p:sp>
        <p:nvSpPr>
          <p:cNvPr id="17" name="research-question-text-0">
            <a:extLst xmlns:a="http://schemas.openxmlformats.org/drawingml/2006/main">
              <a:ext uri="{FF2B5EF4-FFF2-40B4-BE49-F238E27FC236}">
                <a16:creationId xmlns:a16="http://schemas.microsoft.com/office/drawing/2014/main" id="{B0AB5AF4-B387-40B6-8562-96373E527F53}"/>
              </a:ext>
            </a:extLst>
          </p:cNvPr>
          <p:cNvSpPr>
            <a:spLocks xmlns:a="http://schemas.openxmlformats.org/drawingml/2006/main" noGrp="1"/>
          </p:cNvSpPr>
          <p:nvPr/>
        </p:nvSpPr>
        <p:spPr>
          <a:xfrm xmlns:a="http://schemas.openxmlformats.org/drawingml/2006/main">
            <a:off x="1047750" y="41243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Autofit/>
          </a:bodyPr>
          <a:lstStyle xmlns:a="http://schemas.openxmlformats.org/drawingml/2006/main">
            <a:defPPr algn="l">
              <a:defRPr sz="2025" b="0">
                <a:solidFill>
                  <a:srgbClr val="111111"/>
                </a:solidFill>
                <a:latin typeface="Microsoft YaHei"/>
                <a:ea typeface="Microsoft YaHei"/>
                <a:cs typeface="Microsoft YaHei"/>
              </a:defRPr>
            </a:defPPr>
          </a:lstStyle>
          <a:p xmlns:a="http://schemas.openxmlformats.org/drawingml/2006/main">
            <a:pPr algn="l">
              <a:buNone/>
              <a:defRPr sz="2025" b="0">
                <a:solidFill>
                  <a:srgbClr val="111111"/>
                </a:solidFill>
                <a:latin typeface="Microsoft YaHei"/>
                <a:ea typeface="Microsoft YaHei"/>
                <a:cs typeface="Microsoft YaHei"/>
              </a:defRPr>
            </a:pPr>
            <a:r>
              <a:rPr sz="2025" b="0">
                <a:solidFill>
                  <a:srgbClr val="111111"/>
                </a:solidFill>
                <a:latin typeface="Microsoft YaHei"/>
                <a:ea typeface="Microsoft YaHei"/>
                <a:cs typeface="Microsoft YaHei"/>
              </a:rPr>
              <a:t>工序、站位与人员选择相互制约，如何生成满足约束的高效联合排程？</a:t>
            </a:r>
            <a:endParaRPr>
              <a:latin typeface="Microsoft YaHei"/>
              <a:ea typeface="Microsoft YaHei"/>
              <a:cs typeface="Microsoft YaHei"/>
            </a:endParaRPr>
          </a:p>
        </p:txBody>
      </p:sp>
      <p:sp>
        <p:nvSpPr>
          <p:cNvPr id="18" name="research-question-explanation-0">
            <a:extLst xmlns:a="http://schemas.openxmlformats.org/drawingml/2006/main">
              <a:ext uri="{FF2B5EF4-FFF2-40B4-BE49-F238E27FC236}">
                <a16:creationId xmlns:a16="http://schemas.microsoft.com/office/drawing/2014/main" id="{2EB38D5E-C10E-4D67-88AF-7354CA3BB71D}"/>
              </a:ext>
            </a:extLst>
          </p:cNvPr>
          <p:cNvSpPr>
            <a:spLocks xmlns:a="http://schemas.openxmlformats.org/drawingml/2006/main" noGrp="1"/>
          </p:cNvSpPr>
          <p:nvPr/>
        </p:nvSpPr>
        <p:spPr>
          <a:xfrm xmlns:a="http://schemas.openxmlformats.org/drawingml/2006/main">
            <a:off x="1047750" y="452437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333333"/>
                </a:solidFill>
                <a:latin typeface="Microsoft YaHei"/>
                <a:ea typeface="Microsoft YaHei"/>
                <a:cs typeface="Microsoft YaHei"/>
              </a:defRPr>
            </a:defPPr>
          </a:lstStyle>
          <a:p xmlns:a="http://schemas.openxmlformats.org/drawingml/2006/main">
            <a:pPr algn="l">
              <a:buNone/>
              <a:defRPr sz="1500" b="0">
                <a:solidFill>
                  <a:srgbClr val="333333"/>
                </a:solidFill>
                <a:latin typeface="Microsoft YaHei"/>
                <a:ea typeface="Microsoft YaHei"/>
                <a:cs typeface="Microsoft YaHei"/>
              </a:defRPr>
            </a:pPr>
            <a:r>
              <a:rPr sz="1500" b="0">
                <a:solidFill>
                  <a:srgbClr val="333333"/>
                </a:solidFill>
                <a:latin typeface="Microsoft YaHei"/>
                <a:ea typeface="Microsoft YaHei"/>
                <a:cs typeface="Microsoft YaHei"/>
              </a:rPr>
              <a:t>共同考虑工艺前序、人员资格及资源占用。</a:t>
            </a:r>
            <a:endParaRPr>
              <a:latin typeface="Microsoft YaHei"/>
              <a:ea typeface="Microsoft YaHei"/>
              <a:cs typeface="Microsoft YaHei"/>
            </a:endParaRPr>
          </a:p>
        </p:txBody>
      </p:sp>
      <p:sp>
        <p:nvSpPr>
          <p:cNvPr id="19" name="research-question-index-1">
            <a:extLst xmlns:a="http://schemas.openxmlformats.org/drawingml/2006/main">
              <a:ext uri="{FF2B5EF4-FFF2-40B4-BE49-F238E27FC236}">
                <a16:creationId xmlns:a16="http://schemas.microsoft.com/office/drawing/2014/main" id="{05B9B6AD-B3A6-442D-AA2F-F32F99311D4B}"/>
              </a:ext>
            </a:extLst>
          </p:cNvPr>
          <p:cNvSpPr>
            <a:spLocks xmlns:a="http://schemas.openxmlformats.org/drawingml/2006/main" noGrp="1"/>
          </p:cNvSpPr>
          <p:nvPr/>
        </p:nvSpPr>
        <p:spPr>
          <a:xfrm xmlns:a="http://schemas.openxmlformats.org/drawingml/2006/main">
            <a:off x="581025" y="4895850"/>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4674CD"/>
                </a:solidFill>
                <a:latin typeface="Microsoft YaHei"/>
                <a:ea typeface="Microsoft YaHei"/>
                <a:cs typeface="Microsoft YaHei"/>
              </a:defRPr>
            </a:defPPr>
          </a:lstStyle>
          <a:p xmlns:a="http://schemas.openxmlformats.org/drawingml/2006/main">
            <a:pPr algn="l">
              <a:buNone/>
              <a:defRPr sz="2475" b="1">
                <a:solidFill>
                  <a:srgbClr val="4674CD"/>
                </a:solidFill>
                <a:latin typeface="Microsoft YaHei"/>
                <a:ea typeface="Microsoft YaHei"/>
                <a:cs typeface="Microsoft YaHei"/>
              </a:defRPr>
            </a:pPr>
            <a:r>
              <a:rPr sz="2475" b="1">
                <a:solidFill>
                  <a:srgbClr val="4674CD"/>
                </a:solidFill>
                <a:latin typeface="Times New Roman"/>
                <a:ea typeface="Times New Roman"/>
                <a:cs typeface="Times New Roman"/>
              </a:rPr>
              <a:t>2</a:t>
            </a:r>
            <a:endParaRPr>
              <a:latin typeface="Microsoft YaHei"/>
              <a:ea typeface="Microsoft YaHei"/>
              <a:cs typeface="Microsoft YaHei"/>
            </a:endParaRPr>
          </a:p>
        </p:txBody>
      </p:sp>
      <p:sp>
        <p:nvSpPr>
          <p:cNvPr id="20" name="research-question-text-1">
            <a:extLst xmlns:a="http://schemas.openxmlformats.org/drawingml/2006/main">
              <a:ext uri="{FF2B5EF4-FFF2-40B4-BE49-F238E27FC236}">
                <a16:creationId xmlns:a16="http://schemas.microsoft.com/office/drawing/2014/main" id="{EA33B75B-5078-4ED2-865F-EB5769ACB26A}"/>
              </a:ext>
            </a:extLst>
          </p:cNvPr>
          <p:cNvSpPr>
            <a:spLocks xmlns:a="http://schemas.openxmlformats.org/drawingml/2006/main" noGrp="1"/>
          </p:cNvSpPr>
          <p:nvPr/>
        </p:nvSpPr>
        <p:spPr>
          <a:xfrm xmlns:a="http://schemas.openxmlformats.org/drawingml/2006/main">
            <a:off x="1047750" y="48768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Autofit/>
          </a:bodyPr>
          <a:lstStyle xmlns:a="http://schemas.openxmlformats.org/drawingml/2006/main">
            <a:defPPr algn="l">
              <a:defRPr sz="2025" b="0">
                <a:solidFill>
                  <a:srgbClr val="111111"/>
                </a:solidFill>
                <a:latin typeface="Microsoft YaHei"/>
                <a:ea typeface="Microsoft YaHei"/>
                <a:cs typeface="Microsoft YaHei"/>
              </a:defRPr>
            </a:defPPr>
          </a:lstStyle>
          <a:p xmlns:a="http://schemas.openxmlformats.org/drawingml/2006/main">
            <a:pPr algn="l">
              <a:buNone/>
              <a:defRPr sz="2025" b="0">
                <a:solidFill>
                  <a:srgbClr val="111111"/>
                </a:solidFill>
                <a:latin typeface="Microsoft YaHei"/>
                <a:ea typeface="Microsoft YaHei"/>
                <a:cs typeface="Microsoft YaHei"/>
              </a:defRPr>
            </a:pPr>
            <a:r>
              <a:rPr sz="2025" b="0">
                <a:solidFill>
                  <a:srgbClr val="111111"/>
                </a:solidFill>
                <a:latin typeface="Microsoft YaHei"/>
                <a:ea typeface="Microsoft YaHei"/>
                <a:cs typeface="Microsoft YaHei"/>
              </a:rPr>
              <a:t>工序延迟开工后，如何调整受影响的安排，兼顾完工时间与计划稳定性？</a:t>
            </a:r>
            <a:endParaRPr>
              <a:latin typeface="Microsoft YaHei"/>
              <a:ea typeface="Microsoft YaHei"/>
              <a:cs typeface="Microsoft YaHei"/>
            </a:endParaRPr>
          </a:p>
        </p:txBody>
      </p:sp>
      <p:sp>
        <p:nvSpPr>
          <p:cNvPr id="21" name="research-question-explanation-1">
            <a:extLst xmlns:a="http://schemas.openxmlformats.org/drawingml/2006/main">
              <a:ext uri="{FF2B5EF4-FFF2-40B4-BE49-F238E27FC236}">
                <a16:creationId xmlns:a16="http://schemas.microsoft.com/office/drawing/2014/main" id="{D97C00FA-C8A3-4A22-9813-5D0834044A22}"/>
              </a:ext>
            </a:extLst>
          </p:cNvPr>
          <p:cNvSpPr>
            <a:spLocks xmlns:a="http://schemas.openxmlformats.org/drawingml/2006/main" noGrp="1"/>
          </p:cNvSpPr>
          <p:nvPr/>
        </p:nvSpPr>
        <p:spPr>
          <a:xfrm xmlns:a="http://schemas.openxmlformats.org/drawingml/2006/main">
            <a:off x="1047750" y="5276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333333"/>
                </a:solidFill>
                <a:latin typeface="Microsoft YaHei"/>
                <a:ea typeface="Microsoft YaHei"/>
                <a:cs typeface="Microsoft YaHei"/>
              </a:defRPr>
            </a:defPPr>
          </a:lstStyle>
          <a:p xmlns:a="http://schemas.openxmlformats.org/drawingml/2006/main">
            <a:pPr algn="l">
              <a:buNone/>
              <a:defRPr sz="1500" b="0">
                <a:solidFill>
                  <a:srgbClr val="333333"/>
                </a:solidFill>
                <a:latin typeface="Microsoft YaHei"/>
                <a:ea typeface="Microsoft YaHei"/>
                <a:cs typeface="Microsoft YaHei"/>
              </a:defRPr>
            </a:pPr>
            <a:r>
              <a:rPr sz="1500" b="0">
                <a:solidFill>
                  <a:srgbClr val="333333"/>
                </a:solidFill>
                <a:latin typeface="Microsoft YaHei"/>
                <a:ea typeface="Microsoft YaHei"/>
                <a:cs typeface="Microsoft YaHei"/>
              </a:rPr>
              <a:t>恢复执行进度，同时控制对原计划的改动。</a:t>
            </a:r>
            <a:endParaRPr>
              <a:latin typeface="Microsoft YaHei"/>
              <a:ea typeface="Microsoft YaHei"/>
              <a:cs typeface="Microsoft YaHei"/>
            </a:endParaRPr>
          </a:p>
        </p:txBody>
      </p:sp>
      <p:sp>
        <p:nvSpPr>
          <p:cNvPr id="22" name="research-question-index-2">
            <a:extLst xmlns:a="http://schemas.openxmlformats.org/drawingml/2006/main">
              <a:ext uri="{FF2B5EF4-FFF2-40B4-BE49-F238E27FC236}">
                <a16:creationId xmlns:a16="http://schemas.microsoft.com/office/drawing/2014/main" id="{5E4E8394-FBE3-4D49-BCC4-2DCC90AEC51C}"/>
              </a:ext>
            </a:extLst>
          </p:cNvPr>
          <p:cNvSpPr>
            <a:spLocks xmlns:a="http://schemas.openxmlformats.org/drawingml/2006/main" noGrp="1"/>
          </p:cNvSpPr>
          <p:nvPr/>
        </p:nvSpPr>
        <p:spPr>
          <a:xfrm xmlns:a="http://schemas.openxmlformats.org/drawingml/2006/main">
            <a:off x="581025" y="5686425"/>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4674CD"/>
                </a:solidFill>
                <a:latin typeface="Microsoft YaHei"/>
                <a:ea typeface="Microsoft YaHei"/>
                <a:cs typeface="Microsoft YaHei"/>
              </a:defRPr>
            </a:defPPr>
          </a:lstStyle>
          <a:p xmlns:a="http://schemas.openxmlformats.org/drawingml/2006/main">
            <a:pPr algn="l">
              <a:buNone/>
              <a:defRPr sz="2475" b="1">
                <a:solidFill>
                  <a:srgbClr val="4674CD"/>
                </a:solidFill>
                <a:latin typeface="Microsoft YaHei"/>
                <a:ea typeface="Microsoft YaHei"/>
                <a:cs typeface="Microsoft YaHei"/>
              </a:defRPr>
            </a:pPr>
            <a:r>
              <a:rPr sz="2475" b="1">
                <a:solidFill>
                  <a:srgbClr val="4674CD"/>
                </a:solidFill>
                <a:latin typeface="Times New Roman"/>
                <a:ea typeface="Times New Roman"/>
                <a:cs typeface="Times New Roman"/>
              </a:rPr>
              <a:t>3</a:t>
            </a:r>
            <a:endParaRPr>
              <a:latin typeface="Microsoft YaHei"/>
              <a:ea typeface="Microsoft YaHei"/>
              <a:cs typeface="Microsoft YaHei"/>
            </a:endParaRPr>
          </a:p>
        </p:txBody>
      </p:sp>
      <p:sp>
        <p:nvSpPr>
          <p:cNvPr id="23" name="research-question-text-2">
            <a:extLst xmlns:a="http://schemas.openxmlformats.org/drawingml/2006/main">
              <a:ext uri="{FF2B5EF4-FFF2-40B4-BE49-F238E27FC236}">
                <a16:creationId xmlns:a16="http://schemas.microsoft.com/office/drawing/2014/main" id="{B65CC44D-3334-4F8B-BAA3-8E3CB236F183}"/>
              </a:ext>
            </a:extLst>
          </p:cNvPr>
          <p:cNvSpPr>
            <a:spLocks xmlns:a="http://schemas.openxmlformats.org/drawingml/2006/main" noGrp="1"/>
          </p:cNvSpPr>
          <p:nvPr/>
        </p:nvSpPr>
        <p:spPr>
          <a:xfrm xmlns:a="http://schemas.openxmlformats.org/drawingml/2006/main">
            <a:off x="1047750" y="566737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Autofit/>
          </a:bodyPr>
          <a:lstStyle xmlns:a="http://schemas.openxmlformats.org/drawingml/2006/main">
            <a:defPPr algn="l">
              <a:defRPr sz="2025" b="0">
                <a:solidFill>
                  <a:srgbClr val="111111"/>
                </a:solidFill>
                <a:latin typeface="Microsoft YaHei"/>
                <a:ea typeface="Microsoft YaHei"/>
                <a:cs typeface="Microsoft YaHei"/>
              </a:defRPr>
            </a:defPPr>
          </a:lstStyle>
          <a:p xmlns:a="http://schemas.openxmlformats.org/drawingml/2006/main">
            <a:pPr algn="l">
              <a:buNone/>
              <a:defRPr sz="2025" b="0">
                <a:solidFill>
                  <a:srgbClr val="111111"/>
                </a:solidFill>
                <a:latin typeface="Microsoft YaHei"/>
                <a:ea typeface="Microsoft YaHei"/>
                <a:cs typeface="Microsoft YaHei"/>
              </a:defRPr>
            </a:pPr>
            <a:r>
              <a:rPr sz="2025" b="0">
                <a:solidFill>
                  <a:srgbClr val="111111"/>
                </a:solidFill>
                <a:latin typeface="Microsoft YaHei"/>
                <a:ea typeface="Microsoft YaHei"/>
                <a:cs typeface="Microsoft YaHei"/>
              </a:rPr>
              <a:t>局部安排与扰动可能影响其他站位，如何协调多架次飞机的共同转站及下一周期任务？</a:t>
            </a:r>
            <a:endParaRPr>
              <a:latin typeface="Microsoft YaHei"/>
              <a:ea typeface="Microsoft YaHei"/>
              <a:cs typeface="Microsoft YaHei"/>
            </a:endParaRPr>
          </a:p>
        </p:txBody>
      </p:sp>
      <p:sp>
        <p:nvSpPr>
          <p:cNvPr id="24" name="research-question-explanation-2">
            <a:extLst xmlns:a="http://schemas.openxmlformats.org/drawingml/2006/main">
              <a:ext uri="{FF2B5EF4-FFF2-40B4-BE49-F238E27FC236}">
                <a16:creationId xmlns:a16="http://schemas.microsoft.com/office/drawing/2014/main" id="{6D6798E4-AC9E-4464-A39D-28F22A7B0AD4}"/>
              </a:ext>
            </a:extLst>
          </p:cNvPr>
          <p:cNvSpPr>
            <a:spLocks xmlns:a="http://schemas.openxmlformats.org/drawingml/2006/main" noGrp="1"/>
          </p:cNvSpPr>
          <p:nvPr/>
        </p:nvSpPr>
        <p:spPr>
          <a:xfrm xmlns:a="http://schemas.openxmlformats.org/drawingml/2006/main">
            <a:off x="1047750" y="637222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333333"/>
                </a:solidFill>
                <a:latin typeface="Microsoft YaHei"/>
                <a:ea typeface="Microsoft YaHei"/>
                <a:cs typeface="Microsoft YaHei"/>
              </a:defRPr>
            </a:defPPr>
          </a:lstStyle>
          <a:p xmlns:a="http://schemas.openxmlformats.org/drawingml/2006/main">
            <a:pPr algn="l">
              <a:buNone/>
              <a:defRPr sz="1500" b="0">
                <a:solidFill>
                  <a:srgbClr val="333333"/>
                </a:solidFill>
                <a:latin typeface="Microsoft YaHei"/>
                <a:ea typeface="Microsoft YaHei"/>
                <a:cs typeface="Microsoft YaHei"/>
              </a:defRPr>
            </a:pPr>
            <a:r>
              <a:rPr sz="1500" b="0">
                <a:solidFill>
                  <a:srgbClr val="333333"/>
                </a:solidFill>
                <a:latin typeface="Microsoft YaHei"/>
                <a:ea typeface="Microsoft YaHei"/>
                <a:cs typeface="Microsoft YaHei"/>
              </a:rPr>
              <a:t>关注跨站位影响，以及当前安排对后续执行的影响。</a:t>
            </a:r>
            <a:endParaRPr>
              <a:latin typeface="Microsoft YaHei"/>
              <a:ea typeface="Microsoft YaHei"/>
              <a:cs typeface="Microsoft YaHei"/>
            </a:endParaRPr>
          </a:p>
        </p:txBody>
      </p:sp>
      <p:sp>
        <p:nvSpPr>
          <p:cNvPr id="25"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26" name="同济校标">
            <a:extLst xmlns:a="http://schemas.openxmlformats.org/drawingml/2006/main">
              <a:ext uri="{FF2B5EF4-FFF2-40B4-BE49-F238E27FC236}">
                <a16:creationId xmlns:a16="http://schemas.microsoft.com/office/drawing/2014/main" id="{0250AC7F-8E15-46BD-ADFC-38DF0FDF32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90664dffbc641d4"/>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27"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buNone/>
            </a:pP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1 </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研究背景</a:t>
            </a:r>
            <a:endParaRPr>
              <a:latin typeface="Microsoft YaHei"/>
              <a:ea typeface="Microsoft YaHei"/>
              <a:cs typeface="Microsoft YaHei"/>
            </a:endParaRPr>
          </a:p>
        </p:txBody>
      </p:sp>
      <p:sp>
        <p:nvSpPr>
          <p:cNvPr id="28"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00000"/>
                </a:solidFill>
                <a:latin typeface="Microsoft YaHei"/>
                <a:ea typeface="Microsoft YaHei"/>
                <a:cs typeface="Microsoft YaHei"/>
              </a:defRPr>
            </a:defPPr>
          </a:lstStyle>
          <a:p xmlns:a="http://schemas.openxmlformats.org/drawingml/2006/main">
            <a:pPr algn="l">
              <a:buNone/>
              <a:defRPr sz="2850" b="1">
                <a:solidFill>
                  <a:srgbClr val="000000"/>
                </a:solidFill>
                <a:latin typeface="Microsoft YaHei"/>
                <a:ea typeface="Microsoft YaHei"/>
                <a:cs typeface="Microsoft YaHei"/>
              </a:defRPr>
            </a:pPr>
            <a:r>
              <a:rPr sz="2400" b="1">
                <a:solidFill>
                  <a:srgbClr val="315CA9"/>
                </a:solidFill>
                <a:latin typeface="Microsoft YaHei"/>
                <a:ea typeface="Microsoft YaHei"/>
                <a:cs typeface="Microsoft YaHei"/>
              </a:rPr>
              <a:t>联合调度与关键研究问题</a:t>
            </a:r>
            <a:endParaRPr>
              <a:latin typeface="Microsoft YaHei"/>
              <a:ea typeface="Microsoft YaHei"/>
              <a:cs typeface="Microsoft YaHei"/>
            </a:endParaRPr>
          </a:p>
        </p:txBody>
      </p:sp>
      <p:sp>
        <p:nvSpPr>
          <p:cNvPr id="29"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04</a:t>
            </a:r>
            <a:endParaRPr>
              <a:latin typeface="Microsoft YaHei"/>
              <a:ea typeface="Microsoft YaHei"/>
              <a:cs typeface="Microsoft YaHei"/>
            </a:endParaRPr>
          </a:p>
        </p:txBody>
      </p:sp>
    </p:spTree>
    <p:extLst>
      <p:ext uri="{BB962C8B-B14F-4D97-AF65-F5344CB8AC3E}">
        <p14:creationId xmlns:p14="http://schemas.microsoft.com/office/powerpoint/2010/main" val="18705004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7" name="同济校标">
            <a:extLst xmlns:a="http://schemas.openxmlformats.org/drawingml/2006/main">
              <a:ext uri="{FF2B5EF4-FFF2-40B4-BE49-F238E27FC236}">
                <a16:creationId xmlns:a16="http://schemas.microsoft.com/office/drawing/2014/main" id="{1F75CB2B-6580-40C8-AA5C-045602E49E7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4cd689fedec442e"/>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8"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Microsoft YaHei"/>
                <a:ea typeface="Microsoft YaHei"/>
                <a:cs typeface="Microsoft YaHei"/>
              </a:rPr>
              <a:t>文献综述</a:t>
            </a:r>
            <a:endParaRPr>
              <a:latin typeface="Microsoft YaHei"/>
              <a:ea typeface="Microsoft YaHei"/>
              <a:cs typeface="Microsoft YaHei"/>
            </a:endParaRPr>
          </a:p>
        </p:txBody>
      </p:sp>
      <p:sp>
        <p:nvSpPr>
          <p:cNvPr id="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Microsoft YaHei"/>
                <a:ea typeface="Microsoft YaHei"/>
                <a:cs typeface="Microsoft YaHei"/>
              </a:defRPr>
            </a:defPPr>
          </a:lstStyle>
          <a:p xmlns:a="http://schemas.openxmlformats.org/drawingml/2006/main">
            <a:pPr algn="l">
              <a:lnSpc>
                <a:spcPct val="100000"/>
              </a:lnSpc>
              <a:spcBef>
                <a:spcPts val="0"/>
              </a:spcBef>
              <a:spcAft>
                <a:spcPts val="0"/>
              </a:spcAft>
              <a:buNone/>
              <a:defRPr sz="2400" b="1">
                <a:solidFill>
                  <a:srgbClr val="315CA9"/>
                </a:solidFill>
                <a:latin typeface="Microsoft YaHei"/>
                <a:ea typeface="Microsoft YaHei"/>
                <a:cs typeface="Microsoft YaHei"/>
              </a:defRPr>
            </a:pPr>
            <a:r>
              <a:rPr sz="2400" b="1">
                <a:solidFill>
                  <a:srgbClr val="315CA9"/>
                </a:solidFill>
                <a:latin typeface="Microsoft YaHei"/>
                <a:ea typeface="Microsoft YaHei"/>
                <a:cs typeface="Microsoft YaHei"/>
              </a:rPr>
              <a:t>飞机脉动装配线调度</a:t>
            </a:r>
            <a:endParaRPr>
              <a:latin typeface="Microsoft YaHei"/>
              <a:ea typeface="Microsoft YaHei"/>
              <a:cs typeface="Microsoft YaHei"/>
            </a:endParaRPr>
          </a:p>
        </p:txBody>
      </p:sp>
      <p:sp>
        <p:nvSpPr>
          <p:cNvPr id="1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05</a:t>
            </a:r>
            <a:endParaRPr>
              <a:latin typeface="Microsoft YaHei"/>
              <a:ea typeface="Microsoft YaHei"/>
              <a:cs typeface="Microsoft YaHei"/>
            </a:endParaRPr>
          </a:p>
        </p:txBody>
      </p:sp>
      <p:sp>
        <p:nvSpPr>
          <p:cNvPr id="11" name="overview">
            <a:extLst xmlns:a="http://schemas.openxmlformats.org/drawingml/2006/main">
              <a:ext uri="{FF2B5EF4-FFF2-40B4-BE49-F238E27FC236}">
                <a16:creationId xmlns:a16="http://schemas.microsoft.com/office/drawing/2014/main" id="{A93D4471-10AE-4EF1-8A24-D0423D8DB758}"/>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6E747A"/>
                </a:solidFill>
              </a:defRPr>
            </a:defPPr>
          </a:lstStyle>
          <a:p xmlns:a="http://schemas.openxmlformats.org/drawingml/2006/main">
            <a:pPr algn="l">
              <a:lnSpc>
                <a:spcPct val="108000"/>
              </a:lnSpc>
              <a:spcBef>
                <a:spcPts val="0"/>
              </a:spcBef>
              <a:spcAft>
                <a:spcPts val="0"/>
              </a:spcAft>
              <a:buNone/>
              <a:defRPr sz="1613" b="0">
                <a:solidFill>
                  <a:srgbClr val="6E747A"/>
                </a:solidFill>
              </a:defRPr>
            </a:pPr>
            <a:r>
              <a:rPr sz="1613" b="0">
                <a:solidFill>
                  <a:srgbClr val="6E747A"/>
                </a:solidFill>
                <a:latin typeface="Microsoft YaHei"/>
                <a:ea typeface="Microsoft YaHei"/>
                <a:cs typeface="Microsoft YaHei"/>
              </a:rPr>
              <a:t>已有研究对工序分站、人员安排、扰动调整及周期生产的处理。</a:t>
            </a:r>
            <a:endParaRPr>
              <a:latin typeface="Microsoft YaHei"/>
              <a:ea typeface="Microsoft YaHei"/>
              <a:cs typeface="Microsoft YaHei"/>
            </a:endParaRPr>
          </a:p>
        </p:txBody>
      </p:sp>
      <p:sp>
        <p:nvSpPr>
          <p:cNvPr id="12" name="production-root">
            <a:extLst xmlns:a="http://schemas.openxmlformats.org/drawingml/2006/main">
              <a:ext uri="{FF2B5EF4-FFF2-40B4-BE49-F238E27FC236}">
                <a16:creationId xmlns:a16="http://schemas.microsoft.com/office/drawing/2014/main" id="{B96803A0-975B-4BF2-A6F8-295DDDC83913}"/>
              </a:ext>
            </a:extLst>
          </p:cNvPr>
          <p:cNvSpPr>
            <a:spLocks xmlns:a="http://schemas.openxmlformats.org/drawingml/2006/main" noGrp="1"/>
          </p:cNvSpPr>
          <p:nvPr/>
        </p:nvSpPr>
        <p:spPr>
          <a:xfrm xmlns:a="http://schemas.openxmlformats.org/drawingml/2006/main">
            <a:off x="476250" y="3619500"/>
            <a:ext cx="609600" cy="685800"/>
          </a:xfrm>
          <a:prstGeom xmlns:a="http://schemas.openxmlformats.org/drawingml/2006/main" prst="rect">
            <a:avLst/>
          </a:prstGeom>
          <a:solidFill xmlns:a="http://schemas.openxmlformats.org/drawingml/2006/main">
            <a:srgbClr val="FFFFFF"/>
          </a:solidFill>
          <a:ln xmlns:a="http://schemas.openxmlformats.org/drawingml/2006/main" w="1714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800" b="1">
                <a:solidFill>
                  <a:srgbClr val="17375E"/>
                </a:solidFill>
              </a:defRPr>
            </a:defPPr>
          </a:lstStyle>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Microsoft YaHei"/>
                <a:ea typeface="Microsoft YaHei"/>
                <a:cs typeface="Microsoft YaHei"/>
              </a:rPr>
              <a:t>生产</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Microsoft YaHei"/>
                <a:ea typeface="Microsoft YaHei"/>
                <a:cs typeface="Microsoft YaHei"/>
              </a:rPr>
              <a:t>问题</a:t>
            </a:r>
            <a:endParaRPr>
              <a:latin typeface="Microsoft YaHei"/>
              <a:ea typeface="Microsoft YaHei"/>
              <a:cs typeface="Microsoft YaHei"/>
            </a:endParaRPr>
          </a:p>
        </p:txBody>
      </p:sp>
      <p:cxnSp>
        <p:nvCxnSpPr>
          <p:cNvPr id="13" name="production-trunk">
            <a:extLst xmlns:a="http://schemas.openxmlformats.org/drawingml/2006/main">
              <a:ext uri="{FF2B5EF4-FFF2-40B4-BE49-F238E27FC236}">
                <a16:creationId xmlns:a16="http://schemas.microsoft.com/office/drawing/2014/main" id="{E36B5F2F-AF94-4A8B-A1A2-81BA5BEBFD4E}"/>
              </a:ext>
            </a:extLst>
          </p:cNvPr>
          <p:cNvCxnSpPr/>
          <p:nvPr/>
        </p:nvCxnSpPr>
        <p:spPr>
          <a:xfrm xmlns:a="http://schemas.openxmlformats.org/drawingml/2006/main" flipH="0" flipV="0">
            <a:off x="1171575" y="2628900"/>
            <a:ext cx="0" cy="2752725"/>
          </a:xfrm>
          <a:prstGeom xmlns:a="http://schemas.openxmlformats.org/drawingml/2006/main" prst="straightConnector1">
            <a:avLst/>
          </a:prstGeom>
          <a:ln xmlns:a="http://schemas.openxmlformats.org/drawingml/2006/main" w="19050">
            <a:solidFill>
              <a:srgbClr val="4674CD"/>
            </a:solidFill>
            <a:prstDash val="solid"/>
          </a:ln>
        </p:spPr>
      </p:cxnSp>
      <p:cxnSp>
        <p:nvCxnSpPr>
          <p:cNvPr id="14" name="production-root-link">
            <a:extLst xmlns:a="http://schemas.openxmlformats.org/drawingml/2006/main">
              <a:ext uri="{FF2B5EF4-FFF2-40B4-BE49-F238E27FC236}">
                <a16:creationId xmlns:a16="http://schemas.microsoft.com/office/drawing/2014/main" id="{70740B2A-FF80-4BC0-959C-4BB0F48C0002}"/>
              </a:ext>
            </a:extLst>
          </p:cNvPr>
          <p:cNvCxnSpPr/>
          <p:nvPr/>
        </p:nvCxnSpPr>
        <p:spPr>
          <a:xfrm xmlns:a="http://schemas.openxmlformats.org/drawingml/2006/main" flipH="0" flipV="0">
            <a:off x="1085850" y="3962400"/>
            <a:ext cx="85725" cy="0"/>
          </a:xfrm>
          <a:prstGeom xmlns:a="http://schemas.openxmlformats.org/drawingml/2006/main" prst="straightConnector1">
            <a:avLst/>
          </a:prstGeom>
          <a:ln xmlns:a="http://schemas.openxmlformats.org/drawingml/2006/main" w="19050">
            <a:solidFill>
              <a:srgbClr val="4674CD"/>
            </a:solidFill>
            <a:prstDash val="solid"/>
          </a:ln>
        </p:spPr>
      </p:cxnSp>
      <p:cxnSp>
        <p:nvCxnSpPr>
          <p:cNvPr id="15" name="joint-branch">
            <a:extLst xmlns:a="http://schemas.openxmlformats.org/drawingml/2006/main">
              <a:ext uri="{FF2B5EF4-FFF2-40B4-BE49-F238E27FC236}">
                <a16:creationId xmlns:a16="http://schemas.microsoft.com/office/drawing/2014/main" id="{C97F5C19-FE0F-485E-B688-B6E2D1C8486E}"/>
              </a:ext>
            </a:extLst>
          </p:cNvPr>
          <p:cNvCxnSpPr/>
          <p:nvPr/>
        </p:nvCxnSpPr>
        <p:spPr>
          <a:xfrm xmlns:a="http://schemas.openxmlformats.org/drawingml/2006/main" flipH="0" flipV="0">
            <a:off x="1171575" y="2628900"/>
            <a:ext cx="200025" cy="0"/>
          </a:xfrm>
          <a:prstGeom xmlns:a="http://schemas.openxmlformats.org/drawingml/2006/main" prst="straightConnector1">
            <a:avLst/>
          </a:prstGeom>
          <a:ln xmlns:a="http://schemas.openxmlformats.org/drawingml/2006/main" w="19050">
            <a:solidFill>
              <a:srgbClr val="4674CD"/>
            </a:solidFill>
            <a:prstDash val="solid"/>
          </a:ln>
        </p:spPr>
      </p:cxnSp>
      <p:sp>
        <p:nvSpPr>
          <p:cNvPr id="16" name="joint-category">
            <a:extLst xmlns:a="http://schemas.openxmlformats.org/drawingml/2006/main">
              <a:ext uri="{FF2B5EF4-FFF2-40B4-BE49-F238E27FC236}">
                <a16:creationId xmlns:a16="http://schemas.microsoft.com/office/drawing/2014/main" id="{CCA4A16B-7619-4239-897A-42A1B856BD4D}"/>
              </a:ext>
            </a:extLst>
          </p:cNvPr>
          <p:cNvSpPr>
            <a:spLocks xmlns:a="http://schemas.openxmlformats.org/drawingml/2006/main" noGrp="1"/>
          </p:cNvSpPr>
          <p:nvPr/>
        </p:nvSpPr>
        <p:spPr>
          <a:xfrm xmlns:a="http://schemas.openxmlformats.org/drawingml/2006/main">
            <a:off x="1371600" y="2314575"/>
            <a:ext cx="1609725" cy="62865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725" b="1">
                <a:solidFill>
                  <a:srgbClr val="17375E"/>
                </a:solidFill>
              </a:defRPr>
            </a:defPPr>
          </a:lstStyle>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Microsoft YaHei"/>
                <a:ea typeface="Microsoft YaHei"/>
                <a:cs typeface="Microsoft YaHei"/>
              </a:rPr>
              <a:t>工序分站</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Microsoft YaHei"/>
                <a:ea typeface="Microsoft YaHei"/>
                <a:cs typeface="Microsoft YaHei"/>
              </a:rPr>
              <a:t>与人员安排</a:t>
            </a:r>
            <a:endParaRPr>
              <a:latin typeface="Microsoft YaHei"/>
              <a:ea typeface="Microsoft YaHei"/>
              <a:cs typeface="Microsoft YaHei"/>
            </a:endParaRPr>
          </a:p>
        </p:txBody>
      </p:sp>
      <p:cxnSp>
        <p:nvCxnSpPr>
          <p:cNvPr id="17" name="joint-evidence-link">
            <a:extLst xmlns:a="http://schemas.openxmlformats.org/drawingml/2006/main">
              <a:ext uri="{FF2B5EF4-FFF2-40B4-BE49-F238E27FC236}">
                <a16:creationId xmlns:a16="http://schemas.microsoft.com/office/drawing/2014/main" id="{902F7B81-3EC3-406C-BC66-9D27F9BA95A0}"/>
              </a:ext>
            </a:extLst>
          </p:cNvPr>
          <p:cNvCxnSpPr/>
          <p:nvPr/>
        </p:nvCxnSpPr>
        <p:spPr>
          <a:xfrm xmlns:a="http://schemas.openxmlformats.org/drawingml/2006/main" flipH="0" flipV="0">
            <a:off x="2981325" y="2628900"/>
            <a:ext cx="219075" cy="0"/>
          </a:xfrm>
          <a:prstGeom xmlns:a="http://schemas.openxmlformats.org/drawingml/2006/main" prst="straightConnector1">
            <a:avLst/>
          </a:prstGeom>
          <a:ln xmlns:a="http://schemas.openxmlformats.org/drawingml/2006/main" w="16193">
            <a:solidFill>
              <a:srgbClr val="4674CD"/>
            </a:solidFill>
            <a:prstDash val="solid"/>
          </a:ln>
        </p:spPr>
      </p:cxnSp>
      <p:cxnSp>
        <p:nvCxnSpPr>
          <p:cNvPr id="18" name="repair-branch">
            <a:extLst xmlns:a="http://schemas.openxmlformats.org/drawingml/2006/main">
              <a:ext uri="{FF2B5EF4-FFF2-40B4-BE49-F238E27FC236}">
                <a16:creationId xmlns:a16="http://schemas.microsoft.com/office/drawing/2014/main" id="{E1D4BFC8-6332-49CF-8495-C680826E08FA}"/>
              </a:ext>
            </a:extLst>
          </p:cNvPr>
          <p:cNvCxnSpPr/>
          <p:nvPr/>
        </p:nvCxnSpPr>
        <p:spPr>
          <a:xfrm xmlns:a="http://schemas.openxmlformats.org/drawingml/2006/main" flipH="0" flipV="0">
            <a:off x="1171575" y="4362450"/>
            <a:ext cx="200025" cy="0"/>
          </a:xfrm>
          <a:prstGeom xmlns:a="http://schemas.openxmlformats.org/drawingml/2006/main" prst="straightConnector1">
            <a:avLst/>
          </a:prstGeom>
          <a:ln xmlns:a="http://schemas.openxmlformats.org/drawingml/2006/main" w="19050">
            <a:solidFill>
              <a:srgbClr val="4674CD"/>
            </a:solidFill>
            <a:prstDash val="solid"/>
          </a:ln>
        </p:spPr>
      </p:cxnSp>
      <p:sp>
        <p:nvSpPr>
          <p:cNvPr id="19" name="repair-category">
            <a:extLst xmlns:a="http://schemas.openxmlformats.org/drawingml/2006/main">
              <a:ext uri="{FF2B5EF4-FFF2-40B4-BE49-F238E27FC236}">
                <a16:creationId xmlns:a16="http://schemas.microsoft.com/office/drawing/2014/main" id="{9BFFB1F8-1351-44E7-A991-ABE80E215D0B}"/>
              </a:ext>
            </a:extLst>
          </p:cNvPr>
          <p:cNvSpPr>
            <a:spLocks xmlns:a="http://schemas.openxmlformats.org/drawingml/2006/main" noGrp="1"/>
          </p:cNvSpPr>
          <p:nvPr/>
        </p:nvSpPr>
        <p:spPr>
          <a:xfrm xmlns:a="http://schemas.openxmlformats.org/drawingml/2006/main">
            <a:off x="1371600" y="4048125"/>
            <a:ext cx="1609725" cy="62865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725" b="1">
                <a:solidFill>
                  <a:srgbClr val="17375E"/>
                </a:solidFill>
              </a:defRPr>
            </a:defPPr>
          </a:lstStyle>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Microsoft YaHei"/>
                <a:ea typeface="Microsoft YaHei"/>
                <a:cs typeface="Microsoft YaHei"/>
              </a:rPr>
              <a:t>扰动后的</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Microsoft YaHei"/>
                <a:ea typeface="Microsoft YaHei"/>
                <a:cs typeface="Microsoft YaHei"/>
              </a:rPr>
              <a:t>计划调整</a:t>
            </a:r>
            <a:endParaRPr>
              <a:latin typeface="Microsoft YaHei"/>
              <a:ea typeface="Microsoft YaHei"/>
              <a:cs typeface="Microsoft YaHei"/>
            </a:endParaRPr>
          </a:p>
        </p:txBody>
      </p:sp>
      <p:cxnSp>
        <p:nvCxnSpPr>
          <p:cNvPr id="20" name="repair-evidence-link">
            <a:extLst xmlns:a="http://schemas.openxmlformats.org/drawingml/2006/main">
              <a:ext uri="{FF2B5EF4-FFF2-40B4-BE49-F238E27FC236}">
                <a16:creationId xmlns:a16="http://schemas.microsoft.com/office/drawing/2014/main" id="{974F9702-3BAD-4CCF-8B0D-66433EAA7DDF}"/>
              </a:ext>
            </a:extLst>
          </p:cNvPr>
          <p:cNvCxnSpPr/>
          <p:nvPr/>
        </p:nvCxnSpPr>
        <p:spPr>
          <a:xfrm xmlns:a="http://schemas.openxmlformats.org/drawingml/2006/main" flipH="0" flipV="0">
            <a:off x="2981325" y="4362450"/>
            <a:ext cx="219075" cy="0"/>
          </a:xfrm>
          <a:prstGeom xmlns:a="http://schemas.openxmlformats.org/drawingml/2006/main" prst="straightConnector1">
            <a:avLst/>
          </a:prstGeom>
          <a:ln xmlns:a="http://schemas.openxmlformats.org/drawingml/2006/main" w="16193">
            <a:solidFill>
              <a:srgbClr val="4674CD"/>
            </a:solidFill>
            <a:prstDash val="solid"/>
          </a:ln>
        </p:spPr>
      </p:cxnSp>
      <p:cxnSp>
        <p:nvCxnSpPr>
          <p:cNvPr id="21" name="continuous-branch">
            <a:extLst xmlns:a="http://schemas.openxmlformats.org/drawingml/2006/main">
              <a:ext uri="{FF2B5EF4-FFF2-40B4-BE49-F238E27FC236}">
                <a16:creationId xmlns:a16="http://schemas.microsoft.com/office/drawing/2014/main" id="{B8C4E503-D440-40E0-9165-7630758F3F8C}"/>
              </a:ext>
            </a:extLst>
          </p:cNvPr>
          <p:cNvCxnSpPr/>
          <p:nvPr/>
        </p:nvCxnSpPr>
        <p:spPr>
          <a:xfrm xmlns:a="http://schemas.openxmlformats.org/drawingml/2006/main" flipH="0" flipV="0">
            <a:off x="1171575" y="5381625"/>
            <a:ext cx="200025" cy="0"/>
          </a:xfrm>
          <a:prstGeom xmlns:a="http://schemas.openxmlformats.org/drawingml/2006/main" prst="straightConnector1">
            <a:avLst/>
          </a:prstGeom>
          <a:ln xmlns:a="http://schemas.openxmlformats.org/drawingml/2006/main" w="19050">
            <a:solidFill>
              <a:srgbClr val="4674CD"/>
            </a:solidFill>
            <a:prstDash val="solid"/>
          </a:ln>
        </p:spPr>
      </p:cxnSp>
      <p:sp>
        <p:nvSpPr>
          <p:cNvPr id="22" name="continuous-category">
            <a:extLst xmlns:a="http://schemas.openxmlformats.org/drawingml/2006/main">
              <a:ext uri="{FF2B5EF4-FFF2-40B4-BE49-F238E27FC236}">
                <a16:creationId xmlns:a16="http://schemas.microsoft.com/office/drawing/2014/main" id="{C0E9BC9A-06E6-481D-8AF7-BC3742757B2F}"/>
              </a:ext>
            </a:extLst>
          </p:cNvPr>
          <p:cNvSpPr>
            <a:spLocks xmlns:a="http://schemas.openxmlformats.org/drawingml/2006/main" noGrp="1"/>
          </p:cNvSpPr>
          <p:nvPr/>
        </p:nvSpPr>
        <p:spPr>
          <a:xfrm xmlns:a="http://schemas.openxmlformats.org/drawingml/2006/main">
            <a:off x="1371600" y="5067300"/>
            <a:ext cx="1609725" cy="62865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725" b="1">
                <a:solidFill>
                  <a:srgbClr val="17375E"/>
                </a:solidFill>
              </a:defRPr>
            </a:defPPr>
          </a:lstStyle>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Microsoft YaHei"/>
                <a:ea typeface="Microsoft YaHei"/>
                <a:cs typeface="Microsoft YaHei"/>
              </a:rPr>
              <a:t>多站位及</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Microsoft YaHei"/>
                <a:ea typeface="Microsoft YaHei"/>
                <a:cs typeface="Microsoft YaHei"/>
              </a:rPr>
              <a:t>连续装配</a:t>
            </a:r>
            <a:endParaRPr>
              <a:latin typeface="Microsoft YaHei"/>
              <a:ea typeface="Microsoft YaHei"/>
              <a:cs typeface="Microsoft YaHei"/>
            </a:endParaRPr>
          </a:p>
        </p:txBody>
      </p:sp>
      <p:cxnSp>
        <p:nvCxnSpPr>
          <p:cNvPr id="23" name="continuous-evidence-link">
            <a:extLst xmlns:a="http://schemas.openxmlformats.org/drawingml/2006/main">
              <a:ext uri="{FF2B5EF4-FFF2-40B4-BE49-F238E27FC236}">
                <a16:creationId xmlns:a16="http://schemas.microsoft.com/office/drawing/2014/main" id="{FFB592A9-72F4-49C6-8EFD-6CF2C08C7333}"/>
              </a:ext>
            </a:extLst>
          </p:cNvPr>
          <p:cNvCxnSpPr/>
          <p:nvPr/>
        </p:nvCxnSpPr>
        <p:spPr>
          <a:xfrm xmlns:a="http://schemas.openxmlformats.org/drawingml/2006/main" flipH="0" flipV="0">
            <a:off x="2981325" y="5381625"/>
            <a:ext cx="219075" cy="0"/>
          </a:xfrm>
          <a:prstGeom xmlns:a="http://schemas.openxmlformats.org/drawingml/2006/main" prst="straightConnector1">
            <a:avLst/>
          </a:prstGeom>
          <a:ln xmlns:a="http://schemas.openxmlformats.org/drawingml/2006/main" w="16193">
            <a:solidFill>
              <a:srgbClr val="4674CD"/>
            </a:solidFill>
            <a:prstDash val="solid"/>
          </a:ln>
        </p:spPr>
      </p:cxnSp>
      <p:graphicFrame>
        <p:nvGraphicFramePr>
          <p:cNvPr id="24" name="">
            <a:extLst xmlns:a="http://schemas.openxmlformats.org/drawingml/2006/main">
              <a:ext uri="{FF2B5EF4-FFF2-40B4-BE49-F238E27FC236}">
                <a16:creationId xmlns:a16="http://schemas.microsoft.com/office/drawing/2014/main" id="{FE4A0A29-B84E-4512-BD53-290763D72FDE}"/>
              </a:ext>
            </a:extLst>
          </p:cNvPr>
          <p:cNvGraphicFramePr/>
          <p:nvPr/>
        </p:nvGraphicFramePr>
        <p:xfrm>
          <a:off xmlns:a="http://schemas.openxmlformats.org/drawingml/2006/main" x="3219450" y="1647825"/>
          <a:ext xmlns:a="http://schemas.openxmlformats.org/drawingml/2006/main" cx="8401050" cy="1971675"/>
        </p:xfrm>
        <a:graphic xmlns:a="http://schemas.openxmlformats.org/drawingml/2006/main">
          <a:graphicData uri="http://schemas.openxmlformats.org/drawingml/2006/table">
            <a:tbl>
              <a:tblPr firstRow="1" bandRow="0"/>
              <a:tblGrid>
                <a:gridCol w="1638300"/>
                <a:gridCol w="2895600"/>
                <a:gridCol w="3867150"/>
              </a:tblGrid>
              <a:tr h="342900">
                <a:tc>
                  <a:txBody>
                    <a:bodyPr wrap="square" lIns="0" tIns="0" rIns="0" bIns="0">
                      <a:noAutofit/>
                    </a:bodyPr>
                    <a:lstStyle/>
                    <a:p>
                      <a:pPr algn="l">
                        <a:lnSpc>
                          <a:spcPct val="106000"/>
                        </a:lnSpc>
                        <a:spcBef>
                          <a:spcPts val="0"/>
                        </a:spcBef>
                        <a:spcAft>
                          <a:spcPts val="0"/>
                        </a:spcAft>
                        <a:buNone/>
                      </a:pPr>
                      <a:r>
                        <a:rPr sz="1575" b="1">
                          <a:solidFill>
                            <a:srgbClr val="FFFFFF"/>
                          </a:solidFill>
                          <a:latin typeface="Microsoft YaHei"/>
                          <a:ea typeface="Microsoft YaHei"/>
                          <a:cs typeface="Microsoft YaHei"/>
                        </a:rPr>
                        <a:t>代表文献</a:t>
                      </a:r>
                      <a:endParaRPr>
                        <a:latin typeface="Microsoft YaHei"/>
                        <a:ea typeface="Microsoft YaHei"/>
                        <a:cs typeface="Microsoft YaHei"/>
                      </a:endParaRPr>
                    </a:p>
                  </a:txBody>
                  <a:tcPr marL="85725" marR="66675" marT="38100" marB="38100" anchor="ctr">
                    <a:lnL w="6668">
                      <a:solidFill>
                        <a:srgbClr val="CDD7E8"/>
                      </a:solidFill>
                      <a:prstDash val="solid"/>
                    </a:lnL>
                    <a:lnR w="6668">
                      <a:solidFill>
                        <a:srgbClr val="CDD7E8"/>
                      </a:solidFill>
                      <a:prstDash val="solid"/>
                    </a:lnR>
                    <a:lnT w="6668">
                      <a:solidFill>
                        <a:srgbClr val="CDD7E8"/>
                      </a:solidFill>
                      <a:prstDash val="solid"/>
                    </a:lnT>
                    <a:lnB w="6668">
                      <a:solidFill>
                        <a:srgbClr val="CDD7E8"/>
                      </a:solidFill>
                      <a:prstDash val="solid"/>
                    </a:lnB>
                    <a:solidFill>
                      <a:srgbClr val="4674CD"/>
                    </a:solidFill>
                  </a:tcPr>
                </a:tc>
                <a:tc>
                  <a:txBody>
                    <a:bodyPr wrap="square" lIns="0" tIns="0" rIns="0" bIns="0">
                      <a:noAutofit/>
                    </a:bodyPr>
                    <a:lstStyle/>
                    <a:p>
                      <a:pPr algn="l">
                        <a:lnSpc>
                          <a:spcPct val="106000"/>
                        </a:lnSpc>
                        <a:spcBef>
                          <a:spcPts val="0"/>
                        </a:spcBef>
                        <a:spcAft>
                          <a:spcPts val="0"/>
                        </a:spcAft>
                        <a:buNone/>
                      </a:pPr>
                      <a:r>
                        <a:rPr sz="1575" b="1">
                          <a:solidFill>
                            <a:srgbClr val="FFFFFF"/>
                          </a:solidFill>
                          <a:latin typeface="Microsoft YaHei"/>
                          <a:ea typeface="Microsoft YaHei"/>
                          <a:cs typeface="Microsoft YaHei"/>
                        </a:rPr>
                        <a:t>主要生产决策</a:t>
                      </a:r>
                      <a:endParaRPr>
                        <a:latin typeface="Microsoft YaHei"/>
                        <a:ea typeface="Microsoft YaHei"/>
                        <a:cs typeface="Microsoft YaHei"/>
                      </a:endParaRP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4674CD"/>
                    </a:solidFill>
                  </a:tcPr>
                </a:tc>
                <a:tc>
                  <a:txBody>
                    <a:bodyPr wrap="square" lIns="0" tIns="0" rIns="0" bIns="0">
                      <a:noAutofit/>
                    </a:bodyPr>
                    <a:lstStyle/>
                    <a:p>
                      <a:pPr algn="l">
                        <a:lnSpc>
                          <a:spcPct val="106000"/>
                        </a:lnSpc>
                        <a:spcBef>
                          <a:spcPts val="0"/>
                        </a:spcBef>
                        <a:spcAft>
                          <a:spcPts val="0"/>
                        </a:spcAft>
                        <a:buNone/>
                      </a:pPr>
                      <a:r>
                        <a:rPr sz="1575" b="1">
                          <a:solidFill>
                            <a:srgbClr val="FFFFFF"/>
                          </a:solidFill>
                          <a:latin typeface="Microsoft YaHei"/>
                          <a:ea typeface="Microsoft YaHei"/>
                          <a:cs typeface="Microsoft YaHei"/>
                        </a:rPr>
                        <a:t>生产条件与评价</a:t>
                      </a:r>
                      <a:endParaRPr>
                        <a:latin typeface="Microsoft YaHei"/>
                        <a:ea typeface="Microsoft YaHei"/>
                        <a:cs typeface="Microsoft YaHei"/>
                      </a:endParaRP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4674CD"/>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Bao</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[3]</a:t>
                      </a:r>
                      <a:endParaRPr>
                        <a:latin typeface="Microsoft YaHei"/>
                        <a:ea typeface="Microsoft YaHei"/>
                        <a:cs typeface="Microsoft YaHei"/>
                      </a:endParaRP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工序分站、资源配置</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与作业时间</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人员按资源数量表示</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评价周期、负荷与投入</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E7ECF6"/>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Fang</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[9]</a:t>
                      </a:r>
                      <a:endParaRPr>
                        <a:latin typeface="Microsoft YaHei"/>
                        <a:ea typeface="Microsoft YaHei"/>
                        <a:cs typeface="Microsoft YaHei"/>
                      </a:endParaRP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分阶段人员配置</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与作业安排</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工序站位已知</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阶段间可调整人员站位</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F1F4F8"/>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Zheng</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[10]</a:t>
                      </a:r>
                      <a:endParaRPr>
                        <a:latin typeface="Microsoft YaHei"/>
                        <a:ea typeface="Microsoft YaHei"/>
                        <a:cs typeface="Microsoft YaHei"/>
                      </a:endParaRP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各站人数与工序安排</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工序站位给定</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周期内人员驻站</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E7ECF6"/>
                    </a:solidFill>
                  </a:tcPr>
                </a:tc>
              </a:tr>
            </a:tbl>
          </a:graphicData>
        </a:graphic>
      </p:graphicFrame>
      <p:graphicFrame>
        <p:nvGraphicFramePr>
          <p:cNvPr id="25" name="">
            <a:extLst xmlns:a="http://schemas.openxmlformats.org/drawingml/2006/main">
              <a:ext uri="{FF2B5EF4-FFF2-40B4-BE49-F238E27FC236}">
                <a16:creationId xmlns:a16="http://schemas.microsoft.com/office/drawing/2014/main" id="{8196576D-E7E3-41AA-91BC-F09DE3852698}"/>
              </a:ext>
            </a:extLst>
          </p:cNvPr>
          <p:cNvGraphicFramePr/>
          <p:nvPr/>
        </p:nvGraphicFramePr>
        <p:xfrm>
          <a:off xmlns:a="http://schemas.openxmlformats.org/drawingml/2006/main" x="3219450" y="3819525"/>
          <a:ext xmlns:a="http://schemas.openxmlformats.org/drawingml/2006/main" cx="8401050" cy="1085850"/>
        </p:xfrm>
        <a:graphic xmlns:a="http://schemas.openxmlformats.org/drawingml/2006/main">
          <a:graphicData uri="http://schemas.openxmlformats.org/drawingml/2006/table">
            <a:tbl>
              <a:tblPr firstRow="0" bandRow="0"/>
              <a:tblGrid>
                <a:gridCol w="1638300"/>
                <a:gridCol w="2895600"/>
                <a:gridCol w="3867150"/>
              </a:tblGrid>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Zhu</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[15]</a:t>
                      </a:r>
                      <a:endParaRPr>
                        <a:latin typeface="Microsoft YaHei"/>
                        <a:ea typeface="Microsoft YaHei"/>
                        <a:cs typeface="Microsoft YaHei"/>
                      </a:endParaRPr>
                    </a:p>
                  </a:txBody>
                  <a:tcPr marL="85725" marR="66675" marT="38100" marB="38100" anchor="ctr">
                    <a:lnL w="6668">
                      <a:solidFill>
                        <a:srgbClr val="CDD7E8"/>
                      </a:solidFill>
                      <a:prstDash val="solid"/>
                    </a:lnL>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未开工作业的</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开工时间调整</a:t>
                      </a:r>
                      <a:endParaRPr>
                        <a:latin typeface="Microsoft YaHei"/>
                        <a:ea typeface="Microsoft YaHei"/>
                        <a:cs typeface="Microsoft YaHei"/>
                      </a:endParaRP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判断提前、推迟或保持</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再调整作业时间</a:t>
                      </a:r>
                      <a:endParaRPr>
                        <a:latin typeface="Microsoft YaHei"/>
                        <a:ea typeface="Microsoft YaHei"/>
                        <a:cs typeface="Microsoft YaHei"/>
                      </a:endParaRP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Lovato</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[5]</a:t>
                      </a:r>
                      <a:endParaRPr>
                        <a:latin typeface="Microsoft YaHei"/>
                        <a:ea typeface="Microsoft YaHei"/>
                        <a:cs typeface="Microsoft YaHei"/>
                      </a:endParaRP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受扰后的作业时间</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与人员指派</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保留已开工安排</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评价计划稳定性</a:t>
                      </a:r>
                      <a:endParaRPr>
                        <a:latin typeface="Microsoft YaHei"/>
                        <a:ea typeface="Microsoft YaHei"/>
                        <a:cs typeface="Microsoft YaHei"/>
                      </a:endParaRPr>
                    </a:p>
                  </a:txBody>
                  <a:tcPr marL="85725" marR="66675" marT="38100" marB="38100" anchor="ctr">
                    <a:lnR w="6668">
                      <a:solidFill>
                        <a:srgbClr val="CDD7E8"/>
                      </a:solidFill>
                      <a:prstDash val="solid"/>
                    </a:lnR>
                    <a:lnB w="6668">
                      <a:solidFill>
                        <a:srgbClr val="CDD7E8"/>
                      </a:solidFill>
                      <a:prstDash val="solid"/>
                    </a:lnB>
                    <a:solidFill>
                      <a:srgbClr val="E7ECF6"/>
                    </a:solidFill>
                  </a:tcPr>
                </a:tc>
              </a:tr>
            </a:tbl>
          </a:graphicData>
        </a:graphic>
      </p:graphicFrame>
      <p:graphicFrame>
        <p:nvGraphicFramePr>
          <p:cNvPr id="26" name="">
            <a:extLst xmlns:a="http://schemas.openxmlformats.org/drawingml/2006/main">
              <a:ext uri="{FF2B5EF4-FFF2-40B4-BE49-F238E27FC236}">
                <a16:creationId xmlns:a16="http://schemas.microsoft.com/office/drawing/2014/main" id="{9F711579-071F-4681-903B-A45BED33464C}"/>
              </a:ext>
            </a:extLst>
          </p:cNvPr>
          <p:cNvGraphicFramePr/>
          <p:nvPr/>
        </p:nvGraphicFramePr>
        <p:xfrm>
          <a:off xmlns:a="http://schemas.openxmlformats.org/drawingml/2006/main" x="3219450" y="5105400"/>
          <a:ext xmlns:a="http://schemas.openxmlformats.org/drawingml/2006/main" cx="8401050" cy="542925"/>
        </p:xfrm>
        <a:graphic xmlns:a="http://schemas.openxmlformats.org/drawingml/2006/main">
          <a:graphicData uri="http://schemas.openxmlformats.org/drawingml/2006/table">
            <a:tbl>
              <a:tblPr firstRow="0" bandRow="0"/>
              <a:tblGrid>
                <a:gridCol w="1638300"/>
                <a:gridCol w="2895600"/>
                <a:gridCol w="3867150"/>
              </a:tblGrid>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Pucel</a:t>
                      </a:r>
                      <a:r>
                        <a:rPr sz="1613" b="0">
                          <a:solidFill>
                            <a:srgbClr val="111111"/>
                          </a:solidFill>
                          <a:latin typeface="Microsoft YaHei"/>
                          <a:ea typeface="Microsoft YaHei"/>
                          <a:cs typeface="Microsoft YaHei"/>
                        </a:rPr>
                        <a:t>与</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Times New Roman"/>
                          <a:ea typeface="Times New Roman"/>
                          <a:cs typeface="Times New Roman"/>
                        </a:rPr>
                        <a:t>Roussel[11]</a:t>
                      </a:r>
                      <a:endParaRPr>
                        <a:latin typeface="Microsoft YaHei"/>
                        <a:ea typeface="Microsoft YaHei"/>
                        <a:cs typeface="Microsoft YaHei"/>
                      </a:endParaRPr>
                    </a:p>
                  </a:txBody>
                  <a:tcPr marL="85725" marR="66675" marT="38100" marB="38100" anchor="ctr">
                    <a:lnL w="6668">
                      <a:solidFill>
                        <a:srgbClr val="CDD7E8"/>
                      </a:solidFill>
                      <a:prstDash val="solid"/>
                    </a:lnL>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工序分站、作业时间</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与人员占用</a:t>
                      </a:r>
                      <a:endParaRPr>
                        <a:latin typeface="Microsoft YaHei"/>
                        <a:ea typeface="Microsoft YaHei"/>
                        <a:cs typeface="Microsoft YaHei"/>
                      </a:endParaRP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Microsoft YaHei"/>
                          <a:ea typeface="Microsoft YaHei"/>
                          <a:cs typeface="Microsoft YaHei"/>
                        </a:rPr>
                        <a:t>相邻周期实例、跨站人员</a:t>
                      </a:r>
                      <a:endParaRPr>
                        <a:latin typeface="Microsoft YaHei"/>
                        <a:ea typeface="Microsoft YaHei"/>
                        <a:cs typeface="Microsoft YaHei"/>
                      </a:endParaRPr>
                    </a:p>
                    <a:p>
                      <a:pPr algn="l">
                        <a:lnSpc>
                          <a:spcPct val="106000"/>
                        </a:lnSpc>
                        <a:spcBef>
                          <a:spcPts val="0"/>
                        </a:spcBef>
                        <a:spcAft>
                          <a:spcPts val="0"/>
                        </a:spcAft>
                        <a:buNone/>
                      </a:pPr>
                      <a:r>
                        <a:rPr sz="1613" b="0">
                          <a:solidFill>
                            <a:srgbClr val="111111"/>
                          </a:solidFill>
                          <a:latin typeface="Microsoft YaHei"/>
                          <a:ea typeface="Microsoft YaHei"/>
                          <a:cs typeface="Microsoft YaHei"/>
                        </a:rPr>
                        <a:t>及并行站位</a:t>
                      </a:r>
                      <a:endParaRPr>
                        <a:latin typeface="Microsoft YaHei"/>
                        <a:ea typeface="Microsoft YaHei"/>
                        <a:cs typeface="Microsoft YaHei"/>
                      </a:endParaRP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r>
            </a:tbl>
          </a:graphicData>
        </a:graphic>
      </p:graphicFrame>
      <p:cxnSp>
        <p:nvCxnSpPr>
          <p:cNvPr id="27" name="summary-rule">
            <a:extLst xmlns:a="http://schemas.openxmlformats.org/drawingml/2006/main">
              <a:ext uri="{FF2B5EF4-FFF2-40B4-BE49-F238E27FC236}">
                <a16:creationId xmlns:a16="http://schemas.microsoft.com/office/drawing/2014/main" id="{FD4664F4-ED42-48D6-856A-B66C646CD0A4}"/>
              </a:ext>
            </a:extLst>
          </p:cNvPr>
          <p:cNvCxnSpPr/>
          <p:nvPr/>
        </p:nvCxnSpPr>
        <p:spPr>
          <a:xfrm xmlns:a="http://schemas.openxmlformats.org/drawingml/2006/main" flipH="0" flipV="0">
            <a:off x="571500" y="5829300"/>
            <a:ext cx="11049000" cy="0"/>
          </a:xfrm>
          <a:prstGeom xmlns:a="http://schemas.openxmlformats.org/drawingml/2006/main" prst="straightConnector1">
            <a:avLst/>
          </a:prstGeom>
          <a:ln xmlns:a="http://schemas.openxmlformats.org/drawingml/2006/main" w="10478">
            <a:solidFill>
              <a:srgbClr val="CDD7E8"/>
            </a:solidFill>
            <a:prstDash val="solid"/>
          </a:ln>
        </p:spPr>
      </p:cxnSp>
      <p:sp>
        <p:nvSpPr>
          <p:cNvPr id="28" name="summary">
            <a:extLst xmlns:a="http://schemas.openxmlformats.org/drawingml/2006/main">
              <a:ext uri="{FF2B5EF4-FFF2-40B4-BE49-F238E27FC236}">
                <a16:creationId xmlns:a16="http://schemas.microsoft.com/office/drawing/2014/main" id="{A88CC75E-CBC9-42F0-8497-869070CF5BDA}"/>
              </a:ext>
            </a:extLst>
          </p:cNvPr>
          <p:cNvSpPr>
            <a:spLocks xmlns:a="http://schemas.openxmlformats.org/drawingml/2006/main" noGrp="1"/>
          </p:cNvSpPr>
          <p:nvPr/>
        </p:nvSpPr>
        <p:spPr>
          <a:xfrm xmlns:a="http://schemas.openxmlformats.org/drawingml/2006/main">
            <a:off x="619125" y="59055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101010"/>
                </a:solidFill>
              </a:defRPr>
            </a:defPPr>
          </a:lstStyle>
          <a:p xmlns:a="http://schemas.openxmlformats.org/drawingml/2006/main">
            <a:pPr algn="l">
              <a:lnSpc>
                <a:spcPct val="96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已有研究覆盖了</a:t>
            </a:r>
            <a:r>
              <a:rPr sz="1500" b="1">
                <a:solidFill>
                  <a:srgbClr val="101010"/>
                </a:solidFill>
                <a:latin typeface="Microsoft YaHei"/>
                <a:ea typeface="Microsoft YaHei"/>
                <a:cs typeface="Microsoft YaHei"/>
              </a:rPr>
              <a:t>联合安排、扰动修复与周期生产</a:t>
            </a:r>
            <a:r>
              <a:rPr sz="1500" b="0">
                <a:solidFill>
                  <a:srgbClr val="101010"/>
                </a:solidFill>
                <a:latin typeface="Microsoft YaHei"/>
                <a:ea typeface="Microsoft YaHei"/>
                <a:cs typeface="Microsoft YaHei"/>
              </a:rPr>
              <a:t>，但模型的人员组织、决策范围和站位条件各有侧重。</a:t>
            </a:r>
            <a:endParaRPr>
              <a:latin typeface="Microsoft YaHei"/>
              <a:ea typeface="Microsoft YaHei"/>
              <a:cs typeface="Microsoft YaHei"/>
            </a:endParaRPr>
          </a:p>
          <a:p xmlns:a="http://schemas.openxmlformats.org/drawingml/2006/main">
            <a:pPr algn="l">
              <a:lnSpc>
                <a:spcPct val="96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面向同步脉动与人员站位约束，需进一步联合处理</a:t>
            </a:r>
            <a:r>
              <a:rPr sz="1500" b="1">
                <a:solidFill>
                  <a:srgbClr val="101010"/>
                </a:solidFill>
                <a:latin typeface="Microsoft YaHei"/>
                <a:ea typeface="Microsoft YaHei"/>
                <a:cs typeface="Microsoft YaHei"/>
              </a:rPr>
              <a:t>工序、站位与具体团队的安排及受扰调整</a:t>
            </a:r>
            <a:r>
              <a:rPr sz="1500" b="0">
                <a:solidFill>
                  <a:srgbClr val="101010"/>
                </a:solidFill>
                <a:latin typeface="Microsoft YaHei"/>
                <a:ea typeface="Microsoft YaHei"/>
                <a:cs typeface="Microsoft YaHei"/>
              </a:rPr>
              <a:t>。</a:t>
            </a:r>
            <a:endParaRPr>
              <a:latin typeface="Microsoft YaHei"/>
              <a:ea typeface="Microsoft YaHei"/>
              <a:cs typeface="Microsoft YaHei"/>
            </a:endParaRPr>
          </a:p>
        </p:txBody>
      </p:sp>
      <p:sp>
        <p:nvSpPr>
          <p:cNvPr id="29" name="concept-source">
            <a:extLst xmlns:a="http://schemas.openxmlformats.org/drawingml/2006/main">
              <a:ext uri="{FF2B5EF4-FFF2-40B4-BE49-F238E27FC236}">
                <a16:creationId xmlns:a16="http://schemas.microsoft.com/office/drawing/2014/main" id="{A46A2297-F1BF-4EFA-A202-9F69CB490A61}"/>
              </a:ext>
            </a:extLst>
          </p:cNvPr>
          <p:cNvSpPr>
            <a:spLocks xmlns:a="http://schemas.openxmlformats.org/drawingml/2006/main" noGrp="1"/>
          </p:cNvSpPr>
          <p:nvPr/>
        </p:nvSpPr>
        <p:spPr>
          <a:xfrm xmlns:a="http://schemas.openxmlformats.org/drawingml/2006/main">
            <a:off x="619125" y="65341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E747A"/>
                </a:solidFill>
              </a:defRPr>
            </a:defPPr>
          </a:lstStyle>
          <a:p xmlns:a="http://schemas.openxmlformats.org/drawingml/2006/main">
            <a:pPr algn="l">
              <a:lnSpc>
                <a:spcPct val="108000"/>
              </a:lnSpc>
              <a:spcBef>
                <a:spcPts val="0"/>
              </a:spcBef>
              <a:spcAft>
                <a:spcPts val="0"/>
              </a:spcAft>
              <a:buNone/>
              <a:defRPr sz="1200" b="0">
                <a:solidFill>
                  <a:srgbClr val="6E747A"/>
                </a:solidFill>
              </a:defRPr>
            </a:pPr>
            <a:r>
              <a:rPr sz="1200" b="0">
                <a:solidFill>
                  <a:srgbClr val="6E747A"/>
                </a:solidFill>
                <a:latin typeface="Microsoft YaHei"/>
                <a:ea typeface="Microsoft YaHei"/>
                <a:cs typeface="Microsoft YaHei"/>
              </a:rPr>
              <a:t>生产组织依据：方水良等</a:t>
            </a:r>
            <a:r>
              <a:rPr sz="1200" b="0">
                <a:solidFill>
                  <a:srgbClr val="6E747A"/>
                </a:solidFill>
                <a:latin typeface="Times New Roman"/>
                <a:ea typeface="Times New Roman"/>
                <a:cs typeface="Times New Roman"/>
              </a:rPr>
              <a:t>[1]</a:t>
            </a:r>
            <a:r>
              <a:rPr sz="1200" b="0">
                <a:solidFill>
                  <a:srgbClr val="6E747A"/>
                </a:solidFill>
                <a:latin typeface="Microsoft YaHei"/>
                <a:ea typeface="Microsoft YaHei"/>
                <a:cs typeface="Microsoft YaHei"/>
              </a:rPr>
              <a:t>。</a:t>
            </a:r>
            <a:endParaRPr>
              <a:latin typeface="Microsoft YaHei"/>
              <a:ea typeface="Microsoft YaHei"/>
              <a:cs typeface="Microsoft YaHei"/>
            </a:endParaRPr>
          </a:p>
        </p:txBody>
      </p:sp>
    </p:spTree>
    <p:extLst>
      <p:ext uri="{BB962C8B-B14F-4D97-AF65-F5344CB8AC3E}">
        <p14:creationId xmlns:p14="http://schemas.microsoft.com/office/powerpoint/2010/main" val="12043534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5" name="">
            <a:extLst xmlns:a="http://schemas.openxmlformats.org/drawingml/2006/main">
              <a:ext uri="{FF2B5EF4-FFF2-40B4-BE49-F238E27FC236}">
                <a16:creationId xmlns:a16="http://schemas.microsoft.com/office/drawing/2014/main" id="{181D613F-5958-4C1F-AD9D-1871FBC3DCAB}"/>
              </a:ext>
            </a:extLst>
          </p:cNvPr>
          <p:cNvCxnSpPr>
            <a:stCxn xmlns:a="http://schemas.openxmlformats.org/drawingml/2006/main" id="52" idx="3"/>
            <a:endCxn xmlns:a="http://schemas.openxmlformats.org/drawingml/2006/main" id="53" idx="1"/>
          </p:cNvCxnSpPr>
          <p:nvPr/>
        </p:nvCxnSpPr>
        <p:spPr>
          <a:xfrm xmlns:a="http://schemas.openxmlformats.org/drawingml/2006/main">
            <a:off x="7258050" y="470535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54" name="">
            <a:extLst xmlns:a="http://schemas.openxmlformats.org/drawingml/2006/main">
              <a:ext uri="{FF2B5EF4-FFF2-40B4-BE49-F238E27FC236}">
                <a16:creationId xmlns:a16="http://schemas.microsoft.com/office/drawing/2014/main" id="{6968DE4D-3C92-47D4-8718-3E93634010D4}"/>
              </a:ext>
            </a:extLst>
          </p:cNvPr>
          <p:cNvCxnSpPr>
            <a:stCxn xmlns:a="http://schemas.openxmlformats.org/drawingml/2006/main" id="51" idx="3"/>
            <a:endCxn xmlns:a="http://schemas.openxmlformats.org/drawingml/2006/main" id="52" idx="1"/>
          </p:cNvCxnSpPr>
          <p:nvPr/>
        </p:nvCxnSpPr>
        <p:spPr>
          <a:xfrm xmlns:a="http://schemas.openxmlformats.org/drawingml/2006/main">
            <a:off x="5267325" y="470535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505ACE59-C18A-4895-967C-88297355FA02}"/>
              </a:ext>
            </a:extLst>
          </p:cNvPr>
          <p:cNvCxnSpPr>
            <a:stCxn xmlns:a="http://schemas.openxmlformats.org/drawingml/2006/main" id="40" idx="3"/>
            <a:endCxn xmlns:a="http://schemas.openxmlformats.org/drawingml/2006/main" id="41" idx="1"/>
          </p:cNvCxnSpPr>
          <p:nvPr/>
        </p:nvCxnSpPr>
        <p:spPr>
          <a:xfrm xmlns:a="http://schemas.openxmlformats.org/drawingml/2006/main">
            <a:off x="7258050" y="381952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54E50BBF-98D4-4769-8FA9-FB1448B3CFAA}"/>
              </a:ext>
            </a:extLst>
          </p:cNvPr>
          <p:cNvCxnSpPr>
            <a:stCxn xmlns:a="http://schemas.openxmlformats.org/drawingml/2006/main" id="39" idx="3"/>
            <a:endCxn xmlns:a="http://schemas.openxmlformats.org/drawingml/2006/main" id="40" idx="1"/>
          </p:cNvCxnSpPr>
          <p:nvPr/>
        </p:nvCxnSpPr>
        <p:spPr>
          <a:xfrm xmlns:a="http://schemas.openxmlformats.org/drawingml/2006/main">
            <a:off x="5267325" y="381952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FCCB43CF-39A4-4301-A6D7-CD6DBCEBDFB5}"/>
              </a:ext>
            </a:extLst>
          </p:cNvPr>
          <p:cNvCxnSpPr>
            <a:stCxn xmlns:a="http://schemas.openxmlformats.org/drawingml/2006/main" id="31" idx="3"/>
            <a:endCxn xmlns:a="http://schemas.openxmlformats.org/drawingml/2006/main" id="32" idx="1"/>
          </p:cNvCxnSpPr>
          <p:nvPr/>
        </p:nvCxnSpPr>
        <p:spPr>
          <a:xfrm xmlns:a="http://schemas.openxmlformats.org/drawingml/2006/main">
            <a:off x="7258050" y="293370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EB5DFE33-762B-4614-8D07-322FFFB0F853}"/>
              </a:ext>
            </a:extLst>
          </p:cNvPr>
          <p:cNvCxnSpPr>
            <a:stCxn xmlns:a="http://schemas.openxmlformats.org/drawingml/2006/main" id="30" idx="3"/>
            <a:endCxn xmlns:a="http://schemas.openxmlformats.org/drawingml/2006/main" id="31" idx="1"/>
          </p:cNvCxnSpPr>
          <p:nvPr/>
        </p:nvCxnSpPr>
        <p:spPr>
          <a:xfrm xmlns:a="http://schemas.openxmlformats.org/drawingml/2006/main">
            <a:off x="5267325" y="293370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AB964089-EE7E-49FB-9420-3F72C2FB115F}"/>
              </a:ext>
            </a:extLst>
          </p:cNvPr>
          <p:cNvCxnSpPr>
            <a:stCxn xmlns:a="http://schemas.openxmlformats.org/drawingml/2006/main" id="22" idx="3"/>
            <a:endCxn xmlns:a="http://schemas.openxmlformats.org/drawingml/2006/main" id="23" idx="1"/>
          </p:cNvCxnSpPr>
          <p:nvPr/>
        </p:nvCxnSpPr>
        <p:spPr>
          <a:xfrm xmlns:a="http://schemas.openxmlformats.org/drawingml/2006/main">
            <a:off x="7258050" y="204787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54F81F17-A976-4FFE-911B-0568F856F72F}"/>
              </a:ext>
            </a:extLst>
          </p:cNvPr>
          <p:cNvCxnSpPr>
            <a:stCxn xmlns:a="http://schemas.openxmlformats.org/drawingml/2006/main" id="21" idx="3"/>
            <a:endCxn xmlns:a="http://schemas.openxmlformats.org/drawingml/2006/main" id="22" idx="1"/>
          </p:cNvCxnSpPr>
          <p:nvPr/>
        </p:nvCxnSpPr>
        <p:spPr>
          <a:xfrm xmlns:a="http://schemas.openxmlformats.org/drawingml/2006/main">
            <a:off x="5267325" y="204787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sp>
        <p:nvSpPr>
          <p:cNvPr id="6"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7" name="同济校标">
            <a:extLst xmlns:a="http://schemas.openxmlformats.org/drawingml/2006/main">
              <a:ext uri="{FF2B5EF4-FFF2-40B4-BE49-F238E27FC236}">
                <a16:creationId xmlns:a16="http://schemas.microsoft.com/office/drawing/2014/main" id="{FF6EF863-4E6B-48CB-8C27-6ACF109C59E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6067fb3b33044a7"/>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8"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Microsoft YaHei"/>
                <a:ea typeface="Microsoft YaHei"/>
                <a:cs typeface="Microsoft YaHei"/>
              </a:rPr>
              <a:t>文献综述</a:t>
            </a:r>
            <a:endParaRPr>
              <a:latin typeface="Microsoft YaHei"/>
              <a:ea typeface="Microsoft YaHei"/>
              <a:cs typeface="Microsoft YaHei"/>
            </a:endParaRPr>
          </a:p>
        </p:txBody>
      </p:sp>
      <p:sp>
        <p:nvSpPr>
          <p:cNvPr id="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Microsoft YaHei"/>
                <a:ea typeface="Microsoft YaHei"/>
                <a:cs typeface="Microsoft YaHei"/>
              </a:defRPr>
            </a:defPPr>
          </a:lstStyle>
          <a:p xmlns:a="http://schemas.openxmlformats.org/drawingml/2006/main">
            <a:pPr algn="l">
              <a:lnSpc>
                <a:spcPct val="100000"/>
              </a:lnSpc>
              <a:spcBef>
                <a:spcPts val="0"/>
              </a:spcBef>
              <a:spcAft>
                <a:spcPts val="0"/>
              </a:spcAft>
              <a:buNone/>
              <a:defRPr sz="2400" b="1">
                <a:solidFill>
                  <a:srgbClr val="315CA9"/>
                </a:solidFill>
                <a:latin typeface="Microsoft YaHei"/>
                <a:ea typeface="Microsoft YaHei"/>
                <a:cs typeface="Microsoft YaHei"/>
              </a:defRPr>
            </a:pPr>
            <a:r>
              <a:rPr sz="2400" b="1">
                <a:solidFill>
                  <a:srgbClr val="315CA9"/>
                </a:solidFill>
                <a:latin typeface="Microsoft YaHei"/>
                <a:ea typeface="Microsoft YaHei"/>
                <a:cs typeface="Microsoft YaHei"/>
              </a:rPr>
              <a:t>装配调度的求解方法</a:t>
            </a:r>
            <a:endParaRPr>
              <a:latin typeface="Microsoft YaHei"/>
              <a:ea typeface="Microsoft YaHei"/>
              <a:cs typeface="Microsoft YaHei"/>
            </a:endParaRPr>
          </a:p>
        </p:txBody>
      </p:sp>
      <p:sp>
        <p:nvSpPr>
          <p:cNvPr id="1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06</a:t>
            </a:r>
            <a:endParaRPr>
              <a:latin typeface="Microsoft YaHei"/>
              <a:ea typeface="Microsoft YaHei"/>
              <a:cs typeface="Microsoft YaHei"/>
            </a:endParaRPr>
          </a:p>
        </p:txBody>
      </p:sp>
      <p:sp>
        <p:nvSpPr>
          <p:cNvPr id="11" name="overview">
            <a:extLst xmlns:a="http://schemas.openxmlformats.org/drawingml/2006/main">
              <a:ext uri="{FF2B5EF4-FFF2-40B4-BE49-F238E27FC236}">
                <a16:creationId xmlns:a16="http://schemas.microsoft.com/office/drawing/2014/main" id="{5925D8FA-AF95-4539-90C1-19DF269A3FC8}"/>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6E747A"/>
                </a:solidFill>
              </a:defRPr>
            </a:defPPr>
          </a:lstStyle>
          <a:p xmlns:a="http://schemas.openxmlformats.org/drawingml/2006/main">
            <a:pPr algn="l">
              <a:lnSpc>
                <a:spcPct val="108000"/>
              </a:lnSpc>
              <a:spcBef>
                <a:spcPts val="0"/>
              </a:spcBef>
              <a:spcAft>
                <a:spcPts val="0"/>
              </a:spcAft>
              <a:buNone/>
              <a:defRPr sz="1613" b="0">
                <a:solidFill>
                  <a:srgbClr val="6E747A"/>
                </a:solidFill>
              </a:defRPr>
            </a:pPr>
            <a:r>
              <a:rPr sz="1613" b="0">
                <a:solidFill>
                  <a:srgbClr val="6E747A"/>
                </a:solidFill>
                <a:latin typeface="Microsoft YaHei"/>
                <a:ea typeface="Microsoft YaHei"/>
                <a:cs typeface="Microsoft YaHei"/>
              </a:rPr>
              <a:t>比较不同方法形成或修复排程的方式及适用条件。</a:t>
            </a:r>
            <a:endParaRPr>
              <a:latin typeface="Microsoft YaHei"/>
              <a:ea typeface="Microsoft YaHei"/>
              <a:cs typeface="Microsoft YaHei"/>
            </a:endParaRPr>
          </a:p>
        </p:txBody>
      </p:sp>
      <p:sp>
        <p:nvSpPr>
          <p:cNvPr id="12" name="family-heading">
            <a:extLst xmlns:a="http://schemas.openxmlformats.org/drawingml/2006/main">
              <a:ext uri="{FF2B5EF4-FFF2-40B4-BE49-F238E27FC236}">
                <a16:creationId xmlns:a16="http://schemas.microsoft.com/office/drawing/2014/main" id="{BEDD514D-3EA3-4489-BFA4-4DC642C2A82E}"/>
              </a:ext>
            </a:extLst>
          </p:cNvPr>
          <p:cNvSpPr>
            <a:spLocks xmlns:a="http://schemas.openxmlformats.org/drawingml/2006/main" noGrp="1"/>
          </p:cNvSpPr>
          <p:nvPr/>
        </p:nvSpPr>
        <p:spPr>
          <a:xfrm xmlns:a="http://schemas.openxmlformats.org/drawingml/2006/main">
            <a:off x="1343025" y="151447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1">
                <a:solidFill>
                  <a:srgbClr val="315CA9"/>
                </a:solidFill>
              </a:defRPr>
            </a:defPPr>
          </a:lstStyle>
          <a:p xmlns:a="http://schemas.openxmlformats.org/drawingml/2006/main">
            <a:pPr algn="l">
              <a:lnSpc>
                <a:spcPct val="108000"/>
              </a:lnSpc>
              <a:spcBef>
                <a:spcPts val="0"/>
              </a:spcBef>
              <a:spcAft>
                <a:spcPts val="0"/>
              </a:spcAft>
              <a:buNone/>
              <a:defRPr sz="1613" b="1">
                <a:solidFill>
                  <a:srgbClr val="315CA9"/>
                </a:solidFill>
              </a:defRPr>
            </a:pPr>
            <a:r>
              <a:rPr sz="1613" b="1">
                <a:solidFill>
                  <a:srgbClr val="315CA9"/>
                </a:solidFill>
                <a:latin typeface="Microsoft YaHei"/>
                <a:ea typeface="Microsoft YaHei"/>
                <a:cs typeface="Microsoft YaHei"/>
              </a:rPr>
              <a:t>方法类别</a:t>
            </a:r>
            <a:endParaRPr>
              <a:latin typeface="Microsoft YaHei"/>
              <a:ea typeface="Microsoft YaHei"/>
              <a:cs typeface="Microsoft YaHei"/>
            </a:endParaRPr>
          </a:p>
        </p:txBody>
      </p:sp>
      <p:sp>
        <p:nvSpPr>
          <p:cNvPr id="13" name="process-heading">
            <a:extLst xmlns:a="http://schemas.openxmlformats.org/drawingml/2006/main">
              <a:ext uri="{FF2B5EF4-FFF2-40B4-BE49-F238E27FC236}">
                <a16:creationId xmlns:a16="http://schemas.microsoft.com/office/drawing/2014/main" id="{BD9F328C-38BF-4968-9E39-C0DD1D992177}"/>
              </a:ext>
            </a:extLst>
          </p:cNvPr>
          <p:cNvSpPr>
            <a:spLocks xmlns:a="http://schemas.openxmlformats.org/drawingml/2006/main" noGrp="1"/>
          </p:cNvSpPr>
          <p:nvPr/>
        </p:nvSpPr>
        <p:spPr>
          <a:xfrm xmlns:a="http://schemas.openxmlformats.org/drawingml/2006/main">
            <a:off x="3571875" y="1514475"/>
            <a:ext cx="558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1">
                <a:solidFill>
                  <a:srgbClr val="315CA9"/>
                </a:solidFill>
              </a:defRPr>
            </a:defPPr>
          </a:lstStyle>
          <a:p xmlns:a="http://schemas.openxmlformats.org/drawingml/2006/main">
            <a:pPr algn="l">
              <a:lnSpc>
                <a:spcPct val="108000"/>
              </a:lnSpc>
              <a:spcBef>
                <a:spcPts val="0"/>
              </a:spcBef>
              <a:spcAft>
                <a:spcPts val="0"/>
              </a:spcAft>
              <a:buNone/>
              <a:defRPr sz="1613" b="1">
                <a:solidFill>
                  <a:srgbClr val="315CA9"/>
                </a:solidFill>
              </a:defRPr>
            </a:pPr>
            <a:r>
              <a:rPr sz="1613" b="1">
                <a:solidFill>
                  <a:srgbClr val="315CA9"/>
                </a:solidFill>
                <a:latin typeface="Microsoft YaHei"/>
                <a:ea typeface="Microsoft YaHei"/>
                <a:cs typeface="Microsoft YaHei"/>
              </a:rPr>
              <a:t>排程形成或动作选择</a:t>
            </a:r>
            <a:endParaRPr>
              <a:latin typeface="Microsoft YaHei"/>
              <a:ea typeface="Microsoft YaHei"/>
              <a:cs typeface="Microsoft YaHei"/>
            </a:endParaRPr>
          </a:p>
        </p:txBody>
      </p:sp>
      <p:sp>
        <p:nvSpPr>
          <p:cNvPr id="14" name="conditions-heading">
            <a:extLst xmlns:a="http://schemas.openxmlformats.org/drawingml/2006/main">
              <a:ext uri="{FF2B5EF4-FFF2-40B4-BE49-F238E27FC236}">
                <a16:creationId xmlns:a16="http://schemas.microsoft.com/office/drawing/2014/main" id="{6D763C90-8F50-4AC2-B594-7A8917D506B1}"/>
              </a:ext>
            </a:extLst>
          </p:cNvPr>
          <p:cNvSpPr>
            <a:spLocks xmlns:a="http://schemas.openxmlformats.org/drawingml/2006/main" noGrp="1"/>
          </p:cNvSpPr>
          <p:nvPr/>
        </p:nvSpPr>
        <p:spPr>
          <a:xfrm xmlns:a="http://schemas.openxmlformats.org/drawingml/2006/main">
            <a:off x="9810750" y="15144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1">
                <a:solidFill>
                  <a:srgbClr val="315CA9"/>
                </a:solidFill>
              </a:defRPr>
            </a:defPPr>
          </a:lstStyle>
          <a:p xmlns:a="http://schemas.openxmlformats.org/drawingml/2006/main">
            <a:pPr algn="l">
              <a:lnSpc>
                <a:spcPct val="108000"/>
              </a:lnSpc>
              <a:spcBef>
                <a:spcPts val="0"/>
              </a:spcBef>
              <a:spcAft>
                <a:spcPts val="0"/>
              </a:spcAft>
              <a:buNone/>
              <a:defRPr sz="1613" b="1">
                <a:solidFill>
                  <a:srgbClr val="315CA9"/>
                </a:solidFill>
              </a:defRPr>
            </a:pPr>
            <a:r>
              <a:rPr sz="1613" b="1">
                <a:solidFill>
                  <a:srgbClr val="315CA9"/>
                </a:solidFill>
                <a:latin typeface="Microsoft YaHei"/>
                <a:ea typeface="Microsoft YaHei"/>
                <a:cs typeface="Microsoft YaHei"/>
              </a:rPr>
              <a:t>比较重点</a:t>
            </a:r>
            <a:endParaRPr>
              <a:latin typeface="Microsoft YaHei"/>
              <a:ea typeface="Microsoft YaHei"/>
              <a:cs typeface="Microsoft YaHei"/>
            </a:endParaRPr>
          </a:p>
        </p:txBody>
      </p:sp>
      <p:sp>
        <p:nvSpPr>
          <p:cNvPr id="15" name="solver-root">
            <a:extLst xmlns:a="http://schemas.openxmlformats.org/drawingml/2006/main">
              <a:ext uri="{FF2B5EF4-FFF2-40B4-BE49-F238E27FC236}">
                <a16:creationId xmlns:a16="http://schemas.microsoft.com/office/drawing/2014/main" id="{2BEAD36A-DEBC-4B27-9958-1995E64286E0}"/>
              </a:ext>
            </a:extLst>
          </p:cNvPr>
          <p:cNvSpPr>
            <a:spLocks xmlns:a="http://schemas.openxmlformats.org/drawingml/2006/main" noGrp="1"/>
          </p:cNvSpPr>
          <p:nvPr/>
        </p:nvSpPr>
        <p:spPr>
          <a:xfrm xmlns:a="http://schemas.openxmlformats.org/drawingml/2006/main">
            <a:off x="476250" y="3076575"/>
            <a:ext cx="6286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800" b="1">
                <a:solidFill>
                  <a:srgbClr val="17375E"/>
                </a:solidFill>
              </a:defRPr>
            </a:defPPr>
          </a:lstStyle>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Microsoft YaHei"/>
                <a:ea typeface="Microsoft YaHei"/>
                <a:cs typeface="Microsoft YaHei"/>
              </a:rPr>
              <a:t>求解</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Microsoft YaHei"/>
                <a:ea typeface="Microsoft YaHei"/>
                <a:cs typeface="Microsoft YaHei"/>
              </a:rPr>
              <a:t>方式</a:t>
            </a:r>
            <a:endParaRPr>
              <a:latin typeface="Microsoft YaHei"/>
              <a:ea typeface="Microsoft YaHei"/>
              <a:cs typeface="Microsoft YaHei"/>
            </a:endParaRPr>
          </a:p>
        </p:txBody>
      </p:sp>
      <p:cxnSp>
        <p:nvCxnSpPr>
          <p:cNvPr id="16" name="solver-trunk">
            <a:extLst xmlns:a="http://schemas.openxmlformats.org/drawingml/2006/main">
              <a:ext uri="{FF2B5EF4-FFF2-40B4-BE49-F238E27FC236}">
                <a16:creationId xmlns:a16="http://schemas.microsoft.com/office/drawing/2014/main" id="{5E3DDE1C-2247-4695-B611-B30E4A773012}"/>
              </a:ext>
            </a:extLst>
          </p:cNvPr>
          <p:cNvCxnSpPr/>
          <p:nvPr/>
        </p:nvCxnSpPr>
        <p:spPr>
          <a:xfrm xmlns:a="http://schemas.openxmlformats.org/drawingml/2006/main" flipH="0" flipV="0">
            <a:off x="1181100" y="2047875"/>
            <a:ext cx="0" cy="2657475"/>
          </a:xfrm>
          <a:prstGeom xmlns:a="http://schemas.openxmlformats.org/drawingml/2006/main" prst="straightConnector1">
            <a:avLst/>
          </a:prstGeom>
          <a:ln xmlns:a="http://schemas.openxmlformats.org/drawingml/2006/main" w="19050">
            <a:solidFill>
              <a:srgbClr val="4674CD"/>
            </a:solidFill>
            <a:prstDash val="solid"/>
          </a:ln>
        </p:spPr>
      </p:cxnSp>
      <p:cxnSp>
        <p:nvCxnSpPr>
          <p:cNvPr id="17" name="solver-root-link">
            <a:extLst xmlns:a="http://schemas.openxmlformats.org/drawingml/2006/main">
              <a:ext uri="{FF2B5EF4-FFF2-40B4-BE49-F238E27FC236}">
                <a16:creationId xmlns:a16="http://schemas.microsoft.com/office/drawing/2014/main" id="{789DFBA4-9061-4735-80A4-866A14B8C286}"/>
              </a:ext>
            </a:extLst>
          </p:cNvPr>
          <p:cNvCxnSpPr/>
          <p:nvPr/>
        </p:nvCxnSpPr>
        <p:spPr>
          <a:xfrm xmlns:a="http://schemas.openxmlformats.org/drawingml/2006/main" flipH="0" flipV="0">
            <a:off x="1104900" y="3419475"/>
            <a:ext cx="76200" cy="0"/>
          </a:xfrm>
          <a:prstGeom xmlns:a="http://schemas.openxmlformats.org/drawingml/2006/main" prst="straightConnector1">
            <a:avLst/>
          </a:prstGeom>
          <a:ln xmlns:a="http://schemas.openxmlformats.org/drawingml/2006/main" w="19050">
            <a:solidFill>
              <a:srgbClr val="4674CD"/>
            </a:solidFill>
            <a:prstDash val="solid"/>
          </a:ln>
        </p:spPr>
      </p:cxnSp>
      <p:cxnSp>
        <p:nvCxnSpPr>
          <p:cNvPr id="18" name="rule-branch">
            <a:extLst xmlns:a="http://schemas.openxmlformats.org/drawingml/2006/main">
              <a:ext uri="{FF2B5EF4-FFF2-40B4-BE49-F238E27FC236}">
                <a16:creationId xmlns:a16="http://schemas.microsoft.com/office/drawing/2014/main" id="{8710441F-0B54-4034-8524-80112C51D266}"/>
              </a:ext>
            </a:extLst>
          </p:cNvPr>
          <p:cNvCxnSpPr/>
          <p:nvPr/>
        </p:nvCxnSpPr>
        <p:spPr>
          <a:xfrm xmlns:a="http://schemas.openxmlformats.org/drawingml/2006/main" flipH="0" flipV="0">
            <a:off x="1181100" y="2047875"/>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19" name="rule-label">
            <a:extLst xmlns:a="http://schemas.openxmlformats.org/drawingml/2006/main">
              <a:ext uri="{FF2B5EF4-FFF2-40B4-BE49-F238E27FC236}">
                <a16:creationId xmlns:a16="http://schemas.microsoft.com/office/drawing/2014/main" id="{1E10CC3D-864E-4267-AC02-1D5CB148575F}"/>
              </a:ext>
            </a:extLst>
          </p:cNvPr>
          <p:cNvSpPr>
            <a:spLocks xmlns:a="http://schemas.openxmlformats.org/drawingml/2006/main" noGrp="1"/>
          </p:cNvSpPr>
          <p:nvPr/>
        </p:nvSpPr>
        <p:spPr>
          <a:xfrm xmlns:a="http://schemas.openxmlformats.org/drawingml/2006/main">
            <a:off x="1343025" y="1762125"/>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Microsoft YaHei"/>
                <a:ea typeface="Microsoft YaHei"/>
                <a:cs typeface="Microsoft YaHei"/>
              </a:rPr>
              <a:t>规则与启发式</a:t>
            </a:r>
            <a:endParaRPr>
              <a:latin typeface="Microsoft YaHei"/>
              <a:ea typeface="Microsoft YaHei"/>
              <a:cs typeface="Microsoft YaHei"/>
            </a:endParaRPr>
          </a:p>
        </p:txBody>
      </p:sp>
      <p:sp>
        <p:nvSpPr>
          <p:cNvPr id="20" name="rule-references">
            <a:extLst xmlns:a="http://schemas.openxmlformats.org/drawingml/2006/main">
              <a:ext uri="{FF2B5EF4-FFF2-40B4-BE49-F238E27FC236}">
                <a16:creationId xmlns:a16="http://schemas.microsoft.com/office/drawing/2014/main" id="{1A386849-0920-4632-A65A-B95667E1BF84}"/>
              </a:ext>
            </a:extLst>
          </p:cNvPr>
          <p:cNvSpPr>
            <a:spLocks xmlns:a="http://schemas.openxmlformats.org/drawingml/2006/main" noGrp="1"/>
          </p:cNvSpPr>
          <p:nvPr/>
        </p:nvSpPr>
        <p:spPr>
          <a:xfrm xmlns:a="http://schemas.openxmlformats.org/drawingml/2006/main">
            <a:off x="1238250" y="2343150"/>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Panwalkar</a:t>
            </a:r>
            <a:r>
              <a:rPr sz="1238" b="0">
                <a:solidFill>
                  <a:srgbClr val="6E747A"/>
                </a:solidFill>
                <a:latin typeface="Microsoft YaHei"/>
                <a:ea typeface="Microsoft YaHei"/>
                <a:cs typeface="Microsoft YaHei"/>
              </a:rPr>
              <a:t>、</a:t>
            </a:r>
            <a:r>
              <a:rPr sz="1238" b="0">
                <a:solidFill>
                  <a:srgbClr val="6E747A"/>
                </a:solidFill>
                <a:latin typeface="Times New Roman"/>
                <a:ea typeface="Times New Roman"/>
                <a:cs typeface="Times New Roman"/>
              </a:rPr>
              <a:t>Bao [17,3]</a:t>
            </a:r>
            <a:endParaRPr>
              <a:latin typeface="Microsoft YaHei"/>
              <a:ea typeface="Microsoft YaHei"/>
              <a:cs typeface="Microsoft YaHei"/>
            </a:endParaRPr>
          </a:p>
        </p:txBody>
      </p:sp>
      <p:sp>
        <p:nvSpPr>
          <p:cNvPr id="21" name="rule-step-0">
            <a:extLst xmlns:a="http://schemas.openxmlformats.org/drawingml/2006/main">
              <a:ext uri="{FF2B5EF4-FFF2-40B4-BE49-F238E27FC236}">
                <a16:creationId xmlns:a16="http://schemas.microsoft.com/office/drawing/2014/main" id="{D6A2A1CC-31B4-4389-B337-612F89877F27}"/>
              </a:ext>
            </a:extLst>
          </p:cNvPr>
          <p:cNvSpPr>
            <a:spLocks xmlns:a="http://schemas.openxmlformats.org/drawingml/2006/main" noGrp="1"/>
          </p:cNvSpPr>
          <p:nvPr/>
        </p:nvSpPr>
        <p:spPr>
          <a:xfrm xmlns:a="http://schemas.openxmlformats.org/drawingml/2006/main">
            <a:off x="3571875" y="178117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任务与</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资源条件</a:t>
            </a:r>
            <a:endParaRPr>
              <a:latin typeface="Microsoft YaHei"/>
              <a:ea typeface="Microsoft YaHei"/>
              <a:cs typeface="Microsoft YaHei"/>
            </a:endParaRPr>
          </a:p>
        </p:txBody>
      </p:sp>
      <p:sp>
        <p:nvSpPr>
          <p:cNvPr id="22" name="rule-step-1">
            <a:extLst xmlns:a="http://schemas.openxmlformats.org/drawingml/2006/main">
              <a:ext uri="{FF2B5EF4-FFF2-40B4-BE49-F238E27FC236}">
                <a16:creationId xmlns:a16="http://schemas.microsoft.com/office/drawing/2014/main" id="{A7EA1FB3-485A-457F-B709-D8641EDEEFED}"/>
              </a:ext>
            </a:extLst>
          </p:cNvPr>
          <p:cNvSpPr>
            <a:spLocks xmlns:a="http://schemas.openxmlformats.org/drawingml/2006/main" noGrp="1"/>
          </p:cNvSpPr>
          <p:nvPr/>
        </p:nvSpPr>
        <p:spPr>
          <a:xfrm xmlns:a="http://schemas.openxmlformats.org/drawingml/2006/main">
            <a:off x="5562600" y="178117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优先级或</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构造规则</a:t>
            </a:r>
            <a:endParaRPr>
              <a:latin typeface="Microsoft YaHei"/>
              <a:ea typeface="Microsoft YaHei"/>
              <a:cs typeface="Microsoft YaHei"/>
            </a:endParaRPr>
          </a:p>
        </p:txBody>
      </p:sp>
      <p:sp>
        <p:nvSpPr>
          <p:cNvPr id="23" name="rule-step-2">
            <a:extLst xmlns:a="http://schemas.openxmlformats.org/drawingml/2006/main">
              <a:ext uri="{FF2B5EF4-FFF2-40B4-BE49-F238E27FC236}">
                <a16:creationId xmlns:a16="http://schemas.microsoft.com/office/drawing/2014/main" id="{5B97F22E-8E95-45DF-AB89-EC64EEA973B4}"/>
              </a:ext>
            </a:extLst>
          </p:cNvPr>
          <p:cNvSpPr>
            <a:spLocks xmlns:a="http://schemas.openxmlformats.org/drawingml/2006/main" noGrp="1"/>
          </p:cNvSpPr>
          <p:nvPr/>
        </p:nvSpPr>
        <p:spPr>
          <a:xfrm xmlns:a="http://schemas.openxmlformats.org/drawingml/2006/main">
            <a:off x="7553325" y="178117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作业安排</a:t>
            </a:r>
            <a:endParaRPr>
              <a:latin typeface="Microsoft YaHei"/>
              <a:ea typeface="Microsoft YaHei"/>
              <a:cs typeface="Microsoft YaHei"/>
            </a:endParaRPr>
          </a:p>
        </p:txBody>
      </p:sp>
      <p:sp>
        <p:nvSpPr>
          <p:cNvPr id="26" name="rule-conditions">
            <a:extLst xmlns:a="http://schemas.openxmlformats.org/drawingml/2006/main">
              <a:ext uri="{FF2B5EF4-FFF2-40B4-BE49-F238E27FC236}">
                <a16:creationId xmlns:a16="http://schemas.microsoft.com/office/drawing/2014/main" id="{B80ACC80-53B2-4E58-8790-9DD1308C6D99}"/>
              </a:ext>
            </a:extLst>
          </p:cNvPr>
          <p:cNvSpPr>
            <a:spLocks xmlns:a="http://schemas.openxmlformats.org/drawingml/2006/main" noGrp="1"/>
          </p:cNvSpPr>
          <p:nvPr/>
        </p:nvSpPr>
        <p:spPr>
          <a:xfrm xmlns:a="http://schemas.openxmlformats.org/drawingml/2006/main">
            <a:off x="9715500" y="18002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规则所需信息</a:t>
            </a:r>
            <a:endParaRPr>
              <a:latin typeface="Microsoft YaHei"/>
              <a:ea typeface="Microsoft YaHei"/>
              <a:cs typeface="Microsoft YaHei"/>
            </a:endParaRP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约束适配与决策耗时</a:t>
            </a:r>
            <a:endParaRPr>
              <a:latin typeface="Microsoft YaHei"/>
              <a:ea typeface="Microsoft YaHei"/>
              <a:cs typeface="Microsoft YaHei"/>
            </a:endParaRPr>
          </a:p>
        </p:txBody>
      </p:sp>
      <p:cxnSp>
        <p:nvCxnSpPr>
          <p:cNvPr id="27" name="math-branch">
            <a:extLst xmlns:a="http://schemas.openxmlformats.org/drawingml/2006/main">
              <a:ext uri="{FF2B5EF4-FFF2-40B4-BE49-F238E27FC236}">
                <a16:creationId xmlns:a16="http://schemas.microsoft.com/office/drawing/2014/main" id="{13C51EE0-B314-4538-AA2B-E586B4AE69AA}"/>
              </a:ext>
            </a:extLst>
          </p:cNvPr>
          <p:cNvCxnSpPr/>
          <p:nvPr/>
        </p:nvCxnSpPr>
        <p:spPr>
          <a:xfrm xmlns:a="http://schemas.openxmlformats.org/drawingml/2006/main" flipH="0" flipV="0">
            <a:off x="1181100" y="2933700"/>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28" name="math-label">
            <a:extLst xmlns:a="http://schemas.openxmlformats.org/drawingml/2006/main">
              <a:ext uri="{FF2B5EF4-FFF2-40B4-BE49-F238E27FC236}">
                <a16:creationId xmlns:a16="http://schemas.microsoft.com/office/drawing/2014/main" id="{26A03A2E-8E60-4500-B191-0B90313887E0}"/>
              </a:ext>
            </a:extLst>
          </p:cNvPr>
          <p:cNvSpPr>
            <a:spLocks xmlns:a="http://schemas.openxmlformats.org/drawingml/2006/main" noGrp="1"/>
          </p:cNvSpPr>
          <p:nvPr/>
        </p:nvSpPr>
        <p:spPr>
          <a:xfrm xmlns:a="http://schemas.openxmlformats.org/drawingml/2006/main">
            <a:off x="1343025" y="2647950"/>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Microsoft YaHei"/>
                <a:ea typeface="Microsoft YaHei"/>
                <a:cs typeface="Microsoft YaHei"/>
              </a:rPr>
              <a:t>数学优化</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Microsoft YaHei"/>
                <a:ea typeface="Microsoft YaHei"/>
                <a:cs typeface="Microsoft YaHei"/>
              </a:rPr>
              <a:t>与约束规划</a:t>
            </a:r>
            <a:endParaRPr>
              <a:latin typeface="Microsoft YaHei"/>
              <a:ea typeface="Microsoft YaHei"/>
              <a:cs typeface="Microsoft YaHei"/>
            </a:endParaRPr>
          </a:p>
        </p:txBody>
      </p:sp>
      <p:sp>
        <p:nvSpPr>
          <p:cNvPr id="29" name="math-references">
            <a:extLst xmlns:a="http://schemas.openxmlformats.org/drawingml/2006/main">
              <a:ext uri="{FF2B5EF4-FFF2-40B4-BE49-F238E27FC236}">
                <a16:creationId xmlns:a16="http://schemas.microsoft.com/office/drawing/2014/main" id="{FFD11319-FCED-432B-B783-E1ED5D2BB9BF}"/>
              </a:ext>
            </a:extLst>
          </p:cNvPr>
          <p:cNvSpPr>
            <a:spLocks xmlns:a="http://schemas.openxmlformats.org/drawingml/2006/main" noGrp="1"/>
          </p:cNvSpPr>
          <p:nvPr/>
        </p:nvSpPr>
        <p:spPr>
          <a:xfrm xmlns:a="http://schemas.openxmlformats.org/drawingml/2006/main">
            <a:off x="1238250" y="3228975"/>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Bao</a:t>
            </a:r>
            <a:r>
              <a:rPr sz="1238" b="0">
                <a:solidFill>
                  <a:srgbClr val="6E747A"/>
                </a:solidFill>
                <a:latin typeface="Microsoft YaHei"/>
                <a:ea typeface="Microsoft YaHei"/>
                <a:cs typeface="Microsoft YaHei"/>
              </a:rPr>
              <a:t>、</a:t>
            </a:r>
            <a:r>
              <a:rPr sz="1238" b="0">
                <a:solidFill>
                  <a:srgbClr val="6E747A"/>
                </a:solidFill>
                <a:latin typeface="Times New Roman"/>
                <a:ea typeface="Times New Roman"/>
                <a:cs typeface="Times New Roman"/>
              </a:rPr>
              <a:t>Pucel</a:t>
            </a:r>
            <a:r>
              <a:rPr sz="1238" b="0">
                <a:solidFill>
                  <a:srgbClr val="6E747A"/>
                </a:solidFill>
                <a:latin typeface="Microsoft YaHei"/>
                <a:ea typeface="Microsoft YaHei"/>
                <a:cs typeface="Microsoft YaHei"/>
              </a:rPr>
              <a:t>、</a:t>
            </a:r>
            <a:r>
              <a:rPr sz="1238" b="0">
                <a:solidFill>
                  <a:srgbClr val="6E747A"/>
                </a:solidFill>
                <a:latin typeface="Times New Roman"/>
                <a:ea typeface="Times New Roman"/>
                <a:cs typeface="Times New Roman"/>
              </a:rPr>
              <a:t>Lovato</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[3,11,5]</a:t>
            </a:r>
            <a:endParaRPr>
              <a:latin typeface="Microsoft YaHei"/>
              <a:ea typeface="Microsoft YaHei"/>
              <a:cs typeface="Microsoft YaHei"/>
            </a:endParaRPr>
          </a:p>
        </p:txBody>
      </p:sp>
      <p:sp>
        <p:nvSpPr>
          <p:cNvPr id="30" name="math-step-0">
            <a:extLst xmlns:a="http://schemas.openxmlformats.org/drawingml/2006/main">
              <a:ext uri="{FF2B5EF4-FFF2-40B4-BE49-F238E27FC236}">
                <a16:creationId xmlns:a16="http://schemas.microsoft.com/office/drawing/2014/main" id="{CEC7AD32-D00A-47FF-B019-AB943A1A7522}"/>
              </a:ext>
            </a:extLst>
          </p:cNvPr>
          <p:cNvSpPr>
            <a:spLocks xmlns:a="http://schemas.openxmlformats.org/drawingml/2006/main" noGrp="1"/>
          </p:cNvSpPr>
          <p:nvPr/>
        </p:nvSpPr>
        <p:spPr>
          <a:xfrm xmlns:a="http://schemas.openxmlformats.org/drawingml/2006/main">
            <a:off x="3571875" y="266700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决策变量</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与约束</a:t>
            </a:r>
            <a:endParaRPr>
              <a:latin typeface="Microsoft YaHei"/>
              <a:ea typeface="Microsoft YaHei"/>
              <a:cs typeface="Microsoft YaHei"/>
            </a:endParaRPr>
          </a:p>
        </p:txBody>
      </p:sp>
      <p:sp>
        <p:nvSpPr>
          <p:cNvPr id="31" name="math-step-1">
            <a:extLst xmlns:a="http://schemas.openxmlformats.org/drawingml/2006/main">
              <a:ext uri="{FF2B5EF4-FFF2-40B4-BE49-F238E27FC236}">
                <a16:creationId xmlns:a16="http://schemas.microsoft.com/office/drawing/2014/main" id="{2A8CC4DA-6499-4506-868A-916B7A252855}"/>
              </a:ext>
            </a:extLst>
          </p:cNvPr>
          <p:cNvSpPr>
            <a:spLocks xmlns:a="http://schemas.openxmlformats.org/drawingml/2006/main" noGrp="1"/>
          </p:cNvSpPr>
          <p:nvPr/>
        </p:nvSpPr>
        <p:spPr>
          <a:xfrm xmlns:a="http://schemas.openxmlformats.org/drawingml/2006/main">
            <a:off x="5562600" y="266700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建模与求解</a:t>
            </a:r>
            <a:endParaRPr>
              <a:latin typeface="Microsoft YaHei"/>
              <a:ea typeface="Microsoft YaHei"/>
              <a:cs typeface="Microsoft YaHei"/>
            </a:endParaRPr>
          </a:p>
        </p:txBody>
      </p:sp>
      <p:sp>
        <p:nvSpPr>
          <p:cNvPr id="32" name="math-step-2">
            <a:extLst xmlns:a="http://schemas.openxmlformats.org/drawingml/2006/main">
              <a:ext uri="{FF2B5EF4-FFF2-40B4-BE49-F238E27FC236}">
                <a16:creationId xmlns:a16="http://schemas.microsoft.com/office/drawing/2014/main" id="{ACECE0E7-7530-42E2-993E-4EAAA9B544A3}"/>
              </a:ext>
            </a:extLst>
          </p:cNvPr>
          <p:cNvSpPr>
            <a:spLocks xmlns:a="http://schemas.openxmlformats.org/drawingml/2006/main" noGrp="1"/>
          </p:cNvSpPr>
          <p:nvPr/>
        </p:nvSpPr>
        <p:spPr>
          <a:xfrm xmlns:a="http://schemas.openxmlformats.org/drawingml/2006/main">
            <a:off x="7553325" y="266700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初始或</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修复排程</a:t>
            </a:r>
            <a:endParaRPr>
              <a:latin typeface="Microsoft YaHei"/>
              <a:ea typeface="Microsoft YaHei"/>
              <a:cs typeface="Microsoft YaHei"/>
            </a:endParaRPr>
          </a:p>
        </p:txBody>
      </p:sp>
      <p:sp>
        <p:nvSpPr>
          <p:cNvPr id="35" name="math-conditions">
            <a:extLst xmlns:a="http://schemas.openxmlformats.org/drawingml/2006/main">
              <a:ext uri="{FF2B5EF4-FFF2-40B4-BE49-F238E27FC236}">
                <a16:creationId xmlns:a16="http://schemas.microsoft.com/office/drawing/2014/main" id="{1E74B02E-0E55-488A-AC76-D8E9249469CF}"/>
              </a:ext>
            </a:extLst>
          </p:cNvPr>
          <p:cNvSpPr>
            <a:spLocks xmlns:a="http://schemas.openxmlformats.org/drawingml/2006/main" noGrp="1"/>
          </p:cNvSpPr>
          <p:nvPr/>
        </p:nvSpPr>
        <p:spPr>
          <a:xfrm xmlns:a="http://schemas.openxmlformats.org/drawingml/2006/main">
            <a:off x="9715500" y="26860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约束表达</a:t>
            </a:r>
            <a:endParaRPr>
              <a:latin typeface="Microsoft YaHei"/>
              <a:ea typeface="Microsoft YaHei"/>
              <a:cs typeface="Microsoft YaHei"/>
            </a:endParaRP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方案质量与求解时间</a:t>
            </a:r>
            <a:endParaRPr>
              <a:latin typeface="Microsoft YaHei"/>
              <a:ea typeface="Microsoft YaHei"/>
              <a:cs typeface="Microsoft YaHei"/>
            </a:endParaRPr>
          </a:p>
        </p:txBody>
      </p:sp>
      <p:cxnSp>
        <p:nvCxnSpPr>
          <p:cNvPr id="36" name="meta-branch">
            <a:extLst xmlns:a="http://schemas.openxmlformats.org/drawingml/2006/main">
              <a:ext uri="{FF2B5EF4-FFF2-40B4-BE49-F238E27FC236}">
                <a16:creationId xmlns:a16="http://schemas.microsoft.com/office/drawing/2014/main" id="{EA4E9E4A-FF39-4B99-8039-BFC0994881F8}"/>
              </a:ext>
            </a:extLst>
          </p:cNvPr>
          <p:cNvCxnSpPr/>
          <p:nvPr/>
        </p:nvCxnSpPr>
        <p:spPr>
          <a:xfrm xmlns:a="http://schemas.openxmlformats.org/drawingml/2006/main" flipH="0" flipV="0">
            <a:off x="1181100" y="3819525"/>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37" name="meta-label">
            <a:extLst xmlns:a="http://schemas.openxmlformats.org/drawingml/2006/main">
              <a:ext uri="{FF2B5EF4-FFF2-40B4-BE49-F238E27FC236}">
                <a16:creationId xmlns:a16="http://schemas.microsoft.com/office/drawing/2014/main" id="{FC97246E-8D31-4324-9D5F-5D882E6363C0}"/>
              </a:ext>
            </a:extLst>
          </p:cNvPr>
          <p:cNvSpPr>
            <a:spLocks xmlns:a="http://schemas.openxmlformats.org/drawingml/2006/main" noGrp="1"/>
          </p:cNvSpPr>
          <p:nvPr/>
        </p:nvSpPr>
        <p:spPr>
          <a:xfrm xmlns:a="http://schemas.openxmlformats.org/drawingml/2006/main">
            <a:off x="1343025" y="3533775"/>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Microsoft YaHei"/>
                <a:ea typeface="Microsoft YaHei"/>
                <a:cs typeface="Microsoft YaHei"/>
              </a:rPr>
              <a:t>元启发式</a:t>
            </a:r>
            <a:endParaRPr>
              <a:latin typeface="Microsoft YaHei"/>
              <a:ea typeface="Microsoft YaHei"/>
              <a:cs typeface="Microsoft YaHei"/>
            </a:endParaRPr>
          </a:p>
        </p:txBody>
      </p:sp>
      <p:sp>
        <p:nvSpPr>
          <p:cNvPr id="38" name="meta-references">
            <a:extLst xmlns:a="http://schemas.openxmlformats.org/drawingml/2006/main">
              <a:ext uri="{FF2B5EF4-FFF2-40B4-BE49-F238E27FC236}">
                <a16:creationId xmlns:a16="http://schemas.microsoft.com/office/drawing/2014/main" id="{8076B88F-1DD8-4F22-B6B2-EEDB7B355019}"/>
              </a:ext>
            </a:extLst>
          </p:cNvPr>
          <p:cNvSpPr>
            <a:spLocks xmlns:a="http://schemas.openxmlformats.org/drawingml/2006/main" noGrp="1"/>
          </p:cNvSpPr>
          <p:nvPr/>
        </p:nvSpPr>
        <p:spPr>
          <a:xfrm xmlns:a="http://schemas.openxmlformats.org/drawingml/2006/main">
            <a:off x="1238250" y="4114800"/>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Fang</a:t>
            </a:r>
            <a:r>
              <a:rPr sz="1238" b="0">
                <a:solidFill>
                  <a:srgbClr val="6E747A"/>
                </a:solidFill>
                <a:latin typeface="Microsoft YaHei"/>
                <a:ea typeface="Microsoft YaHei"/>
                <a:cs typeface="Microsoft YaHei"/>
              </a:rPr>
              <a:t>、</a:t>
            </a:r>
            <a:r>
              <a:rPr sz="1238" b="0">
                <a:solidFill>
                  <a:srgbClr val="6E747A"/>
                </a:solidFill>
                <a:latin typeface="Times New Roman"/>
                <a:ea typeface="Times New Roman"/>
                <a:cs typeface="Times New Roman"/>
              </a:rPr>
              <a:t>Zheng</a:t>
            </a:r>
            <a:r>
              <a:rPr sz="1238" b="0">
                <a:solidFill>
                  <a:srgbClr val="6E747A"/>
                </a:solidFill>
                <a:latin typeface="Microsoft YaHei"/>
                <a:ea typeface="Microsoft YaHei"/>
                <a:cs typeface="Microsoft YaHei"/>
              </a:rPr>
              <a:t>、</a:t>
            </a:r>
            <a:r>
              <a:rPr sz="1238" b="0">
                <a:solidFill>
                  <a:srgbClr val="6E747A"/>
                </a:solidFill>
                <a:latin typeface="Times New Roman"/>
                <a:ea typeface="Times New Roman"/>
                <a:cs typeface="Times New Roman"/>
              </a:rPr>
              <a:t>Wen</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[9,10,18,19]</a:t>
            </a:r>
            <a:endParaRPr>
              <a:latin typeface="Microsoft YaHei"/>
              <a:ea typeface="Microsoft YaHei"/>
              <a:cs typeface="Microsoft YaHei"/>
            </a:endParaRPr>
          </a:p>
        </p:txBody>
      </p:sp>
      <p:sp>
        <p:nvSpPr>
          <p:cNvPr id="39" name="meta-step-0">
            <a:extLst xmlns:a="http://schemas.openxmlformats.org/drawingml/2006/main">
              <a:ext uri="{FF2B5EF4-FFF2-40B4-BE49-F238E27FC236}">
                <a16:creationId xmlns:a16="http://schemas.microsoft.com/office/drawing/2014/main" id="{637AA23D-AA8A-41C8-8BE7-BAB4DF2D0A9D}"/>
              </a:ext>
            </a:extLst>
          </p:cNvPr>
          <p:cNvSpPr>
            <a:spLocks xmlns:a="http://schemas.openxmlformats.org/drawingml/2006/main" noGrp="1"/>
          </p:cNvSpPr>
          <p:nvPr/>
        </p:nvSpPr>
        <p:spPr>
          <a:xfrm xmlns:a="http://schemas.openxmlformats.org/drawingml/2006/main">
            <a:off x="3571875" y="355282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候选方案</a:t>
            </a:r>
            <a:endParaRPr>
              <a:latin typeface="Microsoft YaHei"/>
              <a:ea typeface="Microsoft YaHei"/>
              <a:cs typeface="Microsoft YaHei"/>
            </a:endParaRPr>
          </a:p>
        </p:txBody>
      </p:sp>
      <p:sp>
        <p:nvSpPr>
          <p:cNvPr id="40" name="meta-step-1">
            <a:extLst xmlns:a="http://schemas.openxmlformats.org/drawingml/2006/main">
              <a:ext uri="{FF2B5EF4-FFF2-40B4-BE49-F238E27FC236}">
                <a16:creationId xmlns:a16="http://schemas.microsoft.com/office/drawing/2014/main" id="{05329C66-827E-40B9-92E1-0635A38C209C}"/>
              </a:ext>
            </a:extLst>
          </p:cNvPr>
          <p:cNvSpPr>
            <a:spLocks xmlns:a="http://schemas.openxmlformats.org/drawingml/2006/main" noGrp="1"/>
          </p:cNvSpPr>
          <p:nvPr/>
        </p:nvSpPr>
        <p:spPr>
          <a:xfrm xmlns:a="http://schemas.openxmlformats.org/drawingml/2006/main">
            <a:off x="5562600" y="355282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解码与评价</a:t>
            </a:r>
            <a:endParaRPr>
              <a:latin typeface="Microsoft YaHei"/>
              <a:ea typeface="Microsoft YaHei"/>
              <a:cs typeface="Microsoft YaHei"/>
            </a:endParaRPr>
          </a:p>
        </p:txBody>
      </p:sp>
      <p:sp>
        <p:nvSpPr>
          <p:cNvPr id="41" name="meta-step-2">
            <a:extLst xmlns:a="http://schemas.openxmlformats.org/drawingml/2006/main">
              <a:ext uri="{FF2B5EF4-FFF2-40B4-BE49-F238E27FC236}">
                <a16:creationId xmlns:a16="http://schemas.microsoft.com/office/drawing/2014/main" id="{B9B58586-0A0F-4D0A-A246-77A65446A271}"/>
              </a:ext>
            </a:extLst>
          </p:cNvPr>
          <p:cNvSpPr>
            <a:spLocks xmlns:a="http://schemas.openxmlformats.org/drawingml/2006/main" noGrp="1"/>
          </p:cNvSpPr>
          <p:nvPr/>
        </p:nvSpPr>
        <p:spPr>
          <a:xfrm xmlns:a="http://schemas.openxmlformats.org/drawingml/2006/main">
            <a:off x="7553325" y="355282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搜索改进</a:t>
            </a:r>
            <a:endParaRPr>
              <a:latin typeface="Microsoft YaHei"/>
              <a:ea typeface="Microsoft YaHei"/>
              <a:cs typeface="Microsoft YaHei"/>
            </a:endParaRPr>
          </a:p>
        </p:txBody>
      </p:sp>
      <p:sp>
        <p:nvSpPr>
          <p:cNvPr id="44" name="meta-conditions">
            <a:extLst xmlns:a="http://schemas.openxmlformats.org/drawingml/2006/main">
              <a:ext uri="{FF2B5EF4-FFF2-40B4-BE49-F238E27FC236}">
                <a16:creationId xmlns:a16="http://schemas.microsoft.com/office/drawing/2014/main" id="{E8B7049C-C15B-4806-A927-D020D9B9C696}"/>
              </a:ext>
            </a:extLst>
          </p:cNvPr>
          <p:cNvSpPr>
            <a:spLocks xmlns:a="http://schemas.openxmlformats.org/drawingml/2006/main" noGrp="1"/>
          </p:cNvSpPr>
          <p:nvPr/>
        </p:nvSpPr>
        <p:spPr>
          <a:xfrm xmlns:a="http://schemas.openxmlformats.org/drawingml/2006/main">
            <a:off x="9715500" y="357187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解码可行性、搜索预算</a:t>
            </a:r>
            <a:endParaRPr>
              <a:latin typeface="Microsoft YaHei"/>
              <a:ea typeface="Microsoft YaHei"/>
              <a:cs typeface="Microsoft YaHei"/>
            </a:endParaRP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受扰后重复求解开销</a:t>
            </a:r>
            <a:endParaRPr>
              <a:latin typeface="Microsoft YaHei"/>
              <a:ea typeface="Microsoft YaHei"/>
              <a:cs typeface="Microsoft YaHei"/>
            </a:endParaRPr>
          </a:p>
        </p:txBody>
      </p:sp>
      <p:cxnSp>
        <p:nvCxnSpPr>
          <p:cNvPr id="45" name="meta-loop-down">
            <a:extLst xmlns:a="http://schemas.openxmlformats.org/drawingml/2006/main">
              <a:ext uri="{FF2B5EF4-FFF2-40B4-BE49-F238E27FC236}">
                <a16:creationId xmlns:a16="http://schemas.microsoft.com/office/drawing/2014/main" id="{4C871012-017E-4984-9C3C-F4CFFC821FE8}"/>
              </a:ext>
            </a:extLst>
          </p:cNvPr>
          <p:cNvCxnSpPr/>
          <p:nvPr/>
        </p:nvCxnSpPr>
        <p:spPr>
          <a:xfrm xmlns:a="http://schemas.openxmlformats.org/drawingml/2006/main" flipH="0" flipV="0">
            <a:off x="8401050" y="4086225"/>
            <a:ext cx="0" cy="114300"/>
          </a:xfrm>
          <a:prstGeom xmlns:a="http://schemas.openxmlformats.org/drawingml/2006/main" prst="straightConnector1">
            <a:avLst/>
          </a:prstGeom>
          <a:ln xmlns:a="http://schemas.openxmlformats.org/drawingml/2006/main" w="12383">
            <a:solidFill>
              <a:srgbClr val="6E747A"/>
            </a:solidFill>
            <a:prstDash val="solid"/>
          </a:ln>
        </p:spPr>
      </p:cxnSp>
      <p:cxnSp>
        <p:nvCxnSpPr>
          <p:cNvPr id="46" name="meta-loop-back">
            <a:extLst xmlns:a="http://schemas.openxmlformats.org/drawingml/2006/main">
              <a:ext uri="{FF2B5EF4-FFF2-40B4-BE49-F238E27FC236}">
                <a16:creationId xmlns:a16="http://schemas.microsoft.com/office/drawing/2014/main" id="{248FD0B6-81F2-4F0F-8356-05D695DAD35C}"/>
              </a:ext>
            </a:extLst>
          </p:cNvPr>
          <p:cNvCxnSpPr/>
          <p:nvPr/>
        </p:nvCxnSpPr>
        <p:spPr>
          <a:xfrm xmlns:a="http://schemas.openxmlformats.org/drawingml/2006/main" flipH="1" flipV="0">
            <a:off x="4419600" y="4200525"/>
            <a:ext cx="3981450" cy="0"/>
          </a:xfrm>
          <a:prstGeom xmlns:a="http://schemas.openxmlformats.org/drawingml/2006/main" prst="straightConnector1">
            <a:avLst/>
          </a:prstGeom>
          <a:ln xmlns:a="http://schemas.openxmlformats.org/drawingml/2006/main" w="12383">
            <a:solidFill>
              <a:srgbClr val="6E747A"/>
            </a:solidFill>
            <a:prstDash val="solid"/>
            <a:tailEnd type="triangle" w="sm" len="sm"/>
          </a:ln>
        </p:spPr>
      </p:cxnSp>
      <p:cxnSp>
        <p:nvCxnSpPr>
          <p:cNvPr id="47" name="meta-loop-up">
            <a:extLst xmlns:a="http://schemas.openxmlformats.org/drawingml/2006/main">
              <a:ext uri="{FF2B5EF4-FFF2-40B4-BE49-F238E27FC236}">
                <a16:creationId xmlns:a16="http://schemas.microsoft.com/office/drawing/2014/main" id="{0D419731-3451-4D6D-8F5A-2909BD097B01}"/>
              </a:ext>
            </a:extLst>
          </p:cNvPr>
          <p:cNvCxnSpPr/>
          <p:nvPr/>
        </p:nvCxnSpPr>
        <p:spPr>
          <a:xfrm xmlns:a="http://schemas.openxmlformats.org/drawingml/2006/main" flipH="0" flipV="1">
            <a:off x="4419600" y="4086225"/>
            <a:ext cx="0" cy="114300"/>
          </a:xfrm>
          <a:prstGeom xmlns:a="http://schemas.openxmlformats.org/drawingml/2006/main" prst="straightConnector1">
            <a:avLst/>
          </a:prstGeom>
          <a:ln xmlns:a="http://schemas.openxmlformats.org/drawingml/2006/main" w="12383">
            <a:solidFill>
              <a:srgbClr val="6E747A"/>
            </a:solidFill>
            <a:prstDash val="solid"/>
          </a:ln>
        </p:spPr>
      </p:cxnSp>
      <p:cxnSp>
        <p:nvCxnSpPr>
          <p:cNvPr id="48" name="rl-branch">
            <a:extLst xmlns:a="http://schemas.openxmlformats.org/drawingml/2006/main">
              <a:ext uri="{FF2B5EF4-FFF2-40B4-BE49-F238E27FC236}">
                <a16:creationId xmlns:a16="http://schemas.microsoft.com/office/drawing/2014/main" id="{60405D13-9CEB-436B-9754-018618BD8694}"/>
              </a:ext>
            </a:extLst>
          </p:cNvPr>
          <p:cNvCxnSpPr/>
          <p:nvPr/>
        </p:nvCxnSpPr>
        <p:spPr>
          <a:xfrm xmlns:a="http://schemas.openxmlformats.org/drawingml/2006/main" flipH="0" flipV="0">
            <a:off x="1181100" y="4705350"/>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49" name="rl-label">
            <a:extLst xmlns:a="http://schemas.openxmlformats.org/drawingml/2006/main">
              <a:ext uri="{FF2B5EF4-FFF2-40B4-BE49-F238E27FC236}">
                <a16:creationId xmlns:a16="http://schemas.microsoft.com/office/drawing/2014/main" id="{3EC753A8-2099-440F-BE9B-B7F442CF80D8}"/>
              </a:ext>
            </a:extLst>
          </p:cNvPr>
          <p:cNvSpPr>
            <a:spLocks xmlns:a="http://schemas.openxmlformats.org/drawingml/2006/main" noGrp="1"/>
          </p:cNvSpPr>
          <p:nvPr/>
        </p:nvSpPr>
        <p:spPr>
          <a:xfrm xmlns:a="http://schemas.openxmlformats.org/drawingml/2006/main">
            <a:off x="1343025" y="4419600"/>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Microsoft YaHei"/>
                <a:ea typeface="Microsoft YaHei"/>
                <a:cs typeface="Microsoft YaHei"/>
              </a:rPr>
              <a:t>强化学习</a:t>
            </a:r>
            <a:endParaRPr>
              <a:latin typeface="Microsoft YaHei"/>
              <a:ea typeface="Microsoft YaHei"/>
              <a:cs typeface="Microsoft YaHei"/>
            </a:endParaRPr>
          </a:p>
        </p:txBody>
      </p:sp>
      <p:sp>
        <p:nvSpPr>
          <p:cNvPr id="50" name="rl-references">
            <a:extLst xmlns:a="http://schemas.openxmlformats.org/drawingml/2006/main">
              <a:ext uri="{FF2B5EF4-FFF2-40B4-BE49-F238E27FC236}">
                <a16:creationId xmlns:a16="http://schemas.microsoft.com/office/drawing/2014/main" id="{47915DD4-4AF3-4697-A9BA-6C9427826EBD}"/>
              </a:ext>
            </a:extLst>
          </p:cNvPr>
          <p:cNvSpPr>
            <a:spLocks xmlns:a="http://schemas.openxmlformats.org/drawingml/2006/main" noGrp="1"/>
          </p:cNvSpPr>
          <p:nvPr/>
        </p:nvSpPr>
        <p:spPr>
          <a:xfrm xmlns:a="http://schemas.openxmlformats.org/drawingml/2006/main">
            <a:off x="1238250" y="5000625"/>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Zhang</a:t>
            </a:r>
            <a:r>
              <a:rPr sz="1238" b="0">
                <a:solidFill>
                  <a:srgbClr val="6E747A"/>
                </a:solidFill>
                <a:latin typeface="Microsoft YaHei"/>
                <a:ea typeface="Microsoft YaHei"/>
                <a:cs typeface="Microsoft YaHei"/>
              </a:rPr>
              <a:t>、</a:t>
            </a:r>
            <a:r>
              <a:rPr sz="1238" b="0">
                <a:solidFill>
                  <a:srgbClr val="6E747A"/>
                </a:solidFill>
                <a:latin typeface="Times New Roman"/>
                <a:ea typeface="Times New Roman"/>
                <a:cs typeface="Times New Roman"/>
              </a:rPr>
              <a:t>Wen</a:t>
            </a:r>
            <a:r>
              <a:rPr sz="1238" b="0">
                <a:solidFill>
                  <a:srgbClr val="6E747A"/>
                </a:solidFill>
                <a:latin typeface="Microsoft YaHei"/>
                <a:ea typeface="Microsoft YaHei"/>
                <a:cs typeface="Microsoft YaHei"/>
              </a:rPr>
              <a:t>、</a:t>
            </a:r>
            <a:r>
              <a:rPr sz="1238" b="0">
                <a:solidFill>
                  <a:srgbClr val="6E747A"/>
                </a:solidFill>
                <a:latin typeface="Times New Roman"/>
                <a:ea typeface="Times New Roman"/>
                <a:cs typeface="Times New Roman"/>
              </a:rPr>
              <a:t>Chen</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[22,23,24]</a:t>
            </a:r>
            <a:endParaRPr>
              <a:latin typeface="Microsoft YaHei"/>
              <a:ea typeface="Microsoft YaHei"/>
              <a:cs typeface="Microsoft YaHei"/>
            </a:endParaRPr>
          </a:p>
        </p:txBody>
      </p:sp>
      <p:sp>
        <p:nvSpPr>
          <p:cNvPr id="51" name="rl-step-0">
            <a:extLst xmlns:a="http://schemas.openxmlformats.org/drawingml/2006/main">
              <a:ext uri="{FF2B5EF4-FFF2-40B4-BE49-F238E27FC236}">
                <a16:creationId xmlns:a16="http://schemas.microsoft.com/office/drawing/2014/main" id="{D8791B40-64C8-478F-A4F7-A9C60CB4DF80}"/>
              </a:ext>
            </a:extLst>
          </p:cNvPr>
          <p:cNvSpPr>
            <a:spLocks xmlns:a="http://schemas.openxmlformats.org/drawingml/2006/main" noGrp="1"/>
          </p:cNvSpPr>
          <p:nvPr/>
        </p:nvSpPr>
        <p:spPr>
          <a:xfrm xmlns:a="http://schemas.openxmlformats.org/drawingml/2006/main">
            <a:off x="3571875" y="443865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当前</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生产状态</a:t>
            </a:r>
            <a:endParaRPr>
              <a:latin typeface="Microsoft YaHei"/>
              <a:ea typeface="Microsoft YaHei"/>
              <a:cs typeface="Microsoft YaHei"/>
            </a:endParaRPr>
          </a:p>
        </p:txBody>
      </p:sp>
      <p:sp>
        <p:nvSpPr>
          <p:cNvPr id="52" name="rl-step-1">
            <a:extLst xmlns:a="http://schemas.openxmlformats.org/drawingml/2006/main">
              <a:ext uri="{FF2B5EF4-FFF2-40B4-BE49-F238E27FC236}">
                <a16:creationId xmlns:a16="http://schemas.microsoft.com/office/drawing/2014/main" id="{4DA5C228-9352-4DAA-B958-86A1D947EECD}"/>
              </a:ext>
            </a:extLst>
          </p:cNvPr>
          <p:cNvSpPr>
            <a:spLocks xmlns:a="http://schemas.openxmlformats.org/drawingml/2006/main" noGrp="1"/>
          </p:cNvSpPr>
          <p:nvPr/>
        </p:nvSpPr>
        <p:spPr>
          <a:xfrm xmlns:a="http://schemas.openxmlformats.org/drawingml/2006/main">
            <a:off x="5562600" y="443865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策略选择</a:t>
            </a:r>
            <a:endParaRPr>
              <a:latin typeface="Microsoft YaHei"/>
              <a:ea typeface="Microsoft YaHei"/>
              <a:cs typeface="Microsoft YaHei"/>
            </a:endParaRPr>
          </a:p>
        </p:txBody>
      </p:sp>
      <p:sp>
        <p:nvSpPr>
          <p:cNvPr id="53" name="rl-step-2">
            <a:extLst xmlns:a="http://schemas.openxmlformats.org/drawingml/2006/main">
              <a:ext uri="{FF2B5EF4-FFF2-40B4-BE49-F238E27FC236}">
                <a16:creationId xmlns:a16="http://schemas.microsoft.com/office/drawing/2014/main" id="{C9D1A48D-E14A-466D-A8DC-10CE65E7AC5F}"/>
              </a:ext>
            </a:extLst>
          </p:cNvPr>
          <p:cNvSpPr>
            <a:spLocks xmlns:a="http://schemas.openxmlformats.org/drawingml/2006/main" noGrp="1"/>
          </p:cNvSpPr>
          <p:nvPr/>
        </p:nvSpPr>
        <p:spPr>
          <a:xfrm xmlns:a="http://schemas.openxmlformats.org/drawingml/2006/main">
            <a:off x="7553325" y="443865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工序、资源</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Microsoft YaHei"/>
                <a:ea typeface="Microsoft YaHei"/>
                <a:cs typeface="Microsoft YaHei"/>
              </a:rPr>
              <a:t>或派工规则</a:t>
            </a:r>
            <a:endParaRPr>
              <a:latin typeface="Microsoft YaHei"/>
              <a:ea typeface="Microsoft YaHei"/>
              <a:cs typeface="Microsoft YaHei"/>
            </a:endParaRPr>
          </a:p>
        </p:txBody>
      </p:sp>
      <p:sp>
        <p:nvSpPr>
          <p:cNvPr id="56" name="rl-conditions">
            <a:extLst xmlns:a="http://schemas.openxmlformats.org/drawingml/2006/main">
              <a:ext uri="{FF2B5EF4-FFF2-40B4-BE49-F238E27FC236}">
                <a16:creationId xmlns:a16="http://schemas.microsoft.com/office/drawing/2014/main" id="{1E4AD1DF-9C09-4352-8FE8-6D10ABE19B40}"/>
              </a:ext>
            </a:extLst>
          </p:cNvPr>
          <p:cNvSpPr>
            <a:spLocks xmlns:a="http://schemas.openxmlformats.org/drawingml/2006/main" noGrp="1"/>
          </p:cNvSpPr>
          <p:nvPr/>
        </p:nvSpPr>
        <p:spPr>
          <a:xfrm xmlns:a="http://schemas.openxmlformats.org/drawingml/2006/main">
            <a:off x="9715500" y="445770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状态、动作、执行约束</a:t>
            </a:r>
            <a:endParaRPr>
              <a:latin typeface="Microsoft YaHei"/>
              <a:ea typeface="Microsoft YaHei"/>
              <a:cs typeface="Microsoft YaHei"/>
            </a:endParaRP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Microsoft YaHei"/>
                <a:ea typeface="Microsoft YaHei"/>
                <a:cs typeface="Microsoft YaHei"/>
              </a:rPr>
              <a:t>与计算成本</a:t>
            </a:r>
            <a:endParaRPr>
              <a:latin typeface="Microsoft YaHei"/>
              <a:ea typeface="Microsoft YaHei"/>
              <a:cs typeface="Microsoft YaHei"/>
            </a:endParaRPr>
          </a:p>
        </p:txBody>
      </p:sp>
      <p:sp>
        <p:nvSpPr>
          <p:cNvPr id="57" name="learning-assisted-search">
            <a:extLst xmlns:a="http://schemas.openxmlformats.org/drawingml/2006/main">
              <a:ext uri="{FF2B5EF4-FFF2-40B4-BE49-F238E27FC236}">
                <a16:creationId xmlns:a16="http://schemas.microsoft.com/office/drawing/2014/main" id="{F9DDA51D-59A1-4447-B7FB-00DB7FAC8B12}"/>
              </a:ext>
            </a:extLst>
          </p:cNvPr>
          <p:cNvSpPr>
            <a:spLocks xmlns:a="http://schemas.openxmlformats.org/drawingml/2006/main" noGrp="1"/>
          </p:cNvSpPr>
          <p:nvPr/>
        </p:nvSpPr>
        <p:spPr>
          <a:xfrm xmlns:a="http://schemas.openxmlformats.org/drawingml/2006/main">
            <a:off x="609600" y="54387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0">
                <a:solidFill>
                  <a:srgbClr val="6E747A"/>
                </a:solidFill>
              </a:defRPr>
            </a:defPPr>
          </a:lstStyle>
          <a:p xmlns:a="http://schemas.openxmlformats.org/drawingml/2006/main">
            <a:pPr algn="l">
              <a:lnSpc>
                <a:spcPct val="108000"/>
              </a:lnSpc>
              <a:spcBef>
                <a:spcPts val="0"/>
              </a:spcBef>
              <a:spcAft>
                <a:spcPts val="0"/>
              </a:spcAft>
              <a:buNone/>
              <a:defRPr sz="1388" b="0">
                <a:solidFill>
                  <a:srgbClr val="6E747A"/>
                </a:solidFill>
              </a:defRPr>
            </a:pPr>
            <a:r>
              <a:rPr sz="1388" b="0">
                <a:solidFill>
                  <a:srgbClr val="6E747A"/>
                </a:solidFill>
                <a:latin typeface="Microsoft YaHei"/>
                <a:ea typeface="Microsoft YaHei"/>
                <a:cs typeface="Microsoft YaHei"/>
              </a:rPr>
              <a:t>学习辅助搜索：</a:t>
            </a:r>
            <a:r>
              <a:rPr sz="1388" b="0">
                <a:solidFill>
                  <a:srgbClr val="6E747A"/>
                </a:solidFill>
                <a:latin typeface="Times New Roman"/>
                <a:ea typeface="Times New Roman"/>
                <a:cs typeface="Times New Roman"/>
              </a:rPr>
              <a:t>Q</a:t>
            </a:r>
            <a:r>
              <a:rPr sz="1388" b="0">
                <a:solidFill>
                  <a:srgbClr val="6E747A"/>
                </a:solidFill>
                <a:latin typeface="Microsoft YaHei"/>
                <a:ea typeface="Microsoft YaHei"/>
                <a:cs typeface="Microsoft YaHei"/>
              </a:rPr>
              <a:t>学习调节遗传算法或粒子群参数，归入元启发式</a:t>
            </a:r>
            <a:r>
              <a:rPr sz="1388" b="0">
                <a:solidFill>
                  <a:srgbClr val="6E747A"/>
                </a:solidFill>
                <a:latin typeface="Times New Roman"/>
                <a:ea typeface="Times New Roman"/>
                <a:cs typeface="Times New Roman"/>
              </a:rPr>
              <a:t>[18,19]</a:t>
            </a:r>
            <a:r>
              <a:rPr sz="1388" b="0">
                <a:solidFill>
                  <a:srgbClr val="6E747A"/>
                </a:solidFill>
                <a:latin typeface="Microsoft YaHei"/>
                <a:ea typeface="Microsoft YaHei"/>
                <a:cs typeface="Microsoft YaHei"/>
              </a:rPr>
              <a:t>。</a:t>
            </a:r>
            <a:endParaRPr>
              <a:latin typeface="Microsoft YaHei"/>
              <a:ea typeface="Microsoft YaHei"/>
              <a:cs typeface="Microsoft YaHei"/>
            </a:endParaRPr>
          </a:p>
        </p:txBody>
      </p:sp>
      <p:sp>
        <p:nvSpPr>
          <p:cNvPr id="58" name="rl-design-dimensions">
            <a:extLst xmlns:a="http://schemas.openxmlformats.org/drawingml/2006/main">
              <a:ext uri="{FF2B5EF4-FFF2-40B4-BE49-F238E27FC236}">
                <a16:creationId xmlns:a16="http://schemas.microsoft.com/office/drawing/2014/main" id="{B763AEAA-C311-4839-9421-EA8B5AA68386}"/>
              </a:ext>
            </a:extLst>
          </p:cNvPr>
          <p:cNvSpPr>
            <a:spLocks xmlns:a="http://schemas.openxmlformats.org/drawingml/2006/main" noGrp="1"/>
          </p:cNvSpPr>
          <p:nvPr/>
        </p:nvSpPr>
        <p:spPr>
          <a:xfrm xmlns:a="http://schemas.openxmlformats.org/drawingml/2006/main">
            <a:off x="609600" y="5686425"/>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0">
                <a:solidFill>
                  <a:srgbClr val="6E747A"/>
                </a:solidFill>
              </a:defRPr>
            </a:defPPr>
          </a:lstStyle>
          <a:p xmlns:a="http://schemas.openxmlformats.org/drawingml/2006/main">
            <a:pPr algn="l">
              <a:lnSpc>
                <a:spcPct val="108000"/>
              </a:lnSpc>
              <a:spcBef>
                <a:spcPts val="0"/>
              </a:spcBef>
              <a:spcAft>
                <a:spcPts val="0"/>
              </a:spcAft>
              <a:buNone/>
              <a:defRPr sz="1388" b="0">
                <a:solidFill>
                  <a:srgbClr val="6E747A"/>
                </a:solidFill>
              </a:defRPr>
            </a:pPr>
            <a:r>
              <a:rPr sz="1388" b="0">
                <a:solidFill>
                  <a:srgbClr val="6E747A"/>
                </a:solidFill>
                <a:latin typeface="Microsoft YaHei"/>
                <a:ea typeface="Microsoft YaHei"/>
                <a:cs typeface="Microsoft YaHei"/>
              </a:rPr>
              <a:t>强化学习通过奖励反馈训练策略，图编码与单／多智能体分别说明状态表示与决策组织。</a:t>
            </a:r>
            <a:endParaRPr>
              <a:latin typeface="Microsoft YaHei"/>
              <a:ea typeface="Microsoft YaHei"/>
              <a:cs typeface="Microsoft YaHei"/>
            </a:endParaRPr>
          </a:p>
        </p:txBody>
      </p:sp>
      <p:cxnSp>
        <p:nvCxnSpPr>
          <p:cNvPr id="59" name="summary-rule">
            <a:extLst xmlns:a="http://schemas.openxmlformats.org/drawingml/2006/main">
              <a:ext uri="{FF2B5EF4-FFF2-40B4-BE49-F238E27FC236}">
                <a16:creationId xmlns:a16="http://schemas.microsoft.com/office/drawing/2014/main" id="{95622E48-D8D7-4D5B-9E8C-E6494CD1B8DF}"/>
              </a:ext>
            </a:extLst>
          </p:cNvPr>
          <p:cNvCxnSpPr/>
          <p:nvPr/>
        </p:nvCxnSpPr>
        <p:spPr>
          <a:xfrm xmlns:a="http://schemas.openxmlformats.org/drawingml/2006/main" flipH="0" flipV="0">
            <a:off x="571500" y="6000750"/>
            <a:ext cx="11049000" cy="0"/>
          </a:xfrm>
          <a:prstGeom xmlns:a="http://schemas.openxmlformats.org/drawingml/2006/main" prst="straightConnector1">
            <a:avLst/>
          </a:prstGeom>
          <a:ln xmlns:a="http://schemas.openxmlformats.org/drawingml/2006/main" w="10478">
            <a:solidFill>
              <a:srgbClr val="CDD7E8"/>
            </a:solidFill>
            <a:prstDash val="solid"/>
          </a:ln>
        </p:spPr>
      </p:cxnSp>
      <p:sp>
        <p:nvSpPr>
          <p:cNvPr id="60" name="summary">
            <a:extLst xmlns:a="http://schemas.openxmlformats.org/drawingml/2006/main">
              <a:ext uri="{FF2B5EF4-FFF2-40B4-BE49-F238E27FC236}">
                <a16:creationId xmlns:a16="http://schemas.microsoft.com/office/drawing/2014/main" id="{A985CD8E-6ABE-4BDB-858C-2099A222A643}"/>
              </a:ext>
            </a:extLst>
          </p:cNvPr>
          <p:cNvSpPr>
            <a:spLocks xmlns:a="http://schemas.openxmlformats.org/drawingml/2006/main" noGrp="1"/>
          </p:cNvSpPr>
          <p:nvPr/>
        </p:nvSpPr>
        <p:spPr>
          <a:xfrm xmlns:a="http://schemas.openxmlformats.org/drawingml/2006/main">
            <a:off x="619125" y="60674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101010"/>
                </a:solidFill>
              </a:defRPr>
            </a:defPPr>
          </a:lstStyle>
          <a:p xmlns:a="http://schemas.openxmlformats.org/drawingml/2006/main">
            <a:pPr algn="l">
              <a:lnSpc>
                <a:spcPct val="96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不同方法在约束表达、方案质量与计算开销方面各有侧重，</a:t>
            </a:r>
            <a:r>
              <a:rPr sz="1500" b="1">
                <a:solidFill>
                  <a:srgbClr val="101010"/>
                </a:solidFill>
                <a:latin typeface="Microsoft YaHei"/>
                <a:ea typeface="Microsoft YaHei"/>
                <a:cs typeface="Microsoft YaHei"/>
              </a:rPr>
              <a:t>强化学习可通过训练形成反复调用的调度策略</a:t>
            </a:r>
            <a:r>
              <a:rPr sz="1500" b="0">
                <a:solidFill>
                  <a:srgbClr val="101010"/>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lgn="l">
              <a:lnSpc>
                <a:spcPct val="96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学习策略仍需匹配</a:t>
            </a:r>
            <a:r>
              <a:rPr sz="1500" b="1">
                <a:solidFill>
                  <a:srgbClr val="101010"/>
                </a:solidFill>
                <a:latin typeface="Microsoft YaHei"/>
                <a:ea typeface="Microsoft YaHei"/>
                <a:cs typeface="Microsoft YaHei"/>
              </a:rPr>
              <a:t>工序、站位与团队联合选择及受扰执行约束</a:t>
            </a:r>
            <a:r>
              <a:rPr sz="1500" b="0">
                <a:solidFill>
                  <a:srgbClr val="101010"/>
                </a:solidFill>
                <a:latin typeface="Microsoft YaHei"/>
                <a:ea typeface="Microsoft YaHei"/>
                <a:cs typeface="Microsoft YaHei"/>
              </a:rPr>
              <a:t>，并结合排程质量与计算成本评价。</a:t>
            </a:r>
            <a:endParaRPr>
              <a:latin typeface="Microsoft YaHei"/>
              <a:ea typeface="Microsoft YaHei"/>
              <a:cs typeface="Microsoft YaHei"/>
            </a:endParaRPr>
          </a:p>
        </p:txBody>
      </p:sp>
      <p:sp>
        <p:nvSpPr>
          <p:cNvPr id="61" name="survey-source">
            <a:extLst xmlns:a="http://schemas.openxmlformats.org/drawingml/2006/main">
              <a:ext uri="{FF2B5EF4-FFF2-40B4-BE49-F238E27FC236}">
                <a16:creationId xmlns:a16="http://schemas.microsoft.com/office/drawing/2014/main" id="{EEA1F38F-D6A1-4350-A1EA-CAF0C0472DBD}"/>
              </a:ext>
            </a:extLst>
          </p:cNvPr>
          <p:cNvSpPr>
            <a:spLocks xmlns:a="http://schemas.openxmlformats.org/drawingml/2006/main" noGrp="1"/>
          </p:cNvSpPr>
          <p:nvPr/>
        </p:nvSpPr>
        <p:spPr>
          <a:xfrm xmlns:a="http://schemas.openxmlformats.org/drawingml/2006/main">
            <a:off x="619125" y="65913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6E747A"/>
                </a:solidFill>
              </a:defRPr>
            </a:defPPr>
          </a:lstStyle>
          <a:p xmlns:a="http://schemas.openxmlformats.org/drawingml/2006/main">
            <a:pPr algn="l">
              <a:lnSpc>
                <a:spcPct val="108000"/>
              </a:lnSpc>
              <a:spcBef>
                <a:spcPts val="0"/>
              </a:spcBef>
              <a:spcAft>
                <a:spcPts val="0"/>
              </a:spcAft>
              <a:buNone/>
              <a:defRPr sz="1163" b="0">
                <a:solidFill>
                  <a:srgbClr val="6E747A"/>
                </a:solidFill>
              </a:defRPr>
            </a:pPr>
            <a:r>
              <a:rPr sz="1163" b="0">
                <a:solidFill>
                  <a:srgbClr val="6E747A"/>
                </a:solidFill>
                <a:latin typeface="Microsoft YaHei"/>
                <a:ea typeface="Microsoft YaHei"/>
                <a:cs typeface="Microsoft YaHei"/>
              </a:rPr>
              <a:t>综述依据：</a:t>
            </a:r>
            <a:r>
              <a:rPr sz="1163" b="0">
                <a:solidFill>
                  <a:srgbClr val="6E747A"/>
                </a:solidFill>
                <a:latin typeface="Times New Roman"/>
                <a:ea typeface="Times New Roman"/>
                <a:cs typeface="Times New Roman"/>
              </a:rPr>
              <a:t>Waubert de Puiseau</a:t>
            </a:r>
            <a:r>
              <a:rPr sz="1163" b="0">
                <a:solidFill>
                  <a:srgbClr val="6E747A"/>
                </a:solidFill>
                <a:latin typeface="Microsoft YaHei"/>
                <a:ea typeface="Microsoft YaHei"/>
                <a:cs typeface="Microsoft YaHei"/>
              </a:rPr>
              <a:t>等</a:t>
            </a:r>
            <a:r>
              <a:rPr sz="1163" b="0">
                <a:solidFill>
                  <a:srgbClr val="6E747A"/>
                </a:solidFill>
                <a:latin typeface="Times New Roman"/>
                <a:ea typeface="Times New Roman"/>
                <a:cs typeface="Times New Roman"/>
              </a:rPr>
              <a:t>[25]</a:t>
            </a:r>
            <a:r>
              <a:rPr sz="1163" b="0">
                <a:solidFill>
                  <a:srgbClr val="6E747A"/>
                </a:solidFill>
                <a:latin typeface="Microsoft YaHei"/>
                <a:ea typeface="Microsoft YaHei"/>
                <a:cs typeface="Microsoft YaHei"/>
              </a:rPr>
              <a:t>。</a:t>
            </a:r>
            <a:endParaRPr>
              <a:latin typeface="Microsoft YaHei"/>
              <a:ea typeface="Microsoft YaHei"/>
              <a:cs typeface="Microsoft YaHei"/>
            </a:endParaRPr>
          </a:p>
        </p:txBody>
      </p:sp>
    </p:spTree>
    <p:extLst>
      <p:ext uri="{BB962C8B-B14F-4D97-AF65-F5344CB8AC3E}">
        <p14:creationId xmlns:p14="http://schemas.microsoft.com/office/powerpoint/2010/main" val="17623417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1" name="">
            <a:extLst xmlns:a="http://schemas.openxmlformats.org/drawingml/2006/main">
              <a:ext uri="{FF2B5EF4-FFF2-40B4-BE49-F238E27FC236}">
                <a16:creationId xmlns:a16="http://schemas.microsoft.com/office/drawing/2014/main" id="{34FA9B38-4041-4912-9057-EFDF2D049057}"/>
              </a:ext>
            </a:extLst>
          </p:cNvPr>
          <p:cNvCxnSpPr>
            <a:stCxn xmlns:a="http://schemas.openxmlformats.org/drawingml/2006/main" id="66" idx="4"/>
            <a:endCxn xmlns:a="http://schemas.openxmlformats.org/drawingml/2006/main" id="68" idx="2"/>
          </p:cNvCxnSpPr>
          <p:nvPr/>
        </p:nvCxnSpPr>
        <p:spPr>
          <a:xfrm xmlns:a="http://schemas.openxmlformats.org/drawingml/2006/main">
            <a:off x="4486275" y="5276850"/>
            <a:ext cx="304800"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70" name="">
            <a:extLst xmlns:a="http://schemas.openxmlformats.org/drawingml/2006/main">
              <a:ext uri="{FF2B5EF4-FFF2-40B4-BE49-F238E27FC236}">
                <a16:creationId xmlns:a16="http://schemas.microsoft.com/office/drawing/2014/main" id="{41ABF366-7409-41B8-AA0D-D9C181211B19}"/>
              </a:ext>
            </a:extLst>
          </p:cNvPr>
          <p:cNvCxnSpPr>
            <a:stCxn xmlns:a="http://schemas.openxmlformats.org/drawingml/2006/main" id="67" idx="2"/>
            <a:endCxn xmlns:a="http://schemas.openxmlformats.org/drawingml/2006/main" id="68" idx="6"/>
          </p:cNvCxnSpPr>
          <p:nvPr/>
        </p:nvCxnSpPr>
        <p:spPr>
          <a:xfrm xmlns:a="http://schemas.openxmlformats.org/drawingml/2006/main" flipH="1">
            <a:off x="5229225" y="5276850"/>
            <a:ext cx="304800"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69" name="">
            <a:extLst xmlns:a="http://schemas.openxmlformats.org/drawingml/2006/main">
              <a:ext uri="{FF2B5EF4-FFF2-40B4-BE49-F238E27FC236}">
                <a16:creationId xmlns:a16="http://schemas.microsoft.com/office/drawing/2014/main" id="{B19FB8B2-9D72-4B42-9AF3-1640ACD5DBAA}"/>
              </a:ext>
            </a:extLst>
          </p:cNvPr>
          <p:cNvCxnSpPr>
            <a:stCxn xmlns:a="http://schemas.openxmlformats.org/drawingml/2006/main" id="66" idx="6"/>
            <a:endCxn xmlns:a="http://schemas.openxmlformats.org/drawingml/2006/main" id="67" idx="1"/>
          </p:cNvCxnSpPr>
          <p:nvPr/>
        </p:nvCxnSpPr>
        <p:spPr>
          <a:xfrm xmlns:a="http://schemas.openxmlformats.org/drawingml/2006/main">
            <a:off x="4705350" y="5086350"/>
            <a:ext cx="609600" cy="0"/>
          </a:xfrm>
          <a:prstGeom xmlns:a="http://schemas.openxmlformats.org/drawingml/2006/main" prst="straightConnector1">
            <a:avLst/>
          </a:prstGeom>
          <a:ln xmlns:a="http://schemas.openxmlformats.org/drawingml/2006/main" w="12383">
            <a:solidFill>
              <a:srgbClr val="4674CD"/>
            </a:solidFill>
            <a:prstDash val="solid"/>
          </a:ln>
        </p:spPr>
      </p:cxnSp>
      <p:cxnSp>
        <p:nvCxnSpPr>
          <p:cNvPr id="63" name="">
            <a:extLst xmlns:a="http://schemas.openxmlformats.org/drawingml/2006/main">
              <a:ext uri="{FF2B5EF4-FFF2-40B4-BE49-F238E27FC236}">
                <a16:creationId xmlns:a16="http://schemas.microsoft.com/office/drawing/2014/main" id="{7E8184F5-C71B-4F0E-A441-89A074B73320}"/>
              </a:ext>
            </a:extLst>
          </p:cNvPr>
          <p:cNvCxnSpPr>
            <a:stCxn xmlns:a="http://schemas.openxmlformats.org/drawingml/2006/main" id="58" idx="4"/>
            <a:endCxn xmlns:a="http://schemas.openxmlformats.org/drawingml/2006/main" id="60" idx="2"/>
          </p:cNvCxnSpPr>
          <p:nvPr/>
        </p:nvCxnSpPr>
        <p:spPr>
          <a:xfrm xmlns:a="http://schemas.openxmlformats.org/drawingml/2006/main">
            <a:off x="2409825" y="5276850"/>
            <a:ext cx="295275"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62" name="">
            <a:extLst xmlns:a="http://schemas.openxmlformats.org/drawingml/2006/main">
              <a:ext uri="{FF2B5EF4-FFF2-40B4-BE49-F238E27FC236}">
                <a16:creationId xmlns:a16="http://schemas.microsoft.com/office/drawing/2014/main" id="{C8B90EF7-4095-4D9A-B1B5-4C7F827CC01F}"/>
              </a:ext>
            </a:extLst>
          </p:cNvPr>
          <p:cNvCxnSpPr>
            <a:stCxn xmlns:a="http://schemas.openxmlformats.org/drawingml/2006/main" id="59" idx="4"/>
            <a:endCxn xmlns:a="http://schemas.openxmlformats.org/drawingml/2006/main" id="60" idx="6"/>
          </p:cNvCxnSpPr>
          <p:nvPr/>
        </p:nvCxnSpPr>
        <p:spPr>
          <a:xfrm xmlns:a="http://schemas.openxmlformats.org/drawingml/2006/main" flipH="1">
            <a:off x="3143250" y="5276850"/>
            <a:ext cx="295275"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61" name="">
            <a:extLst xmlns:a="http://schemas.openxmlformats.org/drawingml/2006/main">
              <a:ext uri="{FF2B5EF4-FFF2-40B4-BE49-F238E27FC236}">
                <a16:creationId xmlns:a16="http://schemas.microsoft.com/office/drawing/2014/main" id="{8A95156F-96F0-4B18-ACFF-C1D34E7ACBB8}"/>
              </a:ext>
            </a:extLst>
          </p:cNvPr>
          <p:cNvCxnSpPr>
            <a:stCxn xmlns:a="http://schemas.openxmlformats.org/drawingml/2006/main" id="58" idx="6"/>
            <a:endCxn xmlns:a="http://schemas.openxmlformats.org/drawingml/2006/main" id="59" idx="2"/>
          </p:cNvCxnSpPr>
          <p:nvPr/>
        </p:nvCxnSpPr>
        <p:spPr>
          <a:xfrm xmlns:a="http://schemas.openxmlformats.org/drawingml/2006/main">
            <a:off x="2628900" y="5086350"/>
            <a:ext cx="590550" cy="0"/>
          </a:xfrm>
          <a:prstGeom xmlns:a="http://schemas.openxmlformats.org/drawingml/2006/main" prst="straightConnector1">
            <a:avLst/>
          </a:prstGeom>
          <a:ln xmlns:a="http://schemas.openxmlformats.org/drawingml/2006/main" w="12383">
            <a:solidFill>
              <a:srgbClr val="4674CD"/>
            </a:solidFill>
            <a:prstDash val="solid"/>
          </a:ln>
        </p:spPr>
      </p:cxnSp>
      <p:cxnSp>
        <p:nvCxnSpPr>
          <p:cNvPr id="50" name="">
            <a:extLst xmlns:a="http://schemas.openxmlformats.org/drawingml/2006/main">
              <a:ext uri="{FF2B5EF4-FFF2-40B4-BE49-F238E27FC236}">
                <a16:creationId xmlns:a16="http://schemas.microsoft.com/office/drawing/2014/main" id="{D42D150E-C838-4B2F-8984-88AD040FA636}"/>
              </a:ext>
            </a:extLst>
          </p:cNvPr>
          <p:cNvCxnSpPr>
            <a:stCxn xmlns:a="http://schemas.openxmlformats.org/drawingml/2006/main" id="48" idx="6"/>
            <a:endCxn xmlns:a="http://schemas.openxmlformats.org/drawingml/2006/main" id="49" idx="2"/>
          </p:cNvCxnSpPr>
          <p:nvPr/>
        </p:nvCxnSpPr>
        <p:spPr>
          <a:xfrm xmlns:a="http://schemas.openxmlformats.org/drawingml/2006/main">
            <a:off x="5133975" y="3719513"/>
            <a:ext cx="438150" cy="0"/>
          </a:xfrm>
          <a:prstGeom xmlns:a="http://schemas.openxmlformats.org/drawingml/2006/main" prst="straightConnector1">
            <a:avLst/>
          </a:prstGeom>
          <a:ln xmlns:a="http://schemas.openxmlformats.org/drawingml/2006/main" w="10478">
            <a:solidFill>
              <a:srgbClr val="4674CD"/>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D77D4ECC-B17D-4753-A0F4-984E305ACE39}"/>
              </a:ext>
            </a:extLst>
          </p:cNvPr>
          <p:cNvCxnSpPr>
            <a:stCxn xmlns:a="http://schemas.openxmlformats.org/drawingml/2006/main" id="42" idx="6"/>
            <a:endCxn xmlns:a="http://schemas.openxmlformats.org/drawingml/2006/main" id="43" idx="2"/>
          </p:cNvCxnSpPr>
          <p:nvPr/>
        </p:nvCxnSpPr>
        <p:spPr>
          <a:xfrm xmlns:a="http://schemas.openxmlformats.org/drawingml/2006/main">
            <a:off x="3771900" y="3719513"/>
            <a:ext cx="438150" cy="0"/>
          </a:xfrm>
          <a:prstGeom xmlns:a="http://schemas.openxmlformats.org/drawingml/2006/main" prst="straightConnector1">
            <a:avLst/>
          </a:prstGeom>
          <a:ln xmlns:a="http://schemas.openxmlformats.org/drawingml/2006/main" w="10478">
            <a:solidFill>
              <a:srgbClr val="4674CD"/>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54EC8541-EBC5-4E14-9208-F762920E5948}"/>
              </a:ext>
            </a:extLst>
          </p:cNvPr>
          <p:cNvCxnSpPr>
            <a:stCxn xmlns:a="http://schemas.openxmlformats.org/drawingml/2006/main" id="36" idx="6"/>
            <a:endCxn xmlns:a="http://schemas.openxmlformats.org/drawingml/2006/main" id="37" idx="2"/>
          </p:cNvCxnSpPr>
          <p:nvPr/>
        </p:nvCxnSpPr>
        <p:spPr>
          <a:xfrm xmlns:a="http://schemas.openxmlformats.org/drawingml/2006/main">
            <a:off x="2409825" y="3719513"/>
            <a:ext cx="438150" cy="0"/>
          </a:xfrm>
          <a:prstGeom xmlns:a="http://schemas.openxmlformats.org/drawingml/2006/main" prst="straightConnector1">
            <a:avLst/>
          </a:prstGeom>
          <a:ln xmlns:a="http://schemas.openxmlformats.org/drawingml/2006/main" w="10478">
            <a:solidFill>
              <a:srgbClr val="4674CD"/>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0B37588C-6434-46BC-BC9F-FE3BC61EE65D}"/>
              </a:ext>
            </a:extLst>
          </p:cNvPr>
          <p:cNvCxnSpPr>
            <a:stCxn xmlns:a="http://schemas.openxmlformats.org/drawingml/2006/main" id="25" idx="4"/>
            <a:endCxn xmlns:a="http://schemas.openxmlformats.org/drawingml/2006/main" id="26" idx="0"/>
          </p:cNvCxnSpPr>
          <p:nvPr/>
        </p:nvCxnSpPr>
        <p:spPr>
          <a:xfrm xmlns:a="http://schemas.openxmlformats.org/drawingml/2006/main">
            <a:off x="5276850" y="2390775"/>
            <a:ext cx="485775" cy="114300"/>
          </a:xfrm>
          <a:prstGeom xmlns:a="http://schemas.openxmlformats.org/drawingml/2006/main" prst="straightConnector1">
            <a:avLst/>
          </a:prstGeom>
          <a:ln xmlns:a="http://schemas.openxmlformats.org/drawingml/2006/main" w="12383">
            <a:solidFill>
              <a:srgbClr val="4674CD"/>
            </a:solidFill>
            <a:prstDash val="solid"/>
          </a:ln>
        </p:spPr>
      </p:cxnSp>
      <p:cxnSp>
        <p:nvCxnSpPr>
          <p:cNvPr id="28" name="">
            <a:extLst xmlns:a="http://schemas.openxmlformats.org/drawingml/2006/main">
              <a:ext uri="{FF2B5EF4-FFF2-40B4-BE49-F238E27FC236}">
                <a16:creationId xmlns:a16="http://schemas.microsoft.com/office/drawing/2014/main" id="{444FF98E-8D7C-42BB-A069-CDBC8138D450}"/>
              </a:ext>
            </a:extLst>
          </p:cNvPr>
          <p:cNvCxnSpPr>
            <a:stCxn xmlns:a="http://schemas.openxmlformats.org/drawingml/2006/main" id="24" idx="4"/>
            <a:endCxn xmlns:a="http://schemas.openxmlformats.org/drawingml/2006/main" id="26" idx="1"/>
          </p:cNvCxnSpPr>
          <p:nvPr/>
        </p:nvCxnSpPr>
        <p:spPr>
          <a:xfrm xmlns:a="http://schemas.openxmlformats.org/drawingml/2006/main">
            <a:off x="4419600" y="2390775"/>
            <a:ext cx="1066800" cy="276225"/>
          </a:xfrm>
          <a:prstGeom xmlns:a="http://schemas.openxmlformats.org/drawingml/2006/main" prst="bentConnector3">
            <a:avLst>
              <a:gd name="adj1" fmla="val 0"/>
            </a:avLst>
          </a:prstGeom>
          <a:ln xmlns:a="http://schemas.openxmlformats.org/drawingml/2006/main" w="12383">
            <a:solidFill>
              <a:srgbClr val="4674CD"/>
            </a:solidFill>
            <a:prstDash val="solid"/>
          </a:ln>
        </p:spPr>
      </p:cxnSp>
      <p:cxnSp>
        <p:nvCxnSpPr>
          <p:cNvPr id="27" name="">
            <a:extLst xmlns:a="http://schemas.openxmlformats.org/drawingml/2006/main">
              <a:ext uri="{FF2B5EF4-FFF2-40B4-BE49-F238E27FC236}">
                <a16:creationId xmlns:a16="http://schemas.microsoft.com/office/drawing/2014/main" id="{66A3EAAB-4278-409F-87A0-55101263F7FA}"/>
              </a:ext>
            </a:extLst>
          </p:cNvPr>
          <p:cNvCxnSpPr>
            <a:stCxn xmlns:a="http://schemas.openxmlformats.org/drawingml/2006/main" id="24" idx="6"/>
            <a:endCxn xmlns:a="http://schemas.openxmlformats.org/drawingml/2006/main" id="25" idx="2"/>
          </p:cNvCxnSpPr>
          <p:nvPr/>
        </p:nvCxnSpPr>
        <p:spPr>
          <a:xfrm xmlns:a="http://schemas.openxmlformats.org/drawingml/2006/main">
            <a:off x="4638675" y="2190750"/>
            <a:ext cx="419100" cy="0"/>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CD7EBF7A-0513-4041-BF87-8AF17510AB54}"/>
              </a:ext>
            </a:extLst>
          </p:cNvPr>
          <p:cNvCxnSpPr>
            <a:stCxn xmlns:a="http://schemas.openxmlformats.org/drawingml/2006/main" id="18" idx="4"/>
            <a:endCxn xmlns:a="http://schemas.openxmlformats.org/drawingml/2006/main" id="19" idx="0"/>
          </p:cNvCxnSpPr>
          <p:nvPr/>
        </p:nvCxnSpPr>
        <p:spPr>
          <a:xfrm xmlns:a="http://schemas.openxmlformats.org/drawingml/2006/main">
            <a:off x="3171825" y="2409825"/>
            <a:ext cx="0" cy="85725"/>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5E9BC410-A793-469A-B104-8D20F566919D}"/>
              </a:ext>
            </a:extLst>
          </p:cNvPr>
          <p:cNvCxnSpPr>
            <a:stCxn xmlns:a="http://schemas.openxmlformats.org/drawingml/2006/main" id="17" idx="6"/>
            <a:endCxn xmlns:a="http://schemas.openxmlformats.org/drawingml/2006/main" id="18" idx="2"/>
          </p:cNvCxnSpPr>
          <p:nvPr/>
        </p:nvCxnSpPr>
        <p:spPr>
          <a:xfrm xmlns:a="http://schemas.openxmlformats.org/drawingml/2006/main">
            <a:off x="2571750" y="2200275"/>
            <a:ext cx="390525" cy="0"/>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sp>
        <p:nvSpPr>
          <p:cNvPr id="5"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6" name="同济校标">
            <a:extLst xmlns:a="http://schemas.openxmlformats.org/drawingml/2006/main">
              <a:ext uri="{FF2B5EF4-FFF2-40B4-BE49-F238E27FC236}">
                <a16:creationId xmlns:a16="http://schemas.microsoft.com/office/drawing/2014/main" id="{852BACE9-D246-4F0D-990B-CDA359F0BF4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611be0771854abd"/>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7"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Microsoft YaHei"/>
                <a:ea typeface="Microsoft YaHei"/>
                <a:cs typeface="Microsoft YaHei"/>
              </a:rPr>
              <a:t>文献综述</a:t>
            </a:r>
            <a:endParaRPr>
              <a:latin typeface="Microsoft YaHei"/>
              <a:ea typeface="Microsoft YaHei"/>
              <a:cs typeface="Microsoft YaHei"/>
            </a:endParaRPr>
          </a:p>
        </p:txBody>
      </p:sp>
      <p:sp>
        <p:nvSpPr>
          <p:cNvPr id="8"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Microsoft YaHei"/>
                <a:ea typeface="Microsoft YaHei"/>
                <a:cs typeface="Microsoft YaHei"/>
              </a:defRPr>
            </a:defPPr>
          </a:lstStyle>
          <a:p xmlns:a="http://schemas.openxmlformats.org/drawingml/2006/main">
            <a:pPr algn="l">
              <a:lnSpc>
                <a:spcPct val="100000"/>
              </a:lnSpc>
              <a:spcBef>
                <a:spcPts val="0"/>
              </a:spcBef>
              <a:spcAft>
                <a:spcPts val="0"/>
              </a:spcAft>
              <a:buNone/>
              <a:defRPr sz="2400" b="1">
                <a:solidFill>
                  <a:srgbClr val="315CA9"/>
                </a:solidFill>
                <a:latin typeface="Microsoft YaHei"/>
                <a:ea typeface="Microsoft YaHei"/>
                <a:cs typeface="Microsoft YaHei"/>
              </a:defRPr>
            </a:pPr>
            <a:r>
              <a:rPr sz="2400" b="1">
                <a:solidFill>
                  <a:srgbClr val="315CA9"/>
                </a:solidFill>
                <a:latin typeface="Microsoft YaHei"/>
                <a:ea typeface="Microsoft YaHei"/>
                <a:cs typeface="Microsoft YaHei"/>
              </a:rPr>
              <a:t>图强化学习与动态状态表示</a:t>
            </a:r>
            <a:endParaRPr>
              <a:latin typeface="Microsoft YaHei"/>
              <a:ea typeface="Microsoft YaHei"/>
              <a:cs typeface="Microsoft YaHei"/>
            </a:endParaRPr>
          </a:p>
        </p:txBody>
      </p:sp>
      <p:sp>
        <p:nvSpPr>
          <p:cNvPr id="9"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07</a:t>
            </a:r>
            <a:endParaRPr>
              <a:latin typeface="Microsoft YaHei"/>
              <a:ea typeface="Microsoft YaHei"/>
              <a:cs typeface="Microsoft YaHei"/>
            </a:endParaRPr>
          </a:p>
        </p:txBody>
      </p:sp>
      <p:sp>
        <p:nvSpPr>
          <p:cNvPr id="10" name="overview">
            <a:extLst xmlns:a="http://schemas.openxmlformats.org/drawingml/2006/main">
              <a:ext uri="{FF2B5EF4-FFF2-40B4-BE49-F238E27FC236}">
                <a16:creationId xmlns:a16="http://schemas.microsoft.com/office/drawing/2014/main" id="{0B3F7713-9B7A-4F97-AF2C-FD92D1432975}"/>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6E747A"/>
                </a:solidFill>
              </a:defRPr>
            </a:defPPr>
          </a:lstStyle>
          <a:p xmlns:a="http://schemas.openxmlformats.org/drawingml/2006/main">
            <a:pPr algn="l">
              <a:lnSpc>
                <a:spcPct val="108000"/>
              </a:lnSpc>
              <a:spcBef>
                <a:spcPts val="0"/>
              </a:spcBef>
              <a:spcAft>
                <a:spcPts val="0"/>
              </a:spcAft>
              <a:buNone/>
              <a:defRPr sz="1613" b="0">
                <a:solidFill>
                  <a:srgbClr val="6E747A"/>
                </a:solidFill>
              </a:defRPr>
            </a:pPr>
            <a:r>
              <a:rPr sz="1613" b="0">
                <a:solidFill>
                  <a:srgbClr val="6E747A"/>
                </a:solidFill>
                <a:latin typeface="Microsoft YaHei"/>
                <a:ea typeface="Microsoft YaHei"/>
                <a:cs typeface="Microsoft YaHei"/>
              </a:rPr>
              <a:t>比较生产信息的内容、组织方式及其在调度策略中的作用。</a:t>
            </a:r>
            <a:endParaRPr>
              <a:latin typeface="Microsoft YaHei"/>
              <a:ea typeface="Microsoft YaHei"/>
              <a:cs typeface="Microsoft YaHei"/>
            </a:endParaRPr>
          </a:p>
        </p:txBody>
      </p:sp>
      <p:cxnSp>
        <p:nvCxnSpPr>
          <p:cNvPr id="11" name="topic-separator-1">
            <a:extLst xmlns:a="http://schemas.openxmlformats.org/drawingml/2006/main">
              <a:ext uri="{FF2B5EF4-FFF2-40B4-BE49-F238E27FC236}">
                <a16:creationId xmlns:a16="http://schemas.microsoft.com/office/drawing/2014/main" id="{02901FAB-AED9-47F0-A3D8-6D9B26CF6431}"/>
              </a:ext>
            </a:extLst>
          </p:cNvPr>
          <p:cNvCxnSpPr/>
          <p:nvPr/>
        </p:nvCxnSpPr>
        <p:spPr>
          <a:xfrm xmlns:a="http://schemas.openxmlformats.org/drawingml/2006/main" flipH="0" flipV="0">
            <a:off x="590550" y="2914650"/>
            <a:ext cx="11029950" cy="0"/>
          </a:xfrm>
          <a:prstGeom xmlns:a="http://schemas.openxmlformats.org/drawingml/2006/main" prst="straightConnector1">
            <a:avLst/>
          </a:prstGeom>
          <a:ln xmlns:a="http://schemas.openxmlformats.org/drawingml/2006/main" w="9525">
            <a:solidFill>
              <a:srgbClr val="CDD7E8"/>
            </a:solidFill>
            <a:prstDash val="solid"/>
          </a:ln>
        </p:spPr>
      </p:cxnSp>
      <p:cxnSp>
        <p:nvCxnSpPr>
          <p:cNvPr id="12" name="topic-separator-2">
            <a:extLst xmlns:a="http://schemas.openxmlformats.org/drawingml/2006/main">
              <a:ext uri="{FF2B5EF4-FFF2-40B4-BE49-F238E27FC236}">
                <a16:creationId xmlns:a16="http://schemas.microsoft.com/office/drawing/2014/main" id="{AD88B693-4545-463D-82A0-728EC33C9065}"/>
              </a:ext>
            </a:extLst>
          </p:cNvPr>
          <p:cNvCxnSpPr/>
          <p:nvPr/>
        </p:nvCxnSpPr>
        <p:spPr>
          <a:xfrm xmlns:a="http://schemas.openxmlformats.org/drawingml/2006/main" flipH="0" flipV="0">
            <a:off x="590550" y="4419600"/>
            <a:ext cx="11029950" cy="0"/>
          </a:xfrm>
          <a:prstGeom xmlns:a="http://schemas.openxmlformats.org/drawingml/2006/main" prst="straightConnector1">
            <a:avLst/>
          </a:prstGeom>
          <a:ln xmlns:a="http://schemas.openxmlformats.org/drawingml/2006/main" w="9525">
            <a:solidFill>
              <a:srgbClr val="CDD7E8"/>
            </a:solidFill>
            <a:prstDash val="solid"/>
          </a:ln>
        </p:spPr>
      </p:cxnSp>
      <p:sp>
        <p:nvSpPr>
          <p:cNvPr id="13" name="relation-topic">
            <a:extLst xmlns:a="http://schemas.openxmlformats.org/drawingml/2006/main">
              <a:ext uri="{FF2B5EF4-FFF2-40B4-BE49-F238E27FC236}">
                <a16:creationId xmlns:a16="http://schemas.microsoft.com/office/drawing/2014/main" id="{E69B32AE-0A3C-465D-B2E9-DB4EC30A581D}"/>
              </a:ext>
            </a:extLst>
          </p:cNvPr>
          <p:cNvSpPr>
            <a:spLocks xmlns:a="http://schemas.openxmlformats.org/drawingml/2006/main" noGrp="1"/>
          </p:cNvSpPr>
          <p:nvPr/>
        </p:nvSpPr>
        <p:spPr>
          <a:xfrm xmlns:a="http://schemas.openxmlformats.org/drawingml/2006/main">
            <a:off x="495300" y="2066925"/>
            <a:ext cx="143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15CA9"/>
                </a:solidFill>
              </a:defRPr>
            </a:defPPr>
          </a:lstStyle>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工艺与</a:t>
            </a:r>
            <a:endParaRPr>
              <a:latin typeface="Microsoft YaHei"/>
              <a:ea typeface="Microsoft YaHei"/>
              <a:cs typeface="Microsoft YaHei"/>
            </a:endParaRPr>
          </a:p>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资源关系</a:t>
            </a:r>
            <a:endParaRPr>
              <a:latin typeface="Microsoft YaHei"/>
              <a:ea typeface="Microsoft YaHei"/>
              <a:cs typeface="Microsoft YaHei"/>
            </a:endParaRPr>
          </a:p>
        </p:txBody>
      </p:sp>
      <p:sp>
        <p:nvSpPr>
          <p:cNvPr id="14" name="station-topic">
            <a:extLst xmlns:a="http://schemas.openxmlformats.org/drawingml/2006/main">
              <a:ext uri="{FF2B5EF4-FFF2-40B4-BE49-F238E27FC236}">
                <a16:creationId xmlns:a16="http://schemas.microsoft.com/office/drawing/2014/main" id="{AE02F6F6-E967-4990-808D-8E0B9D045FA3}"/>
              </a:ext>
            </a:extLst>
          </p:cNvPr>
          <p:cNvSpPr>
            <a:spLocks xmlns:a="http://schemas.openxmlformats.org/drawingml/2006/main" noGrp="1"/>
          </p:cNvSpPr>
          <p:nvPr/>
        </p:nvSpPr>
        <p:spPr>
          <a:xfrm xmlns:a="http://schemas.openxmlformats.org/drawingml/2006/main">
            <a:off x="495300" y="3419475"/>
            <a:ext cx="143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15CA9"/>
                </a:solidFill>
              </a:defRPr>
            </a:defPPr>
          </a:lstStyle>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站位及</a:t>
            </a:r>
            <a:endParaRPr>
              <a:latin typeface="Microsoft YaHei"/>
              <a:ea typeface="Microsoft YaHei"/>
              <a:cs typeface="Microsoft YaHei"/>
            </a:endParaRPr>
          </a:p>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整线信息</a:t>
            </a:r>
            <a:endParaRPr>
              <a:latin typeface="Microsoft YaHei"/>
              <a:ea typeface="Microsoft YaHei"/>
              <a:cs typeface="Microsoft YaHei"/>
            </a:endParaRPr>
          </a:p>
        </p:txBody>
      </p:sp>
      <p:sp>
        <p:nvSpPr>
          <p:cNvPr id="15" name="semantic-topic">
            <a:extLst xmlns:a="http://schemas.openxmlformats.org/drawingml/2006/main">
              <a:ext uri="{FF2B5EF4-FFF2-40B4-BE49-F238E27FC236}">
                <a16:creationId xmlns:a16="http://schemas.microsoft.com/office/drawing/2014/main" id="{2B2F1335-5C6D-4BF8-AAEB-B3FC5603B569}"/>
              </a:ext>
            </a:extLst>
          </p:cNvPr>
          <p:cNvSpPr>
            <a:spLocks xmlns:a="http://schemas.openxmlformats.org/drawingml/2006/main" noGrp="1"/>
          </p:cNvSpPr>
          <p:nvPr/>
        </p:nvSpPr>
        <p:spPr>
          <a:xfrm xmlns:a="http://schemas.openxmlformats.org/drawingml/2006/main">
            <a:off x="495300" y="4953000"/>
            <a:ext cx="143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15CA9"/>
                </a:solidFill>
              </a:defRPr>
            </a:defPPr>
          </a:lstStyle>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生产语义</a:t>
            </a:r>
            <a:endParaRPr>
              <a:latin typeface="Microsoft YaHei"/>
              <a:ea typeface="Microsoft YaHei"/>
              <a:cs typeface="Microsoft YaHei"/>
            </a:endParaRPr>
          </a:p>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与时间信息</a:t>
            </a:r>
            <a:endParaRPr>
              <a:latin typeface="Microsoft YaHei"/>
              <a:ea typeface="Microsoft YaHei"/>
              <a:cs typeface="Microsoft YaHei"/>
            </a:endParaRPr>
          </a:p>
        </p:txBody>
      </p:sp>
      <p:sp>
        <p:nvSpPr>
          <p:cNvPr id="16" name="wen-diagram-label">
            <a:extLst xmlns:a="http://schemas.openxmlformats.org/drawingml/2006/main">
              <a:ext uri="{FF2B5EF4-FFF2-40B4-BE49-F238E27FC236}">
                <a16:creationId xmlns:a16="http://schemas.microsoft.com/office/drawing/2014/main" id="{97EA7735-240A-49E3-AB29-62D8FE7160A5}"/>
              </a:ext>
            </a:extLst>
          </p:cNvPr>
          <p:cNvSpPr>
            <a:spLocks xmlns:a="http://schemas.openxmlformats.org/drawingml/2006/main" noGrp="1"/>
          </p:cNvSpPr>
          <p:nvPr/>
        </p:nvSpPr>
        <p:spPr>
          <a:xfrm xmlns:a="http://schemas.openxmlformats.org/drawingml/2006/main">
            <a:off x="2066925" y="1600200"/>
            <a:ext cx="1885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Wen</a:t>
            </a:r>
            <a:r>
              <a:rPr sz="1388" b="1">
                <a:solidFill>
                  <a:srgbClr val="315CA9"/>
                </a:solidFill>
                <a:latin typeface="Microsoft YaHei"/>
                <a:ea typeface="Microsoft YaHei"/>
                <a:cs typeface="Microsoft YaHei"/>
              </a:rPr>
              <a:t>等</a:t>
            </a:r>
            <a:r>
              <a:rPr sz="1388" b="1">
                <a:solidFill>
                  <a:srgbClr val="315CA9"/>
                </a:solidFill>
                <a:latin typeface="Times New Roman"/>
                <a:ea typeface="Times New Roman"/>
                <a:cs typeface="Times New Roman"/>
              </a:rPr>
              <a:t>[23]</a:t>
            </a:r>
            <a:endParaRPr>
              <a:latin typeface="Microsoft YaHei"/>
              <a:ea typeface="Microsoft YaHei"/>
              <a:cs typeface="Microsoft YaHei"/>
            </a:endParaRPr>
          </a:p>
        </p:txBody>
      </p:sp>
      <p:sp>
        <p:nvSpPr>
          <p:cNvPr id="17" name="wen-operation-1">
            <a:extLst xmlns:a="http://schemas.openxmlformats.org/drawingml/2006/main">
              <a:ext uri="{FF2B5EF4-FFF2-40B4-BE49-F238E27FC236}">
                <a16:creationId xmlns:a16="http://schemas.microsoft.com/office/drawing/2014/main" id="{8931036E-4B0D-42F0-97A1-2762FD04BA02}"/>
              </a:ext>
            </a:extLst>
          </p:cNvPr>
          <p:cNvSpPr>
            <a:spLocks xmlns:a="http://schemas.openxmlformats.org/drawingml/2006/main" noGrp="1"/>
          </p:cNvSpPr>
          <p:nvPr/>
        </p:nvSpPr>
        <p:spPr>
          <a:xfrm xmlns:a="http://schemas.openxmlformats.org/drawingml/2006/main">
            <a:off x="2152650" y="1990725"/>
            <a:ext cx="419100" cy="4191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工序</a:t>
            </a:r>
            <a:endParaRPr>
              <a:latin typeface="Microsoft YaHei"/>
              <a:ea typeface="Microsoft YaHei"/>
              <a:cs typeface="Microsoft YaHei"/>
            </a:endParaRPr>
          </a:p>
        </p:txBody>
      </p:sp>
      <p:sp>
        <p:nvSpPr>
          <p:cNvPr id="18" name="wen-operation-2">
            <a:extLst xmlns:a="http://schemas.openxmlformats.org/drawingml/2006/main">
              <a:ext uri="{FF2B5EF4-FFF2-40B4-BE49-F238E27FC236}">
                <a16:creationId xmlns:a16="http://schemas.microsoft.com/office/drawing/2014/main" id="{27F53F89-62CA-43BF-8637-0B6513BF180B}"/>
              </a:ext>
            </a:extLst>
          </p:cNvPr>
          <p:cNvSpPr>
            <a:spLocks xmlns:a="http://schemas.openxmlformats.org/drawingml/2006/main" noGrp="1"/>
          </p:cNvSpPr>
          <p:nvPr/>
        </p:nvSpPr>
        <p:spPr>
          <a:xfrm xmlns:a="http://schemas.openxmlformats.org/drawingml/2006/main">
            <a:off x="2962275" y="1990725"/>
            <a:ext cx="419100" cy="4191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工序</a:t>
            </a:r>
            <a:endParaRPr>
              <a:latin typeface="Microsoft YaHei"/>
              <a:ea typeface="Microsoft YaHei"/>
              <a:cs typeface="Microsoft YaHei"/>
            </a:endParaRPr>
          </a:p>
        </p:txBody>
      </p:sp>
      <p:sp>
        <p:nvSpPr>
          <p:cNvPr id="19" name="wen-operation-3">
            <a:extLst xmlns:a="http://schemas.openxmlformats.org/drawingml/2006/main">
              <a:ext uri="{FF2B5EF4-FFF2-40B4-BE49-F238E27FC236}">
                <a16:creationId xmlns:a16="http://schemas.microsoft.com/office/drawing/2014/main" id="{C5058DEB-E525-4B5B-AA0C-3DC43109A49C}"/>
              </a:ext>
            </a:extLst>
          </p:cNvPr>
          <p:cNvSpPr>
            <a:spLocks xmlns:a="http://schemas.openxmlformats.org/drawingml/2006/main" noGrp="1"/>
          </p:cNvSpPr>
          <p:nvPr/>
        </p:nvSpPr>
        <p:spPr>
          <a:xfrm xmlns:a="http://schemas.openxmlformats.org/drawingml/2006/main">
            <a:off x="2962275" y="2495550"/>
            <a:ext cx="419100" cy="3048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275" b="0">
                <a:solidFill>
                  <a:srgbClr val="17375E"/>
                </a:solidFill>
              </a:defRPr>
            </a:defPPr>
          </a:lstStyle>
          <a:p xmlns:a="http://schemas.openxmlformats.org/drawingml/2006/main">
            <a:pPr algn="ctr">
              <a:lnSpc>
                <a:spcPct val="102000"/>
              </a:lnSpc>
              <a:spcBef>
                <a:spcPts val="0"/>
              </a:spcBef>
              <a:spcAft>
                <a:spcPts val="0"/>
              </a:spcAft>
              <a:buNone/>
              <a:defRPr sz="1275" b="0">
                <a:solidFill>
                  <a:srgbClr val="17375E"/>
                </a:solidFill>
              </a:defRPr>
            </a:pPr>
            <a:r>
              <a:rPr sz="1275" b="0">
                <a:solidFill>
                  <a:srgbClr val="17375E"/>
                </a:solidFill>
                <a:latin typeface="Microsoft YaHei"/>
                <a:ea typeface="Microsoft YaHei"/>
                <a:cs typeface="Microsoft YaHei"/>
              </a:rPr>
              <a:t>工序</a:t>
            </a:r>
            <a:endParaRPr>
              <a:latin typeface="Microsoft YaHei"/>
              <a:ea typeface="Microsoft YaHei"/>
              <a:cs typeface="Microsoft YaHei"/>
            </a:endParaRPr>
          </a:p>
        </p:txBody>
      </p:sp>
      <p:sp>
        <p:nvSpPr>
          <p:cNvPr id="22" name="wen-node-attributes">
            <a:extLst xmlns:a="http://schemas.openxmlformats.org/drawingml/2006/main">
              <a:ext uri="{FF2B5EF4-FFF2-40B4-BE49-F238E27FC236}">
                <a16:creationId xmlns:a16="http://schemas.microsoft.com/office/drawing/2014/main" id="{C52B1D31-9614-4191-ACB3-E22E5BD3DD60}"/>
              </a:ext>
            </a:extLst>
          </p:cNvPr>
          <p:cNvSpPr>
            <a:spLocks xmlns:a="http://schemas.openxmlformats.org/drawingml/2006/main" noGrp="1"/>
          </p:cNvSpPr>
          <p:nvPr/>
        </p:nvSpPr>
        <p:spPr>
          <a:xfrm xmlns:a="http://schemas.openxmlformats.org/drawingml/2006/main">
            <a:off x="2105025" y="2457450"/>
            <a:ext cx="838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Microsoft YaHei"/>
                <a:ea typeface="Microsoft YaHei"/>
                <a:cs typeface="Microsoft YaHei"/>
              </a:rPr>
              <a:t>执行状态</a:t>
            </a:r>
            <a:endParaRPr>
              <a:latin typeface="Microsoft YaHei"/>
              <a:ea typeface="Microsoft YaHei"/>
              <a:cs typeface="Microsoft YaHei"/>
            </a:endParaRPr>
          </a:p>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Microsoft YaHei"/>
                <a:ea typeface="Microsoft YaHei"/>
                <a:cs typeface="Microsoft YaHei"/>
              </a:rPr>
              <a:t>资源需求</a:t>
            </a:r>
            <a:endParaRPr>
              <a:latin typeface="Microsoft YaHei"/>
              <a:ea typeface="Microsoft YaHei"/>
              <a:cs typeface="Microsoft YaHei"/>
            </a:endParaRPr>
          </a:p>
        </p:txBody>
      </p:sp>
      <p:sp>
        <p:nvSpPr>
          <p:cNvPr id="23" name="song-diagram-label">
            <a:extLst xmlns:a="http://schemas.openxmlformats.org/drawingml/2006/main">
              <a:ext uri="{FF2B5EF4-FFF2-40B4-BE49-F238E27FC236}">
                <a16:creationId xmlns:a16="http://schemas.microsoft.com/office/drawing/2014/main" id="{6EE55CBF-BD1D-48CF-9DEB-57D457B554F6}"/>
              </a:ext>
            </a:extLst>
          </p:cNvPr>
          <p:cNvSpPr>
            <a:spLocks xmlns:a="http://schemas.openxmlformats.org/drawingml/2006/main" noGrp="1"/>
          </p:cNvSpPr>
          <p:nvPr/>
        </p:nvSpPr>
        <p:spPr>
          <a:xfrm xmlns:a="http://schemas.openxmlformats.org/drawingml/2006/main">
            <a:off x="4152900" y="1600200"/>
            <a:ext cx="2000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Song</a:t>
            </a:r>
            <a:r>
              <a:rPr sz="1388" b="1">
                <a:solidFill>
                  <a:srgbClr val="315CA9"/>
                </a:solidFill>
                <a:latin typeface="Microsoft YaHei"/>
                <a:ea typeface="Microsoft YaHei"/>
                <a:cs typeface="Microsoft YaHei"/>
              </a:rPr>
              <a:t>等</a:t>
            </a:r>
            <a:r>
              <a:rPr sz="1388" b="1">
                <a:solidFill>
                  <a:srgbClr val="315CA9"/>
                </a:solidFill>
                <a:latin typeface="Times New Roman"/>
                <a:ea typeface="Times New Roman"/>
                <a:cs typeface="Times New Roman"/>
              </a:rPr>
              <a:t>[29]</a:t>
            </a:r>
            <a:endParaRPr>
              <a:latin typeface="Microsoft YaHei"/>
              <a:ea typeface="Microsoft YaHei"/>
              <a:cs typeface="Microsoft YaHei"/>
            </a:endParaRPr>
          </a:p>
        </p:txBody>
      </p:sp>
      <p:sp>
        <p:nvSpPr>
          <p:cNvPr id="24" name="song-operation-1">
            <a:extLst xmlns:a="http://schemas.openxmlformats.org/drawingml/2006/main">
              <a:ext uri="{FF2B5EF4-FFF2-40B4-BE49-F238E27FC236}">
                <a16:creationId xmlns:a16="http://schemas.microsoft.com/office/drawing/2014/main" id="{A83E9E89-B11B-4FD8-BB2A-AE3896AEDD28}"/>
              </a:ext>
            </a:extLst>
          </p:cNvPr>
          <p:cNvSpPr>
            <a:spLocks xmlns:a="http://schemas.openxmlformats.org/drawingml/2006/main" noGrp="1"/>
          </p:cNvSpPr>
          <p:nvPr/>
        </p:nvSpPr>
        <p:spPr>
          <a:xfrm xmlns:a="http://schemas.openxmlformats.org/drawingml/2006/main">
            <a:off x="4200525" y="1990725"/>
            <a:ext cx="438150" cy="40005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工序</a:t>
            </a:r>
            <a:endParaRPr>
              <a:latin typeface="Microsoft YaHei"/>
              <a:ea typeface="Microsoft YaHei"/>
              <a:cs typeface="Microsoft YaHei"/>
            </a:endParaRPr>
          </a:p>
        </p:txBody>
      </p:sp>
      <p:sp>
        <p:nvSpPr>
          <p:cNvPr id="25" name="song-operation-2">
            <a:extLst xmlns:a="http://schemas.openxmlformats.org/drawingml/2006/main">
              <a:ext uri="{FF2B5EF4-FFF2-40B4-BE49-F238E27FC236}">
                <a16:creationId xmlns:a16="http://schemas.microsoft.com/office/drawing/2014/main" id="{9060BAB0-CCF2-474A-ACED-14E64338B497}"/>
              </a:ext>
            </a:extLst>
          </p:cNvPr>
          <p:cNvSpPr>
            <a:spLocks xmlns:a="http://schemas.openxmlformats.org/drawingml/2006/main" noGrp="1"/>
          </p:cNvSpPr>
          <p:nvPr/>
        </p:nvSpPr>
        <p:spPr>
          <a:xfrm xmlns:a="http://schemas.openxmlformats.org/drawingml/2006/main">
            <a:off x="5057775" y="1990725"/>
            <a:ext cx="438150" cy="40005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工序</a:t>
            </a:r>
            <a:endParaRPr>
              <a:latin typeface="Microsoft YaHei"/>
              <a:ea typeface="Microsoft YaHei"/>
              <a:cs typeface="Microsoft YaHei"/>
            </a:endParaRPr>
          </a:p>
        </p:txBody>
      </p:sp>
      <p:sp>
        <p:nvSpPr>
          <p:cNvPr id="26" name="song-machine">
            <a:extLst xmlns:a="http://schemas.openxmlformats.org/drawingml/2006/main">
              <a:ext uri="{FF2B5EF4-FFF2-40B4-BE49-F238E27FC236}">
                <a16:creationId xmlns:a16="http://schemas.microsoft.com/office/drawing/2014/main" id="{469C329C-EE02-4B4E-B10B-054E4E3F0C30}"/>
              </a:ext>
            </a:extLst>
          </p:cNvPr>
          <p:cNvSpPr>
            <a:spLocks xmlns:a="http://schemas.openxmlformats.org/drawingml/2006/main" noGrp="1"/>
          </p:cNvSpPr>
          <p:nvPr/>
        </p:nvSpPr>
        <p:spPr>
          <a:xfrm xmlns:a="http://schemas.openxmlformats.org/drawingml/2006/main">
            <a:off x="5486400" y="2505075"/>
            <a:ext cx="5524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E747A"/>
            </a:solidFill>
            <a:prstDash val="solid"/>
          </a:ln>
        </p:spPr>
        <p:txBody>
          <a:bodyPr xmlns:a="http://schemas.openxmlformats.org/drawingml/2006/main" wrap="squar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机器</a:t>
            </a:r>
            <a:endParaRPr>
              <a:latin typeface="Microsoft YaHei"/>
              <a:ea typeface="Microsoft YaHei"/>
              <a:cs typeface="Microsoft YaHei"/>
            </a:endParaRPr>
          </a:p>
        </p:txBody>
      </p:sp>
      <p:sp>
        <p:nvSpPr>
          <p:cNvPr id="30" name="song-resource-relationship">
            <a:extLst xmlns:a="http://schemas.openxmlformats.org/drawingml/2006/main">
              <a:ext uri="{FF2B5EF4-FFF2-40B4-BE49-F238E27FC236}">
                <a16:creationId xmlns:a16="http://schemas.microsoft.com/office/drawing/2014/main" id="{0EC6E419-1708-4E2F-9B46-FC91EBC135F4}"/>
              </a:ext>
            </a:extLst>
          </p:cNvPr>
          <p:cNvSpPr>
            <a:spLocks xmlns:a="http://schemas.openxmlformats.org/drawingml/2006/main" noGrp="1"/>
          </p:cNvSpPr>
          <p:nvPr/>
        </p:nvSpPr>
        <p:spPr>
          <a:xfrm xmlns:a="http://schemas.openxmlformats.org/drawingml/2006/main">
            <a:off x="4657725" y="2371725"/>
            <a:ext cx="800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Microsoft YaHei"/>
                <a:ea typeface="Microsoft YaHei"/>
                <a:cs typeface="Microsoft YaHei"/>
              </a:rPr>
              <a:t>资源关系</a:t>
            </a:r>
            <a:endParaRPr>
              <a:latin typeface="Microsoft YaHei"/>
              <a:ea typeface="Microsoft YaHei"/>
              <a:cs typeface="Microsoft YaHei"/>
            </a:endParaRPr>
          </a:p>
        </p:txBody>
      </p:sp>
      <p:sp>
        <p:nvSpPr>
          <p:cNvPr id="31" name="wen-explanation">
            <a:extLst xmlns:a="http://schemas.openxmlformats.org/drawingml/2006/main">
              <a:ext uri="{FF2B5EF4-FFF2-40B4-BE49-F238E27FC236}">
                <a16:creationId xmlns:a16="http://schemas.microsoft.com/office/drawing/2014/main" id="{175A767E-82C8-4EB4-9B60-33545AB6C740}"/>
              </a:ext>
            </a:extLst>
          </p:cNvPr>
          <p:cNvSpPr>
            <a:spLocks xmlns:a="http://schemas.openxmlformats.org/drawingml/2006/main" noGrp="1"/>
          </p:cNvSpPr>
          <p:nvPr/>
        </p:nvSpPr>
        <p:spPr>
          <a:xfrm xmlns:a="http://schemas.openxmlformats.org/drawingml/2006/main">
            <a:off x="6477000" y="16764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Wen</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[23]</a:t>
            </a:r>
            <a:r>
              <a:rPr sz="1613" b="0">
                <a:solidFill>
                  <a:srgbClr val="111111"/>
                </a:solidFill>
                <a:latin typeface="Microsoft YaHei"/>
                <a:ea typeface="Microsoft YaHei"/>
                <a:cs typeface="Microsoft YaHei"/>
              </a:rPr>
              <a:t>：前序、执行状态与资源需求进入工序图，</a:t>
            </a:r>
            <a:endParaRPr>
              <a:latin typeface="Microsoft YaHei"/>
              <a:ea typeface="Microsoft YaHei"/>
              <a:cs typeface="Microsoft YaHei"/>
            </a:endParaRP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GIN</a:t>
            </a:r>
            <a:r>
              <a:rPr sz="1613" b="0">
                <a:solidFill>
                  <a:srgbClr val="111111"/>
                </a:solidFill>
                <a:latin typeface="Microsoft YaHei"/>
                <a:ea typeface="Microsoft YaHei"/>
                <a:cs typeface="Microsoft YaHei"/>
              </a:rPr>
              <a:t>编码后选择待安排工序。</a:t>
            </a:r>
            <a:endParaRPr>
              <a:latin typeface="Microsoft YaHei"/>
              <a:ea typeface="Microsoft YaHei"/>
              <a:cs typeface="Microsoft YaHei"/>
            </a:endParaRPr>
          </a:p>
        </p:txBody>
      </p:sp>
      <p:sp>
        <p:nvSpPr>
          <p:cNvPr id="32" name="song-explanation">
            <a:extLst xmlns:a="http://schemas.openxmlformats.org/drawingml/2006/main">
              <a:ext uri="{FF2B5EF4-FFF2-40B4-BE49-F238E27FC236}">
                <a16:creationId xmlns:a16="http://schemas.microsoft.com/office/drawing/2014/main" id="{95316E42-48D1-47FE-8126-51862AB80DE1}"/>
              </a:ext>
            </a:extLst>
          </p:cNvPr>
          <p:cNvSpPr>
            <a:spLocks xmlns:a="http://schemas.openxmlformats.org/drawingml/2006/main" noGrp="1"/>
          </p:cNvSpPr>
          <p:nvPr/>
        </p:nvSpPr>
        <p:spPr>
          <a:xfrm xmlns:a="http://schemas.openxmlformats.org/drawingml/2006/main">
            <a:off x="6477000" y="231457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Song</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[29]</a:t>
            </a:r>
            <a:r>
              <a:rPr sz="1613" b="0">
                <a:solidFill>
                  <a:srgbClr val="111111"/>
                </a:solidFill>
                <a:latin typeface="Microsoft YaHei"/>
                <a:ea typeface="Microsoft YaHei"/>
                <a:cs typeface="Microsoft YaHei"/>
              </a:rPr>
              <a:t>：异构图区分工序与机器关系，</a:t>
            </a:r>
            <a:endParaRPr>
              <a:latin typeface="Microsoft YaHei"/>
              <a:ea typeface="Microsoft YaHei"/>
              <a:cs typeface="Microsoft YaHei"/>
            </a:endParaRP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Microsoft YaHei"/>
                <a:ea typeface="Microsoft YaHei"/>
                <a:cs typeface="Microsoft YaHei"/>
              </a:rPr>
              <a:t>支持工序与机器联合选择。</a:t>
            </a:r>
            <a:endParaRPr>
              <a:latin typeface="Microsoft YaHei"/>
              <a:ea typeface="Microsoft YaHei"/>
              <a:cs typeface="Microsoft YaHei"/>
            </a:endParaRPr>
          </a:p>
        </p:txBody>
      </p:sp>
      <p:sp>
        <p:nvSpPr>
          <p:cNvPr id="33" name="chen-diagram-label">
            <a:extLst xmlns:a="http://schemas.openxmlformats.org/drawingml/2006/main">
              <a:ext uri="{FF2B5EF4-FFF2-40B4-BE49-F238E27FC236}">
                <a16:creationId xmlns:a16="http://schemas.microsoft.com/office/drawing/2014/main" id="{C8E62CF9-FE34-476B-9288-503DE0131D5E}"/>
              </a:ext>
            </a:extLst>
          </p:cNvPr>
          <p:cNvSpPr>
            <a:spLocks xmlns:a="http://schemas.openxmlformats.org/drawingml/2006/main" noGrp="1"/>
          </p:cNvSpPr>
          <p:nvPr/>
        </p:nvSpPr>
        <p:spPr>
          <a:xfrm xmlns:a="http://schemas.openxmlformats.org/drawingml/2006/main">
            <a:off x="2085975" y="3000375"/>
            <a:ext cx="4095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Chen</a:t>
            </a:r>
            <a:r>
              <a:rPr sz="1388" b="1">
                <a:solidFill>
                  <a:srgbClr val="315CA9"/>
                </a:solidFill>
                <a:latin typeface="Microsoft YaHei"/>
                <a:ea typeface="Microsoft YaHei"/>
                <a:cs typeface="Microsoft YaHei"/>
              </a:rPr>
              <a:t>等</a:t>
            </a:r>
            <a:r>
              <a:rPr sz="1388" b="1">
                <a:solidFill>
                  <a:srgbClr val="315CA9"/>
                </a:solidFill>
                <a:latin typeface="Times New Roman"/>
                <a:ea typeface="Times New Roman"/>
                <a:cs typeface="Times New Roman"/>
              </a:rPr>
              <a:t>[24]</a:t>
            </a:r>
            <a:endParaRPr>
              <a:latin typeface="Microsoft YaHei"/>
              <a:ea typeface="Microsoft YaHei"/>
              <a:cs typeface="Microsoft YaHei"/>
            </a:endParaRPr>
          </a:p>
        </p:txBody>
      </p:sp>
      <p:sp>
        <p:nvSpPr>
          <p:cNvPr id="34" name="chen-station-0">
            <a:extLst xmlns:a="http://schemas.openxmlformats.org/drawingml/2006/main">
              <a:ext uri="{FF2B5EF4-FFF2-40B4-BE49-F238E27FC236}">
                <a16:creationId xmlns:a16="http://schemas.microsoft.com/office/drawing/2014/main" id="{DE3A11D9-1F9F-4A82-AAB0-8D335CFC49B8}"/>
              </a:ext>
            </a:extLst>
          </p:cNvPr>
          <p:cNvSpPr>
            <a:spLocks xmlns:a="http://schemas.openxmlformats.org/drawingml/2006/main" noGrp="1"/>
          </p:cNvSpPr>
          <p:nvPr/>
        </p:nvSpPr>
        <p:spPr>
          <a:xfrm xmlns:a="http://schemas.openxmlformats.org/drawingml/2006/main">
            <a:off x="2133600" y="3324225"/>
            <a:ext cx="1095375" cy="552450"/>
          </a:xfrm>
          <a:prstGeom xmlns:a="http://schemas.openxmlformats.org/drawingml/2006/main" prst="rect">
            <a:avLst/>
          </a:prstGeom>
          <a:solidFill xmlns:a="http://schemas.openxmlformats.org/drawingml/2006/main">
            <a:srgbClr val="F1F4F8"/>
          </a:solidFill>
          <a:ln xmlns:a="http://schemas.openxmlformats.org/drawingml/2006/main" w="12383">
            <a:solidFill>
              <a:srgbClr val="4674CD"/>
            </a:solidFill>
            <a:prstDash val="solid"/>
          </a:ln>
        </p:spPr>
      </p:sp>
      <p:sp>
        <p:nvSpPr>
          <p:cNvPr id="35" name="chen-station-caption-0">
            <a:extLst xmlns:a="http://schemas.openxmlformats.org/drawingml/2006/main">
              <a:ext uri="{FF2B5EF4-FFF2-40B4-BE49-F238E27FC236}">
                <a16:creationId xmlns:a16="http://schemas.microsoft.com/office/drawing/2014/main" id="{1DF81657-FDA8-4F59-BE81-C12F1511583E}"/>
              </a:ext>
            </a:extLst>
          </p:cNvPr>
          <p:cNvSpPr>
            <a:spLocks xmlns:a="http://schemas.openxmlformats.org/drawingml/2006/main" noGrp="1"/>
          </p:cNvSpPr>
          <p:nvPr/>
        </p:nvSpPr>
        <p:spPr>
          <a:xfrm xmlns:a="http://schemas.openxmlformats.org/drawingml/2006/main">
            <a:off x="2219325" y="3362325"/>
            <a:ext cx="952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7375E"/>
                </a:solidFill>
              </a:defRPr>
            </a:defPPr>
          </a:lstStyle>
          <a:p xmlns:a="http://schemas.openxmlformats.org/drawingml/2006/main">
            <a:pPr algn="l">
              <a:lnSpc>
                <a:spcPct val="108000"/>
              </a:lnSpc>
              <a:spcBef>
                <a:spcPts val="0"/>
              </a:spcBef>
              <a:spcAft>
                <a:spcPts val="0"/>
              </a:spcAft>
              <a:buNone/>
              <a:defRPr sz="1388" b="1">
                <a:solidFill>
                  <a:srgbClr val="17375E"/>
                </a:solidFill>
              </a:defRPr>
            </a:pPr>
            <a:r>
              <a:rPr sz="1388" b="1">
                <a:solidFill>
                  <a:srgbClr val="17375E"/>
                </a:solidFill>
                <a:latin typeface="Microsoft YaHei"/>
                <a:ea typeface="Microsoft YaHei"/>
                <a:cs typeface="Microsoft YaHei"/>
              </a:rPr>
              <a:t>站位</a:t>
            </a:r>
            <a:r>
              <a:rPr sz="1388" b="1">
                <a:solidFill>
                  <a:srgbClr val="17375E"/>
                </a:solidFill>
                <a:latin typeface="Times New Roman"/>
                <a:ea typeface="Times New Roman"/>
                <a:cs typeface="Times New Roman"/>
              </a:rPr>
              <a:t>1</a:t>
            </a:r>
            <a:endParaRPr>
              <a:latin typeface="Microsoft YaHei"/>
              <a:ea typeface="Microsoft YaHei"/>
              <a:cs typeface="Microsoft YaHei"/>
            </a:endParaRPr>
          </a:p>
        </p:txBody>
      </p:sp>
      <p:sp>
        <p:nvSpPr>
          <p:cNvPr id="36" name="chen-local-op-0-1">
            <a:extLst xmlns:a="http://schemas.openxmlformats.org/drawingml/2006/main">
              <a:ext uri="{FF2B5EF4-FFF2-40B4-BE49-F238E27FC236}">
                <a16:creationId xmlns:a16="http://schemas.microsoft.com/office/drawing/2014/main" id="{1AC081F7-422E-4F89-85FD-BA83FDE504E8}"/>
              </a:ext>
            </a:extLst>
          </p:cNvPr>
          <p:cNvSpPr>
            <a:spLocks xmlns:a="http://schemas.openxmlformats.org/drawingml/2006/main" noGrp="1"/>
          </p:cNvSpPr>
          <p:nvPr/>
        </p:nvSpPr>
        <p:spPr>
          <a:xfrm xmlns:a="http://schemas.openxmlformats.org/drawingml/2006/main">
            <a:off x="2286000"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sp>
        <p:nvSpPr>
          <p:cNvPr id="37" name="chen-local-op-0-2">
            <a:extLst xmlns:a="http://schemas.openxmlformats.org/drawingml/2006/main">
              <a:ext uri="{FF2B5EF4-FFF2-40B4-BE49-F238E27FC236}">
                <a16:creationId xmlns:a16="http://schemas.microsoft.com/office/drawing/2014/main" id="{1E329B2F-2BF6-4160-BF38-D6446DA2F63E}"/>
              </a:ext>
            </a:extLst>
          </p:cNvPr>
          <p:cNvSpPr>
            <a:spLocks xmlns:a="http://schemas.openxmlformats.org/drawingml/2006/main" noGrp="1"/>
          </p:cNvSpPr>
          <p:nvPr/>
        </p:nvSpPr>
        <p:spPr>
          <a:xfrm xmlns:a="http://schemas.openxmlformats.org/drawingml/2006/main">
            <a:off x="2847975"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cxnSp>
        <p:nvCxnSpPr>
          <p:cNvPr id="39" name="chen-station-stem-0">
            <a:extLst xmlns:a="http://schemas.openxmlformats.org/drawingml/2006/main">
              <a:ext uri="{FF2B5EF4-FFF2-40B4-BE49-F238E27FC236}">
                <a16:creationId xmlns:a16="http://schemas.microsoft.com/office/drawing/2014/main" id="{B574BE1A-17C2-4B05-AFE0-B97CDD11E33C}"/>
              </a:ext>
            </a:extLst>
          </p:cNvPr>
          <p:cNvCxnSpPr/>
          <p:nvPr/>
        </p:nvCxnSpPr>
        <p:spPr>
          <a:xfrm xmlns:a="http://schemas.openxmlformats.org/drawingml/2006/main" flipH="0" flipV="0">
            <a:off x="2681288" y="3876675"/>
            <a:ext cx="0" cy="95250"/>
          </a:xfrm>
          <a:prstGeom xmlns:a="http://schemas.openxmlformats.org/drawingml/2006/main" prst="straightConnector1">
            <a:avLst/>
          </a:prstGeom>
          <a:ln xmlns:a="http://schemas.openxmlformats.org/drawingml/2006/main" w="12383">
            <a:solidFill>
              <a:srgbClr val="4674CD"/>
            </a:solidFill>
            <a:prstDash val="solid"/>
          </a:ln>
        </p:spPr>
      </p:cxnSp>
      <p:sp>
        <p:nvSpPr>
          <p:cNvPr id="40" name="chen-station-1">
            <a:extLst xmlns:a="http://schemas.openxmlformats.org/drawingml/2006/main">
              <a:ext uri="{FF2B5EF4-FFF2-40B4-BE49-F238E27FC236}">
                <a16:creationId xmlns:a16="http://schemas.microsoft.com/office/drawing/2014/main" id="{6308437A-0AD8-476C-AECE-8581129B216C}"/>
              </a:ext>
            </a:extLst>
          </p:cNvPr>
          <p:cNvSpPr>
            <a:spLocks xmlns:a="http://schemas.openxmlformats.org/drawingml/2006/main" noGrp="1"/>
          </p:cNvSpPr>
          <p:nvPr/>
        </p:nvSpPr>
        <p:spPr>
          <a:xfrm xmlns:a="http://schemas.openxmlformats.org/drawingml/2006/main">
            <a:off x="3495675" y="3324225"/>
            <a:ext cx="1095375" cy="552450"/>
          </a:xfrm>
          <a:prstGeom xmlns:a="http://schemas.openxmlformats.org/drawingml/2006/main" prst="rect">
            <a:avLst/>
          </a:prstGeom>
          <a:solidFill xmlns:a="http://schemas.openxmlformats.org/drawingml/2006/main">
            <a:srgbClr val="F1F4F8"/>
          </a:solidFill>
          <a:ln xmlns:a="http://schemas.openxmlformats.org/drawingml/2006/main" w="12383">
            <a:solidFill>
              <a:srgbClr val="4674CD"/>
            </a:solidFill>
            <a:prstDash val="solid"/>
          </a:ln>
        </p:spPr>
      </p:sp>
      <p:sp>
        <p:nvSpPr>
          <p:cNvPr id="41" name="chen-station-caption-1">
            <a:extLst xmlns:a="http://schemas.openxmlformats.org/drawingml/2006/main">
              <a:ext uri="{FF2B5EF4-FFF2-40B4-BE49-F238E27FC236}">
                <a16:creationId xmlns:a16="http://schemas.microsoft.com/office/drawing/2014/main" id="{D013C5D4-E677-4665-A3A4-7D0D9AF0572B}"/>
              </a:ext>
            </a:extLst>
          </p:cNvPr>
          <p:cNvSpPr>
            <a:spLocks xmlns:a="http://schemas.openxmlformats.org/drawingml/2006/main" noGrp="1"/>
          </p:cNvSpPr>
          <p:nvPr/>
        </p:nvSpPr>
        <p:spPr>
          <a:xfrm xmlns:a="http://schemas.openxmlformats.org/drawingml/2006/main">
            <a:off x="3581400" y="3362325"/>
            <a:ext cx="952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7375E"/>
                </a:solidFill>
              </a:defRPr>
            </a:defPPr>
          </a:lstStyle>
          <a:p xmlns:a="http://schemas.openxmlformats.org/drawingml/2006/main">
            <a:pPr algn="l">
              <a:lnSpc>
                <a:spcPct val="108000"/>
              </a:lnSpc>
              <a:spcBef>
                <a:spcPts val="0"/>
              </a:spcBef>
              <a:spcAft>
                <a:spcPts val="0"/>
              </a:spcAft>
              <a:buNone/>
              <a:defRPr sz="1388" b="1">
                <a:solidFill>
                  <a:srgbClr val="17375E"/>
                </a:solidFill>
              </a:defRPr>
            </a:pPr>
            <a:r>
              <a:rPr sz="1388" b="1">
                <a:solidFill>
                  <a:srgbClr val="17375E"/>
                </a:solidFill>
                <a:latin typeface="Microsoft YaHei"/>
                <a:ea typeface="Microsoft YaHei"/>
                <a:cs typeface="Microsoft YaHei"/>
              </a:rPr>
              <a:t>站位</a:t>
            </a:r>
            <a:r>
              <a:rPr sz="1388" b="1">
                <a:solidFill>
                  <a:srgbClr val="17375E"/>
                </a:solidFill>
                <a:latin typeface="Times New Roman"/>
                <a:ea typeface="Times New Roman"/>
                <a:cs typeface="Times New Roman"/>
              </a:rPr>
              <a:t>2</a:t>
            </a:r>
            <a:endParaRPr>
              <a:latin typeface="Microsoft YaHei"/>
              <a:ea typeface="Microsoft YaHei"/>
              <a:cs typeface="Microsoft YaHei"/>
            </a:endParaRPr>
          </a:p>
        </p:txBody>
      </p:sp>
      <p:sp>
        <p:nvSpPr>
          <p:cNvPr id="42" name="chen-local-op-1-1">
            <a:extLst xmlns:a="http://schemas.openxmlformats.org/drawingml/2006/main">
              <a:ext uri="{FF2B5EF4-FFF2-40B4-BE49-F238E27FC236}">
                <a16:creationId xmlns:a16="http://schemas.microsoft.com/office/drawing/2014/main" id="{7178478D-E5CC-4F25-8179-31A5F75CEF86}"/>
              </a:ext>
            </a:extLst>
          </p:cNvPr>
          <p:cNvSpPr>
            <a:spLocks xmlns:a="http://schemas.openxmlformats.org/drawingml/2006/main" noGrp="1"/>
          </p:cNvSpPr>
          <p:nvPr/>
        </p:nvSpPr>
        <p:spPr>
          <a:xfrm xmlns:a="http://schemas.openxmlformats.org/drawingml/2006/main">
            <a:off x="3648075"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sp>
        <p:nvSpPr>
          <p:cNvPr id="43" name="chen-local-op-1-2">
            <a:extLst xmlns:a="http://schemas.openxmlformats.org/drawingml/2006/main">
              <a:ext uri="{FF2B5EF4-FFF2-40B4-BE49-F238E27FC236}">
                <a16:creationId xmlns:a16="http://schemas.microsoft.com/office/drawing/2014/main" id="{4EC99BB1-BBE6-4CF1-BE2A-8818534303F5}"/>
              </a:ext>
            </a:extLst>
          </p:cNvPr>
          <p:cNvSpPr>
            <a:spLocks xmlns:a="http://schemas.openxmlformats.org/drawingml/2006/main" noGrp="1"/>
          </p:cNvSpPr>
          <p:nvPr/>
        </p:nvSpPr>
        <p:spPr>
          <a:xfrm xmlns:a="http://schemas.openxmlformats.org/drawingml/2006/main">
            <a:off x="4210050"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cxnSp>
        <p:nvCxnSpPr>
          <p:cNvPr id="45" name="chen-station-stem-1">
            <a:extLst xmlns:a="http://schemas.openxmlformats.org/drawingml/2006/main">
              <a:ext uri="{FF2B5EF4-FFF2-40B4-BE49-F238E27FC236}">
                <a16:creationId xmlns:a16="http://schemas.microsoft.com/office/drawing/2014/main" id="{A7B15C60-0A0A-430D-AC9F-FBACD94F3C91}"/>
              </a:ext>
            </a:extLst>
          </p:cNvPr>
          <p:cNvCxnSpPr/>
          <p:nvPr/>
        </p:nvCxnSpPr>
        <p:spPr>
          <a:xfrm xmlns:a="http://schemas.openxmlformats.org/drawingml/2006/main" flipH="0" flipV="0">
            <a:off x="4043363" y="3876675"/>
            <a:ext cx="0" cy="95250"/>
          </a:xfrm>
          <a:prstGeom xmlns:a="http://schemas.openxmlformats.org/drawingml/2006/main" prst="straightConnector1">
            <a:avLst/>
          </a:prstGeom>
          <a:ln xmlns:a="http://schemas.openxmlformats.org/drawingml/2006/main" w="12383">
            <a:solidFill>
              <a:srgbClr val="4674CD"/>
            </a:solidFill>
            <a:prstDash val="solid"/>
          </a:ln>
        </p:spPr>
      </p:cxnSp>
      <p:sp>
        <p:nvSpPr>
          <p:cNvPr id="46" name="chen-station-2">
            <a:extLst xmlns:a="http://schemas.openxmlformats.org/drawingml/2006/main">
              <a:ext uri="{FF2B5EF4-FFF2-40B4-BE49-F238E27FC236}">
                <a16:creationId xmlns:a16="http://schemas.microsoft.com/office/drawing/2014/main" id="{5A92C30E-3E47-4DCB-99D8-6E4B707F21AC}"/>
              </a:ext>
            </a:extLst>
          </p:cNvPr>
          <p:cNvSpPr>
            <a:spLocks xmlns:a="http://schemas.openxmlformats.org/drawingml/2006/main" noGrp="1"/>
          </p:cNvSpPr>
          <p:nvPr/>
        </p:nvSpPr>
        <p:spPr>
          <a:xfrm xmlns:a="http://schemas.openxmlformats.org/drawingml/2006/main">
            <a:off x="4857750" y="3324225"/>
            <a:ext cx="1095375" cy="552450"/>
          </a:xfrm>
          <a:prstGeom xmlns:a="http://schemas.openxmlformats.org/drawingml/2006/main" prst="rect">
            <a:avLst/>
          </a:prstGeom>
          <a:solidFill xmlns:a="http://schemas.openxmlformats.org/drawingml/2006/main">
            <a:srgbClr val="F1F4F8"/>
          </a:solidFill>
          <a:ln xmlns:a="http://schemas.openxmlformats.org/drawingml/2006/main" w="12383">
            <a:solidFill>
              <a:srgbClr val="4674CD"/>
            </a:solidFill>
            <a:prstDash val="solid"/>
          </a:ln>
        </p:spPr>
      </p:sp>
      <p:sp>
        <p:nvSpPr>
          <p:cNvPr id="47" name="chen-station-caption-2">
            <a:extLst xmlns:a="http://schemas.openxmlformats.org/drawingml/2006/main">
              <a:ext uri="{FF2B5EF4-FFF2-40B4-BE49-F238E27FC236}">
                <a16:creationId xmlns:a16="http://schemas.microsoft.com/office/drawing/2014/main" id="{1964FCAC-B732-4162-88E2-8B085C288AEC}"/>
              </a:ext>
            </a:extLst>
          </p:cNvPr>
          <p:cNvSpPr>
            <a:spLocks xmlns:a="http://schemas.openxmlformats.org/drawingml/2006/main" noGrp="1"/>
          </p:cNvSpPr>
          <p:nvPr/>
        </p:nvSpPr>
        <p:spPr>
          <a:xfrm xmlns:a="http://schemas.openxmlformats.org/drawingml/2006/main">
            <a:off x="4943475" y="3362325"/>
            <a:ext cx="952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7375E"/>
                </a:solidFill>
              </a:defRPr>
            </a:defPPr>
          </a:lstStyle>
          <a:p xmlns:a="http://schemas.openxmlformats.org/drawingml/2006/main">
            <a:pPr algn="l">
              <a:lnSpc>
                <a:spcPct val="108000"/>
              </a:lnSpc>
              <a:spcBef>
                <a:spcPts val="0"/>
              </a:spcBef>
              <a:spcAft>
                <a:spcPts val="0"/>
              </a:spcAft>
              <a:buNone/>
              <a:defRPr sz="1388" b="1">
                <a:solidFill>
                  <a:srgbClr val="17375E"/>
                </a:solidFill>
              </a:defRPr>
            </a:pPr>
            <a:r>
              <a:rPr sz="1388" b="1">
                <a:solidFill>
                  <a:srgbClr val="17375E"/>
                </a:solidFill>
                <a:latin typeface="Microsoft YaHei"/>
                <a:ea typeface="Microsoft YaHei"/>
                <a:cs typeface="Microsoft YaHei"/>
              </a:rPr>
              <a:t>站位</a:t>
            </a:r>
            <a:r>
              <a:rPr sz="1388" b="1">
                <a:solidFill>
                  <a:srgbClr val="17375E"/>
                </a:solidFill>
                <a:latin typeface="Times New Roman"/>
                <a:ea typeface="Times New Roman"/>
                <a:cs typeface="Times New Roman"/>
              </a:rPr>
              <a:t>3</a:t>
            </a:r>
            <a:endParaRPr>
              <a:latin typeface="Microsoft YaHei"/>
              <a:ea typeface="Microsoft YaHei"/>
              <a:cs typeface="Microsoft YaHei"/>
            </a:endParaRPr>
          </a:p>
        </p:txBody>
      </p:sp>
      <p:sp>
        <p:nvSpPr>
          <p:cNvPr id="48" name="chen-local-op-2-1">
            <a:extLst xmlns:a="http://schemas.openxmlformats.org/drawingml/2006/main">
              <a:ext uri="{FF2B5EF4-FFF2-40B4-BE49-F238E27FC236}">
                <a16:creationId xmlns:a16="http://schemas.microsoft.com/office/drawing/2014/main" id="{B436C83F-8062-4FCA-AE34-A6379773DE96}"/>
              </a:ext>
            </a:extLst>
          </p:cNvPr>
          <p:cNvSpPr>
            <a:spLocks xmlns:a="http://schemas.openxmlformats.org/drawingml/2006/main" noGrp="1"/>
          </p:cNvSpPr>
          <p:nvPr/>
        </p:nvSpPr>
        <p:spPr>
          <a:xfrm xmlns:a="http://schemas.openxmlformats.org/drawingml/2006/main">
            <a:off x="5010150"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sp>
        <p:nvSpPr>
          <p:cNvPr id="49" name="chen-local-op-2-2">
            <a:extLst xmlns:a="http://schemas.openxmlformats.org/drawingml/2006/main">
              <a:ext uri="{FF2B5EF4-FFF2-40B4-BE49-F238E27FC236}">
                <a16:creationId xmlns:a16="http://schemas.microsoft.com/office/drawing/2014/main" id="{80DF2EA6-1ACB-4E25-BCDA-B2A2E6086E2D}"/>
              </a:ext>
            </a:extLst>
          </p:cNvPr>
          <p:cNvSpPr>
            <a:spLocks xmlns:a="http://schemas.openxmlformats.org/drawingml/2006/main" noGrp="1"/>
          </p:cNvSpPr>
          <p:nvPr/>
        </p:nvSpPr>
        <p:spPr>
          <a:xfrm xmlns:a="http://schemas.openxmlformats.org/drawingml/2006/main">
            <a:off x="5572125"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cxnSp>
        <p:nvCxnSpPr>
          <p:cNvPr id="51" name="chen-station-stem-2">
            <a:extLst xmlns:a="http://schemas.openxmlformats.org/drawingml/2006/main">
              <a:ext uri="{FF2B5EF4-FFF2-40B4-BE49-F238E27FC236}">
                <a16:creationId xmlns:a16="http://schemas.microsoft.com/office/drawing/2014/main" id="{B6E4CA3A-B7A7-4655-AEC1-54CE6990A541}"/>
              </a:ext>
            </a:extLst>
          </p:cNvPr>
          <p:cNvCxnSpPr/>
          <p:nvPr/>
        </p:nvCxnSpPr>
        <p:spPr>
          <a:xfrm xmlns:a="http://schemas.openxmlformats.org/drawingml/2006/main" flipH="0" flipV="0">
            <a:off x="5405438" y="3876675"/>
            <a:ext cx="0" cy="95250"/>
          </a:xfrm>
          <a:prstGeom xmlns:a="http://schemas.openxmlformats.org/drawingml/2006/main" prst="straightConnector1">
            <a:avLst/>
          </a:prstGeom>
          <a:ln xmlns:a="http://schemas.openxmlformats.org/drawingml/2006/main" w="12383">
            <a:solidFill>
              <a:srgbClr val="4674CD"/>
            </a:solidFill>
            <a:prstDash val="solid"/>
          </a:ln>
        </p:spPr>
      </p:cxnSp>
      <p:cxnSp>
        <p:nvCxnSpPr>
          <p:cNvPr id="52" name="chen-cross-station-aggregation">
            <a:extLst xmlns:a="http://schemas.openxmlformats.org/drawingml/2006/main">
              <a:ext uri="{FF2B5EF4-FFF2-40B4-BE49-F238E27FC236}">
                <a16:creationId xmlns:a16="http://schemas.microsoft.com/office/drawing/2014/main" id="{3F929751-EC92-4CCA-9909-D11C40153846}"/>
              </a:ext>
            </a:extLst>
          </p:cNvPr>
          <p:cNvCxnSpPr/>
          <p:nvPr/>
        </p:nvCxnSpPr>
        <p:spPr>
          <a:xfrm xmlns:a="http://schemas.openxmlformats.org/drawingml/2006/main" flipH="0" flipV="0">
            <a:off x="2681288" y="3971925"/>
            <a:ext cx="2724150" cy="0"/>
          </a:xfrm>
          <a:prstGeom xmlns:a="http://schemas.openxmlformats.org/drawingml/2006/main" prst="straightConnector1">
            <a:avLst/>
          </a:prstGeom>
          <a:ln xmlns:a="http://schemas.openxmlformats.org/drawingml/2006/main" w="12383">
            <a:solidFill>
              <a:srgbClr val="4674CD"/>
            </a:solidFill>
            <a:prstDash val="solid"/>
          </a:ln>
        </p:spPr>
      </p:cxnSp>
      <p:sp>
        <p:nvSpPr>
          <p:cNvPr id="53" name="chen-joint-evaluation">
            <a:extLst xmlns:a="http://schemas.openxmlformats.org/drawingml/2006/main">
              <a:ext uri="{FF2B5EF4-FFF2-40B4-BE49-F238E27FC236}">
                <a16:creationId xmlns:a16="http://schemas.microsoft.com/office/drawing/2014/main" id="{7FCE5EC0-2053-44CB-9584-42781E25DAC3}"/>
              </a:ext>
            </a:extLst>
          </p:cNvPr>
          <p:cNvSpPr>
            <a:spLocks xmlns:a="http://schemas.openxmlformats.org/drawingml/2006/main" noGrp="1"/>
          </p:cNvSpPr>
          <p:nvPr/>
        </p:nvSpPr>
        <p:spPr>
          <a:xfrm xmlns:a="http://schemas.openxmlformats.org/drawingml/2006/main">
            <a:off x="3200400" y="4095750"/>
            <a:ext cx="1676400" cy="26670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425" b="0">
                <a:solidFill>
                  <a:srgbClr val="17375E"/>
                </a:solidFill>
              </a:defRPr>
            </a:defPPr>
          </a:lstStyle>
          <a:p xmlns:a="http://schemas.openxmlformats.org/drawingml/2006/main">
            <a:pPr algn="ctr">
              <a:lnSpc>
                <a:spcPct val="102000"/>
              </a:lnSpc>
              <a:spcBef>
                <a:spcPts val="0"/>
              </a:spcBef>
              <a:spcAft>
                <a:spcPts val="0"/>
              </a:spcAft>
              <a:buNone/>
              <a:defRPr sz="1425" b="0">
                <a:solidFill>
                  <a:srgbClr val="17375E"/>
                </a:solidFill>
              </a:defRPr>
            </a:pPr>
            <a:r>
              <a:rPr sz="1425" b="0">
                <a:solidFill>
                  <a:srgbClr val="17375E"/>
                </a:solidFill>
                <a:latin typeface="Microsoft YaHei"/>
                <a:ea typeface="Microsoft YaHei"/>
                <a:cs typeface="Microsoft YaHei"/>
              </a:rPr>
              <a:t>局部／全局评价</a:t>
            </a:r>
            <a:endParaRPr>
              <a:latin typeface="Microsoft YaHei"/>
              <a:ea typeface="Microsoft YaHei"/>
              <a:cs typeface="Microsoft YaHei"/>
            </a:endParaRPr>
          </a:p>
        </p:txBody>
      </p:sp>
      <p:cxnSp>
        <p:nvCxnSpPr>
          <p:cNvPr id="54" name="chen-evaluation-input">
            <a:extLst xmlns:a="http://schemas.openxmlformats.org/drawingml/2006/main">
              <a:ext uri="{FF2B5EF4-FFF2-40B4-BE49-F238E27FC236}">
                <a16:creationId xmlns:a16="http://schemas.microsoft.com/office/drawing/2014/main" id="{35BA9D05-2EBB-4E83-A12D-1D1D63B73E00}"/>
              </a:ext>
            </a:extLst>
          </p:cNvPr>
          <p:cNvCxnSpPr/>
          <p:nvPr/>
        </p:nvCxnSpPr>
        <p:spPr>
          <a:xfrm xmlns:a="http://schemas.openxmlformats.org/drawingml/2006/main" flipH="0" flipV="0">
            <a:off x="4043363" y="3971925"/>
            <a:ext cx="0" cy="123825"/>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sp>
        <p:nvSpPr>
          <p:cNvPr id="55" name="chen-explanation">
            <a:extLst xmlns:a="http://schemas.openxmlformats.org/drawingml/2006/main">
              <a:ext uri="{FF2B5EF4-FFF2-40B4-BE49-F238E27FC236}">
                <a16:creationId xmlns:a16="http://schemas.microsoft.com/office/drawing/2014/main" id="{67727FE2-A4E2-45B5-933C-A985CA14E3F3}"/>
              </a:ext>
            </a:extLst>
          </p:cNvPr>
          <p:cNvSpPr>
            <a:spLocks xmlns:a="http://schemas.openxmlformats.org/drawingml/2006/main" noGrp="1"/>
          </p:cNvSpPr>
          <p:nvPr/>
        </p:nvSpPr>
        <p:spPr>
          <a:xfrm xmlns:a="http://schemas.openxmlformats.org/drawingml/2006/main">
            <a:off x="6477000" y="30861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Chen</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[24]</a:t>
            </a:r>
            <a:r>
              <a:rPr sz="1613" b="0">
                <a:solidFill>
                  <a:srgbClr val="111111"/>
                </a:solidFill>
                <a:latin typeface="Microsoft YaHei"/>
                <a:ea typeface="Microsoft YaHei"/>
                <a:cs typeface="Microsoft YaHei"/>
              </a:rPr>
              <a:t>：站内图组织工序、人员与物料，</a:t>
            </a:r>
            <a:endParaRPr>
              <a:latin typeface="Microsoft YaHei"/>
              <a:ea typeface="Microsoft YaHei"/>
              <a:cs typeface="Microsoft YaHei"/>
            </a:endParaRP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Microsoft YaHei"/>
                <a:ea typeface="Microsoft YaHei"/>
                <a:cs typeface="Microsoft YaHei"/>
              </a:rPr>
              <a:t>支持各站派工规则选择。</a:t>
            </a:r>
            <a:endParaRPr>
              <a:latin typeface="Microsoft YaHei"/>
              <a:ea typeface="Microsoft YaHei"/>
              <a:cs typeface="Microsoft YaHei"/>
            </a:endParaRPr>
          </a:p>
        </p:txBody>
      </p:sp>
      <p:sp>
        <p:nvSpPr>
          <p:cNvPr id="56" name="chen-cross-station-explanation">
            <a:extLst xmlns:a="http://schemas.openxmlformats.org/drawingml/2006/main">
              <a:ext uri="{FF2B5EF4-FFF2-40B4-BE49-F238E27FC236}">
                <a16:creationId xmlns:a16="http://schemas.microsoft.com/office/drawing/2014/main" id="{32EE8F3A-627A-49CA-9236-3B72E7BC5D43}"/>
              </a:ext>
            </a:extLst>
          </p:cNvPr>
          <p:cNvSpPr>
            <a:spLocks xmlns:a="http://schemas.openxmlformats.org/drawingml/2006/main" noGrp="1"/>
          </p:cNvSpPr>
          <p:nvPr/>
        </p:nvSpPr>
        <p:spPr>
          <a:xfrm xmlns:a="http://schemas.openxmlformats.org/drawingml/2006/main">
            <a:off x="6477000" y="37814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Microsoft YaHei"/>
                <a:ea typeface="Microsoft YaHei"/>
                <a:cs typeface="Microsoft YaHei"/>
              </a:rPr>
              <a:t>跨站聚合进入局部与全局评价，</a:t>
            </a:r>
            <a:endParaRPr>
              <a:latin typeface="Microsoft YaHei"/>
              <a:ea typeface="Microsoft YaHei"/>
              <a:cs typeface="Microsoft YaHei"/>
            </a:endParaRP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Microsoft YaHei"/>
                <a:ea typeface="Microsoft YaHei"/>
                <a:cs typeface="Microsoft YaHei"/>
              </a:rPr>
              <a:t>协调各站调度。</a:t>
            </a:r>
            <a:endParaRPr>
              <a:latin typeface="Microsoft YaHei"/>
              <a:ea typeface="Microsoft YaHei"/>
              <a:cs typeface="Microsoft YaHei"/>
            </a:endParaRPr>
          </a:p>
        </p:txBody>
      </p:sp>
      <p:sp>
        <p:nvSpPr>
          <p:cNvPr id="57" name="ding-diagram-label">
            <a:extLst xmlns:a="http://schemas.openxmlformats.org/drawingml/2006/main">
              <a:ext uri="{FF2B5EF4-FFF2-40B4-BE49-F238E27FC236}">
                <a16:creationId xmlns:a16="http://schemas.microsoft.com/office/drawing/2014/main" id="{1CFBC49D-02ED-4CFE-9A5A-7833BC4AF4AE}"/>
              </a:ext>
            </a:extLst>
          </p:cNvPr>
          <p:cNvSpPr>
            <a:spLocks xmlns:a="http://schemas.openxmlformats.org/drawingml/2006/main" noGrp="1"/>
          </p:cNvSpPr>
          <p:nvPr/>
        </p:nvSpPr>
        <p:spPr>
          <a:xfrm xmlns:a="http://schemas.openxmlformats.org/drawingml/2006/main">
            <a:off x="2076450" y="4524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Ding</a:t>
            </a:r>
            <a:r>
              <a:rPr sz="1388" b="1">
                <a:solidFill>
                  <a:srgbClr val="315CA9"/>
                </a:solidFill>
                <a:latin typeface="Microsoft YaHei"/>
                <a:ea typeface="Microsoft YaHei"/>
                <a:cs typeface="Microsoft YaHei"/>
              </a:rPr>
              <a:t>等</a:t>
            </a:r>
            <a:r>
              <a:rPr sz="1388" b="1">
                <a:solidFill>
                  <a:srgbClr val="315CA9"/>
                </a:solidFill>
                <a:latin typeface="Times New Roman"/>
                <a:ea typeface="Times New Roman"/>
                <a:cs typeface="Times New Roman"/>
              </a:rPr>
              <a:t>[33]</a:t>
            </a:r>
            <a:endParaRPr>
              <a:latin typeface="Microsoft YaHei"/>
              <a:ea typeface="Microsoft YaHei"/>
              <a:cs typeface="Microsoft YaHei"/>
            </a:endParaRPr>
          </a:p>
        </p:txBody>
      </p:sp>
      <p:sp>
        <p:nvSpPr>
          <p:cNvPr id="58" name="ding-product">
            <a:extLst xmlns:a="http://schemas.openxmlformats.org/drawingml/2006/main">
              <a:ext uri="{FF2B5EF4-FFF2-40B4-BE49-F238E27FC236}">
                <a16:creationId xmlns:a16="http://schemas.microsoft.com/office/drawing/2014/main" id="{FC5428CE-FAB4-476D-BC75-C8E96DEECB3B}"/>
              </a:ext>
            </a:extLst>
          </p:cNvPr>
          <p:cNvSpPr>
            <a:spLocks xmlns:a="http://schemas.openxmlformats.org/drawingml/2006/main" noGrp="1"/>
          </p:cNvSpPr>
          <p:nvPr/>
        </p:nvSpPr>
        <p:spPr>
          <a:xfrm xmlns:a="http://schemas.openxmlformats.org/drawingml/2006/main">
            <a:off x="2190750" y="4895850"/>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产品</a:t>
            </a:r>
            <a:endParaRPr>
              <a:latin typeface="Microsoft YaHei"/>
              <a:ea typeface="Microsoft YaHei"/>
              <a:cs typeface="Microsoft YaHei"/>
            </a:endParaRPr>
          </a:p>
        </p:txBody>
      </p:sp>
      <p:sp>
        <p:nvSpPr>
          <p:cNvPr id="59" name="ding-process">
            <a:extLst xmlns:a="http://schemas.openxmlformats.org/drawingml/2006/main">
              <a:ext uri="{FF2B5EF4-FFF2-40B4-BE49-F238E27FC236}">
                <a16:creationId xmlns:a16="http://schemas.microsoft.com/office/drawing/2014/main" id="{7B4C6FD2-9B93-49F5-89D2-1C0715E4E59D}"/>
              </a:ext>
            </a:extLst>
          </p:cNvPr>
          <p:cNvSpPr>
            <a:spLocks xmlns:a="http://schemas.openxmlformats.org/drawingml/2006/main" noGrp="1"/>
          </p:cNvSpPr>
          <p:nvPr/>
        </p:nvSpPr>
        <p:spPr>
          <a:xfrm xmlns:a="http://schemas.openxmlformats.org/drawingml/2006/main">
            <a:off x="3219450" y="4895850"/>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工艺</a:t>
            </a:r>
            <a:endParaRPr>
              <a:latin typeface="Microsoft YaHei"/>
              <a:ea typeface="Microsoft YaHei"/>
              <a:cs typeface="Microsoft YaHei"/>
            </a:endParaRPr>
          </a:p>
        </p:txBody>
      </p:sp>
      <p:sp>
        <p:nvSpPr>
          <p:cNvPr id="60" name="ding-resource">
            <a:extLst xmlns:a="http://schemas.openxmlformats.org/drawingml/2006/main">
              <a:ext uri="{FF2B5EF4-FFF2-40B4-BE49-F238E27FC236}">
                <a16:creationId xmlns:a16="http://schemas.microsoft.com/office/drawing/2014/main" id="{AE846BB2-C543-46DB-A652-3C76123B1549}"/>
              </a:ext>
            </a:extLst>
          </p:cNvPr>
          <p:cNvSpPr>
            <a:spLocks xmlns:a="http://schemas.openxmlformats.org/drawingml/2006/main" noGrp="1"/>
          </p:cNvSpPr>
          <p:nvPr/>
        </p:nvSpPr>
        <p:spPr>
          <a:xfrm xmlns:a="http://schemas.openxmlformats.org/drawingml/2006/main">
            <a:off x="2705100" y="5476875"/>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资源</a:t>
            </a:r>
            <a:endParaRPr>
              <a:latin typeface="Microsoft YaHei"/>
              <a:ea typeface="Microsoft YaHei"/>
              <a:cs typeface="Microsoft YaHei"/>
            </a:endParaRPr>
          </a:p>
        </p:txBody>
      </p:sp>
      <p:sp>
        <p:nvSpPr>
          <p:cNvPr id="64" name="ding-event-attributes">
            <a:extLst xmlns:a="http://schemas.openxmlformats.org/drawingml/2006/main">
              <a:ext uri="{FF2B5EF4-FFF2-40B4-BE49-F238E27FC236}">
                <a16:creationId xmlns:a16="http://schemas.microsoft.com/office/drawing/2014/main" id="{C5DED79F-FA0C-4D0B-B980-19F11D453D53}"/>
              </a:ext>
            </a:extLst>
          </p:cNvPr>
          <p:cNvSpPr>
            <a:spLocks xmlns:a="http://schemas.openxmlformats.org/drawingml/2006/main" noGrp="1"/>
          </p:cNvSpPr>
          <p:nvPr/>
        </p:nvSpPr>
        <p:spPr>
          <a:xfrm xmlns:a="http://schemas.openxmlformats.org/drawingml/2006/main">
            <a:off x="1962150" y="5591175"/>
            <a:ext cx="762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Microsoft YaHei"/>
                <a:ea typeface="Microsoft YaHei"/>
                <a:cs typeface="Microsoft YaHei"/>
              </a:rPr>
              <a:t>事件更新</a:t>
            </a:r>
            <a:endParaRPr>
              <a:latin typeface="Microsoft YaHei"/>
              <a:ea typeface="Microsoft YaHei"/>
              <a:cs typeface="Microsoft YaHei"/>
            </a:endParaRPr>
          </a:p>
        </p:txBody>
      </p:sp>
      <p:sp>
        <p:nvSpPr>
          <p:cNvPr id="65" name="hu-diagram-label">
            <a:extLst xmlns:a="http://schemas.openxmlformats.org/drawingml/2006/main">
              <a:ext uri="{FF2B5EF4-FFF2-40B4-BE49-F238E27FC236}">
                <a16:creationId xmlns:a16="http://schemas.microsoft.com/office/drawing/2014/main" id="{F0E46228-628A-44AA-80EA-560EF0242256}"/>
              </a:ext>
            </a:extLst>
          </p:cNvPr>
          <p:cNvSpPr>
            <a:spLocks xmlns:a="http://schemas.openxmlformats.org/drawingml/2006/main" noGrp="1"/>
          </p:cNvSpPr>
          <p:nvPr/>
        </p:nvSpPr>
        <p:spPr>
          <a:xfrm xmlns:a="http://schemas.openxmlformats.org/drawingml/2006/main">
            <a:off x="4191000" y="4524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Hu</a:t>
            </a:r>
            <a:r>
              <a:rPr sz="1388" b="1">
                <a:solidFill>
                  <a:srgbClr val="315CA9"/>
                </a:solidFill>
                <a:latin typeface="Microsoft YaHei"/>
                <a:ea typeface="Microsoft YaHei"/>
                <a:cs typeface="Microsoft YaHei"/>
              </a:rPr>
              <a:t>等</a:t>
            </a:r>
            <a:r>
              <a:rPr sz="1388" b="1">
                <a:solidFill>
                  <a:srgbClr val="315CA9"/>
                </a:solidFill>
                <a:latin typeface="Times New Roman"/>
                <a:ea typeface="Times New Roman"/>
                <a:cs typeface="Times New Roman"/>
              </a:rPr>
              <a:t>[34]</a:t>
            </a:r>
            <a:endParaRPr>
              <a:latin typeface="Microsoft YaHei"/>
              <a:ea typeface="Microsoft YaHei"/>
              <a:cs typeface="Microsoft YaHei"/>
            </a:endParaRPr>
          </a:p>
        </p:txBody>
      </p:sp>
      <p:sp>
        <p:nvSpPr>
          <p:cNvPr id="66" name="hu-operation">
            <a:extLst xmlns:a="http://schemas.openxmlformats.org/drawingml/2006/main">
              <a:ext uri="{FF2B5EF4-FFF2-40B4-BE49-F238E27FC236}">
                <a16:creationId xmlns:a16="http://schemas.microsoft.com/office/drawing/2014/main" id="{9817D931-CA32-446C-A641-6A52D5BF6A35}"/>
              </a:ext>
            </a:extLst>
          </p:cNvPr>
          <p:cNvSpPr>
            <a:spLocks xmlns:a="http://schemas.openxmlformats.org/drawingml/2006/main" noGrp="1"/>
          </p:cNvSpPr>
          <p:nvPr/>
        </p:nvSpPr>
        <p:spPr>
          <a:xfrm xmlns:a="http://schemas.openxmlformats.org/drawingml/2006/main">
            <a:off x="4267200" y="4895850"/>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工序</a:t>
            </a:r>
            <a:endParaRPr>
              <a:latin typeface="Microsoft YaHei"/>
              <a:ea typeface="Microsoft YaHei"/>
              <a:cs typeface="Microsoft YaHei"/>
            </a:endParaRPr>
          </a:p>
        </p:txBody>
      </p:sp>
      <p:sp>
        <p:nvSpPr>
          <p:cNvPr id="67" name="hu-machine">
            <a:extLst xmlns:a="http://schemas.openxmlformats.org/drawingml/2006/main">
              <a:ext uri="{FF2B5EF4-FFF2-40B4-BE49-F238E27FC236}">
                <a16:creationId xmlns:a16="http://schemas.microsoft.com/office/drawing/2014/main" id="{411D2272-30D8-4A4E-B78A-AFFAF405F989}"/>
              </a:ext>
            </a:extLst>
          </p:cNvPr>
          <p:cNvSpPr>
            <a:spLocks xmlns:a="http://schemas.openxmlformats.org/drawingml/2006/main" noGrp="1"/>
          </p:cNvSpPr>
          <p:nvPr/>
        </p:nvSpPr>
        <p:spPr>
          <a:xfrm xmlns:a="http://schemas.openxmlformats.org/drawingml/2006/main">
            <a:off x="5314950" y="4895850"/>
            <a:ext cx="438150"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6E747A"/>
            </a:solidFill>
            <a:prstDash val="solid"/>
          </a:ln>
        </p:spPr>
        <p:txBody>
          <a:bodyPr xmlns:a="http://schemas.openxmlformats.org/drawingml/2006/main" wrap="squar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机器</a:t>
            </a:r>
            <a:endParaRPr>
              <a:latin typeface="Microsoft YaHei"/>
              <a:ea typeface="Microsoft YaHei"/>
              <a:cs typeface="Microsoft YaHei"/>
            </a:endParaRPr>
          </a:p>
        </p:txBody>
      </p:sp>
      <p:sp>
        <p:nvSpPr>
          <p:cNvPr id="68" name="hu-worker">
            <a:extLst xmlns:a="http://schemas.openxmlformats.org/drawingml/2006/main">
              <a:ext uri="{FF2B5EF4-FFF2-40B4-BE49-F238E27FC236}">
                <a16:creationId xmlns:a16="http://schemas.microsoft.com/office/drawing/2014/main" id="{44BF1FE7-7ED0-4305-9AAF-2E1F3F0A3B57}"/>
              </a:ext>
            </a:extLst>
          </p:cNvPr>
          <p:cNvSpPr>
            <a:spLocks xmlns:a="http://schemas.openxmlformats.org/drawingml/2006/main" noGrp="1"/>
          </p:cNvSpPr>
          <p:nvPr/>
        </p:nvSpPr>
        <p:spPr>
          <a:xfrm xmlns:a="http://schemas.openxmlformats.org/drawingml/2006/main">
            <a:off x="4791075" y="5476875"/>
            <a:ext cx="438150" cy="381000"/>
          </a:xfrm>
          <a:prstGeom xmlns:a="http://schemas.openxmlformats.org/drawingml/2006/main" prst="ellipse">
            <a:avLst/>
          </a:prstGeom>
          <a:solidFill xmlns:a="http://schemas.openxmlformats.org/drawingml/2006/main">
            <a:srgbClr val="FFFFFF"/>
          </a:solidFill>
          <a:ln xmlns:a="http://schemas.openxmlformats.org/drawingml/2006/main" w="14288">
            <a:solidFill>
              <a:srgbClr val="6E747A"/>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Microsoft YaHei"/>
                <a:ea typeface="Microsoft YaHei"/>
                <a:cs typeface="Microsoft YaHei"/>
              </a:rPr>
              <a:t>人员</a:t>
            </a:r>
            <a:endParaRPr>
              <a:latin typeface="Microsoft YaHei"/>
              <a:ea typeface="Microsoft YaHei"/>
              <a:cs typeface="Microsoft YaHei"/>
            </a:endParaRPr>
          </a:p>
        </p:txBody>
      </p:sp>
      <p:sp>
        <p:nvSpPr>
          <p:cNvPr id="72" name="hu-time-attributes">
            <a:extLst xmlns:a="http://schemas.openxmlformats.org/drawingml/2006/main">
              <a:ext uri="{FF2B5EF4-FFF2-40B4-BE49-F238E27FC236}">
                <a16:creationId xmlns:a16="http://schemas.microsoft.com/office/drawing/2014/main" id="{120BB388-9046-47A9-B3D2-8B80AD80CC22}"/>
              </a:ext>
            </a:extLst>
          </p:cNvPr>
          <p:cNvSpPr>
            <a:spLocks xmlns:a="http://schemas.openxmlformats.org/drawingml/2006/main" noGrp="1"/>
          </p:cNvSpPr>
          <p:nvPr/>
        </p:nvSpPr>
        <p:spPr>
          <a:xfrm xmlns:a="http://schemas.openxmlformats.org/drawingml/2006/main">
            <a:off x="5353050" y="5648325"/>
            <a:ext cx="762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Microsoft YaHei"/>
                <a:ea typeface="Microsoft YaHei"/>
                <a:cs typeface="Microsoft YaHei"/>
              </a:rPr>
              <a:t>时间属性</a:t>
            </a:r>
            <a:endParaRPr>
              <a:latin typeface="Microsoft YaHei"/>
              <a:ea typeface="Microsoft YaHei"/>
              <a:cs typeface="Microsoft YaHei"/>
            </a:endParaRPr>
          </a:p>
        </p:txBody>
      </p:sp>
      <p:sp>
        <p:nvSpPr>
          <p:cNvPr id="73" name="ding-explanation">
            <a:extLst xmlns:a="http://schemas.openxmlformats.org/drawingml/2006/main">
              <a:ext uri="{FF2B5EF4-FFF2-40B4-BE49-F238E27FC236}">
                <a16:creationId xmlns:a16="http://schemas.microsoft.com/office/drawing/2014/main" id="{A6238E03-45A3-4592-99FB-297CC6BEC00E}"/>
              </a:ext>
            </a:extLst>
          </p:cNvPr>
          <p:cNvSpPr>
            <a:spLocks xmlns:a="http://schemas.openxmlformats.org/drawingml/2006/main" noGrp="1"/>
          </p:cNvSpPr>
          <p:nvPr/>
        </p:nvSpPr>
        <p:spPr>
          <a:xfrm xmlns:a="http://schemas.openxmlformats.org/drawingml/2006/main">
            <a:off x="6477000" y="45720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Ding</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[33]</a:t>
            </a:r>
            <a:r>
              <a:rPr sz="1613" b="0">
                <a:solidFill>
                  <a:srgbClr val="111111"/>
                </a:solidFill>
                <a:latin typeface="Microsoft YaHei"/>
                <a:ea typeface="Microsoft YaHei"/>
                <a:cs typeface="Microsoft YaHei"/>
              </a:rPr>
              <a:t>：知识图谱通过查询、规则推理和</a:t>
            </a:r>
            <a:endParaRPr>
              <a:latin typeface="Microsoft YaHei"/>
              <a:ea typeface="Microsoft YaHei"/>
              <a:cs typeface="Microsoft YaHei"/>
            </a:endParaRP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Microsoft YaHei"/>
                <a:ea typeface="Microsoft YaHei"/>
                <a:cs typeface="Microsoft YaHei"/>
              </a:rPr>
              <a:t>事件更新，形成实时状态。</a:t>
            </a:r>
            <a:endParaRPr>
              <a:latin typeface="Microsoft YaHei"/>
              <a:ea typeface="Microsoft YaHei"/>
              <a:cs typeface="Microsoft YaHei"/>
            </a:endParaRPr>
          </a:p>
        </p:txBody>
      </p:sp>
      <p:sp>
        <p:nvSpPr>
          <p:cNvPr id="74" name="hu-explanation">
            <a:extLst xmlns:a="http://schemas.openxmlformats.org/drawingml/2006/main">
              <a:ext uri="{FF2B5EF4-FFF2-40B4-BE49-F238E27FC236}">
                <a16:creationId xmlns:a16="http://schemas.microsoft.com/office/drawing/2014/main" id="{0D225340-344B-4908-921A-8B375CF7549F}"/>
              </a:ext>
            </a:extLst>
          </p:cNvPr>
          <p:cNvSpPr>
            <a:spLocks xmlns:a="http://schemas.openxmlformats.org/drawingml/2006/main" noGrp="1"/>
          </p:cNvSpPr>
          <p:nvPr/>
        </p:nvSpPr>
        <p:spPr>
          <a:xfrm xmlns:a="http://schemas.openxmlformats.org/drawingml/2006/main">
            <a:off x="6477000" y="52673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Hu</a:t>
            </a:r>
            <a:r>
              <a:rPr sz="1613" b="0">
                <a:solidFill>
                  <a:srgbClr val="111111"/>
                </a:solidFill>
                <a:latin typeface="Microsoft YaHei"/>
                <a:ea typeface="Microsoft YaHei"/>
                <a:cs typeface="Microsoft YaHei"/>
              </a:rPr>
              <a:t>等</a:t>
            </a:r>
            <a:r>
              <a:rPr sz="1613" b="0">
                <a:solidFill>
                  <a:srgbClr val="111111"/>
                </a:solidFill>
                <a:latin typeface="Times New Roman"/>
                <a:ea typeface="Times New Roman"/>
                <a:cs typeface="Times New Roman"/>
              </a:rPr>
              <a:t>[34]</a:t>
            </a:r>
            <a:r>
              <a:rPr sz="1613" b="0">
                <a:solidFill>
                  <a:srgbClr val="111111"/>
                </a:solidFill>
                <a:latin typeface="Microsoft YaHei"/>
                <a:ea typeface="Microsoft YaHei"/>
                <a:cs typeface="Microsoft YaHei"/>
              </a:rPr>
              <a:t>：融合资源实体、语义关系与动态时间</a:t>
            </a:r>
            <a:endParaRPr>
              <a:latin typeface="Microsoft YaHei"/>
              <a:ea typeface="Microsoft YaHei"/>
              <a:cs typeface="Microsoft YaHei"/>
            </a:endParaRP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Microsoft YaHei"/>
                <a:ea typeface="Microsoft YaHei"/>
                <a:cs typeface="Microsoft YaHei"/>
              </a:rPr>
              <a:t>属性，通过语义异构图聚合支持资源联合选择。</a:t>
            </a:r>
            <a:endParaRPr>
              <a:latin typeface="Microsoft YaHei"/>
              <a:ea typeface="Microsoft YaHei"/>
              <a:cs typeface="Microsoft YaHei"/>
            </a:endParaRPr>
          </a:p>
        </p:txBody>
      </p:sp>
      <p:sp>
        <p:nvSpPr>
          <p:cNvPr id="75" name="information-note">
            <a:extLst xmlns:a="http://schemas.openxmlformats.org/drawingml/2006/main">
              <a:ext uri="{FF2B5EF4-FFF2-40B4-BE49-F238E27FC236}">
                <a16:creationId xmlns:a16="http://schemas.microsoft.com/office/drawing/2014/main" id="{45941C2F-1C0A-4CC8-948D-30EEB662F527}"/>
              </a:ext>
            </a:extLst>
          </p:cNvPr>
          <p:cNvSpPr>
            <a:spLocks xmlns:a="http://schemas.openxmlformats.org/drawingml/2006/main" noGrp="1"/>
          </p:cNvSpPr>
          <p:nvPr/>
        </p:nvSpPr>
        <p:spPr>
          <a:xfrm xmlns:a="http://schemas.openxmlformats.org/drawingml/2006/main">
            <a:off x="609600" y="5953125"/>
            <a:ext cx="1095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6E747A"/>
                </a:solidFill>
              </a:defRPr>
            </a:defPPr>
          </a:lstStyle>
          <a:p xmlns:a="http://schemas.openxmlformats.org/drawingml/2006/main">
            <a:pPr algn="l">
              <a:lnSpc>
                <a:spcPct val="108000"/>
              </a:lnSpc>
              <a:spcBef>
                <a:spcPts val="0"/>
              </a:spcBef>
              <a:spcAft>
                <a:spcPts val="0"/>
              </a:spcAft>
              <a:buNone/>
              <a:defRPr sz="1238" b="0">
                <a:solidFill>
                  <a:srgbClr val="6E747A"/>
                </a:solidFill>
              </a:defRPr>
            </a:pPr>
            <a:r>
              <a:rPr sz="1238" b="0">
                <a:solidFill>
                  <a:srgbClr val="6E747A"/>
                </a:solidFill>
                <a:latin typeface="Microsoft YaHei"/>
                <a:ea typeface="Microsoft YaHei"/>
                <a:cs typeface="Microsoft YaHei"/>
              </a:rPr>
              <a:t>三组按信息侧重点归纳，可相互交叉。图调度综述依据：</a:t>
            </a:r>
            <a:r>
              <a:rPr sz="1238" b="0">
                <a:solidFill>
                  <a:srgbClr val="6E747A"/>
                </a:solidFill>
                <a:latin typeface="Times New Roman"/>
                <a:ea typeface="Times New Roman"/>
                <a:cs typeface="Times New Roman"/>
              </a:rPr>
              <a:t>Smit</a:t>
            </a:r>
            <a:r>
              <a:rPr sz="1238" b="0">
                <a:solidFill>
                  <a:srgbClr val="6E747A"/>
                </a:solidFill>
                <a:latin typeface="Microsoft YaHei"/>
                <a:ea typeface="Microsoft YaHei"/>
                <a:cs typeface="Microsoft YaHei"/>
              </a:rPr>
              <a:t>等</a:t>
            </a:r>
            <a:r>
              <a:rPr sz="1238" b="0">
                <a:solidFill>
                  <a:srgbClr val="6E747A"/>
                </a:solidFill>
                <a:latin typeface="Times New Roman"/>
                <a:ea typeface="Times New Roman"/>
                <a:cs typeface="Times New Roman"/>
              </a:rPr>
              <a:t>[27]</a:t>
            </a:r>
            <a:r>
              <a:rPr sz="1238" b="0">
                <a:solidFill>
                  <a:srgbClr val="6E747A"/>
                </a:solidFill>
                <a:latin typeface="Microsoft YaHei"/>
                <a:ea typeface="Microsoft YaHei"/>
                <a:cs typeface="Microsoft YaHei"/>
              </a:rPr>
              <a:t>。</a:t>
            </a:r>
            <a:endParaRPr>
              <a:latin typeface="Microsoft YaHei"/>
              <a:ea typeface="Microsoft YaHei"/>
              <a:cs typeface="Microsoft YaHei"/>
            </a:endParaRPr>
          </a:p>
        </p:txBody>
      </p:sp>
      <p:cxnSp>
        <p:nvCxnSpPr>
          <p:cNvPr id="76" name="summary-rule">
            <a:extLst xmlns:a="http://schemas.openxmlformats.org/drawingml/2006/main">
              <a:ext uri="{FF2B5EF4-FFF2-40B4-BE49-F238E27FC236}">
                <a16:creationId xmlns:a16="http://schemas.microsoft.com/office/drawing/2014/main" id="{A4C2DC5F-A047-4A90-B538-1253A9222AD6}"/>
              </a:ext>
            </a:extLst>
          </p:cNvPr>
          <p:cNvCxnSpPr/>
          <p:nvPr/>
        </p:nvCxnSpPr>
        <p:spPr>
          <a:xfrm xmlns:a="http://schemas.openxmlformats.org/drawingml/2006/main" flipH="0" flipV="0">
            <a:off x="571500" y="6181725"/>
            <a:ext cx="11049000" cy="0"/>
          </a:xfrm>
          <a:prstGeom xmlns:a="http://schemas.openxmlformats.org/drawingml/2006/main" prst="straightConnector1">
            <a:avLst/>
          </a:prstGeom>
          <a:ln xmlns:a="http://schemas.openxmlformats.org/drawingml/2006/main" w="9525">
            <a:solidFill>
              <a:srgbClr val="CDD7E8"/>
            </a:solidFill>
            <a:prstDash val="solid"/>
          </a:ln>
        </p:spPr>
      </p:cxnSp>
      <p:sp>
        <p:nvSpPr>
          <p:cNvPr id="77" name="summary">
            <a:extLst xmlns:a="http://schemas.openxmlformats.org/drawingml/2006/main">
              <a:ext uri="{FF2B5EF4-FFF2-40B4-BE49-F238E27FC236}">
                <a16:creationId xmlns:a16="http://schemas.microsoft.com/office/drawing/2014/main" id="{8E7EC0AC-1B40-4BFA-BA15-0E654638F7E8}"/>
              </a:ext>
            </a:extLst>
          </p:cNvPr>
          <p:cNvSpPr>
            <a:spLocks xmlns:a="http://schemas.openxmlformats.org/drawingml/2006/main" noGrp="1"/>
          </p:cNvSpPr>
          <p:nvPr/>
        </p:nvSpPr>
        <p:spPr>
          <a:xfrm xmlns:a="http://schemas.openxmlformats.org/drawingml/2006/main">
            <a:off x="619125" y="62484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101010"/>
                </a:solidFill>
              </a:defRPr>
            </a:defPPr>
          </a:lstStyle>
          <a:p xmlns:a="http://schemas.openxmlformats.org/drawingml/2006/main">
            <a:pPr algn="l">
              <a:lnSpc>
                <a:spcPct val="96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已有图方法利用了</a:t>
            </a:r>
            <a:r>
              <a:rPr sz="1500" b="1">
                <a:solidFill>
                  <a:srgbClr val="101010"/>
                </a:solidFill>
                <a:latin typeface="Microsoft YaHei"/>
                <a:ea typeface="Microsoft YaHei"/>
                <a:cs typeface="Microsoft YaHei"/>
              </a:rPr>
              <a:t>工艺、资源、跨站及动态时间信息</a:t>
            </a:r>
            <a:r>
              <a:rPr sz="1500" b="0">
                <a:solidFill>
                  <a:srgbClr val="101010"/>
                </a:solidFill>
                <a:latin typeface="Microsoft YaHei"/>
                <a:ea typeface="Microsoft YaHei"/>
                <a:cs typeface="Microsoft YaHei"/>
              </a:rPr>
              <a:t>，为复杂生产状态的组织与表示提供了基础。</a:t>
            </a:r>
            <a:endParaRPr>
              <a:latin typeface="Microsoft YaHei"/>
              <a:ea typeface="Microsoft YaHei"/>
              <a:cs typeface="Microsoft YaHei"/>
            </a:endParaRPr>
          </a:p>
          <a:p xmlns:a="http://schemas.openxmlformats.org/drawingml/2006/main">
            <a:pPr algn="l">
              <a:lnSpc>
                <a:spcPct val="96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面向多架次同步转站，需进一步学习</a:t>
            </a:r>
            <a:r>
              <a:rPr sz="1500" b="1">
                <a:solidFill>
                  <a:srgbClr val="101010"/>
                </a:solidFill>
                <a:latin typeface="Microsoft YaHei"/>
                <a:ea typeface="Microsoft YaHei"/>
                <a:cs typeface="Microsoft YaHei"/>
              </a:rPr>
              <a:t>生产状态与后续转站、站位就绪时间的联系</a:t>
            </a:r>
            <a:r>
              <a:rPr sz="1500" b="0">
                <a:solidFill>
                  <a:srgbClr val="101010"/>
                </a:solidFill>
                <a:latin typeface="Microsoft YaHei"/>
                <a:ea typeface="Microsoft YaHei"/>
                <a:cs typeface="Microsoft YaHei"/>
              </a:rPr>
              <a:t>，支持当前及下一周期的协同安排。</a:t>
            </a:r>
            <a:endParaRPr>
              <a:latin typeface="Microsoft YaHei"/>
              <a:ea typeface="Microsoft YaHei"/>
              <a:cs typeface="Microsoft YaHei"/>
            </a:endParaRPr>
          </a:p>
        </p:txBody>
      </p:sp>
    </p:spTree>
    <p:extLst>
      <p:ext uri="{BB962C8B-B14F-4D97-AF65-F5344CB8AC3E}">
        <p14:creationId xmlns:p14="http://schemas.microsoft.com/office/powerpoint/2010/main" val="6495068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5" name="同济校标">
            <a:extLst xmlns:a="http://schemas.openxmlformats.org/drawingml/2006/main">
              <a:ext uri="{FF2B5EF4-FFF2-40B4-BE49-F238E27FC236}">
                <a16:creationId xmlns:a16="http://schemas.microsoft.com/office/drawing/2014/main" id="{7999AF42-FB34-4CA5-BBF9-EBA26041496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8254f98906e4762"/>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6"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Microsoft YaHei"/>
                <a:ea typeface="Microsoft YaHei"/>
                <a:cs typeface="Microsoft YaHei"/>
              </a:rPr>
              <a:t>文献综述</a:t>
            </a:r>
            <a:endParaRPr>
              <a:latin typeface="Microsoft YaHei"/>
              <a:ea typeface="Microsoft YaHei"/>
              <a:cs typeface="Microsoft YaHei"/>
            </a:endParaRPr>
          </a:p>
        </p:txBody>
      </p:sp>
      <p:sp>
        <p:nvSpPr>
          <p:cNvPr id="7"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Microsoft YaHei"/>
                <a:ea typeface="Microsoft YaHei"/>
                <a:cs typeface="Microsoft YaHei"/>
              </a:defRPr>
            </a:defPPr>
          </a:lstStyle>
          <a:p xmlns:a="http://schemas.openxmlformats.org/drawingml/2006/main">
            <a:pPr algn="l">
              <a:lnSpc>
                <a:spcPct val="100000"/>
              </a:lnSpc>
              <a:spcBef>
                <a:spcPts val="0"/>
              </a:spcBef>
              <a:spcAft>
                <a:spcPts val="0"/>
              </a:spcAft>
              <a:buNone/>
              <a:defRPr sz="2400" b="1">
                <a:solidFill>
                  <a:srgbClr val="315CA9"/>
                </a:solidFill>
                <a:latin typeface="Microsoft YaHei"/>
                <a:ea typeface="Microsoft YaHei"/>
                <a:cs typeface="Microsoft YaHei"/>
              </a:defRPr>
            </a:pPr>
            <a:r>
              <a:rPr sz="2400" b="1">
                <a:solidFill>
                  <a:srgbClr val="315CA9"/>
                </a:solidFill>
                <a:latin typeface="Microsoft YaHei"/>
                <a:ea typeface="Microsoft YaHei"/>
                <a:cs typeface="Microsoft YaHei"/>
              </a:rPr>
              <a:t>文献综述小结</a:t>
            </a:r>
            <a:endParaRPr>
              <a:latin typeface="Microsoft YaHei"/>
              <a:ea typeface="Microsoft YaHei"/>
              <a:cs typeface="Microsoft YaHei"/>
            </a:endParaRPr>
          </a:p>
        </p:txBody>
      </p:sp>
      <p:sp>
        <p:nvSpPr>
          <p:cNvPr id="8"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08</a:t>
            </a:r>
            <a:endParaRPr>
              <a:latin typeface="Microsoft YaHei"/>
              <a:ea typeface="Microsoft YaHei"/>
              <a:cs typeface="Microsoft YaHei"/>
            </a:endParaRPr>
          </a:p>
        </p:txBody>
      </p:sp>
      <p:sp>
        <p:nvSpPr>
          <p:cNvPr id="9" name="basis-heading">
            <a:extLst xmlns:a="http://schemas.openxmlformats.org/drawingml/2006/main">
              <a:ext uri="{FF2B5EF4-FFF2-40B4-BE49-F238E27FC236}">
                <a16:creationId xmlns:a16="http://schemas.microsoft.com/office/drawing/2014/main" id="{938C193F-39FC-47AC-BB1A-4B99C33AD8F2}"/>
              </a:ext>
            </a:extLst>
          </p:cNvPr>
          <p:cNvSpPr>
            <a:spLocks xmlns:a="http://schemas.openxmlformats.org/drawingml/2006/main" noGrp="1"/>
          </p:cNvSpPr>
          <p:nvPr/>
        </p:nvSpPr>
        <p:spPr>
          <a:xfrm xmlns:a="http://schemas.openxmlformats.org/drawingml/2006/main">
            <a:off x="609600" y="1381125"/>
            <a:ext cx="304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已有研究基础</a:t>
            </a:r>
            <a:endParaRPr>
              <a:latin typeface="Microsoft YaHei"/>
              <a:ea typeface="Microsoft YaHei"/>
              <a:cs typeface="Microsoft YaHei"/>
            </a:endParaRPr>
          </a:p>
        </p:txBody>
      </p:sp>
      <p:sp>
        <p:nvSpPr>
          <p:cNvPr id="10" name="gap-heading">
            <a:extLst xmlns:a="http://schemas.openxmlformats.org/drawingml/2006/main">
              <a:ext uri="{FF2B5EF4-FFF2-40B4-BE49-F238E27FC236}">
                <a16:creationId xmlns:a16="http://schemas.microsoft.com/office/drawing/2014/main" id="{986CEB4F-84DA-46B5-905E-491052CFFF1A}"/>
              </a:ext>
            </a:extLst>
          </p:cNvPr>
          <p:cNvSpPr>
            <a:spLocks xmlns:a="http://schemas.openxmlformats.org/drawingml/2006/main" noGrp="1"/>
          </p:cNvSpPr>
          <p:nvPr/>
        </p:nvSpPr>
        <p:spPr>
          <a:xfrm xmlns:a="http://schemas.openxmlformats.org/drawingml/2006/main">
            <a:off x="4229100" y="1381125"/>
            <a:ext cx="3476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本课题需进一步处理的问题</a:t>
            </a:r>
            <a:endParaRPr>
              <a:latin typeface="Microsoft YaHei"/>
              <a:ea typeface="Microsoft YaHei"/>
              <a:cs typeface="Microsoft YaHei"/>
            </a:endParaRPr>
          </a:p>
        </p:txBody>
      </p:sp>
      <p:sp>
        <p:nvSpPr>
          <p:cNvPr id="11" name="research-heading">
            <a:extLst xmlns:a="http://schemas.openxmlformats.org/drawingml/2006/main">
              <a:ext uri="{FF2B5EF4-FFF2-40B4-BE49-F238E27FC236}">
                <a16:creationId xmlns:a16="http://schemas.microsoft.com/office/drawing/2014/main" id="{B93868AE-3C15-485F-AA2D-88F221B11F87}"/>
              </a:ext>
            </a:extLst>
          </p:cNvPr>
          <p:cNvSpPr>
            <a:spLocks xmlns:a="http://schemas.openxmlformats.org/drawingml/2006/main" noGrp="1"/>
          </p:cNvSpPr>
          <p:nvPr/>
        </p:nvSpPr>
        <p:spPr>
          <a:xfrm xmlns:a="http://schemas.openxmlformats.org/drawingml/2006/main">
            <a:off x="8248650" y="1381125"/>
            <a:ext cx="33432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08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对应研究内容</a:t>
            </a:r>
            <a:endParaRPr>
              <a:latin typeface="Microsoft YaHei"/>
              <a:ea typeface="Microsoft YaHei"/>
              <a:cs typeface="Microsoft YaHei"/>
            </a:endParaRPr>
          </a:p>
        </p:txBody>
      </p:sp>
      <p:sp>
        <p:nvSpPr>
          <p:cNvPr id="12" name="basis-0">
            <a:extLst xmlns:a="http://schemas.openxmlformats.org/drawingml/2006/main">
              <a:ext uri="{FF2B5EF4-FFF2-40B4-BE49-F238E27FC236}">
                <a16:creationId xmlns:a16="http://schemas.microsoft.com/office/drawing/2014/main" id="{F4DB8BC1-3816-464A-83FF-50B856ACEF73}"/>
              </a:ext>
            </a:extLst>
          </p:cNvPr>
          <p:cNvSpPr>
            <a:spLocks xmlns:a="http://schemas.openxmlformats.org/drawingml/2006/main" noGrp="1"/>
          </p:cNvSpPr>
          <p:nvPr/>
        </p:nvSpPr>
        <p:spPr>
          <a:xfrm xmlns:a="http://schemas.openxmlformats.org/drawingml/2006/main">
            <a:off x="619125" y="20193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联合考虑工序分站、人员配置</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与作业时间</a:t>
            </a:r>
            <a:r>
              <a:rPr sz="1688" b="0">
                <a:solidFill>
                  <a:srgbClr val="111111"/>
                </a:solidFill>
                <a:latin typeface="Times New Roman"/>
                <a:ea typeface="Times New Roman"/>
                <a:cs typeface="Times New Roman"/>
              </a:rPr>
              <a:t>[3,9,10]</a:t>
            </a:r>
            <a:r>
              <a:rPr sz="1688" b="0">
                <a:solidFill>
                  <a:srgbClr val="111111"/>
                </a:solidFill>
                <a:latin typeface="Microsoft YaHei"/>
                <a:ea typeface="Microsoft YaHei"/>
                <a:cs typeface="Microsoft YaHei"/>
              </a:rPr>
              <a:t>。</a:t>
            </a:r>
            <a:endParaRPr>
              <a:latin typeface="Microsoft YaHei"/>
              <a:ea typeface="Microsoft YaHei"/>
              <a:cs typeface="Microsoft YaHei"/>
            </a:endParaRPr>
          </a:p>
        </p:txBody>
      </p:sp>
      <p:sp>
        <p:nvSpPr>
          <p:cNvPr id="13" name="gap-0">
            <a:extLst xmlns:a="http://schemas.openxmlformats.org/drawingml/2006/main">
              <a:ext uri="{FF2B5EF4-FFF2-40B4-BE49-F238E27FC236}">
                <a16:creationId xmlns:a16="http://schemas.microsoft.com/office/drawing/2014/main" id="{94953582-D36B-47E3-B9B9-56762F89C42D}"/>
              </a:ext>
            </a:extLst>
          </p:cNvPr>
          <p:cNvSpPr>
            <a:spLocks xmlns:a="http://schemas.openxmlformats.org/drawingml/2006/main" noGrp="1"/>
          </p:cNvSpPr>
          <p:nvPr/>
        </p:nvSpPr>
        <p:spPr>
          <a:xfrm xmlns:a="http://schemas.openxmlformats.org/drawingml/2006/main">
            <a:off x="4229100" y="1952625"/>
            <a:ext cx="3476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给定人员条件下，联合选择</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工序、站位与具体团队，遵守</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首次指派后形成的人员站位绑定。</a:t>
            </a:r>
            <a:endParaRPr>
              <a:latin typeface="Microsoft YaHei"/>
              <a:ea typeface="Microsoft YaHei"/>
              <a:cs typeface="Microsoft YaHei"/>
            </a:endParaRPr>
          </a:p>
        </p:txBody>
      </p:sp>
      <p:sp>
        <p:nvSpPr>
          <p:cNvPr id="14" name="research-0">
            <a:extLst xmlns:a="http://schemas.openxmlformats.org/drawingml/2006/main">
              <a:ext uri="{FF2B5EF4-FFF2-40B4-BE49-F238E27FC236}">
                <a16:creationId xmlns:a16="http://schemas.microsoft.com/office/drawing/2014/main" id="{5CF2E778-7E9F-479F-83BD-48CC41FBAD12}"/>
              </a:ext>
            </a:extLst>
          </p:cNvPr>
          <p:cNvSpPr>
            <a:spLocks xmlns:a="http://schemas.openxmlformats.org/drawingml/2006/main" noGrp="1"/>
          </p:cNvSpPr>
          <p:nvPr/>
        </p:nvSpPr>
        <p:spPr>
          <a:xfrm xmlns:a="http://schemas.openxmlformats.org/drawingml/2006/main">
            <a:off x="8258175" y="226695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基于同构图强化学习的</a:t>
            </a:r>
            <a:endParaRPr>
              <a:latin typeface="Microsoft YaHei"/>
              <a:ea typeface="Microsoft YaHei"/>
              <a:cs typeface="Microsoft YaHei"/>
            </a:endParaRPr>
          </a:p>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脉动装配线调度优化方法</a:t>
            </a:r>
            <a:endParaRPr>
              <a:latin typeface="Microsoft YaHei"/>
              <a:ea typeface="Microsoft YaHei"/>
              <a:cs typeface="Microsoft YaHei"/>
            </a:endParaRPr>
          </a:p>
        </p:txBody>
      </p:sp>
      <p:sp>
        <p:nvSpPr>
          <p:cNvPr id="15" name="research-label-0">
            <a:extLst xmlns:a="http://schemas.openxmlformats.org/drawingml/2006/main">
              <a:ext uri="{FF2B5EF4-FFF2-40B4-BE49-F238E27FC236}">
                <a16:creationId xmlns:a16="http://schemas.microsoft.com/office/drawing/2014/main" id="{75B2EAED-5DEF-4D11-9B15-37C75EB9F1FF}"/>
              </a:ext>
            </a:extLst>
          </p:cNvPr>
          <p:cNvSpPr>
            <a:spLocks xmlns:a="http://schemas.openxmlformats.org/drawingml/2006/main" noGrp="1"/>
          </p:cNvSpPr>
          <p:nvPr/>
        </p:nvSpPr>
        <p:spPr>
          <a:xfrm xmlns:a="http://schemas.openxmlformats.org/drawingml/2006/main">
            <a:off x="8258175" y="1933575"/>
            <a:ext cx="3333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674CD"/>
                </a:solidFill>
              </a:defRPr>
            </a:defPPr>
          </a:lstStyle>
          <a:p xmlns:a="http://schemas.openxmlformats.org/drawingml/2006/main">
            <a:pPr algn="l">
              <a:lnSpc>
                <a:spcPct val="108000"/>
              </a:lnSpc>
              <a:spcBef>
                <a:spcPts val="0"/>
              </a:spcBef>
              <a:spcAft>
                <a:spcPts val="0"/>
              </a:spcAft>
              <a:buNone/>
              <a:defRPr sz="1725" b="1">
                <a:solidFill>
                  <a:srgbClr val="4674CD"/>
                </a:solidFill>
              </a:defRPr>
            </a:pPr>
            <a:r>
              <a:rPr sz="1725" b="1">
                <a:solidFill>
                  <a:srgbClr val="4674CD"/>
                </a:solidFill>
                <a:latin typeface="Microsoft YaHei"/>
                <a:ea typeface="Microsoft YaHei"/>
                <a:cs typeface="Microsoft YaHei"/>
              </a:rPr>
              <a:t>研究内容一</a:t>
            </a:r>
            <a:endParaRPr>
              <a:latin typeface="Microsoft YaHei"/>
              <a:ea typeface="Microsoft YaHei"/>
              <a:cs typeface="Microsoft YaHei"/>
            </a:endParaRPr>
          </a:p>
        </p:txBody>
      </p:sp>
      <p:cxnSp>
        <p:nvCxnSpPr>
          <p:cNvPr id="16" name="basis-gap-link-0">
            <a:extLst xmlns:a="http://schemas.openxmlformats.org/drawingml/2006/main">
              <a:ext uri="{FF2B5EF4-FFF2-40B4-BE49-F238E27FC236}">
                <a16:creationId xmlns:a16="http://schemas.microsoft.com/office/drawing/2014/main" id="{E4F4A71E-4B2D-4E27-908D-19CA4945CB44}"/>
              </a:ext>
            </a:extLst>
          </p:cNvPr>
          <p:cNvCxnSpPr/>
          <p:nvPr/>
        </p:nvCxnSpPr>
        <p:spPr>
          <a:xfrm xmlns:a="http://schemas.openxmlformats.org/drawingml/2006/main" flipH="0" flipV="0">
            <a:off x="3781425" y="24765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17" name="gap-research-link-0">
            <a:extLst xmlns:a="http://schemas.openxmlformats.org/drawingml/2006/main">
              <a:ext uri="{FF2B5EF4-FFF2-40B4-BE49-F238E27FC236}">
                <a16:creationId xmlns:a16="http://schemas.microsoft.com/office/drawing/2014/main" id="{3690D608-5C76-4333-A92C-E78ED0AB677D}"/>
              </a:ext>
            </a:extLst>
          </p:cNvPr>
          <p:cNvCxnSpPr/>
          <p:nvPr/>
        </p:nvCxnSpPr>
        <p:spPr>
          <a:xfrm xmlns:a="http://schemas.openxmlformats.org/drawingml/2006/main" flipH="0" flipV="0">
            <a:off x="7810500" y="24765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18" name="row-separator-0">
            <a:extLst xmlns:a="http://schemas.openxmlformats.org/drawingml/2006/main">
              <a:ext uri="{FF2B5EF4-FFF2-40B4-BE49-F238E27FC236}">
                <a16:creationId xmlns:a16="http://schemas.microsoft.com/office/drawing/2014/main" id="{0FD0E20D-2761-496F-A62D-E7F57FC45D0F}"/>
              </a:ext>
            </a:extLst>
          </p:cNvPr>
          <p:cNvCxnSpPr/>
          <p:nvPr/>
        </p:nvCxnSpPr>
        <p:spPr>
          <a:xfrm xmlns:a="http://schemas.openxmlformats.org/drawingml/2006/main" flipH="0" flipV="0">
            <a:off x="600075" y="3190875"/>
            <a:ext cx="11010900" cy="0"/>
          </a:xfrm>
          <a:prstGeom xmlns:a="http://schemas.openxmlformats.org/drawingml/2006/main" prst="straightConnector1">
            <a:avLst/>
          </a:prstGeom>
          <a:ln xmlns:a="http://schemas.openxmlformats.org/drawingml/2006/main" w="9525">
            <a:solidFill>
              <a:srgbClr val="CDD7E8"/>
            </a:solidFill>
            <a:prstDash val="solid"/>
          </a:ln>
        </p:spPr>
      </p:cxnSp>
      <p:sp>
        <p:nvSpPr>
          <p:cNvPr id="19" name="basis-1">
            <a:extLst xmlns:a="http://schemas.openxmlformats.org/drawingml/2006/main">
              <a:ext uri="{FF2B5EF4-FFF2-40B4-BE49-F238E27FC236}">
                <a16:creationId xmlns:a16="http://schemas.microsoft.com/office/drawing/2014/main" id="{B16E66C5-6CB2-480C-8690-087C5E668185}"/>
              </a:ext>
            </a:extLst>
          </p:cNvPr>
          <p:cNvSpPr>
            <a:spLocks xmlns:a="http://schemas.openxmlformats.org/drawingml/2006/main" noGrp="1"/>
          </p:cNvSpPr>
          <p:nvPr/>
        </p:nvSpPr>
        <p:spPr>
          <a:xfrm xmlns:a="http://schemas.openxmlformats.org/drawingml/2006/main">
            <a:off x="619125" y="34671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异构图组织不同资源关系，</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装配重调度考虑执行保留</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与计划改动</a:t>
            </a:r>
            <a:r>
              <a:rPr sz="1688" b="0">
                <a:solidFill>
                  <a:srgbClr val="111111"/>
                </a:solidFill>
                <a:latin typeface="Times New Roman"/>
                <a:ea typeface="Times New Roman"/>
                <a:cs typeface="Times New Roman"/>
              </a:rPr>
              <a:t>[5,29]</a:t>
            </a:r>
            <a:r>
              <a:rPr sz="1688" b="0">
                <a:solidFill>
                  <a:srgbClr val="111111"/>
                </a:solidFill>
                <a:latin typeface="Microsoft YaHei"/>
                <a:ea typeface="Microsoft YaHei"/>
                <a:cs typeface="Microsoft YaHei"/>
              </a:rPr>
              <a:t>。</a:t>
            </a:r>
            <a:endParaRPr>
              <a:latin typeface="Microsoft YaHei"/>
              <a:ea typeface="Microsoft YaHei"/>
              <a:cs typeface="Microsoft YaHei"/>
            </a:endParaRPr>
          </a:p>
        </p:txBody>
      </p:sp>
      <p:sp>
        <p:nvSpPr>
          <p:cNvPr id="20" name="gap-1">
            <a:extLst xmlns:a="http://schemas.openxmlformats.org/drawingml/2006/main">
              <a:ext uri="{FF2B5EF4-FFF2-40B4-BE49-F238E27FC236}">
                <a16:creationId xmlns:a16="http://schemas.microsoft.com/office/drawing/2014/main" id="{27B9D42F-BC2A-4153-9944-2439445DA778}"/>
              </a:ext>
            </a:extLst>
          </p:cNvPr>
          <p:cNvSpPr>
            <a:spLocks xmlns:a="http://schemas.openxmlformats.org/drawingml/2006/main" noGrp="1"/>
          </p:cNvSpPr>
          <p:nvPr/>
        </p:nvSpPr>
        <p:spPr>
          <a:xfrm xmlns:a="http://schemas.openxmlformats.org/drawingml/2006/main">
            <a:off x="4229100" y="3400425"/>
            <a:ext cx="3476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延迟开工后，结合关系表示</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与规定安排保留条件，兼顾</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完工时间和计划稳定性。</a:t>
            </a:r>
            <a:endParaRPr>
              <a:latin typeface="Microsoft YaHei"/>
              <a:ea typeface="Microsoft YaHei"/>
              <a:cs typeface="Microsoft YaHei"/>
            </a:endParaRPr>
          </a:p>
        </p:txBody>
      </p:sp>
      <p:sp>
        <p:nvSpPr>
          <p:cNvPr id="21" name="research-1">
            <a:extLst xmlns:a="http://schemas.openxmlformats.org/drawingml/2006/main">
              <a:ext uri="{FF2B5EF4-FFF2-40B4-BE49-F238E27FC236}">
                <a16:creationId xmlns:a16="http://schemas.microsoft.com/office/drawing/2014/main" id="{F1FA9FF7-4E8E-47E1-BD49-20BC0F82A167}"/>
              </a:ext>
            </a:extLst>
          </p:cNvPr>
          <p:cNvSpPr>
            <a:spLocks xmlns:a="http://schemas.openxmlformats.org/drawingml/2006/main" noGrp="1"/>
          </p:cNvSpPr>
          <p:nvPr/>
        </p:nvSpPr>
        <p:spPr>
          <a:xfrm xmlns:a="http://schemas.openxmlformats.org/drawingml/2006/main">
            <a:off x="8258175" y="371475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基于异构图强化学习的</a:t>
            </a:r>
            <a:endParaRPr>
              <a:latin typeface="Microsoft YaHei"/>
              <a:ea typeface="Microsoft YaHei"/>
              <a:cs typeface="Microsoft YaHei"/>
            </a:endParaRPr>
          </a:p>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脉动装配线动态调度方法</a:t>
            </a:r>
            <a:endParaRPr>
              <a:latin typeface="Microsoft YaHei"/>
              <a:ea typeface="Microsoft YaHei"/>
              <a:cs typeface="Microsoft YaHei"/>
            </a:endParaRPr>
          </a:p>
        </p:txBody>
      </p:sp>
      <p:sp>
        <p:nvSpPr>
          <p:cNvPr id="22" name="research-label-1">
            <a:extLst xmlns:a="http://schemas.openxmlformats.org/drawingml/2006/main">
              <a:ext uri="{FF2B5EF4-FFF2-40B4-BE49-F238E27FC236}">
                <a16:creationId xmlns:a16="http://schemas.microsoft.com/office/drawing/2014/main" id="{0DFD1413-3A5C-4CBE-ACF7-B6DCC1B66981}"/>
              </a:ext>
            </a:extLst>
          </p:cNvPr>
          <p:cNvSpPr>
            <a:spLocks xmlns:a="http://schemas.openxmlformats.org/drawingml/2006/main" noGrp="1"/>
          </p:cNvSpPr>
          <p:nvPr/>
        </p:nvSpPr>
        <p:spPr>
          <a:xfrm xmlns:a="http://schemas.openxmlformats.org/drawingml/2006/main">
            <a:off x="8258175" y="3381375"/>
            <a:ext cx="3333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674CD"/>
                </a:solidFill>
              </a:defRPr>
            </a:defPPr>
          </a:lstStyle>
          <a:p xmlns:a="http://schemas.openxmlformats.org/drawingml/2006/main">
            <a:pPr algn="l">
              <a:lnSpc>
                <a:spcPct val="108000"/>
              </a:lnSpc>
              <a:spcBef>
                <a:spcPts val="0"/>
              </a:spcBef>
              <a:spcAft>
                <a:spcPts val="0"/>
              </a:spcAft>
              <a:buNone/>
              <a:defRPr sz="1725" b="1">
                <a:solidFill>
                  <a:srgbClr val="4674CD"/>
                </a:solidFill>
              </a:defRPr>
            </a:pPr>
            <a:r>
              <a:rPr sz="1725" b="1">
                <a:solidFill>
                  <a:srgbClr val="4674CD"/>
                </a:solidFill>
                <a:latin typeface="Microsoft YaHei"/>
                <a:ea typeface="Microsoft YaHei"/>
                <a:cs typeface="Microsoft YaHei"/>
              </a:rPr>
              <a:t>研究内容二</a:t>
            </a:r>
            <a:endParaRPr>
              <a:latin typeface="Microsoft YaHei"/>
              <a:ea typeface="Microsoft YaHei"/>
              <a:cs typeface="Microsoft YaHei"/>
            </a:endParaRPr>
          </a:p>
        </p:txBody>
      </p:sp>
      <p:cxnSp>
        <p:nvCxnSpPr>
          <p:cNvPr id="23" name="basis-gap-link-1">
            <a:extLst xmlns:a="http://schemas.openxmlformats.org/drawingml/2006/main">
              <a:ext uri="{FF2B5EF4-FFF2-40B4-BE49-F238E27FC236}">
                <a16:creationId xmlns:a16="http://schemas.microsoft.com/office/drawing/2014/main" id="{4D6D92C7-F379-411E-A7A4-EF9AA40A70CA}"/>
              </a:ext>
            </a:extLst>
          </p:cNvPr>
          <p:cNvCxnSpPr/>
          <p:nvPr/>
        </p:nvCxnSpPr>
        <p:spPr>
          <a:xfrm xmlns:a="http://schemas.openxmlformats.org/drawingml/2006/main" flipH="0" flipV="0">
            <a:off x="3781425" y="39243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24" name="gap-research-link-1">
            <a:extLst xmlns:a="http://schemas.openxmlformats.org/drawingml/2006/main">
              <a:ext uri="{FF2B5EF4-FFF2-40B4-BE49-F238E27FC236}">
                <a16:creationId xmlns:a16="http://schemas.microsoft.com/office/drawing/2014/main" id="{FE087DAC-BF04-43D9-A0BD-FE015694E287}"/>
              </a:ext>
            </a:extLst>
          </p:cNvPr>
          <p:cNvCxnSpPr/>
          <p:nvPr/>
        </p:nvCxnSpPr>
        <p:spPr>
          <a:xfrm xmlns:a="http://schemas.openxmlformats.org/drawingml/2006/main" flipH="0" flipV="0">
            <a:off x="7810500" y="39243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25" name="row-separator-1">
            <a:extLst xmlns:a="http://schemas.openxmlformats.org/drawingml/2006/main">
              <a:ext uri="{FF2B5EF4-FFF2-40B4-BE49-F238E27FC236}">
                <a16:creationId xmlns:a16="http://schemas.microsoft.com/office/drawing/2014/main" id="{173E2A0B-681E-4AC2-909A-6E63C0AF507F}"/>
              </a:ext>
            </a:extLst>
          </p:cNvPr>
          <p:cNvCxnSpPr/>
          <p:nvPr/>
        </p:nvCxnSpPr>
        <p:spPr>
          <a:xfrm xmlns:a="http://schemas.openxmlformats.org/drawingml/2006/main" flipH="0" flipV="0">
            <a:off x="600075" y="4638675"/>
            <a:ext cx="11010900" cy="0"/>
          </a:xfrm>
          <a:prstGeom xmlns:a="http://schemas.openxmlformats.org/drawingml/2006/main" prst="straightConnector1">
            <a:avLst/>
          </a:prstGeom>
          <a:ln xmlns:a="http://schemas.openxmlformats.org/drawingml/2006/main" w="9525">
            <a:solidFill>
              <a:srgbClr val="CDD7E8"/>
            </a:solidFill>
            <a:prstDash val="solid"/>
          </a:ln>
        </p:spPr>
      </p:cxnSp>
      <p:sp>
        <p:nvSpPr>
          <p:cNvPr id="26" name="basis-2">
            <a:extLst xmlns:a="http://schemas.openxmlformats.org/drawingml/2006/main">
              <a:ext uri="{FF2B5EF4-FFF2-40B4-BE49-F238E27FC236}">
                <a16:creationId xmlns:a16="http://schemas.microsoft.com/office/drawing/2014/main" id="{E3FED4B4-4E42-46B2-8979-5596B947E7FF}"/>
              </a:ext>
            </a:extLst>
          </p:cNvPr>
          <p:cNvSpPr>
            <a:spLocks xmlns:a="http://schemas.openxmlformats.org/drawingml/2006/main" noGrp="1"/>
          </p:cNvSpPr>
          <p:nvPr/>
        </p:nvSpPr>
        <p:spPr>
          <a:xfrm xmlns:a="http://schemas.openxmlformats.org/drawingml/2006/main">
            <a:off x="619125" y="49149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多站协调与生产语义研究</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已利用跨站信息及动态</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时间属性</a:t>
            </a:r>
            <a:r>
              <a:rPr sz="1688" b="0">
                <a:solidFill>
                  <a:srgbClr val="111111"/>
                </a:solidFill>
                <a:latin typeface="Times New Roman"/>
                <a:ea typeface="Times New Roman"/>
                <a:cs typeface="Times New Roman"/>
              </a:rPr>
              <a:t>[24,33,34]</a:t>
            </a:r>
            <a:r>
              <a:rPr sz="1688" b="0">
                <a:solidFill>
                  <a:srgbClr val="111111"/>
                </a:solidFill>
                <a:latin typeface="Microsoft YaHei"/>
                <a:ea typeface="Microsoft YaHei"/>
                <a:cs typeface="Microsoft YaHei"/>
              </a:rPr>
              <a:t>。</a:t>
            </a:r>
            <a:endParaRPr>
              <a:latin typeface="Microsoft YaHei"/>
              <a:ea typeface="Microsoft YaHei"/>
              <a:cs typeface="Microsoft YaHei"/>
            </a:endParaRPr>
          </a:p>
        </p:txBody>
      </p:sp>
      <p:sp>
        <p:nvSpPr>
          <p:cNvPr id="27" name="gap-2">
            <a:extLst xmlns:a="http://schemas.openxmlformats.org/drawingml/2006/main">
              <a:ext uri="{FF2B5EF4-FFF2-40B4-BE49-F238E27FC236}">
                <a16:creationId xmlns:a16="http://schemas.microsoft.com/office/drawing/2014/main" id="{BEF57305-15EB-419B-9585-D7663BA150E2}"/>
              </a:ext>
            </a:extLst>
          </p:cNvPr>
          <p:cNvSpPr>
            <a:spLocks xmlns:a="http://schemas.openxmlformats.org/drawingml/2006/main" noGrp="1"/>
          </p:cNvSpPr>
          <p:nvPr/>
        </p:nvSpPr>
        <p:spPr>
          <a:xfrm xmlns:a="http://schemas.openxmlformats.org/drawingml/2006/main">
            <a:off x="4229100" y="4848225"/>
            <a:ext cx="3476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同步转站下，区分当前与</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下一周期任务，学习生产状态</a:t>
            </a:r>
            <a:endParaRPr>
              <a:latin typeface="Microsoft YaHei"/>
              <a:ea typeface="Microsoft YaHei"/>
              <a:cs typeface="Microsoft YaHei"/>
            </a:endParaRP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Microsoft YaHei"/>
                <a:ea typeface="Microsoft YaHei"/>
                <a:cs typeface="Microsoft YaHei"/>
              </a:rPr>
              <a:t>与转站、站位就绪时间的联系。</a:t>
            </a:r>
            <a:endParaRPr>
              <a:latin typeface="Microsoft YaHei"/>
              <a:ea typeface="Microsoft YaHei"/>
              <a:cs typeface="Microsoft YaHei"/>
            </a:endParaRPr>
          </a:p>
        </p:txBody>
      </p:sp>
      <p:sp>
        <p:nvSpPr>
          <p:cNvPr id="28" name="research-2">
            <a:extLst xmlns:a="http://schemas.openxmlformats.org/drawingml/2006/main">
              <a:ext uri="{FF2B5EF4-FFF2-40B4-BE49-F238E27FC236}">
                <a16:creationId xmlns:a16="http://schemas.microsoft.com/office/drawing/2014/main" id="{E008B2BC-E005-4952-9387-CCA1E55B7E13}"/>
              </a:ext>
            </a:extLst>
          </p:cNvPr>
          <p:cNvSpPr>
            <a:spLocks xmlns:a="http://schemas.openxmlformats.org/drawingml/2006/main" noGrp="1"/>
          </p:cNvSpPr>
          <p:nvPr/>
        </p:nvSpPr>
        <p:spPr>
          <a:xfrm xmlns:a="http://schemas.openxmlformats.org/drawingml/2006/main">
            <a:off x="8258175" y="516255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基于语义增强图强化学习的</a:t>
            </a:r>
            <a:endParaRPr>
              <a:latin typeface="Microsoft YaHei"/>
              <a:ea typeface="Microsoft YaHei"/>
              <a:cs typeface="Microsoft YaHei"/>
            </a:endParaRPr>
          </a:p>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Microsoft YaHei"/>
                <a:ea typeface="Microsoft YaHei"/>
                <a:cs typeface="Microsoft YaHei"/>
              </a:rPr>
              <a:t>多架次协同动态调度方法</a:t>
            </a:r>
            <a:endParaRPr>
              <a:latin typeface="Microsoft YaHei"/>
              <a:ea typeface="Microsoft YaHei"/>
              <a:cs typeface="Microsoft YaHei"/>
            </a:endParaRPr>
          </a:p>
        </p:txBody>
      </p:sp>
      <p:sp>
        <p:nvSpPr>
          <p:cNvPr id="29" name="research-label-2">
            <a:extLst xmlns:a="http://schemas.openxmlformats.org/drawingml/2006/main">
              <a:ext uri="{FF2B5EF4-FFF2-40B4-BE49-F238E27FC236}">
                <a16:creationId xmlns:a16="http://schemas.microsoft.com/office/drawing/2014/main" id="{5052EB24-8939-4B39-866F-65A1FB166C31}"/>
              </a:ext>
            </a:extLst>
          </p:cNvPr>
          <p:cNvSpPr>
            <a:spLocks xmlns:a="http://schemas.openxmlformats.org/drawingml/2006/main" noGrp="1"/>
          </p:cNvSpPr>
          <p:nvPr/>
        </p:nvSpPr>
        <p:spPr>
          <a:xfrm xmlns:a="http://schemas.openxmlformats.org/drawingml/2006/main">
            <a:off x="8258175" y="4829175"/>
            <a:ext cx="3333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674CD"/>
                </a:solidFill>
              </a:defRPr>
            </a:defPPr>
          </a:lstStyle>
          <a:p xmlns:a="http://schemas.openxmlformats.org/drawingml/2006/main">
            <a:pPr algn="l">
              <a:lnSpc>
                <a:spcPct val="108000"/>
              </a:lnSpc>
              <a:spcBef>
                <a:spcPts val="0"/>
              </a:spcBef>
              <a:spcAft>
                <a:spcPts val="0"/>
              </a:spcAft>
              <a:buNone/>
              <a:defRPr sz="1725" b="1">
                <a:solidFill>
                  <a:srgbClr val="4674CD"/>
                </a:solidFill>
              </a:defRPr>
            </a:pPr>
            <a:r>
              <a:rPr sz="1725" b="1">
                <a:solidFill>
                  <a:srgbClr val="4674CD"/>
                </a:solidFill>
                <a:latin typeface="Microsoft YaHei"/>
                <a:ea typeface="Microsoft YaHei"/>
                <a:cs typeface="Microsoft YaHei"/>
              </a:rPr>
              <a:t>研究内容三</a:t>
            </a:r>
            <a:endParaRPr>
              <a:latin typeface="Microsoft YaHei"/>
              <a:ea typeface="Microsoft YaHei"/>
              <a:cs typeface="Microsoft YaHei"/>
            </a:endParaRPr>
          </a:p>
        </p:txBody>
      </p:sp>
      <p:cxnSp>
        <p:nvCxnSpPr>
          <p:cNvPr id="30" name="basis-gap-link-2">
            <a:extLst xmlns:a="http://schemas.openxmlformats.org/drawingml/2006/main">
              <a:ext uri="{FF2B5EF4-FFF2-40B4-BE49-F238E27FC236}">
                <a16:creationId xmlns:a16="http://schemas.microsoft.com/office/drawing/2014/main" id="{6CDB5658-D6A8-4A86-8BD4-C96A4AE57D07}"/>
              </a:ext>
            </a:extLst>
          </p:cNvPr>
          <p:cNvCxnSpPr/>
          <p:nvPr/>
        </p:nvCxnSpPr>
        <p:spPr>
          <a:xfrm xmlns:a="http://schemas.openxmlformats.org/drawingml/2006/main" flipH="0" flipV="0">
            <a:off x="3781425" y="53721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31" name="gap-research-link-2">
            <a:extLst xmlns:a="http://schemas.openxmlformats.org/drawingml/2006/main">
              <a:ext uri="{FF2B5EF4-FFF2-40B4-BE49-F238E27FC236}">
                <a16:creationId xmlns:a16="http://schemas.microsoft.com/office/drawing/2014/main" id="{38442980-144D-425C-BB8F-B573A62A7F20}"/>
              </a:ext>
            </a:extLst>
          </p:cNvPr>
          <p:cNvCxnSpPr/>
          <p:nvPr/>
        </p:nvCxnSpPr>
        <p:spPr>
          <a:xfrm xmlns:a="http://schemas.openxmlformats.org/drawingml/2006/main" flipH="0" flipV="0">
            <a:off x="7810500" y="53721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32" name="summary-rule">
            <a:extLst xmlns:a="http://schemas.openxmlformats.org/drawingml/2006/main">
              <a:ext uri="{FF2B5EF4-FFF2-40B4-BE49-F238E27FC236}">
                <a16:creationId xmlns:a16="http://schemas.microsoft.com/office/drawing/2014/main" id="{D63A8C9E-D0A3-44F2-9976-CCE438E088D1}"/>
              </a:ext>
            </a:extLst>
          </p:cNvPr>
          <p:cNvCxnSpPr/>
          <p:nvPr/>
        </p:nvCxnSpPr>
        <p:spPr>
          <a:xfrm xmlns:a="http://schemas.openxmlformats.org/drawingml/2006/main" flipH="0" flipV="0">
            <a:off x="571500" y="6172200"/>
            <a:ext cx="11049000" cy="0"/>
          </a:xfrm>
          <a:prstGeom xmlns:a="http://schemas.openxmlformats.org/drawingml/2006/main" prst="straightConnector1">
            <a:avLst/>
          </a:prstGeom>
          <a:ln xmlns:a="http://schemas.openxmlformats.org/drawingml/2006/main" w="10478">
            <a:solidFill>
              <a:srgbClr val="CDD7E8"/>
            </a:solidFill>
            <a:prstDash val="solid"/>
          </a:ln>
        </p:spPr>
      </p:cxnSp>
      <p:sp>
        <p:nvSpPr>
          <p:cNvPr id="33" name="summary">
            <a:extLst xmlns:a="http://schemas.openxmlformats.org/drawingml/2006/main">
              <a:ext uri="{FF2B5EF4-FFF2-40B4-BE49-F238E27FC236}">
                <a16:creationId xmlns:a16="http://schemas.microsoft.com/office/drawing/2014/main" id="{F29BE770-96E5-4EC5-8C67-684FE4057A9F}"/>
              </a:ext>
            </a:extLst>
          </p:cNvPr>
          <p:cNvSpPr>
            <a:spLocks xmlns:a="http://schemas.openxmlformats.org/drawingml/2006/main" noGrp="1"/>
          </p:cNvSpPr>
          <p:nvPr/>
        </p:nvSpPr>
        <p:spPr>
          <a:xfrm xmlns:a="http://schemas.openxmlformats.org/drawingml/2006/main">
            <a:off x="619125" y="6267450"/>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111111"/>
                </a:solidFill>
              </a:defRPr>
            </a:defPPr>
          </a:lstStyle>
          <a:p xmlns:a="http://schemas.openxmlformats.org/drawingml/2006/main">
            <a:pPr algn="l">
              <a:lnSpc>
                <a:spcPct val="108000"/>
              </a:lnSpc>
              <a:spcBef>
                <a:spcPts val="0"/>
              </a:spcBef>
              <a:spcAft>
                <a:spcPts val="0"/>
              </a:spcAft>
              <a:buNone/>
              <a:defRPr sz="1688" b="1">
                <a:solidFill>
                  <a:srgbClr val="111111"/>
                </a:solidFill>
              </a:defRPr>
            </a:pPr>
            <a:r>
              <a:rPr sz="1688" b="1">
                <a:solidFill>
                  <a:srgbClr val="111111"/>
                </a:solidFill>
                <a:latin typeface="Microsoft YaHei"/>
                <a:ea typeface="Microsoft YaHei"/>
                <a:cs typeface="Microsoft YaHei"/>
              </a:rPr>
              <a:t>研究逐步扩展：无扰动联合安排、延迟开工后的计划修复，</a:t>
            </a:r>
            <a:endParaRPr>
              <a:latin typeface="Microsoft YaHei"/>
              <a:ea typeface="Microsoft YaHei"/>
              <a:cs typeface="Microsoft YaHei"/>
            </a:endParaRPr>
          </a:p>
          <a:p xmlns:a="http://schemas.openxmlformats.org/drawingml/2006/main">
            <a:pPr algn="l">
              <a:lnSpc>
                <a:spcPct val="108000"/>
              </a:lnSpc>
              <a:spcBef>
                <a:spcPts val="0"/>
              </a:spcBef>
              <a:spcAft>
                <a:spcPts val="0"/>
              </a:spcAft>
              <a:buNone/>
              <a:defRPr sz="1688" b="1">
                <a:solidFill>
                  <a:srgbClr val="111111"/>
                </a:solidFill>
              </a:defRPr>
            </a:pPr>
            <a:r>
              <a:rPr sz="1688" b="1">
                <a:solidFill>
                  <a:srgbClr val="111111"/>
                </a:solidFill>
                <a:latin typeface="Microsoft YaHei"/>
                <a:ea typeface="Microsoft YaHei"/>
                <a:cs typeface="Microsoft YaHei"/>
              </a:rPr>
              <a:t>以及多架次连续执行中的协同调度。</a:t>
            </a:r>
            <a:endParaRPr>
              <a:latin typeface="Microsoft YaHei"/>
              <a:ea typeface="Microsoft YaHei"/>
              <a:cs typeface="Microsoft YaHei"/>
            </a:endParaRPr>
          </a:p>
        </p:txBody>
      </p:sp>
    </p:spTree>
    <p:extLst>
      <p:ext uri="{BB962C8B-B14F-4D97-AF65-F5344CB8AC3E}">
        <p14:creationId xmlns:p14="http://schemas.microsoft.com/office/powerpoint/2010/main" val="6429908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56953B0-BF1F-4FA0-8800-2160FEAA9955}"/>
              </a:ext>
            </a:extLst>
          </p:cNvPr>
          <p:cNvCxnSpPr>
            <a:stCxn xmlns:a="http://schemas.openxmlformats.org/drawingml/2006/main" id="44" idx="3"/>
            <a:endCxn xmlns:a="http://schemas.openxmlformats.org/drawingml/2006/main" id="45" idx="1"/>
          </p:cNvCxnSpPr>
          <p:nvPr/>
        </p:nvCxnSpPr>
        <p:spPr>
          <a:xfrm xmlns:a="http://schemas.openxmlformats.org/drawingml/2006/main" flipV="1">
            <a:off x="6860164" y="5262563"/>
            <a:ext cx="152360" cy="328613"/>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3" name="">
            <a:extLst xmlns:a="http://schemas.openxmlformats.org/drawingml/2006/main">
              <a:ext uri="{FF2B5EF4-FFF2-40B4-BE49-F238E27FC236}">
                <a16:creationId xmlns:a16="http://schemas.microsoft.com/office/drawing/2014/main" id="{4F186640-7E76-4D0D-8046-E13CD371BA80}"/>
              </a:ext>
            </a:extLst>
          </p:cNvPr>
          <p:cNvCxnSpPr>
            <a:stCxn xmlns:a="http://schemas.openxmlformats.org/drawingml/2006/main" id="42" idx="3"/>
            <a:endCxn xmlns:a="http://schemas.openxmlformats.org/drawingml/2006/main" id="45" idx="1"/>
          </p:cNvCxnSpPr>
          <p:nvPr/>
        </p:nvCxnSpPr>
        <p:spPr>
          <a:xfrm xmlns:a="http://schemas.openxmlformats.org/drawingml/2006/main">
            <a:off x="6860164" y="4948238"/>
            <a:ext cx="152360" cy="314325"/>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4" name="">
            <a:extLst xmlns:a="http://schemas.openxmlformats.org/drawingml/2006/main">
              <a:ext uri="{FF2B5EF4-FFF2-40B4-BE49-F238E27FC236}">
                <a16:creationId xmlns:a16="http://schemas.microsoft.com/office/drawing/2014/main" id="{A92CF61C-5C5E-4502-BD64-9D51848C042D}"/>
              </a:ext>
            </a:extLst>
          </p:cNvPr>
          <p:cNvCxnSpPr>
            <a:stCxn xmlns:a="http://schemas.openxmlformats.org/drawingml/2006/main" id="43" idx="3"/>
            <a:endCxn xmlns:a="http://schemas.openxmlformats.org/drawingml/2006/main" id="44" idx="1"/>
          </p:cNvCxnSpPr>
          <p:nvPr/>
        </p:nvCxnSpPr>
        <p:spPr>
          <a:xfrm xmlns:a="http://schemas.openxmlformats.org/drawingml/2006/main">
            <a:off x="4346216" y="5591175"/>
            <a:ext cx="228541"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3B0A0450-15C2-492C-B29A-4C4D2F6CF455}"/>
              </a:ext>
            </a:extLst>
          </p:cNvPr>
          <p:cNvCxnSpPr>
            <a:stCxn xmlns:a="http://schemas.openxmlformats.org/drawingml/2006/main" id="41" idx="3"/>
            <a:endCxn xmlns:a="http://schemas.openxmlformats.org/drawingml/2006/main" id="42" idx="1"/>
          </p:cNvCxnSpPr>
          <p:nvPr/>
        </p:nvCxnSpPr>
        <p:spPr>
          <a:xfrm xmlns:a="http://schemas.openxmlformats.org/drawingml/2006/main">
            <a:off x="5397503" y="4948238"/>
            <a:ext cx="228541"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6" name="">
            <a:extLst xmlns:a="http://schemas.openxmlformats.org/drawingml/2006/main">
              <a:ext uri="{FF2B5EF4-FFF2-40B4-BE49-F238E27FC236}">
                <a16:creationId xmlns:a16="http://schemas.microsoft.com/office/drawing/2014/main" id="{3CB4ADFA-B044-46C2-8A5D-D5DD14BFE6D5}"/>
              </a:ext>
            </a:extLst>
          </p:cNvPr>
          <p:cNvCxnSpPr>
            <a:stCxn xmlns:a="http://schemas.openxmlformats.org/drawingml/2006/main" id="40" idx="3"/>
            <a:endCxn xmlns:a="http://schemas.openxmlformats.org/drawingml/2006/main" id="41" idx="1"/>
          </p:cNvCxnSpPr>
          <p:nvPr/>
        </p:nvCxnSpPr>
        <p:spPr>
          <a:xfrm xmlns:a="http://schemas.openxmlformats.org/drawingml/2006/main">
            <a:off x="3934843" y="4948238"/>
            <a:ext cx="228541"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5EB86884-C51E-4C50-8CFC-970F7184B696}"/>
              </a:ext>
            </a:extLst>
          </p:cNvPr>
          <p:cNvCxnSpPr>
            <a:stCxn xmlns:a="http://schemas.openxmlformats.org/drawingml/2006/main" id="35" idx="3"/>
            <a:endCxn xmlns:a="http://schemas.openxmlformats.org/drawingml/2006/main" id="36" idx="1"/>
          </p:cNvCxnSpPr>
          <p:nvPr/>
        </p:nvCxnSpPr>
        <p:spPr>
          <a:xfrm xmlns:a="http://schemas.openxmlformats.org/drawingml/2006/main" flipV="1">
            <a:off x="6281194" y="3662363"/>
            <a:ext cx="327575" cy="26670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F9A672C8-0658-4DD1-BAE2-FAECD2FBB1B7}"/>
              </a:ext>
            </a:extLst>
          </p:cNvPr>
          <p:cNvCxnSpPr>
            <a:stCxn xmlns:a="http://schemas.openxmlformats.org/drawingml/2006/main" id="34" idx="3"/>
            <a:endCxn xmlns:a="http://schemas.openxmlformats.org/drawingml/2006/main" id="36" idx="1"/>
          </p:cNvCxnSpPr>
          <p:nvPr/>
        </p:nvCxnSpPr>
        <p:spPr>
          <a:xfrm xmlns:a="http://schemas.openxmlformats.org/drawingml/2006/main">
            <a:off x="6281194" y="3348038"/>
            <a:ext cx="327575" cy="314325"/>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58A690E9-4335-4A60-8362-237ED409A74B}"/>
              </a:ext>
            </a:extLst>
          </p:cNvPr>
          <p:cNvCxnSpPr>
            <a:stCxn xmlns:a="http://schemas.openxmlformats.org/drawingml/2006/main" id="33" idx="3"/>
            <a:endCxn xmlns:a="http://schemas.openxmlformats.org/drawingml/2006/main" id="35" idx="1"/>
          </p:cNvCxnSpPr>
          <p:nvPr/>
        </p:nvCxnSpPr>
        <p:spPr>
          <a:xfrm xmlns:a="http://schemas.openxmlformats.org/drawingml/2006/main">
            <a:off x="4231946" y="3624263"/>
            <a:ext cx="335193" cy="30480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88023A03-12A6-4948-9CC8-AEB07056422E}"/>
              </a:ext>
            </a:extLst>
          </p:cNvPr>
          <p:cNvCxnSpPr>
            <a:stCxn xmlns:a="http://schemas.openxmlformats.org/drawingml/2006/main" id="33" idx="3"/>
            <a:endCxn xmlns:a="http://schemas.openxmlformats.org/drawingml/2006/main" id="34" idx="1"/>
          </p:cNvCxnSpPr>
          <p:nvPr/>
        </p:nvCxnSpPr>
        <p:spPr>
          <a:xfrm xmlns:a="http://schemas.openxmlformats.org/drawingml/2006/main" flipV="1">
            <a:off x="4231946" y="3348038"/>
            <a:ext cx="335193" cy="276225"/>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0C89A8C1-35AA-4A3E-820F-A1607EC870E6}"/>
              </a:ext>
            </a:extLst>
          </p:cNvPr>
          <p:cNvCxnSpPr>
            <a:stCxn xmlns:a="http://schemas.openxmlformats.org/drawingml/2006/main" id="28" idx="3"/>
            <a:endCxn xmlns:a="http://schemas.openxmlformats.org/drawingml/2006/main" id="29" idx="1"/>
          </p:cNvCxnSpPr>
          <p:nvPr/>
        </p:nvCxnSpPr>
        <p:spPr>
          <a:xfrm xmlns:a="http://schemas.openxmlformats.org/drawingml/2006/main">
            <a:off x="6532589" y="1990725"/>
            <a:ext cx="220923"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709D06B5-C973-4AB4-8966-5A901757B3EB}"/>
              </a:ext>
            </a:extLst>
          </p:cNvPr>
          <p:cNvCxnSpPr>
            <a:stCxn xmlns:a="http://schemas.openxmlformats.org/drawingml/2006/main" id="27" idx="3"/>
            <a:endCxn xmlns:a="http://schemas.openxmlformats.org/drawingml/2006/main" id="28" idx="1"/>
          </p:cNvCxnSpPr>
          <p:nvPr/>
        </p:nvCxnSpPr>
        <p:spPr>
          <a:xfrm xmlns:a="http://schemas.openxmlformats.org/drawingml/2006/main">
            <a:off x="5427975" y="1990725"/>
            <a:ext cx="213305"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E3D69F58-A86E-4190-B198-F9DB25570C8D}"/>
              </a:ext>
            </a:extLst>
          </p:cNvPr>
          <p:cNvCxnSpPr>
            <a:stCxn xmlns:a="http://schemas.openxmlformats.org/drawingml/2006/main" id="26" idx="3"/>
            <a:endCxn xmlns:a="http://schemas.openxmlformats.org/drawingml/2006/main" id="27" idx="1"/>
          </p:cNvCxnSpPr>
          <p:nvPr/>
        </p:nvCxnSpPr>
        <p:spPr>
          <a:xfrm xmlns:a="http://schemas.openxmlformats.org/drawingml/2006/main">
            <a:off x="4231946" y="1966913"/>
            <a:ext cx="304721" cy="23813"/>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sp>
        <p:nvSpPr>
          <p:cNvPr id="14" name="text-101">
            <a:extLst xmlns:a="http://schemas.openxmlformats.org/drawingml/2006/main">
              <a:ext uri="{FF2B5EF4-FFF2-40B4-BE49-F238E27FC236}">
                <a16:creationId xmlns:a16="http://schemas.microsoft.com/office/drawing/2014/main" id="{C8C67C42-5070-4F67-A709-90293E1F02A2}"/>
              </a:ext>
            </a:extLst>
          </p:cNvPr>
          <p:cNvSpPr>
            <a:spLocks xmlns:a="http://schemas.openxmlformats.org/drawingml/2006/main" noGrp="1"/>
          </p:cNvSpPr>
          <p:nvPr/>
        </p:nvSpPr>
        <p:spPr>
          <a:xfrm xmlns:a="http://schemas.openxmlformats.org/drawingml/2006/main">
            <a:off x="552440" y="971550"/>
            <a:ext cx="179785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19" b="1">
                <a:solidFill>
                  <a:srgbClr val="000000"/>
                </a:solidFill>
                <a:latin typeface="Microsoft YaHei"/>
                <a:ea typeface="Microsoft YaHei"/>
                <a:cs typeface="Microsoft YaHei"/>
              </a:defRPr>
            </a:defPPr>
          </a:lstStyle>
          <a:p xmlns:a="http://schemas.openxmlformats.org/drawingml/2006/main">
            <a:pPr algn="ctr">
              <a:buNone/>
              <a:defRPr sz="1419" b="1">
                <a:solidFill>
                  <a:srgbClr val="000000"/>
                </a:solidFill>
                <a:latin typeface="Microsoft YaHei"/>
                <a:ea typeface="Microsoft YaHei"/>
                <a:cs typeface="Microsoft YaHei"/>
              </a:defRPr>
            </a:pPr>
            <a:r>
              <a:rPr b="1">
                <a:latin typeface="Microsoft YaHei"/>
                <a:ea typeface="Microsoft YaHei"/>
                <a:cs typeface="Microsoft YaHei"/>
              </a:rPr>
              <a:t>研究问题</a:t>
            </a:r>
            <a:endParaRPr>
              <a:latin typeface="Microsoft YaHei"/>
              <a:ea typeface="Microsoft YaHei"/>
              <a:cs typeface="Microsoft YaHei"/>
            </a:endParaRPr>
          </a:p>
        </p:txBody>
      </p:sp>
      <p:sp>
        <p:nvSpPr>
          <p:cNvPr id="15" name="text-102">
            <a:extLst xmlns:a="http://schemas.openxmlformats.org/drawingml/2006/main">
              <a:ext uri="{FF2B5EF4-FFF2-40B4-BE49-F238E27FC236}">
                <a16:creationId xmlns:a16="http://schemas.microsoft.com/office/drawing/2014/main" id="{6A8FA615-7FDC-46E9-B2DA-499F412099B9}"/>
              </a:ext>
            </a:extLst>
          </p:cNvPr>
          <p:cNvSpPr>
            <a:spLocks xmlns:a="http://schemas.openxmlformats.org/drawingml/2006/main" noGrp="1"/>
          </p:cNvSpPr>
          <p:nvPr/>
        </p:nvSpPr>
        <p:spPr>
          <a:xfrm xmlns:a="http://schemas.openxmlformats.org/drawingml/2006/main">
            <a:off x="2403620" y="971550"/>
            <a:ext cx="532499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19" b="1">
                <a:solidFill>
                  <a:srgbClr val="000000"/>
                </a:solidFill>
                <a:latin typeface="Microsoft YaHei"/>
                <a:ea typeface="Microsoft YaHei"/>
                <a:cs typeface="Microsoft YaHei"/>
              </a:defRPr>
            </a:defPPr>
          </a:lstStyle>
          <a:p xmlns:a="http://schemas.openxmlformats.org/drawingml/2006/main">
            <a:pPr algn="ctr">
              <a:buNone/>
              <a:defRPr sz="1419" b="1">
                <a:solidFill>
                  <a:srgbClr val="000000"/>
                </a:solidFill>
                <a:latin typeface="Microsoft YaHei"/>
                <a:ea typeface="Microsoft YaHei"/>
                <a:cs typeface="Microsoft YaHei"/>
              </a:defRPr>
            </a:pPr>
            <a:r>
              <a:rPr b="1">
                <a:latin typeface="Microsoft YaHei"/>
                <a:ea typeface="Microsoft YaHei"/>
                <a:cs typeface="Microsoft YaHei"/>
              </a:rPr>
              <a:t>核心研究内容</a:t>
            </a:r>
            <a:endParaRPr>
              <a:latin typeface="Microsoft YaHei"/>
              <a:ea typeface="Microsoft YaHei"/>
              <a:cs typeface="Microsoft YaHei"/>
            </a:endParaRPr>
          </a:p>
        </p:txBody>
      </p:sp>
      <p:sp>
        <p:nvSpPr>
          <p:cNvPr id="16" name="box-104">
            <a:extLst xmlns:a="http://schemas.openxmlformats.org/drawingml/2006/main">
              <a:ext uri="{FF2B5EF4-FFF2-40B4-BE49-F238E27FC236}">
                <a16:creationId xmlns:a16="http://schemas.microsoft.com/office/drawing/2014/main" id="{3114AE8E-1C91-44A4-9092-1E994A6898A5}"/>
              </a:ext>
            </a:extLst>
          </p:cNvPr>
          <p:cNvSpPr>
            <a:spLocks xmlns:a="http://schemas.openxmlformats.org/drawingml/2006/main" noGrp="1"/>
          </p:cNvSpPr>
          <p:nvPr/>
        </p:nvSpPr>
        <p:spPr>
          <a:xfrm xmlns:a="http://schemas.openxmlformats.org/drawingml/2006/main">
            <a:off x="521968" y="1352550"/>
            <a:ext cx="7336157" cy="1295400"/>
          </a:xfrm>
          <a:prstGeom xmlns:a="http://schemas.openxmlformats.org/drawingml/2006/main" prst="rect">
            <a:avLst/>
          </a:prstGeom>
          <a:noFill xmlns:a="http://schemas.openxmlformats.org/drawingml/2006/main"/>
          <a:ln xmlns:a="http://schemas.openxmlformats.org/drawingml/2006/main" w="14288">
            <a:solidFill>
              <a:srgbClr val="000000"/>
            </a:solidFill>
            <a:prstDash val="dash"/>
          </a:ln>
        </p:spPr>
      </p:sp>
      <p:sp>
        <p:nvSpPr>
          <p:cNvPr id="17" name="line-105">
            <a:extLst xmlns:a="http://schemas.openxmlformats.org/drawingml/2006/main">
              <a:ext uri="{FF2B5EF4-FFF2-40B4-BE49-F238E27FC236}">
                <a16:creationId xmlns:a16="http://schemas.microsoft.com/office/drawing/2014/main" id="{D7A4BDDF-9499-45DC-867C-06E98F460A0F}"/>
              </a:ext>
            </a:extLst>
          </p:cNvPr>
          <p:cNvSpPr>
            <a:spLocks xmlns:a="http://schemas.openxmlformats.org/drawingml/2006/main" noGrp="1"/>
          </p:cNvSpPr>
          <p:nvPr/>
        </p:nvSpPr>
        <p:spPr>
          <a:xfrm xmlns:a="http://schemas.openxmlformats.org/drawingml/2006/main">
            <a:off x="2319822" y="13525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18" name="line-106">
            <a:extLst xmlns:a="http://schemas.openxmlformats.org/drawingml/2006/main">
              <a:ext uri="{FF2B5EF4-FFF2-40B4-BE49-F238E27FC236}">
                <a16:creationId xmlns:a16="http://schemas.microsoft.com/office/drawing/2014/main" id="{508D2E68-C56D-421C-B7EC-F1EA89D26D51}"/>
              </a:ext>
            </a:extLst>
          </p:cNvPr>
          <p:cNvSpPr>
            <a:spLocks xmlns:a="http://schemas.openxmlformats.org/drawingml/2006/main" noGrp="1"/>
          </p:cNvSpPr>
          <p:nvPr/>
        </p:nvSpPr>
        <p:spPr>
          <a:xfrm xmlns:a="http://schemas.openxmlformats.org/drawingml/2006/main">
            <a:off x="7842889" y="13525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19" name="box-107">
            <a:extLst xmlns:a="http://schemas.openxmlformats.org/drawingml/2006/main">
              <a:ext uri="{FF2B5EF4-FFF2-40B4-BE49-F238E27FC236}">
                <a16:creationId xmlns:a16="http://schemas.microsoft.com/office/drawing/2014/main" id="{3341CEE0-7F78-472C-94F1-F0D55FDC8018}"/>
              </a:ext>
            </a:extLst>
          </p:cNvPr>
          <p:cNvSpPr>
            <a:spLocks xmlns:a="http://schemas.openxmlformats.org/drawingml/2006/main" noGrp="1"/>
          </p:cNvSpPr>
          <p:nvPr/>
        </p:nvSpPr>
        <p:spPr>
          <a:xfrm xmlns:a="http://schemas.openxmlformats.org/drawingml/2006/main">
            <a:off x="521968" y="2990850"/>
            <a:ext cx="7336157" cy="1295400"/>
          </a:xfrm>
          <a:prstGeom xmlns:a="http://schemas.openxmlformats.org/drawingml/2006/main" prst="rect">
            <a:avLst/>
          </a:prstGeom>
          <a:noFill xmlns:a="http://schemas.openxmlformats.org/drawingml/2006/main"/>
          <a:ln xmlns:a="http://schemas.openxmlformats.org/drawingml/2006/main" w="14288">
            <a:solidFill>
              <a:srgbClr val="000000"/>
            </a:solidFill>
            <a:prstDash val="dash"/>
          </a:ln>
        </p:spPr>
      </p:sp>
      <p:sp>
        <p:nvSpPr>
          <p:cNvPr id="20" name="line-108">
            <a:extLst xmlns:a="http://schemas.openxmlformats.org/drawingml/2006/main">
              <a:ext uri="{FF2B5EF4-FFF2-40B4-BE49-F238E27FC236}">
                <a16:creationId xmlns:a16="http://schemas.microsoft.com/office/drawing/2014/main" id="{FEDB4B6A-0E94-47C0-BBDD-2DE946272312}"/>
              </a:ext>
            </a:extLst>
          </p:cNvPr>
          <p:cNvSpPr>
            <a:spLocks xmlns:a="http://schemas.openxmlformats.org/drawingml/2006/main" noGrp="1"/>
          </p:cNvSpPr>
          <p:nvPr/>
        </p:nvSpPr>
        <p:spPr>
          <a:xfrm xmlns:a="http://schemas.openxmlformats.org/drawingml/2006/main">
            <a:off x="2319822" y="29908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1" name="line-109">
            <a:extLst xmlns:a="http://schemas.openxmlformats.org/drawingml/2006/main">
              <a:ext uri="{FF2B5EF4-FFF2-40B4-BE49-F238E27FC236}">
                <a16:creationId xmlns:a16="http://schemas.microsoft.com/office/drawing/2014/main" id="{58AC4A10-F66A-4C31-B92E-86D4B74F51C5}"/>
              </a:ext>
            </a:extLst>
          </p:cNvPr>
          <p:cNvSpPr>
            <a:spLocks xmlns:a="http://schemas.openxmlformats.org/drawingml/2006/main" noGrp="1"/>
          </p:cNvSpPr>
          <p:nvPr/>
        </p:nvSpPr>
        <p:spPr>
          <a:xfrm xmlns:a="http://schemas.openxmlformats.org/drawingml/2006/main">
            <a:off x="7842889" y="29908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2" name="box-110">
            <a:extLst xmlns:a="http://schemas.openxmlformats.org/drawingml/2006/main">
              <a:ext uri="{FF2B5EF4-FFF2-40B4-BE49-F238E27FC236}">
                <a16:creationId xmlns:a16="http://schemas.microsoft.com/office/drawing/2014/main" id="{F51A8846-977A-447E-BF5F-6819455CFC4E}"/>
              </a:ext>
            </a:extLst>
          </p:cNvPr>
          <p:cNvSpPr>
            <a:spLocks xmlns:a="http://schemas.openxmlformats.org/drawingml/2006/main" noGrp="1"/>
          </p:cNvSpPr>
          <p:nvPr/>
        </p:nvSpPr>
        <p:spPr>
          <a:xfrm xmlns:a="http://schemas.openxmlformats.org/drawingml/2006/main">
            <a:off x="521968" y="4629150"/>
            <a:ext cx="7336157" cy="1295400"/>
          </a:xfrm>
          <a:prstGeom xmlns:a="http://schemas.openxmlformats.org/drawingml/2006/main" prst="rect">
            <a:avLst/>
          </a:prstGeom>
          <a:noFill xmlns:a="http://schemas.openxmlformats.org/drawingml/2006/main"/>
          <a:ln xmlns:a="http://schemas.openxmlformats.org/drawingml/2006/main" w="14288">
            <a:solidFill>
              <a:srgbClr val="000000"/>
            </a:solidFill>
            <a:prstDash val="dash"/>
          </a:ln>
        </p:spPr>
      </p:sp>
      <p:sp>
        <p:nvSpPr>
          <p:cNvPr id="23" name="line-111">
            <a:extLst xmlns:a="http://schemas.openxmlformats.org/drawingml/2006/main">
              <a:ext uri="{FF2B5EF4-FFF2-40B4-BE49-F238E27FC236}">
                <a16:creationId xmlns:a16="http://schemas.microsoft.com/office/drawing/2014/main" id="{021ED0C8-AFC3-40A4-962B-B599AD6924BB}"/>
              </a:ext>
            </a:extLst>
          </p:cNvPr>
          <p:cNvSpPr>
            <a:spLocks xmlns:a="http://schemas.openxmlformats.org/drawingml/2006/main" noGrp="1"/>
          </p:cNvSpPr>
          <p:nvPr/>
        </p:nvSpPr>
        <p:spPr>
          <a:xfrm xmlns:a="http://schemas.openxmlformats.org/drawingml/2006/main">
            <a:off x="2319822" y="46291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4" name="line-112">
            <a:extLst xmlns:a="http://schemas.openxmlformats.org/drawingml/2006/main">
              <a:ext uri="{FF2B5EF4-FFF2-40B4-BE49-F238E27FC236}">
                <a16:creationId xmlns:a16="http://schemas.microsoft.com/office/drawing/2014/main" id="{11FAFC68-2784-4E92-AFC7-631054B34806}"/>
              </a:ext>
            </a:extLst>
          </p:cNvPr>
          <p:cNvSpPr>
            <a:spLocks xmlns:a="http://schemas.openxmlformats.org/drawingml/2006/main" noGrp="1"/>
          </p:cNvSpPr>
          <p:nvPr/>
        </p:nvSpPr>
        <p:spPr>
          <a:xfrm xmlns:a="http://schemas.openxmlformats.org/drawingml/2006/main">
            <a:off x="7842889" y="46291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5" name="text-113">
            <a:extLst xmlns:a="http://schemas.openxmlformats.org/drawingml/2006/main">
              <a:ext uri="{FF2B5EF4-FFF2-40B4-BE49-F238E27FC236}">
                <a16:creationId xmlns:a16="http://schemas.microsoft.com/office/drawing/2014/main" id="{481E3AEE-FBD0-406E-9017-BABE8493974D}"/>
              </a:ext>
            </a:extLst>
          </p:cNvPr>
          <p:cNvSpPr>
            <a:spLocks xmlns:a="http://schemas.openxmlformats.org/drawingml/2006/main" noGrp="1"/>
          </p:cNvSpPr>
          <p:nvPr/>
        </p:nvSpPr>
        <p:spPr>
          <a:xfrm xmlns:a="http://schemas.openxmlformats.org/drawingml/2006/main">
            <a:off x="628620" y="1457325"/>
            <a:ext cx="1576931"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4" b="1">
                <a:solidFill>
                  <a:srgbClr val="000000"/>
                </a:solidFill>
                <a:latin typeface="Microsoft YaHei"/>
                <a:ea typeface="Microsoft YaHei"/>
                <a:cs typeface="Microsoft YaHei"/>
              </a:defRPr>
            </a:defPPr>
          </a:lstStyle>
          <a:p xmlns:a="http://schemas.openxmlformats.org/drawingml/2006/main">
            <a:pPr algn="l">
              <a:buNone/>
              <a:defRPr sz="1354" b="1">
                <a:solidFill>
                  <a:srgbClr val="000000"/>
                </a:solidFill>
                <a:latin typeface="Microsoft YaHei"/>
                <a:ea typeface="Microsoft YaHei"/>
                <a:cs typeface="Microsoft YaHei"/>
              </a:defRPr>
            </a:pPr>
            <a:r>
              <a:rPr sz="1354" b="1">
                <a:solidFill>
                  <a:srgbClr val="000000"/>
                </a:solidFill>
                <a:latin typeface="Microsoft YaHei"/>
                <a:ea typeface="Microsoft YaHei"/>
                <a:cs typeface="Microsoft YaHei"/>
              </a:rPr>
              <a:t>研究内容一</a:t>
            </a:r>
            <a:endParaRPr>
              <a:latin typeface="Microsoft YaHei"/>
              <a:ea typeface="Microsoft YaHei"/>
              <a:cs typeface="Microsoft YaHei"/>
            </a:endParaRPr>
          </a:p>
          <a:p xmlns:a="http://schemas.openxmlformats.org/drawingml/2006/main">
            <a:pPr algn="l">
              <a:buNone/>
              <a:defRPr sz="1354" b="1">
                <a:solidFill>
                  <a:srgbClr val="000000"/>
                </a:solidFill>
                <a:latin typeface="Microsoft YaHei"/>
                <a:ea typeface="Microsoft YaHei"/>
                <a:cs typeface="Microsoft YaHei"/>
              </a:defRPr>
            </a:pPr>
            <a:r>
              <a:rPr sz="1354" b="1">
                <a:solidFill>
                  <a:srgbClr val="000000"/>
                </a:solidFill>
                <a:latin typeface="Microsoft YaHei"/>
                <a:ea typeface="Microsoft YaHei"/>
                <a:cs typeface="Microsoft YaHei"/>
              </a:rPr>
              <a:t>工序、站位与团队</a:t>
            </a:r>
            <a:endParaRPr>
              <a:latin typeface="Microsoft YaHei"/>
              <a:ea typeface="Microsoft YaHei"/>
              <a:cs typeface="Microsoft YaHei"/>
            </a:endParaRPr>
          </a:p>
          <a:p xmlns:a="http://schemas.openxmlformats.org/drawingml/2006/main">
            <a:pPr algn="l">
              <a:buNone/>
              <a:defRPr sz="1354" b="1">
                <a:solidFill>
                  <a:srgbClr val="000000"/>
                </a:solidFill>
                <a:latin typeface="Microsoft YaHei"/>
                <a:ea typeface="Microsoft YaHei"/>
                <a:cs typeface="Microsoft YaHei"/>
              </a:defRPr>
            </a:pPr>
            <a:r>
              <a:rPr sz="1354" b="1">
                <a:solidFill>
                  <a:srgbClr val="000000"/>
                </a:solidFill>
                <a:latin typeface="Microsoft YaHei"/>
                <a:ea typeface="Microsoft YaHei"/>
                <a:cs typeface="Microsoft YaHei"/>
              </a:rPr>
              <a:t>怎样联合安排？</a:t>
            </a:r>
            <a:endParaRPr>
              <a:latin typeface="Microsoft YaHei"/>
              <a:ea typeface="Microsoft YaHei"/>
              <a:cs typeface="Microsoft YaHei"/>
            </a:endParaRPr>
          </a:p>
        </p:txBody>
      </p:sp>
      <p:sp>
        <p:nvSpPr>
          <p:cNvPr id="26" name="box-114">
            <a:extLst xmlns:a="http://schemas.openxmlformats.org/drawingml/2006/main">
              <a:ext uri="{FF2B5EF4-FFF2-40B4-BE49-F238E27FC236}">
                <a16:creationId xmlns:a16="http://schemas.microsoft.com/office/drawing/2014/main" id="{5A234657-5E91-4200-BBAF-9E1D4FC1B17D}"/>
              </a:ext>
            </a:extLst>
          </p:cNvPr>
          <p:cNvSpPr>
            <a:spLocks xmlns:a="http://schemas.openxmlformats.org/drawingml/2006/main" noGrp="1"/>
          </p:cNvSpPr>
          <p:nvPr/>
        </p:nvSpPr>
        <p:spPr>
          <a:xfrm xmlns:a="http://schemas.openxmlformats.org/drawingml/2006/main">
            <a:off x="2479800" y="1628775"/>
            <a:ext cx="1752145" cy="6762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a:solidFill>
                  <a:srgbClr val="000000"/>
                </a:solidFill>
                <a:latin typeface="Microsoft YaHei"/>
                <a:ea typeface="Microsoft YaHei"/>
                <a:cs typeface="Microsoft YaHei"/>
              </a:defRPr>
            </a:defPPr>
          </a:lstStyle>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同构图统一表示</a:t>
            </a:r>
            <a:endParaRPr>
              <a:latin typeface="Microsoft YaHei"/>
              <a:ea typeface="Microsoft YaHei"/>
              <a:cs typeface="Microsoft YaHei"/>
            </a:endParaRPr>
          </a:p>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共享图传播规则</a:t>
            </a:r>
            <a:endParaRPr>
              <a:latin typeface="Microsoft YaHei"/>
              <a:ea typeface="Microsoft YaHei"/>
              <a:cs typeface="Microsoft YaHei"/>
            </a:endParaRPr>
          </a:p>
        </p:txBody>
      </p:sp>
      <p:sp>
        <p:nvSpPr>
          <p:cNvPr id="27" name="box-115">
            <a:extLst xmlns:a="http://schemas.openxmlformats.org/drawingml/2006/main">
              <a:ext uri="{FF2B5EF4-FFF2-40B4-BE49-F238E27FC236}">
                <a16:creationId xmlns:a16="http://schemas.microsoft.com/office/drawing/2014/main" id="{C1927216-D205-41D2-B90B-49C1F8C02C84}"/>
              </a:ext>
            </a:extLst>
          </p:cNvPr>
          <p:cNvSpPr>
            <a:spLocks xmlns:a="http://schemas.openxmlformats.org/drawingml/2006/main" noGrp="1"/>
          </p:cNvSpPr>
          <p:nvPr/>
        </p:nvSpPr>
        <p:spPr>
          <a:xfrm xmlns:a="http://schemas.openxmlformats.org/drawingml/2006/main">
            <a:off x="4536667" y="1762125"/>
            <a:ext cx="891309"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a:solidFill>
                  <a:srgbClr val="000000"/>
                </a:solidFill>
                <a:latin typeface="Microsoft YaHei"/>
                <a:ea typeface="Microsoft YaHei"/>
                <a:cs typeface="Microsoft YaHei"/>
              </a:defRPr>
            </a:defPPr>
          </a:lstStyle>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选工序</a:t>
            </a:r>
            <a:endParaRPr>
              <a:latin typeface="Microsoft YaHei"/>
              <a:ea typeface="Microsoft YaHei"/>
              <a:cs typeface="Microsoft YaHei"/>
            </a:endParaRPr>
          </a:p>
        </p:txBody>
      </p:sp>
      <p:sp>
        <p:nvSpPr>
          <p:cNvPr id="28" name="box-116">
            <a:extLst xmlns:a="http://schemas.openxmlformats.org/drawingml/2006/main">
              <a:ext uri="{FF2B5EF4-FFF2-40B4-BE49-F238E27FC236}">
                <a16:creationId xmlns:a16="http://schemas.microsoft.com/office/drawing/2014/main" id="{095919AF-95C3-4E23-9A38-924C81A0CF78}"/>
              </a:ext>
            </a:extLst>
          </p:cNvPr>
          <p:cNvSpPr>
            <a:spLocks xmlns:a="http://schemas.openxmlformats.org/drawingml/2006/main" noGrp="1"/>
          </p:cNvSpPr>
          <p:nvPr/>
        </p:nvSpPr>
        <p:spPr>
          <a:xfrm xmlns:a="http://schemas.openxmlformats.org/drawingml/2006/main">
            <a:off x="5641280" y="1762125"/>
            <a:ext cx="891309"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a:solidFill>
                  <a:srgbClr val="000000"/>
                </a:solidFill>
                <a:latin typeface="Microsoft YaHei"/>
                <a:ea typeface="Microsoft YaHei"/>
                <a:cs typeface="Microsoft YaHei"/>
              </a:defRPr>
            </a:defPPr>
          </a:lstStyle>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选站位</a:t>
            </a:r>
            <a:endParaRPr>
              <a:latin typeface="Microsoft YaHei"/>
              <a:ea typeface="Microsoft YaHei"/>
              <a:cs typeface="Microsoft YaHei"/>
            </a:endParaRPr>
          </a:p>
        </p:txBody>
      </p:sp>
      <p:sp>
        <p:nvSpPr>
          <p:cNvPr id="29" name="box-117">
            <a:extLst xmlns:a="http://schemas.openxmlformats.org/drawingml/2006/main">
              <a:ext uri="{FF2B5EF4-FFF2-40B4-BE49-F238E27FC236}">
                <a16:creationId xmlns:a16="http://schemas.microsoft.com/office/drawing/2014/main" id="{3AE7FD2C-546F-421E-B6F2-56AFAE80692B}"/>
              </a:ext>
            </a:extLst>
          </p:cNvPr>
          <p:cNvSpPr>
            <a:spLocks xmlns:a="http://schemas.openxmlformats.org/drawingml/2006/main" noGrp="1"/>
          </p:cNvSpPr>
          <p:nvPr/>
        </p:nvSpPr>
        <p:spPr>
          <a:xfrm xmlns:a="http://schemas.openxmlformats.org/drawingml/2006/main">
            <a:off x="6753512" y="1762125"/>
            <a:ext cx="891309"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a:solidFill>
                  <a:srgbClr val="000000"/>
                </a:solidFill>
                <a:latin typeface="Microsoft YaHei"/>
                <a:ea typeface="Microsoft YaHei"/>
                <a:cs typeface="Microsoft YaHei"/>
              </a:defRPr>
            </a:defPPr>
          </a:lstStyle>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选团队</a:t>
            </a:r>
            <a:endParaRPr>
              <a:latin typeface="Microsoft YaHei"/>
              <a:ea typeface="Microsoft YaHei"/>
              <a:cs typeface="Microsoft YaHei"/>
            </a:endParaRPr>
          </a:p>
        </p:txBody>
      </p:sp>
      <p:sp>
        <p:nvSpPr>
          <p:cNvPr id="30" name="text-119">
            <a:extLst xmlns:a="http://schemas.openxmlformats.org/drawingml/2006/main">
              <a:ext uri="{FF2B5EF4-FFF2-40B4-BE49-F238E27FC236}">
                <a16:creationId xmlns:a16="http://schemas.microsoft.com/office/drawing/2014/main" id="{AC77DB9F-8115-41CA-AE8B-FF2301668A87}"/>
              </a:ext>
            </a:extLst>
          </p:cNvPr>
          <p:cNvSpPr>
            <a:spLocks xmlns:a="http://schemas.openxmlformats.org/drawingml/2006/main" noGrp="1"/>
          </p:cNvSpPr>
          <p:nvPr/>
        </p:nvSpPr>
        <p:spPr>
          <a:xfrm xmlns:a="http://schemas.openxmlformats.org/drawingml/2006/main">
            <a:off x="2472182" y="2667000"/>
            <a:ext cx="538594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19" b="1">
                <a:solidFill>
                  <a:srgbClr val="000000"/>
                </a:solidFill>
                <a:latin typeface="Microsoft YaHei"/>
                <a:ea typeface="Microsoft YaHei"/>
                <a:cs typeface="Microsoft YaHei"/>
              </a:defRPr>
            </a:defPPr>
          </a:lstStyle>
          <a:p xmlns:a="http://schemas.openxmlformats.org/drawingml/2006/main">
            <a:pPr algn="l">
              <a:buNone/>
              <a:defRPr sz="1419" b="1">
                <a:solidFill>
                  <a:srgbClr val="000000"/>
                </a:solidFill>
                <a:latin typeface="Microsoft YaHei"/>
                <a:ea typeface="Microsoft YaHei"/>
                <a:cs typeface="Microsoft YaHei"/>
              </a:defRPr>
            </a:pPr>
            <a:r>
              <a:rPr b="1">
                <a:latin typeface="Microsoft YaHei"/>
                <a:ea typeface="Microsoft YaHei"/>
                <a:cs typeface="Microsoft YaHei"/>
              </a:rPr>
              <a:t>进一步区分关系，并响应工序延迟开工</a:t>
            </a:r>
            <a:endParaRPr>
              <a:latin typeface="Microsoft YaHei"/>
              <a:ea typeface="Microsoft YaHei"/>
              <a:cs typeface="Microsoft YaHei"/>
            </a:endParaRPr>
          </a:p>
        </p:txBody>
      </p:sp>
      <p:cxnSp>
        <p:nvCxnSpPr>
          <p:cNvPr id="31" name="arrow-120">
            <a:extLst xmlns:a="http://schemas.openxmlformats.org/drawingml/2006/main">
              <a:ext uri="{FF2B5EF4-FFF2-40B4-BE49-F238E27FC236}">
                <a16:creationId xmlns:a16="http://schemas.microsoft.com/office/drawing/2014/main" id="{F604089C-4EE7-4FFD-B354-E776CEAB4471}"/>
              </a:ext>
            </a:extLst>
          </p:cNvPr>
          <p:cNvCxnSpPr/>
          <p:nvPr/>
        </p:nvCxnSpPr>
        <p:spPr>
          <a:xfrm xmlns:a="http://schemas.openxmlformats.org/drawingml/2006/main">
            <a:off x="1413277" y="2667000"/>
            <a:ext cx="0" cy="28575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sp>
        <p:nvSpPr>
          <p:cNvPr id="32" name="text-121">
            <a:extLst xmlns:a="http://schemas.openxmlformats.org/drawingml/2006/main">
              <a:ext uri="{FF2B5EF4-FFF2-40B4-BE49-F238E27FC236}">
                <a16:creationId xmlns:a16="http://schemas.microsoft.com/office/drawing/2014/main" id="{44EDCC82-1A59-498B-8594-5C0AF69BF3BF}"/>
              </a:ext>
            </a:extLst>
          </p:cNvPr>
          <p:cNvSpPr>
            <a:spLocks xmlns:a="http://schemas.openxmlformats.org/drawingml/2006/main" noGrp="1"/>
          </p:cNvSpPr>
          <p:nvPr/>
        </p:nvSpPr>
        <p:spPr>
          <a:xfrm xmlns:a="http://schemas.openxmlformats.org/drawingml/2006/main">
            <a:off x="628620" y="3095625"/>
            <a:ext cx="1576931"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4" b="1">
                <a:solidFill>
                  <a:srgbClr val="000000"/>
                </a:solidFill>
                <a:latin typeface="Microsoft YaHei"/>
                <a:ea typeface="Microsoft YaHei"/>
                <a:cs typeface="Microsoft YaHei"/>
              </a:defRPr>
            </a:defPPr>
          </a:lstStyle>
          <a:p xmlns:a="http://schemas.openxmlformats.org/drawingml/2006/main">
            <a:pPr algn="l">
              <a:buNone/>
              <a:defRPr sz="1354" b="1">
                <a:solidFill>
                  <a:srgbClr val="000000"/>
                </a:solidFill>
                <a:latin typeface="Microsoft YaHei"/>
                <a:ea typeface="Microsoft YaHei"/>
                <a:cs typeface="Microsoft YaHei"/>
              </a:defRPr>
            </a:pPr>
            <a:r>
              <a:rPr sz="1354" b="1">
                <a:solidFill>
                  <a:srgbClr val="000000"/>
                </a:solidFill>
                <a:latin typeface="Microsoft YaHei"/>
                <a:ea typeface="Microsoft YaHei"/>
                <a:cs typeface="Microsoft YaHei"/>
              </a:rPr>
              <a:t>研究内容二</a:t>
            </a:r>
            <a:endParaRPr>
              <a:latin typeface="Microsoft YaHei"/>
              <a:ea typeface="Microsoft YaHei"/>
              <a:cs typeface="Microsoft YaHei"/>
            </a:endParaRPr>
          </a:p>
          <a:p xmlns:a="http://schemas.openxmlformats.org/drawingml/2006/main">
            <a:pPr algn="l">
              <a:buNone/>
              <a:defRPr sz="1354" b="1">
                <a:solidFill>
                  <a:srgbClr val="000000"/>
                </a:solidFill>
                <a:latin typeface="Microsoft YaHei"/>
                <a:ea typeface="Microsoft YaHei"/>
                <a:cs typeface="Microsoft YaHei"/>
              </a:defRPr>
            </a:pPr>
            <a:r>
              <a:rPr sz="1354" b="1">
                <a:solidFill>
                  <a:srgbClr val="000000"/>
                </a:solidFill>
                <a:latin typeface="Microsoft YaHei"/>
                <a:ea typeface="Microsoft YaHei"/>
                <a:cs typeface="Microsoft YaHei"/>
              </a:rPr>
              <a:t>受扰后，怎样兼顾</a:t>
            </a:r>
            <a:endParaRPr>
              <a:latin typeface="Microsoft YaHei"/>
              <a:ea typeface="Microsoft YaHei"/>
              <a:cs typeface="Microsoft YaHei"/>
            </a:endParaRPr>
          </a:p>
          <a:p xmlns:a="http://schemas.openxmlformats.org/drawingml/2006/main">
            <a:pPr algn="l">
              <a:buNone/>
              <a:defRPr sz="1354" b="1">
                <a:solidFill>
                  <a:srgbClr val="000000"/>
                </a:solidFill>
                <a:latin typeface="Microsoft YaHei"/>
                <a:ea typeface="Microsoft YaHei"/>
                <a:cs typeface="Microsoft YaHei"/>
              </a:defRPr>
            </a:pPr>
            <a:r>
              <a:rPr sz="1354" b="1">
                <a:solidFill>
                  <a:srgbClr val="000000"/>
                </a:solidFill>
                <a:latin typeface="Microsoft YaHei"/>
                <a:ea typeface="Microsoft YaHei"/>
                <a:cs typeface="Microsoft YaHei"/>
              </a:rPr>
              <a:t>效率与计划稳定性？</a:t>
            </a:r>
            <a:endParaRPr>
              <a:latin typeface="Microsoft YaHei"/>
              <a:ea typeface="Microsoft YaHei"/>
              <a:cs typeface="Microsoft YaHei"/>
            </a:endParaRPr>
          </a:p>
        </p:txBody>
      </p:sp>
      <p:sp>
        <p:nvSpPr>
          <p:cNvPr id="33" name="box-122">
            <a:extLst xmlns:a="http://schemas.openxmlformats.org/drawingml/2006/main">
              <a:ext uri="{FF2B5EF4-FFF2-40B4-BE49-F238E27FC236}">
                <a16:creationId xmlns:a16="http://schemas.microsoft.com/office/drawing/2014/main" id="{9F821EBF-B734-416A-BA17-85EFEBCF72E1}"/>
              </a:ext>
            </a:extLst>
          </p:cNvPr>
          <p:cNvSpPr>
            <a:spLocks xmlns:a="http://schemas.openxmlformats.org/drawingml/2006/main" noGrp="1"/>
          </p:cNvSpPr>
          <p:nvPr/>
        </p:nvSpPr>
        <p:spPr>
          <a:xfrm xmlns:a="http://schemas.openxmlformats.org/drawingml/2006/main">
            <a:off x="2479800" y="3276600"/>
            <a:ext cx="1752145" cy="6953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a:solidFill>
                  <a:srgbClr val="000000"/>
                </a:solidFill>
                <a:latin typeface="Microsoft YaHei"/>
                <a:ea typeface="Microsoft YaHei"/>
                <a:cs typeface="Microsoft YaHei"/>
              </a:defRPr>
            </a:defPPr>
          </a:lstStyle>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异构图关系表示</a:t>
            </a:r>
            <a:endParaRPr>
              <a:latin typeface="Microsoft YaHei"/>
              <a:ea typeface="Microsoft YaHei"/>
              <a:cs typeface="Microsoft YaHei"/>
            </a:endParaRPr>
          </a:p>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前序、技能与安排</a:t>
            </a:r>
            <a:endParaRPr>
              <a:latin typeface="Microsoft YaHei"/>
              <a:ea typeface="Microsoft YaHei"/>
              <a:cs typeface="Microsoft YaHei"/>
            </a:endParaRPr>
          </a:p>
        </p:txBody>
      </p:sp>
      <p:sp>
        <p:nvSpPr>
          <p:cNvPr id="34" name="box-123">
            <a:extLst xmlns:a="http://schemas.openxmlformats.org/drawingml/2006/main">
              <a:ext uri="{FF2B5EF4-FFF2-40B4-BE49-F238E27FC236}">
                <a16:creationId xmlns:a16="http://schemas.microsoft.com/office/drawing/2014/main" id="{3161EF29-52BE-42E7-9020-5F5A65CBD219}"/>
              </a:ext>
            </a:extLst>
          </p:cNvPr>
          <p:cNvSpPr>
            <a:spLocks xmlns:a="http://schemas.openxmlformats.org/drawingml/2006/main" noGrp="1"/>
          </p:cNvSpPr>
          <p:nvPr/>
        </p:nvSpPr>
        <p:spPr>
          <a:xfrm xmlns:a="http://schemas.openxmlformats.org/drawingml/2006/main">
            <a:off x="4567139" y="3133725"/>
            <a:ext cx="1714055" cy="4286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a:solidFill>
                  <a:srgbClr val="000000"/>
                </a:solidFill>
                <a:latin typeface="Microsoft YaHei"/>
                <a:ea typeface="Microsoft YaHei"/>
                <a:cs typeface="Microsoft YaHei"/>
              </a:defRPr>
            </a:defPPr>
          </a:lstStyle>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保留冻结安排</a:t>
            </a:r>
            <a:endParaRPr>
              <a:latin typeface="Microsoft YaHei"/>
              <a:ea typeface="Microsoft YaHei"/>
              <a:cs typeface="Microsoft YaHei"/>
            </a:endParaRPr>
          </a:p>
        </p:txBody>
      </p:sp>
      <p:sp>
        <p:nvSpPr>
          <p:cNvPr id="35" name="box-124">
            <a:extLst xmlns:a="http://schemas.openxmlformats.org/drawingml/2006/main">
              <a:ext uri="{FF2B5EF4-FFF2-40B4-BE49-F238E27FC236}">
                <a16:creationId xmlns:a16="http://schemas.microsoft.com/office/drawing/2014/main" id="{01CFBCE0-4630-419D-91A5-CBAD57400D93}"/>
              </a:ext>
            </a:extLst>
          </p:cNvPr>
          <p:cNvSpPr>
            <a:spLocks xmlns:a="http://schemas.openxmlformats.org/drawingml/2006/main" noGrp="1"/>
          </p:cNvSpPr>
          <p:nvPr/>
        </p:nvSpPr>
        <p:spPr>
          <a:xfrm xmlns:a="http://schemas.openxmlformats.org/drawingml/2006/main">
            <a:off x="4567139" y="3714750"/>
            <a:ext cx="1714055" cy="4286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a:solidFill>
                  <a:srgbClr val="000000"/>
                </a:solidFill>
                <a:latin typeface="Microsoft YaHei"/>
                <a:ea typeface="Microsoft YaHei"/>
                <a:cs typeface="Microsoft YaHei"/>
              </a:defRPr>
            </a:defPPr>
          </a:lstStyle>
          <a:p xmlns:a="http://schemas.openxmlformats.org/drawingml/2006/main">
            <a:pPr algn="ctr">
              <a:buNone/>
              <a:defRPr sz="1419" b="0">
                <a:solidFill>
                  <a:srgbClr val="000000"/>
                </a:solidFill>
                <a:latin typeface="Microsoft YaHei"/>
                <a:ea typeface="Microsoft YaHei"/>
                <a:cs typeface="Microsoft YaHei"/>
              </a:defRPr>
            </a:pPr>
            <a:r>
              <a:rPr b="0">
                <a:latin typeface="Microsoft YaHei"/>
                <a:ea typeface="Microsoft YaHei"/>
                <a:cs typeface="Microsoft YaHei"/>
              </a:rPr>
              <a:t>修复可调任务</a:t>
            </a:r>
            <a:endParaRPr>
              <a:latin typeface="Microsoft YaHei"/>
              <a:ea typeface="Microsoft YaHei"/>
              <a:cs typeface="Microsoft YaHei"/>
            </a:endParaRPr>
          </a:p>
        </p:txBody>
      </p:sp>
      <p:sp>
        <p:nvSpPr>
          <p:cNvPr id="36" name="box-125">
            <a:extLst xmlns:a="http://schemas.openxmlformats.org/drawingml/2006/main">
              <a:ext uri="{FF2B5EF4-FFF2-40B4-BE49-F238E27FC236}">
                <a16:creationId xmlns:a16="http://schemas.microsoft.com/office/drawing/2014/main" id="{865ED198-C62D-4DF4-AF61-7F31C63B7818}"/>
              </a:ext>
            </a:extLst>
          </p:cNvPr>
          <p:cNvSpPr>
            <a:spLocks xmlns:a="http://schemas.openxmlformats.org/drawingml/2006/main" noGrp="1"/>
          </p:cNvSpPr>
          <p:nvPr/>
        </p:nvSpPr>
        <p:spPr>
          <a:xfrm xmlns:a="http://schemas.openxmlformats.org/drawingml/2006/main">
            <a:off x="6608769" y="3371850"/>
            <a:ext cx="1043669" cy="5810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354" b="0">
                <a:solidFill>
                  <a:srgbClr val="000000"/>
                </a:solidFill>
                <a:latin typeface="Microsoft YaHei"/>
                <a:ea typeface="Microsoft YaHei"/>
                <a:cs typeface="Microsoft YaHei"/>
              </a:defRPr>
            </a:defPPr>
          </a:lstStyle>
          <a:p xmlns:a="http://schemas.openxmlformats.org/drawingml/2006/main">
            <a:pPr algn="ctr">
              <a:buNone/>
              <a:defRPr sz="1354" b="0">
                <a:solidFill>
                  <a:srgbClr val="000000"/>
                </a:solidFill>
                <a:latin typeface="Microsoft YaHei"/>
                <a:ea typeface="Microsoft YaHei"/>
                <a:cs typeface="Microsoft YaHei"/>
              </a:defRPr>
            </a:pPr>
            <a:r>
              <a:rPr b="0">
                <a:latin typeface="Microsoft YaHei"/>
                <a:ea typeface="Microsoft YaHei"/>
                <a:cs typeface="Microsoft YaHei"/>
              </a:rPr>
              <a:t>合法调整计划</a:t>
            </a:r>
            <a:endParaRPr>
              <a:latin typeface="Microsoft YaHei"/>
              <a:ea typeface="Microsoft YaHei"/>
              <a:cs typeface="Microsoft YaHei"/>
            </a:endParaRPr>
          </a:p>
        </p:txBody>
      </p:sp>
      <p:sp>
        <p:nvSpPr>
          <p:cNvPr id="37" name="text-127">
            <a:extLst xmlns:a="http://schemas.openxmlformats.org/drawingml/2006/main">
              <a:ext uri="{FF2B5EF4-FFF2-40B4-BE49-F238E27FC236}">
                <a16:creationId xmlns:a16="http://schemas.microsoft.com/office/drawing/2014/main" id="{7D38B528-57C5-4405-B11D-AFEA9B4BDCB2}"/>
              </a:ext>
            </a:extLst>
          </p:cNvPr>
          <p:cNvSpPr>
            <a:spLocks xmlns:a="http://schemas.openxmlformats.org/drawingml/2006/main" noGrp="1"/>
          </p:cNvSpPr>
          <p:nvPr/>
        </p:nvSpPr>
        <p:spPr>
          <a:xfrm xmlns:a="http://schemas.openxmlformats.org/drawingml/2006/main">
            <a:off x="2472182" y="4295775"/>
            <a:ext cx="538594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19" b="1">
                <a:solidFill>
                  <a:srgbClr val="000000"/>
                </a:solidFill>
                <a:latin typeface="Microsoft YaHei"/>
                <a:ea typeface="Microsoft YaHei"/>
                <a:cs typeface="Microsoft YaHei"/>
              </a:defRPr>
            </a:defPPr>
          </a:lstStyle>
          <a:p xmlns:a="http://schemas.openxmlformats.org/drawingml/2006/main">
            <a:pPr algn="l">
              <a:buNone/>
              <a:defRPr sz="1419" b="1">
                <a:solidFill>
                  <a:srgbClr val="000000"/>
                </a:solidFill>
                <a:latin typeface="Microsoft YaHei"/>
                <a:ea typeface="Microsoft YaHei"/>
                <a:cs typeface="Microsoft YaHei"/>
              </a:defRPr>
            </a:pPr>
            <a:r>
              <a:rPr b="1">
                <a:latin typeface="Microsoft YaHei"/>
                <a:ea typeface="Microsoft YaHei"/>
                <a:cs typeface="Microsoft YaHei"/>
              </a:rPr>
              <a:t>进一步跟踪多架次进度，理解跨站位影响</a:t>
            </a:r>
            <a:endParaRPr>
              <a:latin typeface="Microsoft YaHei"/>
              <a:ea typeface="Microsoft YaHei"/>
              <a:cs typeface="Microsoft YaHei"/>
            </a:endParaRPr>
          </a:p>
        </p:txBody>
      </p:sp>
      <p:cxnSp>
        <p:nvCxnSpPr>
          <p:cNvPr id="38" name="arrow-128">
            <a:extLst xmlns:a="http://schemas.openxmlformats.org/drawingml/2006/main">
              <a:ext uri="{FF2B5EF4-FFF2-40B4-BE49-F238E27FC236}">
                <a16:creationId xmlns:a16="http://schemas.microsoft.com/office/drawing/2014/main" id="{14EC4E12-F5E8-47F7-8C8B-A4D144330033}"/>
              </a:ext>
            </a:extLst>
          </p:cNvPr>
          <p:cNvCxnSpPr/>
          <p:nvPr/>
        </p:nvCxnSpPr>
        <p:spPr>
          <a:xfrm xmlns:a="http://schemas.openxmlformats.org/drawingml/2006/main">
            <a:off x="1413277" y="4295775"/>
            <a:ext cx="0" cy="30480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sp>
        <p:nvSpPr>
          <p:cNvPr id="39" name="text-129">
            <a:extLst xmlns:a="http://schemas.openxmlformats.org/drawingml/2006/main">
              <a:ext uri="{FF2B5EF4-FFF2-40B4-BE49-F238E27FC236}">
                <a16:creationId xmlns:a16="http://schemas.microsoft.com/office/drawing/2014/main" id="{D9331483-242D-4AC4-BF94-C1EE00A53725}"/>
              </a:ext>
            </a:extLst>
          </p:cNvPr>
          <p:cNvSpPr>
            <a:spLocks xmlns:a="http://schemas.openxmlformats.org/drawingml/2006/main" noGrp="1"/>
          </p:cNvSpPr>
          <p:nvPr/>
        </p:nvSpPr>
        <p:spPr>
          <a:xfrm xmlns:a="http://schemas.openxmlformats.org/drawingml/2006/main">
            <a:off x="628620" y="4733925"/>
            <a:ext cx="1576931"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90" b="1">
                <a:solidFill>
                  <a:srgbClr val="000000"/>
                </a:solidFill>
                <a:latin typeface="Microsoft YaHei"/>
                <a:ea typeface="Microsoft YaHei"/>
                <a:cs typeface="Microsoft YaHei"/>
              </a:defRPr>
            </a:defPPr>
          </a:lstStyle>
          <a:p xmlns:a="http://schemas.openxmlformats.org/drawingml/2006/main">
            <a:pPr algn="l">
              <a:buNone/>
              <a:defRPr sz="1290" b="1">
                <a:solidFill>
                  <a:srgbClr val="000000"/>
                </a:solidFill>
                <a:latin typeface="Microsoft YaHei"/>
                <a:ea typeface="Microsoft YaHei"/>
                <a:cs typeface="Microsoft YaHei"/>
              </a:defRPr>
            </a:pPr>
            <a:r>
              <a:rPr sz="1290" b="1">
                <a:solidFill>
                  <a:srgbClr val="000000"/>
                </a:solidFill>
                <a:latin typeface="Microsoft YaHei"/>
                <a:ea typeface="Microsoft YaHei"/>
                <a:cs typeface="Microsoft YaHei"/>
              </a:rPr>
              <a:t>研究内容三</a:t>
            </a:r>
            <a:endParaRPr>
              <a:latin typeface="Microsoft YaHei"/>
              <a:ea typeface="Microsoft YaHei"/>
              <a:cs typeface="Microsoft YaHei"/>
            </a:endParaRPr>
          </a:p>
          <a:p xmlns:a="http://schemas.openxmlformats.org/drawingml/2006/main">
            <a:pPr algn="l">
              <a:buNone/>
              <a:defRPr sz="1290" b="1">
                <a:solidFill>
                  <a:srgbClr val="000000"/>
                </a:solidFill>
                <a:latin typeface="Microsoft YaHei"/>
                <a:ea typeface="Microsoft YaHei"/>
                <a:cs typeface="Microsoft YaHei"/>
              </a:defRPr>
            </a:pPr>
            <a:r>
              <a:rPr sz="1290" b="1">
                <a:solidFill>
                  <a:srgbClr val="000000"/>
                </a:solidFill>
                <a:latin typeface="Microsoft YaHei"/>
                <a:ea typeface="Microsoft YaHei"/>
                <a:cs typeface="Microsoft YaHei"/>
              </a:rPr>
              <a:t>局部变化跨站影响</a:t>
            </a:r>
            <a:endParaRPr>
              <a:latin typeface="Microsoft YaHei"/>
              <a:ea typeface="Microsoft YaHei"/>
              <a:cs typeface="Microsoft YaHei"/>
            </a:endParaRPr>
          </a:p>
          <a:p xmlns:a="http://schemas.openxmlformats.org/drawingml/2006/main">
            <a:pPr algn="l">
              <a:buNone/>
              <a:defRPr sz="1290" b="1">
                <a:solidFill>
                  <a:srgbClr val="000000"/>
                </a:solidFill>
                <a:latin typeface="Microsoft YaHei"/>
                <a:ea typeface="Microsoft YaHei"/>
                <a:cs typeface="Microsoft YaHei"/>
              </a:defRPr>
            </a:pPr>
            <a:r>
              <a:rPr sz="1290" b="1">
                <a:solidFill>
                  <a:srgbClr val="000000"/>
                </a:solidFill>
                <a:latin typeface="Microsoft YaHei"/>
                <a:ea typeface="Microsoft YaHei"/>
                <a:cs typeface="Microsoft YaHei"/>
              </a:rPr>
              <a:t>怎样协调共同转站</a:t>
            </a:r>
            <a:endParaRPr>
              <a:latin typeface="Microsoft YaHei"/>
              <a:ea typeface="Microsoft YaHei"/>
              <a:cs typeface="Microsoft YaHei"/>
            </a:endParaRPr>
          </a:p>
          <a:p xmlns:a="http://schemas.openxmlformats.org/drawingml/2006/main">
            <a:pPr algn="l">
              <a:buNone/>
              <a:defRPr sz="1290" b="1">
                <a:solidFill>
                  <a:srgbClr val="000000"/>
                </a:solidFill>
                <a:latin typeface="Microsoft YaHei"/>
                <a:ea typeface="Microsoft YaHei"/>
                <a:cs typeface="Microsoft YaHei"/>
              </a:defRPr>
            </a:pPr>
            <a:r>
              <a:rPr sz="1290" b="1">
                <a:solidFill>
                  <a:srgbClr val="000000"/>
                </a:solidFill>
                <a:latin typeface="Microsoft YaHei"/>
                <a:ea typeface="Microsoft YaHei"/>
                <a:cs typeface="Microsoft YaHei"/>
              </a:rPr>
              <a:t>及下一周期任务？</a:t>
            </a:r>
            <a:endParaRPr>
              <a:latin typeface="Microsoft YaHei"/>
              <a:ea typeface="Microsoft YaHei"/>
              <a:cs typeface="Microsoft YaHei"/>
            </a:endParaRPr>
          </a:p>
        </p:txBody>
      </p:sp>
      <p:sp>
        <p:nvSpPr>
          <p:cNvPr id="40" name="box-130">
            <a:extLst xmlns:a="http://schemas.openxmlformats.org/drawingml/2006/main">
              <a:ext uri="{FF2B5EF4-FFF2-40B4-BE49-F238E27FC236}">
                <a16:creationId xmlns:a16="http://schemas.microsoft.com/office/drawing/2014/main" id="{A52441F1-5097-4BD1-93A7-1CE7A9F5F54C}"/>
              </a:ext>
            </a:extLst>
          </p:cNvPr>
          <p:cNvSpPr>
            <a:spLocks xmlns:a="http://schemas.openxmlformats.org/drawingml/2006/main" noGrp="1"/>
          </p:cNvSpPr>
          <p:nvPr/>
        </p:nvSpPr>
        <p:spPr>
          <a:xfrm xmlns:a="http://schemas.openxmlformats.org/drawingml/2006/main">
            <a:off x="2472182" y="4752975"/>
            <a:ext cx="1462661" cy="3905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a:solidFill>
                  <a:srgbClr val="000000"/>
                </a:solidFill>
                <a:latin typeface="Microsoft YaHei"/>
                <a:ea typeface="Microsoft YaHei"/>
                <a:cs typeface="Microsoft YaHei"/>
              </a:defRPr>
            </a:defPPr>
          </a:lstStyle>
          <a:p xmlns:a="http://schemas.openxmlformats.org/drawingml/2006/main">
            <a:pPr algn="ctr">
              <a:buNone/>
              <a:defRPr sz="1290" b="0">
                <a:solidFill>
                  <a:srgbClr val="000000"/>
                </a:solidFill>
                <a:latin typeface="Microsoft YaHei"/>
                <a:ea typeface="Microsoft YaHei"/>
                <a:cs typeface="Microsoft YaHei"/>
              </a:defRPr>
            </a:pPr>
            <a:r>
              <a:rPr b="0">
                <a:latin typeface="Microsoft YaHei"/>
                <a:ea typeface="Microsoft YaHei"/>
                <a:cs typeface="Microsoft YaHei"/>
              </a:rPr>
              <a:t>工序／飞机</a:t>
            </a:r>
            <a:endParaRPr>
              <a:latin typeface="Microsoft YaHei"/>
              <a:ea typeface="Microsoft YaHei"/>
              <a:cs typeface="Microsoft YaHei"/>
            </a:endParaRPr>
          </a:p>
        </p:txBody>
      </p:sp>
      <p:sp>
        <p:nvSpPr>
          <p:cNvPr id="41" name="box-131">
            <a:extLst xmlns:a="http://schemas.openxmlformats.org/drawingml/2006/main">
              <a:ext uri="{FF2B5EF4-FFF2-40B4-BE49-F238E27FC236}">
                <a16:creationId xmlns:a16="http://schemas.microsoft.com/office/drawing/2014/main" id="{401BDAEF-0C7E-488B-9023-2E1BD380DAF5}"/>
              </a:ext>
            </a:extLst>
          </p:cNvPr>
          <p:cNvSpPr>
            <a:spLocks xmlns:a="http://schemas.openxmlformats.org/drawingml/2006/main" noGrp="1"/>
          </p:cNvSpPr>
          <p:nvPr/>
        </p:nvSpPr>
        <p:spPr>
          <a:xfrm xmlns:a="http://schemas.openxmlformats.org/drawingml/2006/main">
            <a:off x="4163383" y="4752975"/>
            <a:ext cx="1234120" cy="3905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a:solidFill>
                  <a:srgbClr val="000000"/>
                </a:solidFill>
                <a:latin typeface="Microsoft YaHei"/>
                <a:ea typeface="Microsoft YaHei"/>
                <a:cs typeface="Microsoft YaHei"/>
              </a:defRPr>
            </a:defPPr>
          </a:lstStyle>
          <a:p xmlns:a="http://schemas.openxmlformats.org/drawingml/2006/main">
            <a:pPr algn="ctr">
              <a:buNone/>
              <a:defRPr sz="1290" b="0">
                <a:solidFill>
                  <a:srgbClr val="000000"/>
                </a:solidFill>
                <a:latin typeface="Microsoft YaHei"/>
                <a:ea typeface="Microsoft YaHei"/>
                <a:cs typeface="Microsoft YaHei"/>
              </a:defRPr>
            </a:pPr>
            <a:r>
              <a:rPr b="0">
                <a:latin typeface="Microsoft YaHei"/>
                <a:ea typeface="Microsoft YaHei"/>
                <a:cs typeface="Microsoft YaHei"/>
              </a:rPr>
              <a:t>站位</a:t>
            </a:r>
            <a:endParaRPr>
              <a:latin typeface="Microsoft YaHei"/>
              <a:ea typeface="Microsoft YaHei"/>
              <a:cs typeface="Microsoft YaHei"/>
            </a:endParaRPr>
          </a:p>
        </p:txBody>
      </p:sp>
      <p:sp>
        <p:nvSpPr>
          <p:cNvPr id="42" name="box-132">
            <a:extLst xmlns:a="http://schemas.openxmlformats.org/drawingml/2006/main">
              <a:ext uri="{FF2B5EF4-FFF2-40B4-BE49-F238E27FC236}">
                <a16:creationId xmlns:a16="http://schemas.microsoft.com/office/drawing/2014/main" id="{BCAE31B7-707A-410B-A26F-722470B70755}"/>
              </a:ext>
            </a:extLst>
          </p:cNvPr>
          <p:cNvSpPr>
            <a:spLocks xmlns:a="http://schemas.openxmlformats.org/drawingml/2006/main" noGrp="1"/>
          </p:cNvSpPr>
          <p:nvPr/>
        </p:nvSpPr>
        <p:spPr>
          <a:xfrm xmlns:a="http://schemas.openxmlformats.org/drawingml/2006/main">
            <a:off x="5626044" y="4752975"/>
            <a:ext cx="1234120" cy="3905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a:solidFill>
                  <a:srgbClr val="000000"/>
                </a:solidFill>
                <a:latin typeface="Microsoft YaHei"/>
                <a:ea typeface="Microsoft YaHei"/>
                <a:cs typeface="Microsoft YaHei"/>
              </a:defRPr>
            </a:defPPr>
          </a:lstStyle>
          <a:p xmlns:a="http://schemas.openxmlformats.org/drawingml/2006/main">
            <a:pPr algn="ctr">
              <a:buNone/>
              <a:defRPr sz="1290" b="0">
                <a:solidFill>
                  <a:srgbClr val="000000"/>
                </a:solidFill>
                <a:latin typeface="Microsoft YaHei"/>
                <a:ea typeface="Microsoft YaHei"/>
                <a:cs typeface="Microsoft YaHei"/>
              </a:defRPr>
            </a:pPr>
            <a:r>
              <a:rPr b="0">
                <a:latin typeface="Microsoft YaHei"/>
                <a:ea typeface="Microsoft YaHei"/>
                <a:cs typeface="Microsoft YaHei"/>
              </a:rPr>
              <a:t>整线</a:t>
            </a:r>
            <a:endParaRPr>
              <a:latin typeface="Microsoft YaHei"/>
              <a:ea typeface="Microsoft YaHei"/>
              <a:cs typeface="Microsoft YaHei"/>
            </a:endParaRPr>
          </a:p>
        </p:txBody>
      </p:sp>
      <p:sp>
        <p:nvSpPr>
          <p:cNvPr id="43" name="box-133">
            <a:extLst xmlns:a="http://schemas.openxmlformats.org/drawingml/2006/main">
              <a:ext uri="{FF2B5EF4-FFF2-40B4-BE49-F238E27FC236}">
                <a16:creationId xmlns:a16="http://schemas.microsoft.com/office/drawing/2014/main" id="{10A1F788-6C67-4851-948F-4066F2176112}"/>
              </a:ext>
            </a:extLst>
          </p:cNvPr>
          <p:cNvSpPr>
            <a:spLocks xmlns:a="http://schemas.openxmlformats.org/drawingml/2006/main" noGrp="1"/>
          </p:cNvSpPr>
          <p:nvPr/>
        </p:nvSpPr>
        <p:spPr>
          <a:xfrm xmlns:a="http://schemas.openxmlformats.org/drawingml/2006/main">
            <a:off x="2472182" y="5400675"/>
            <a:ext cx="1874034"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a:solidFill>
                  <a:srgbClr val="000000"/>
                </a:solidFill>
                <a:latin typeface="Microsoft YaHei"/>
                <a:ea typeface="Microsoft YaHei"/>
                <a:cs typeface="Microsoft YaHei"/>
              </a:defRPr>
            </a:defPPr>
          </a:lstStyle>
          <a:p xmlns:a="http://schemas.openxmlformats.org/drawingml/2006/main">
            <a:pPr algn="ctr">
              <a:buNone/>
              <a:defRPr sz="1290" b="0">
                <a:solidFill>
                  <a:srgbClr val="000000"/>
                </a:solidFill>
                <a:latin typeface="Microsoft YaHei"/>
                <a:ea typeface="Microsoft YaHei"/>
                <a:cs typeface="Microsoft YaHei"/>
              </a:defRPr>
            </a:pPr>
            <a:r>
              <a:rPr b="0">
                <a:latin typeface="Microsoft YaHei"/>
                <a:ea typeface="Microsoft YaHei"/>
                <a:cs typeface="Microsoft YaHei"/>
              </a:rPr>
              <a:t>实际进度与最近变化</a:t>
            </a:r>
            <a:endParaRPr>
              <a:latin typeface="Microsoft YaHei"/>
              <a:ea typeface="Microsoft YaHei"/>
              <a:cs typeface="Microsoft YaHei"/>
            </a:endParaRPr>
          </a:p>
        </p:txBody>
      </p:sp>
      <p:sp>
        <p:nvSpPr>
          <p:cNvPr id="44" name="box-134">
            <a:extLst xmlns:a="http://schemas.openxmlformats.org/drawingml/2006/main">
              <a:ext uri="{FF2B5EF4-FFF2-40B4-BE49-F238E27FC236}">
                <a16:creationId xmlns:a16="http://schemas.microsoft.com/office/drawing/2014/main" id="{27FFB089-B9B8-40F3-8072-8E4C53E0412D}"/>
              </a:ext>
            </a:extLst>
          </p:cNvPr>
          <p:cNvSpPr>
            <a:spLocks xmlns:a="http://schemas.openxmlformats.org/drawingml/2006/main" noGrp="1"/>
          </p:cNvSpPr>
          <p:nvPr/>
        </p:nvSpPr>
        <p:spPr>
          <a:xfrm xmlns:a="http://schemas.openxmlformats.org/drawingml/2006/main">
            <a:off x="4574757" y="5400675"/>
            <a:ext cx="2285407"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a:solidFill>
                  <a:srgbClr val="000000"/>
                </a:solidFill>
                <a:latin typeface="Microsoft YaHei"/>
                <a:ea typeface="Microsoft YaHei"/>
                <a:cs typeface="Microsoft YaHei"/>
              </a:defRPr>
            </a:defPPr>
          </a:lstStyle>
          <a:p xmlns:a="http://schemas.openxmlformats.org/drawingml/2006/main">
            <a:pPr algn="ctr">
              <a:buNone/>
              <a:defRPr sz="1290" b="0">
                <a:solidFill>
                  <a:srgbClr val="000000"/>
                </a:solidFill>
                <a:latin typeface="Microsoft YaHei"/>
                <a:ea typeface="Microsoft YaHei"/>
                <a:cs typeface="Microsoft YaHei"/>
              </a:defRPr>
            </a:pPr>
            <a:r>
              <a:rPr b="0">
                <a:latin typeface="Microsoft YaHei"/>
                <a:ea typeface="Microsoft YaHei"/>
                <a:cs typeface="Microsoft YaHei"/>
              </a:rPr>
              <a:t>当前及下一周期后果</a:t>
            </a:r>
            <a:endParaRPr>
              <a:latin typeface="Microsoft YaHei"/>
              <a:ea typeface="Microsoft YaHei"/>
              <a:cs typeface="Microsoft YaHei"/>
            </a:endParaRPr>
          </a:p>
        </p:txBody>
      </p:sp>
      <p:sp>
        <p:nvSpPr>
          <p:cNvPr id="45" name="box-135">
            <a:extLst xmlns:a="http://schemas.openxmlformats.org/drawingml/2006/main">
              <a:ext uri="{FF2B5EF4-FFF2-40B4-BE49-F238E27FC236}">
                <a16:creationId xmlns:a16="http://schemas.microsoft.com/office/drawing/2014/main" id="{BE988B54-512C-4842-BE24-4852D83ABDC5}"/>
              </a:ext>
            </a:extLst>
          </p:cNvPr>
          <p:cNvSpPr>
            <a:spLocks xmlns:a="http://schemas.openxmlformats.org/drawingml/2006/main" noGrp="1"/>
          </p:cNvSpPr>
          <p:nvPr/>
        </p:nvSpPr>
        <p:spPr>
          <a:xfrm xmlns:a="http://schemas.openxmlformats.org/drawingml/2006/main">
            <a:off x="7012524" y="4924425"/>
            <a:ext cx="693240" cy="6762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a:solidFill>
                  <a:srgbClr val="000000"/>
                </a:solidFill>
                <a:latin typeface="Microsoft YaHei"/>
                <a:ea typeface="Microsoft YaHei"/>
                <a:cs typeface="Microsoft YaHei"/>
              </a:defRPr>
            </a:defPPr>
          </a:lstStyle>
          <a:p xmlns:a="http://schemas.openxmlformats.org/drawingml/2006/main">
            <a:pPr algn="ctr">
              <a:buNone/>
              <a:defRPr sz="1290" b="0">
                <a:solidFill>
                  <a:srgbClr val="000000"/>
                </a:solidFill>
                <a:latin typeface="Microsoft YaHei"/>
                <a:ea typeface="Microsoft YaHei"/>
                <a:cs typeface="Microsoft YaHei"/>
              </a:defRPr>
            </a:pPr>
            <a:r>
              <a:rPr b="0">
                <a:latin typeface="Microsoft YaHei"/>
                <a:ea typeface="Microsoft YaHei"/>
                <a:cs typeface="Microsoft YaHei"/>
              </a:rPr>
              <a:t>语义增强</a:t>
            </a:r>
            <a:endParaRPr>
              <a:latin typeface="Microsoft YaHei"/>
              <a:ea typeface="Microsoft YaHei"/>
              <a:cs typeface="Microsoft YaHei"/>
            </a:endParaRPr>
          </a:p>
          <a:p xmlns:a="http://schemas.openxmlformats.org/drawingml/2006/main">
            <a:pPr algn="ctr">
              <a:buNone/>
              <a:defRPr sz="1290" b="0">
                <a:solidFill>
                  <a:srgbClr val="000000"/>
                </a:solidFill>
                <a:latin typeface="Microsoft YaHei"/>
                <a:ea typeface="Microsoft YaHei"/>
                <a:cs typeface="Microsoft YaHei"/>
              </a:defRPr>
            </a:pPr>
            <a:r>
              <a:rPr b="0">
                <a:latin typeface="Microsoft YaHei"/>
                <a:ea typeface="Microsoft YaHei"/>
                <a:cs typeface="Microsoft YaHei"/>
              </a:rPr>
              <a:t>协同安排</a:t>
            </a:r>
            <a:endParaRPr>
              <a:latin typeface="Microsoft YaHei"/>
              <a:ea typeface="Microsoft YaHei"/>
              <a:cs typeface="Microsoft YaHei"/>
            </a:endParaRPr>
          </a:p>
        </p:txBody>
      </p:sp>
      <p:sp>
        <p:nvSpPr>
          <p:cNvPr id="46" name="text-137">
            <a:extLst xmlns:a="http://schemas.openxmlformats.org/drawingml/2006/main">
              <a:ext uri="{FF2B5EF4-FFF2-40B4-BE49-F238E27FC236}">
                <a16:creationId xmlns:a16="http://schemas.microsoft.com/office/drawing/2014/main" id="{0E741CE5-737B-4F1A-8D13-4DA33CB50439}"/>
              </a:ext>
            </a:extLst>
          </p:cNvPr>
          <p:cNvSpPr>
            <a:spLocks xmlns:a="http://schemas.openxmlformats.org/drawingml/2006/main" noGrp="1"/>
          </p:cNvSpPr>
          <p:nvPr/>
        </p:nvSpPr>
        <p:spPr>
          <a:xfrm xmlns:a="http://schemas.openxmlformats.org/drawingml/2006/main">
            <a:off x="590530" y="6010275"/>
            <a:ext cx="726759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4" b="1">
                <a:solidFill>
                  <a:srgbClr val="000000"/>
                </a:solidFill>
                <a:latin typeface="Microsoft YaHei"/>
                <a:ea typeface="Microsoft YaHei"/>
                <a:cs typeface="Microsoft YaHei"/>
              </a:defRPr>
            </a:defPPr>
          </a:lstStyle>
          <a:p xmlns:a="http://schemas.openxmlformats.org/drawingml/2006/main">
            <a:pPr algn="ctr">
              <a:buNone/>
              <a:defRPr sz="1354" b="1">
                <a:solidFill>
                  <a:srgbClr val="000000"/>
                </a:solidFill>
                <a:latin typeface="Microsoft YaHei"/>
                <a:ea typeface="Microsoft YaHei"/>
                <a:cs typeface="Microsoft YaHei"/>
              </a:defRPr>
            </a:pPr>
            <a:r>
              <a:rPr b="1">
                <a:latin typeface="Microsoft YaHei"/>
                <a:ea typeface="Microsoft YaHei"/>
                <a:cs typeface="Microsoft YaHei"/>
              </a:rPr>
              <a:t>共同基础：工艺与人员约束、联合决策与可行性检查</a:t>
            </a:r>
            <a:endParaRPr>
              <a:latin typeface="Microsoft YaHei"/>
              <a:ea typeface="Microsoft YaHei"/>
              <a:cs typeface="Microsoft YaHei"/>
            </a:endParaRPr>
          </a:p>
        </p:txBody>
      </p:sp>
      <p:sp>
        <p:nvSpPr>
          <p:cNvPr id="47" name="research-content-label-0">
            <a:extLst xmlns:a="http://schemas.openxmlformats.org/drawingml/2006/main">
              <a:ext uri="{FF2B5EF4-FFF2-40B4-BE49-F238E27FC236}">
                <a16:creationId xmlns:a16="http://schemas.microsoft.com/office/drawing/2014/main" id="{4ADBB8C0-D0A4-469E-916D-122084530F44}"/>
              </a:ext>
            </a:extLst>
          </p:cNvPr>
          <p:cNvSpPr>
            <a:spLocks xmlns:a="http://schemas.openxmlformats.org/drawingml/2006/main" noGrp="1"/>
          </p:cNvSpPr>
          <p:nvPr/>
        </p:nvSpPr>
        <p:spPr>
          <a:xfrm xmlns:a="http://schemas.openxmlformats.org/drawingml/2006/main">
            <a:off x="8305800" y="1228725"/>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4674CD"/>
                </a:solidFill>
                <a:latin typeface="Microsoft YaHei"/>
                <a:ea typeface="Microsoft YaHei"/>
                <a:cs typeface="Microsoft YaHei"/>
              </a:defRPr>
            </a:defPPr>
          </a:lstStyle>
          <a:p xmlns:a="http://schemas.openxmlformats.org/drawingml/2006/main">
            <a:pPr algn="l">
              <a:buNone/>
              <a:defRPr sz="1950" b="1">
                <a:solidFill>
                  <a:srgbClr val="4674CD"/>
                </a:solidFill>
                <a:latin typeface="Microsoft YaHei"/>
                <a:ea typeface="Microsoft YaHei"/>
                <a:cs typeface="Microsoft YaHei"/>
              </a:defRPr>
            </a:pPr>
            <a:r>
              <a:rPr sz="1950" b="1">
                <a:solidFill>
                  <a:srgbClr val="4674CD"/>
                </a:solidFill>
                <a:latin typeface="Microsoft YaHei"/>
                <a:ea typeface="Microsoft YaHei"/>
                <a:cs typeface="Microsoft YaHei"/>
              </a:rPr>
              <a:t>研究内容一</a:t>
            </a:r>
            <a:endParaRPr>
              <a:latin typeface="Microsoft YaHei"/>
              <a:ea typeface="Microsoft YaHei"/>
              <a:cs typeface="Microsoft YaHei"/>
            </a:endParaRPr>
          </a:p>
        </p:txBody>
      </p:sp>
      <p:sp>
        <p:nvSpPr>
          <p:cNvPr id="48" name="research-content-description-0">
            <a:extLst xmlns:a="http://schemas.openxmlformats.org/drawingml/2006/main">
              <a:ext uri="{FF2B5EF4-FFF2-40B4-BE49-F238E27FC236}">
                <a16:creationId xmlns:a16="http://schemas.microsoft.com/office/drawing/2014/main" id="{C40425AF-6B78-4430-AB85-5C8445B672EB}"/>
              </a:ext>
            </a:extLst>
          </p:cNvPr>
          <p:cNvSpPr>
            <a:spLocks xmlns:a="http://schemas.openxmlformats.org/drawingml/2006/main" noGrp="1"/>
          </p:cNvSpPr>
          <p:nvPr/>
        </p:nvSpPr>
        <p:spPr>
          <a:xfrm xmlns:a="http://schemas.openxmlformats.org/drawingml/2006/main">
            <a:off x="8305800" y="1600200"/>
            <a:ext cx="33147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11111"/>
                </a:solidFill>
                <a:latin typeface="Microsoft YaHei"/>
                <a:ea typeface="Microsoft YaHei"/>
                <a:cs typeface="Microsoft YaHei"/>
              </a:defRPr>
            </a:defPPr>
          </a:lstStyle>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面向无扰动生产，采用同构图</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表示工艺与人员状态，联合安排</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工序、站位和具体人员，构造</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可行排程。</a:t>
            </a:r>
            <a:endParaRPr>
              <a:latin typeface="Microsoft YaHei"/>
              <a:ea typeface="Microsoft YaHei"/>
              <a:cs typeface="Microsoft YaHei"/>
            </a:endParaRPr>
          </a:p>
        </p:txBody>
      </p:sp>
      <p:sp>
        <p:nvSpPr>
          <p:cNvPr id="49" name="research-content-label-1">
            <a:extLst xmlns:a="http://schemas.openxmlformats.org/drawingml/2006/main">
              <a:ext uri="{FF2B5EF4-FFF2-40B4-BE49-F238E27FC236}">
                <a16:creationId xmlns:a16="http://schemas.microsoft.com/office/drawing/2014/main" id="{C1CA0173-B7B5-4D4B-AFFA-5325EDE451D8}"/>
              </a:ext>
            </a:extLst>
          </p:cNvPr>
          <p:cNvSpPr>
            <a:spLocks xmlns:a="http://schemas.openxmlformats.org/drawingml/2006/main" noGrp="1"/>
          </p:cNvSpPr>
          <p:nvPr/>
        </p:nvSpPr>
        <p:spPr>
          <a:xfrm xmlns:a="http://schemas.openxmlformats.org/drawingml/2006/main">
            <a:off x="8305800" y="3086100"/>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4674CD"/>
                </a:solidFill>
                <a:latin typeface="Microsoft YaHei"/>
                <a:ea typeface="Microsoft YaHei"/>
                <a:cs typeface="Microsoft YaHei"/>
              </a:defRPr>
            </a:defPPr>
          </a:lstStyle>
          <a:p xmlns:a="http://schemas.openxmlformats.org/drawingml/2006/main">
            <a:pPr algn="l">
              <a:buNone/>
              <a:defRPr sz="1950" b="1">
                <a:solidFill>
                  <a:srgbClr val="4674CD"/>
                </a:solidFill>
                <a:latin typeface="Microsoft YaHei"/>
                <a:ea typeface="Microsoft YaHei"/>
                <a:cs typeface="Microsoft YaHei"/>
              </a:defRPr>
            </a:pPr>
            <a:r>
              <a:rPr sz="1950" b="1">
                <a:solidFill>
                  <a:srgbClr val="4674CD"/>
                </a:solidFill>
                <a:latin typeface="Microsoft YaHei"/>
                <a:ea typeface="Microsoft YaHei"/>
                <a:cs typeface="Microsoft YaHei"/>
              </a:rPr>
              <a:t>研究内容二</a:t>
            </a:r>
            <a:endParaRPr>
              <a:latin typeface="Microsoft YaHei"/>
              <a:ea typeface="Microsoft YaHei"/>
              <a:cs typeface="Microsoft YaHei"/>
            </a:endParaRPr>
          </a:p>
        </p:txBody>
      </p:sp>
      <p:sp>
        <p:nvSpPr>
          <p:cNvPr id="50" name="research-content-description-1">
            <a:extLst xmlns:a="http://schemas.openxmlformats.org/drawingml/2006/main">
              <a:ext uri="{FF2B5EF4-FFF2-40B4-BE49-F238E27FC236}">
                <a16:creationId xmlns:a16="http://schemas.microsoft.com/office/drawing/2014/main" id="{738E78B0-F946-4E72-A726-FAE7F5A9EA3D}"/>
              </a:ext>
            </a:extLst>
          </p:cNvPr>
          <p:cNvSpPr>
            <a:spLocks xmlns:a="http://schemas.openxmlformats.org/drawingml/2006/main" noGrp="1"/>
          </p:cNvSpPr>
          <p:nvPr/>
        </p:nvSpPr>
        <p:spPr>
          <a:xfrm xmlns:a="http://schemas.openxmlformats.org/drawingml/2006/main">
            <a:off x="8305800" y="3457575"/>
            <a:ext cx="33147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11111"/>
                </a:solidFill>
                <a:latin typeface="Microsoft YaHei"/>
                <a:ea typeface="Microsoft YaHei"/>
                <a:cs typeface="Microsoft YaHei"/>
              </a:defRPr>
            </a:defPPr>
          </a:lstStyle>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通过异构图区分工艺与资源</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关系，开展联合调度；延迟开工</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后保留不可修改安排，调整</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后续计划，兼顾完工时间与</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计划稳定性。</a:t>
            </a:r>
            <a:endParaRPr>
              <a:latin typeface="Microsoft YaHei"/>
              <a:ea typeface="Microsoft YaHei"/>
              <a:cs typeface="Microsoft YaHei"/>
            </a:endParaRPr>
          </a:p>
        </p:txBody>
      </p:sp>
      <p:sp>
        <p:nvSpPr>
          <p:cNvPr id="51" name="research-content-label-2">
            <a:extLst xmlns:a="http://schemas.openxmlformats.org/drawingml/2006/main">
              <a:ext uri="{FF2B5EF4-FFF2-40B4-BE49-F238E27FC236}">
                <a16:creationId xmlns:a16="http://schemas.microsoft.com/office/drawing/2014/main" id="{A5BB2C6E-FC74-4EEE-AFAD-F8C900A25E59}"/>
              </a:ext>
            </a:extLst>
          </p:cNvPr>
          <p:cNvSpPr>
            <a:spLocks xmlns:a="http://schemas.openxmlformats.org/drawingml/2006/main" noGrp="1"/>
          </p:cNvSpPr>
          <p:nvPr/>
        </p:nvSpPr>
        <p:spPr>
          <a:xfrm xmlns:a="http://schemas.openxmlformats.org/drawingml/2006/main">
            <a:off x="8305800" y="4943475"/>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4674CD"/>
                </a:solidFill>
                <a:latin typeface="Microsoft YaHei"/>
                <a:ea typeface="Microsoft YaHei"/>
                <a:cs typeface="Microsoft YaHei"/>
              </a:defRPr>
            </a:defPPr>
          </a:lstStyle>
          <a:p xmlns:a="http://schemas.openxmlformats.org/drawingml/2006/main">
            <a:pPr algn="l">
              <a:buNone/>
              <a:defRPr sz="1950" b="1">
                <a:solidFill>
                  <a:srgbClr val="4674CD"/>
                </a:solidFill>
                <a:latin typeface="Microsoft YaHei"/>
                <a:ea typeface="Microsoft YaHei"/>
                <a:cs typeface="Microsoft YaHei"/>
              </a:defRPr>
            </a:pPr>
            <a:r>
              <a:rPr sz="1950" b="1">
                <a:solidFill>
                  <a:srgbClr val="4674CD"/>
                </a:solidFill>
                <a:latin typeface="Microsoft YaHei"/>
                <a:ea typeface="Microsoft YaHei"/>
                <a:cs typeface="Microsoft YaHei"/>
              </a:rPr>
              <a:t>研究内容三</a:t>
            </a:r>
            <a:endParaRPr>
              <a:latin typeface="Microsoft YaHei"/>
              <a:ea typeface="Microsoft YaHei"/>
              <a:cs typeface="Microsoft YaHei"/>
            </a:endParaRPr>
          </a:p>
        </p:txBody>
      </p:sp>
      <p:sp>
        <p:nvSpPr>
          <p:cNvPr id="52" name="research-content-description-2">
            <a:extLst xmlns:a="http://schemas.openxmlformats.org/drawingml/2006/main">
              <a:ext uri="{FF2B5EF4-FFF2-40B4-BE49-F238E27FC236}">
                <a16:creationId xmlns:a16="http://schemas.microsoft.com/office/drawing/2014/main" id="{77FB95A3-C22C-448D-93A9-6CEFE794CAB9}"/>
              </a:ext>
            </a:extLst>
          </p:cNvPr>
          <p:cNvSpPr>
            <a:spLocks xmlns:a="http://schemas.openxmlformats.org/drawingml/2006/main" noGrp="1"/>
          </p:cNvSpPr>
          <p:nvPr/>
        </p:nvSpPr>
        <p:spPr>
          <a:xfrm xmlns:a="http://schemas.openxmlformats.org/drawingml/2006/main">
            <a:off x="8305800" y="5314950"/>
            <a:ext cx="33147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11111"/>
                </a:solidFill>
                <a:latin typeface="Microsoft YaHei"/>
                <a:ea typeface="Microsoft YaHei"/>
                <a:cs typeface="Microsoft YaHei"/>
              </a:defRPr>
            </a:defPPr>
          </a:lstStyle>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融合飞机、站位与整线信息，</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区分当前和下一周期任务。</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以实际时间训练共享表征，</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结合转站与就绪预测，</a:t>
            </a:r>
            <a:endParaRPr>
              <a:latin typeface="Microsoft YaHei"/>
              <a:ea typeface="Microsoft YaHei"/>
              <a:cs typeface="Microsoft YaHei"/>
            </a:endParaRPr>
          </a:p>
          <a:p xmlns:a="http://schemas.openxmlformats.org/drawingml/2006/main">
            <a:pPr algn="l">
              <a:buNone/>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协调多架次作业安排。</a:t>
            </a:r>
            <a:endParaRPr>
              <a:latin typeface="Microsoft YaHei"/>
              <a:ea typeface="Microsoft YaHei"/>
              <a:cs typeface="Microsoft YaHei"/>
            </a:endParaRPr>
          </a:p>
        </p:txBody>
      </p:sp>
      <p:sp>
        <p:nvSpPr>
          <p:cNvPr id="53"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54" name="同济校标">
            <a:extLst xmlns:a="http://schemas.openxmlformats.org/drawingml/2006/main">
              <a:ext uri="{FF2B5EF4-FFF2-40B4-BE49-F238E27FC236}">
                <a16:creationId xmlns:a16="http://schemas.microsoft.com/office/drawing/2014/main" id="{15AF518D-D586-4418-9E5F-E515943D50E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588d29c7d624c04"/>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55"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buNone/>
            </a:pP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3 </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研究内容</a:t>
            </a:r>
            <a:endParaRPr>
              <a:latin typeface="Microsoft YaHei"/>
              <a:ea typeface="Microsoft YaHei"/>
              <a:cs typeface="Microsoft YaHei"/>
            </a:endParaRPr>
          </a:p>
        </p:txBody>
      </p:sp>
      <p:sp>
        <p:nvSpPr>
          <p:cNvPr id="5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09</a:t>
            </a:r>
            <a:endParaRPr>
              <a:latin typeface="Microsoft YaHei"/>
              <a:ea typeface="Microsoft YaHei"/>
              <a:cs typeface="Microsoft YaHei"/>
            </a:endParaRPr>
          </a:p>
        </p:txBody>
      </p:sp>
    </p:spTree>
    <p:extLst>
      <p:ext uri="{BB962C8B-B14F-4D97-AF65-F5344CB8AC3E}">
        <p14:creationId xmlns:p14="http://schemas.microsoft.com/office/powerpoint/2010/main" val="1379038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4" name="">
            <a:extLst xmlns:a="http://schemas.openxmlformats.org/drawingml/2006/main">
              <a:ext uri="{FF2B5EF4-FFF2-40B4-BE49-F238E27FC236}">
                <a16:creationId xmlns:a16="http://schemas.microsoft.com/office/drawing/2014/main" id="{090CAE16-4762-4D5E-80A0-0BF6DC4D8CA3}"/>
              </a:ext>
            </a:extLst>
          </p:cNvPr>
          <p:cNvCxnSpPr>
            <a:stCxn xmlns:a="http://schemas.openxmlformats.org/drawingml/2006/main" id="148" idx="3"/>
            <a:endCxn xmlns:a="http://schemas.openxmlformats.org/drawingml/2006/main" id="149" idx="1"/>
          </p:cNvCxnSpPr>
          <p:nvPr/>
        </p:nvCxnSpPr>
        <p:spPr>
          <a:xfrm xmlns:a="http://schemas.openxmlformats.org/drawingml/2006/main">
            <a:off x="5943600" y="6257925"/>
            <a:ext cx="390525"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53" name="">
            <a:extLst xmlns:a="http://schemas.openxmlformats.org/drawingml/2006/main">
              <a:ext uri="{FF2B5EF4-FFF2-40B4-BE49-F238E27FC236}">
                <a16:creationId xmlns:a16="http://schemas.microsoft.com/office/drawing/2014/main" id="{3C14C78D-997A-4A22-AA0D-94CBCA093EBE}"/>
              </a:ext>
            </a:extLst>
          </p:cNvPr>
          <p:cNvCxnSpPr>
            <a:stCxn xmlns:a="http://schemas.openxmlformats.org/drawingml/2006/main" id="147" idx="3"/>
            <a:endCxn xmlns:a="http://schemas.openxmlformats.org/drawingml/2006/main" id="148" idx="1"/>
          </p:cNvCxnSpPr>
          <p:nvPr/>
        </p:nvCxnSpPr>
        <p:spPr>
          <a:xfrm xmlns:a="http://schemas.openxmlformats.org/drawingml/2006/main">
            <a:off x="2952750" y="6257925"/>
            <a:ext cx="419100"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45" name="">
            <a:extLst xmlns:a="http://schemas.openxmlformats.org/drawingml/2006/main">
              <a:ext uri="{FF2B5EF4-FFF2-40B4-BE49-F238E27FC236}">
                <a16:creationId xmlns:a16="http://schemas.microsoft.com/office/drawing/2014/main" id="{3E2D381F-C72D-4095-B8F5-D6D26E49FD60}"/>
              </a:ext>
            </a:extLst>
          </p:cNvPr>
          <p:cNvCxnSpPr>
            <a:stCxn xmlns:a="http://schemas.openxmlformats.org/drawingml/2006/main" id="131" idx="2"/>
            <a:endCxn xmlns:a="http://schemas.openxmlformats.org/drawingml/2006/main" id="144" idx="0"/>
          </p:cNvCxnSpPr>
          <p:nvPr/>
        </p:nvCxnSpPr>
        <p:spPr>
          <a:xfrm xmlns:a="http://schemas.openxmlformats.org/drawingml/2006/main" flipH="1">
            <a:off x="5553075" y="5143500"/>
            <a:ext cx="285750" cy="34290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39" name="">
            <a:extLst xmlns:a="http://schemas.openxmlformats.org/drawingml/2006/main">
              <a:ext uri="{FF2B5EF4-FFF2-40B4-BE49-F238E27FC236}">
                <a16:creationId xmlns:a16="http://schemas.microsoft.com/office/drawing/2014/main" id="{130CE719-935C-4BDB-AEEF-C0BA264D8C0C}"/>
              </a:ext>
            </a:extLst>
          </p:cNvPr>
          <p:cNvCxnSpPr>
            <a:stCxn xmlns:a="http://schemas.openxmlformats.org/drawingml/2006/main" id="130" idx="2"/>
            <a:endCxn xmlns:a="http://schemas.openxmlformats.org/drawingml/2006/main" id="131" idx="0"/>
          </p:cNvCxnSpPr>
          <p:nvPr/>
        </p:nvCxnSpPr>
        <p:spPr>
          <a:xfrm xmlns:a="http://schemas.openxmlformats.org/drawingml/2006/main">
            <a:off x="5838825" y="4619625"/>
            <a:ext cx="0" cy="20955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12" name="">
            <a:extLst xmlns:a="http://schemas.openxmlformats.org/drawingml/2006/main">
              <a:ext uri="{FF2B5EF4-FFF2-40B4-BE49-F238E27FC236}">
                <a16:creationId xmlns:a16="http://schemas.microsoft.com/office/drawing/2014/main" id="{65D8A5FA-0676-46A6-9010-46C4E8EE1C3C}"/>
              </a:ext>
            </a:extLst>
          </p:cNvPr>
          <p:cNvCxnSpPr>
            <a:stCxn xmlns:a="http://schemas.openxmlformats.org/drawingml/2006/main" id="90" idx="2"/>
            <a:endCxn xmlns:a="http://schemas.openxmlformats.org/drawingml/2006/main" id="111" idx="0"/>
          </p:cNvCxnSpPr>
          <p:nvPr/>
        </p:nvCxnSpPr>
        <p:spPr>
          <a:xfrm xmlns:a="http://schemas.openxmlformats.org/drawingml/2006/main">
            <a:off x="1838325" y="4448175"/>
            <a:ext cx="4763" cy="180975"/>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sp>
        <p:nvSpPr>
          <p:cNvPr id="90" name="homogeneous-diagram">
            <a:extLst xmlns:a="http://schemas.openxmlformats.org/drawingml/2006/main">
              <a:ext uri="{FF2B5EF4-FFF2-40B4-BE49-F238E27FC236}">
                <a16:creationId xmlns:a16="http://schemas.microsoft.com/office/drawing/2014/main" id="{FBBB17CA-0B73-4CFA-9381-B65A116782A8}"/>
              </a:ext>
            </a:extLst>
          </p:cNvPr>
          <p:cNvSpPr>
            <a:spLocks xmlns:a="http://schemas.openxmlformats.org/drawingml/2006/main" noGrp="1"/>
          </p:cNvSpPr>
          <p:nvPr/>
        </p:nvSpPr>
        <p:spPr>
          <a:xfrm xmlns:a="http://schemas.openxmlformats.org/drawingml/2006/main">
            <a:off x="571500" y="1466850"/>
            <a:ext cx="2533650" cy="29813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76"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77" name="同济校标">
            <a:extLst xmlns:a="http://schemas.openxmlformats.org/drawingml/2006/main">
              <a:ext uri="{FF2B5EF4-FFF2-40B4-BE49-F238E27FC236}">
                <a16:creationId xmlns:a16="http://schemas.microsoft.com/office/drawing/2014/main" id="{CB839CE7-8CC3-4A1C-8ABA-67BA2986B64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6174f460244c02"/>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78"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4 </a:t>
            </a:r>
            <a:r>
              <a:rPr sz="3200" b="1">
                <a:solidFill>
                  <a:srgbClr val="4674CD"/>
                </a:solidFill>
                <a:latin typeface="Microsoft YaHei"/>
                <a:ea typeface="Microsoft YaHei"/>
                <a:cs typeface="Microsoft YaHei"/>
              </a:rPr>
              <a:t>技术路线</a:t>
            </a:r>
            <a:endParaRPr>
              <a:latin typeface="Microsoft YaHei"/>
              <a:ea typeface="Microsoft YaHei"/>
              <a:cs typeface="Microsoft YaHei"/>
            </a:endParaRPr>
          </a:p>
        </p:txBody>
      </p:sp>
      <p:sp>
        <p:nvSpPr>
          <p:cNvPr id="7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Microsoft YaHei"/>
                <a:ea typeface="Microsoft YaHei"/>
                <a:cs typeface="Microsoft YaHei"/>
              </a:defRPr>
            </a:defPPr>
          </a:lstStyle>
          <a:p xmlns:a="http://schemas.openxmlformats.org/drawingml/2006/main">
            <a:pPr algn="l">
              <a:lnSpc>
                <a:spcPct val="100000"/>
              </a:lnSpc>
              <a:spcBef>
                <a:spcPts val="0"/>
              </a:spcBef>
              <a:spcAft>
                <a:spcPts val="0"/>
              </a:spcAft>
              <a:buNone/>
              <a:defRPr sz="2400" b="1">
                <a:solidFill>
                  <a:srgbClr val="315CA9"/>
                </a:solidFill>
                <a:latin typeface="Microsoft YaHei"/>
                <a:ea typeface="Microsoft YaHei"/>
                <a:cs typeface="Microsoft YaHei"/>
              </a:defRPr>
            </a:pPr>
            <a:r>
              <a:rPr sz="2400" b="1">
                <a:solidFill>
                  <a:srgbClr val="315CA9"/>
                </a:solidFill>
                <a:latin typeface="Microsoft YaHei"/>
                <a:ea typeface="Microsoft YaHei"/>
                <a:cs typeface="Microsoft YaHei"/>
              </a:rPr>
              <a:t>研究内容一：基于同构图强化学习的脉动装配线调度优化方法</a:t>
            </a:r>
            <a:endParaRPr>
              <a:latin typeface="Microsoft YaHei"/>
              <a:ea typeface="Microsoft YaHei"/>
              <a:cs typeface="Microsoft YaHei"/>
            </a:endParaRPr>
          </a:p>
        </p:txBody>
      </p:sp>
      <p:sp>
        <p:nvSpPr>
          <p:cNvPr id="8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10</a:t>
            </a:r>
            <a:endParaRPr>
              <a:latin typeface="Microsoft YaHei"/>
              <a:ea typeface="Microsoft YaHei"/>
              <a:cs typeface="Microsoft YaHei"/>
            </a:endParaRPr>
          </a:p>
        </p:txBody>
      </p:sp>
      <p:cxnSp>
        <p:nvCxnSpPr>
          <p:cNvPr id="81" name="column-divider">
            <a:extLst xmlns:a="http://schemas.openxmlformats.org/drawingml/2006/main">
              <a:ext uri="{FF2B5EF4-FFF2-40B4-BE49-F238E27FC236}">
                <a16:creationId xmlns:a16="http://schemas.microsoft.com/office/drawing/2014/main" id="{32FBE181-5A76-40A1-8A97-4DF67A2EDBBB}"/>
              </a:ext>
            </a:extLst>
          </p:cNvPr>
          <p:cNvCxnSpPr/>
          <p:nvPr/>
        </p:nvCxnSpPr>
        <p:spPr>
          <a:xfrm xmlns:a="http://schemas.openxmlformats.org/drawingml/2006/main" flipH="0" flipV="0">
            <a:off x="7877175" y="1362075"/>
            <a:ext cx="0" cy="5114925"/>
          </a:xfrm>
          <a:prstGeom xmlns:a="http://schemas.openxmlformats.org/drawingml/2006/main" prst="straightConnector1">
            <a:avLst/>
          </a:prstGeom>
          <a:ln xmlns:a="http://schemas.openxmlformats.org/drawingml/2006/main" w="10001">
            <a:solidFill>
              <a:srgbClr val="C9D6EA"/>
            </a:solidFill>
            <a:prstDash val="solid"/>
          </a:ln>
        </p:spPr>
      </p:cxnSp>
      <p:sp>
        <p:nvSpPr>
          <p:cNvPr id="82" name="explanation-heading-0">
            <a:extLst xmlns:a="http://schemas.openxmlformats.org/drawingml/2006/main">
              <a:ext uri="{FF2B5EF4-FFF2-40B4-BE49-F238E27FC236}">
                <a16:creationId xmlns:a16="http://schemas.microsoft.com/office/drawing/2014/main" id="{B23888AB-ECED-479F-B8B8-921B365D4860}"/>
              </a:ext>
            </a:extLst>
          </p:cNvPr>
          <p:cNvSpPr>
            <a:spLocks xmlns:a="http://schemas.openxmlformats.org/drawingml/2006/main" noGrp="1"/>
          </p:cNvSpPr>
          <p:nvPr/>
        </p:nvSpPr>
        <p:spPr>
          <a:xfrm xmlns:a="http://schemas.openxmlformats.org/drawingml/2006/main">
            <a:off x="8086725" y="1400175"/>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工序、站位与团队的关联</a:t>
            </a:r>
            <a:endParaRPr>
              <a:latin typeface="Microsoft YaHei"/>
              <a:ea typeface="Microsoft YaHei"/>
              <a:cs typeface="Microsoft YaHei"/>
            </a:endParaRPr>
          </a:p>
        </p:txBody>
      </p:sp>
      <p:sp>
        <p:nvSpPr>
          <p:cNvPr id="83" name="explanation-body-0">
            <a:extLst xmlns:a="http://schemas.openxmlformats.org/drawingml/2006/main">
              <a:ext uri="{FF2B5EF4-FFF2-40B4-BE49-F238E27FC236}">
                <a16:creationId xmlns:a16="http://schemas.microsoft.com/office/drawing/2014/main" id="{A98C6884-4BE7-4873-A56A-A074A713DC1B}"/>
              </a:ext>
            </a:extLst>
          </p:cNvPr>
          <p:cNvSpPr>
            <a:spLocks xmlns:a="http://schemas.openxmlformats.org/drawingml/2006/main" noGrp="1"/>
          </p:cNvSpPr>
          <p:nvPr/>
        </p:nvSpPr>
        <p:spPr>
          <a:xfrm xmlns:a="http://schemas.openxmlformats.org/drawingml/2006/main">
            <a:off x="8086725" y="1676400"/>
            <a:ext cx="3600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工序选择影响后续作业条件，站位安排</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改变任务分布与可选人员，团队组成影</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响执行时间。围绕三项决策的相互联</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系，开展无扰动条件下</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的联合静态调度。</a:t>
            </a:r>
            <a:endParaRPr>
              <a:latin typeface="Microsoft YaHei"/>
              <a:ea typeface="Microsoft YaHei"/>
              <a:cs typeface="Microsoft YaHei"/>
            </a:endParaRPr>
          </a:p>
        </p:txBody>
      </p:sp>
      <p:sp>
        <p:nvSpPr>
          <p:cNvPr id="84" name="explanation-heading-1">
            <a:extLst xmlns:a="http://schemas.openxmlformats.org/drawingml/2006/main">
              <a:ext uri="{FF2B5EF4-FFF2-40B4-BE49-F238E27FC236}">
                <a16:creationId xmlns:a16="http://schemas.microsoft.com/office/drawing/2014/main" id="{D1BE56B9-74D3-43CB-BF8C-66F8D96BFA48}"/>
              </a:ext>
            </a:extLst>
          </p:cNvPr>
          <p:cNvSpPr>
            <a:spLocks xmlns:a="http://schemas.openxmlformats.org/drawingml/2006/main" noGrp="1"/>
          </p:cNvSpPr>
          <p:nvPr/>
        </p:nvSpPr>
        <p:spPr>
          <a:xfrm xmlns:a="http://schemas.openxmlformats.org/drawingml/2006/main">
            <a:off x="8086725" y="2867025"/>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同构图统一表示</a:t>
            </a:r>
            <a:endParaRPr>
              <a:latin typeface="Microsoft YaHei"/>
              <a:ea typeface="Microsoft YaHei"/>
              <a:cs typeface="Microsoft YaHei"/>
            </a:endParaRPr>
          </a:p>
        </p:txBody>
      </p:sp>
      <p:sp>
        <p:nvSpPr>
          <p:cNvPr id="85" name="explanation-body-1">
            <a:extLst xmlns:a="http://schemas.openxmlformats.org/drawingml/2006/main">
              <a:ext uri="{FF2B5EF4-FFF2-40B4-BE49-F238E27FC236}">
                <a16:creationId xmlns:a16="http://schemas.microsoft.com/office/drawing/2014/main" id="{CB9BAD7A-C6D2-41FE-BB95-782D1BF33E20}"/>
              </a:ext>
            </a:extLst>
          </p:cNvPr>
          <p:cNvSpPr>
            <a:spLocks xmlns:a="http://schemas.openxmlformats.org/drawingml/2006/main" noGrp="1"/>
          </p:cNvSpPr>
          <p:nvPr/>
        </p:nvSpPr>
        <p:spPr>
          <a:xfrm xmlns:a="http://schemas.openxmlformats.org/drawingml/2006/main">
            <a:off x="8086725" y="3143250"/>
            <a:ext cx="36004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将工艺关系与站位、人员信息组织在同</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一图中，采用共享图传播规则，使各项</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决策共同读取工艺与资源状态，感知已</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有安排对后续选择的影响。</a:t>
            </a:r>
            <a:endParaRPr>
              <a:latin typeface="Microsoft YaHei"/>
              <a:ea typeface="Microsoft YaHei"/>
              <a:cs typeface="Microsoft YaHei"/>
            </a:endParaRPr>
          </a:p>
        </p:txBody>
      </p:sp>
      <p:sp>
        <p:nvSpPr>
          <p:cNvPr id="86" name="explanation-heading-2">
            <a:extLst xmlns:a="http://schemas.openxmlformats.org/drawingml/2006/main">
              <a:ext uri="{FF2B5EF4-FFF2-40B4-BE49-F238E27FC236}">
                <a16:creationId xmlns:a16="http://schemas.microsoft.com/office/drawing/2014/main" id="{714260B3-27A6-41CE-95F3-ABD06D385689}"/>
              </a:ext>
            </a:extLst>
          </p:cNvPr>
          <p:cNvSpPr>
            <a:spLocks xmlns:a="http://schemas.openxmlformats.org/drawingml/2006/main" noGrp="1"/>
          </p:cNvSpPr>
          <p:nvPr/>
        </p:nvSpPr>
        <p:spPr>
          <a:xfrm xmlns:a="http://schemas.openxmlformats.org/drawingml/2006/main">
            <a:off x="8086725" y="4114800"/>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自回归联合决策</a:t>
            </a:r>
            <a:endParaRPr>
              <a:latin typeface="Microsoft YaHei"/>
              <a:ea typeface="Microsoft YaHei"/>
              <a:cs typeface="Microsoft YaHei"/>
            </a:endParaRPr>
          </a:p>
        </p:txBody>
      </p:sp>
      <p:sp>
        <p:nvSpPr>
          <p:cNvPr id="87" name="explanation-body-2">
            <a:extLst xmlns:a="http://schemas.openxmlformats.org/drawingml/2006/main">
              <a:ext uri="{FF2B5EF4-FFF2-40B4-BE49-F238E27FC236}">
                <a16:creationId xmlns:a16="http://schemas.microsoft.com/office/drawing/2014/main" id="{412E97D9-2287-47CD-BAA1-016F53E9040E}"/>
              </a:ext>
            </a:extLst>
          </p:cNvPr>
          <p:cNvSpPr>
            <a:spLocks xmlns:a="http://schemas.openxmlformats.org/drawingml/2006/main" noGrp="1"/>
          </p:cNvSpPr>
          <p:nvPr/>
        </p:nvSpPr>
        <p:spPr>
          <a:xfrm xmlns:a="http://schemas.openxmlformats.org/drawingml/2006/main">
            <a:off x="8086725" y="4391025"/>
            <a:ext cx="36004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依次选择工序、执行站位和具体团队。</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站位选择以所选工序为条件，团队选择</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进一步结合工序与站位信息，逐人形成</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完整团队，保持各项选择之间的联系。</a:t>
            </a:r>
            <a:endParaRPr>
              <a:latin typeface="Microsoft YaHei"/>
              <a:ea typeface="Microsoft YaHei"/>
              <a:cs typeface="Microsoft YaHei"/>
            </a:endParaRPr>
          </a:p>
        </p:txBody>
      </p:sp>
      <p:sp>
        <p:nvSpPr>
          <p:cNvPr id="88" name="takeaway-outline">
            <a:extLst xmlns:a="http://schemas.openxmlformats.org/drawingml/2006/main">
              <a:ext uri="{FF2B5EF4-FFF2-40B4-BE49-F238E27FC236}">
                <a16:creationId xmlns:a16="http://schemas.microsoft.com/office/drawing/2014/main" id="{852CD0D6-C495-46AC-80C4-21D48F48C6EA}"/>
              </a:ext>
            </a:extLst>
          </p:cNvPr>
          <p:cNvSpPr>
            <a:spLocks xmlns:a="http://schemas.openxmlformats.org/drawingml/2006/main" noGrp="1"/>
          </p:cNvSpPr>
          <p:nvPr/>
        </p:nvSpPr>
        <p:spPr>
          <a:xfrm xmlns:a="http://schemas.openxmlformats.org/drawingml/2006/main">
            <a:off x="8077200" y="5657850"/>
            <a:ext cx="3609975" cy="857250"/>
          </a:xfrm>
          <a:prstGeom xmlns:a="http://schemas.openxmlformats.org/drawingml/2006/main" prst="rect">
            <a:avLst/>
          </a:prstGeom>
          <a:solidFill xmlns:a="http://schemas.openxmlformats.org/drawingml/2006/main">
            <a:srgbClr val="FFFFFF"/>
          </a:solidFill>
          <a:ln xmlns:a="http://schemas.openxmlformats.org/drawingml/2006/main" w="12383">
            <a:solidFill>
              <a:srgbClr val="B72424"/>
            </a:solidFill>
            <a:prstDash val="solid"/>
          </a:ln>
        </p:spPr>
      </p:sp>
      <p:sp>
        <p:nvSpPr>
          <p:cNvPr id="89" name="takeaway">
            <a:extLst xmlns:a="http://schemas.openxmlformats.org/drawingml/2006/main">
              <a:ext uri="{FF2B5EF4-FFF2-40B4-BE49-F238E27FC236}">
                <a16:creationId xmlns:a16="http://schemas.microsoft.com/office/drawing/2014/main" id="{11120E95-340B-4942-AC5A-FE327FFE64BC}"/>
              </a:ext>
            </a:extLst>
          </p:cNvPr>
          <p:cNvSpPr>
            <a:spLocks xmlns:a="http://schemas.openxmlformats.org/drawingml/2006/main" noGrp="1"/>
          </p:cNvSpPr>
          <p:nvPr/>
        </p:nvSpPr>
        <p:spPr>
          <a:xfrm xmlns:a="http://schemas.openxmlformats.org/drawingml/2006/main">
            <a:off x="8201025" y="5724525"/>
            <a:ext cx="33623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38" b="1">
                <a:solidFill>
                  <a:srgbClr val="315CA9"/>
                </a:solidFill>
              </a:defRPr>
            </a:defPPr>
          </a:lstStyle>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同构图提供</a:t>
            </a:r>
            <a:r>
              <a:rPr sz="1538" b="1">
                <a:solidFill>
                  <a:srgbClr val="B72424"/>
                </a:solidFill>
                <a:latin typeface="Microsoft YaHei"/>
                <a:ea typeface="Microsoft YaHei"/>
                <a:cs typeface="Microsoft YaHei"/>
              </a:rPr>
              <a:t>共同状态</a:t>
            </a:r>
            <a:r>
              <a:rPr sz="1538" b="1">
                <a:solidFill>
                  <a:srgbClr val="315CA9"/>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自回归决策实现工序、站位与</a:t>
            </a:r>
            <a:endParaRPr>
              <a:latin typeface="Microsoft YaHei"/>
              <a:ea typeface="Microsoft YaHei"/>
              <a:cs typeface="Microsoft YaHei"/>
            </a:endParaRPr>
          </a:p>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具体团队的</a:t>
            </a:r>
            <a:r>
              <a:rPr sz="1538" b="1">
                <a:solidFill>
                  <a:srgbClr val="B72424"/>
                </a:solidFill>
                <a:latin typeface="Microsoft YaHei"/>
                <a:ea typeface="Microsoft YaHei"/>
                <a:cs typeface="Microsoft YaHei"/>
              </a:rPr>
              <a:t>联动选择</a:t>
            </a:r>
            <a:r>
              <a:rPr sz="1538" b="1">
                <a:solidFill>
                  <a:srgbClr val="315CA9"/>
                </a:solidFill>
                <a:latin typeface="Microsoft YaHei"/>
                <a:ea typeface="Microsoft YaHei"/>
                <a:cs typeface="Microsoft YaHei"/>
              </a:rPr>
              <a:t>。</a:t>
            </a:r>
            <a:endParaRPr>
              <a:latin typeface="Microsoft YaHei"/>
              <a:ea typeface="Microsoft YaHei"/>
              <a:cs typeface="Microsoft YaHei"/>
            </a:endParaRPr>
          </a:p>
        </p:txBody>
      </p:sp>
      <p:sp>
        <p:nvSpPr>
          <p:cNvPr id="91" name="graph-heading">
            <a:extLst xmlns:a="http://schemas.openxmlformats.org/drawingml/2006/main">
              <a:ext uri="{FF2B5EF4-FFF2-40B4-BE49-F238E27FC236}">
                <a16:creationId xmlns:a16="http://schemas.microsoft.com/office/drawing/2014/main" id="{B7ACC1C5-6F1A-4D4C-90EE-3753C82BE299}"/>
              </a:ext>
            </a:extLst>
          </p:cNvPr>
          <p:cNvSpPr>
            <a:spLocks xmlns:a="http://schemas.openxmlformats.org/drawingml/2006/main" noGrp="1"/>
          </p:cNvSpPr>
          <p:nvPr/>
        </p:nvSpPr>
        <p:spPr>
          <a:xfrm xmlns:a="http://schemas.openxmlformats.org/drawingml/2006/main">
            <a:off x="647700" y="15525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88" b="0">
                <a:solidFill>
                  <a:srgbClr val="101010"/>
                </a:solidFill>
              </a:defRPr>
            </a:defPPr>
          </a:lstStyle>
          <a:p xmlns:a="http://schemas.openxmlformats.org/drawingml/2006/main">
            <a:pPr algn="ctr">
              <a:lnSpc>
                <a:spcPct val="108000"/>
              </a:lnSpc>
              <a:spcBef>
                <a:spcPts val="0"/>
              </a:spcBef>
              <a:spcAft>
                <a:spcPts val="0"/>
              </a:spcAft>
              <a:buNone/>
              <a:defRPr sz="1688" b="0">
                <a:solidFill>
                  <a:srgbClr val="101010"/>
                </a:solidFill>
              </a:defRPr>
            </a:pPr>
            <a:r>
              <a:rPr sz="1688" b="0">
                <a:solidFill>
                  <a:srgbClr val="101010"/>
                </a:solidFill>
                <a:latin typeface="Times New Roman"/>
                <a:ea typeface="Times New Roman"/>
                <a:cs typeface="Times New Roman"/>
              </a:rPr>
              <a:t>1  </a:t>
            </a:r>
            <a:r>
              <a:rPr sz="1688" b="0">
                <a:solidFill>
                  <a:srgbClr val="101010"/>
                </a:solidFill>
                <a:latin typeface="Microsoft YaHei"/>
                <a:ea typeface="Microsoft YaHei"/>
                <a:cs typeface="Microsoft YaHei"/>
              </a:rPr>
              <a:t>同构图统一表示</a:t>
            </a:r>
            <a:endParaRPr>
              <a:latin typeface="Microsoft YaHei"/>
              <a:ea typeface="Microsoft YaHei"/>
              <a:cs typeface="Microsoft YaHei"/>
            </a:endParaRPr>
          </a:p>
        </p:txBody>
      </p:sp>
      <p:sp>
        <p:nvSpPr>
          <p:cNvPr id="92" name="graph-scope">
            <a:extLst xmlns:a="http://schemas.openxmlformats.org/drawingml/2006/main">
              <a:ext uri="{FF2B5EF4-FFF2-40B4-BE49-F238E27FC236}">
                <a16:creationId xmlns:a16="http://schemas.microsoft.com/office/drawing/2014/main" id="{877B4E9E-8172-4EF8-80FD-C0AB4F2F8600}"/>
              </a:ext>
            </a:extLst>
          </p:cNvPr>
          <p:cNvSpPr>
            <a:spLocks xmlns:a="http://schemas.openxmlformats.org/drawingml/2006/main" noGrp="1"/>
          </p:cNvSpPr>
          <p:nvPr/>
        </p:nvSpPr>
        <p:spPr>
          <a:xfrm xmlns:a="http://schemas.openxmlformats.org/drawingml/2006/main">
            <a:off x="647700" y="1914525"/>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15" b="0">
                <a:solidFill>
                  <a:srgbClr val="101010"/>
                </a:solidFill>
              </a:defRPr>
            </a:defPPr>
          </a:lstStyle>
          <a:p xmlns:a="http://schemas.openxmlformats.org/drawingml/2006/main">
            <a:pPr algn="ctr">
              <a:lnSpc>
                <a:spcPct val="108000"/>
              </a:lnSpc>
              <a:spcBef>
                <a:spcPts val="0"/>
              </a:spcBef>
              <a:spcAft>
                <a:spcPts val="0"/>
              </a:spcAft>
              <a:buNone/>
              <a:defRPr sz="1215" b="0">
                <a:solidFill>
                  <a:srgbClr val="101010"/>
                </a:solidFill>
              </a:defRPr>
            </a:pPr>
            <a:r>
              <a:rPr sz="1215" b="0">
                <a:solidFill>
                  <a:srgbClr val="101010"/>
                </a:solidFill>
                <a:latin typeface="Microsoft YaHei"/>
                <a:ea typeface="Microsoft YaHei"/>
                <a:cs typeface="Microsoft YaHei"/>
              </a:rPr>
              <a:t>工艺与资源关系示意（</a:t>
            </a:r>
            <a:r>
              <a:rPr sz="1215" b="0">
                <a:solidFill>
                  <a:srgbClr val="101010"/>
                </a:solidFill>
                <a:latin typeface="Times New Roman"/>
                <a:ea typeface="Times New Roman"/>
                <a:cs typeface="Times New Roman"/>
              </a:rPr>
              <a:t>CAC</a:t>
            </a:r>
            <a:r>
              <a:rPr sz="1215" b="0">
                <a:solidFill>
                  <a:srgbClr val="101010"/>
                </a:solidFill>
                <a:latin typeface="Microsoft YaHei"/>
                <a:ea typeface="Microsoft YaHei"/>
                <a:cs typeface="Microsoft YaHei"/>
              </a:rPr>
              <a:t>）</a:t>
            </a:r>
            <a:endParaRPr>
              <a:latin typeface="Microsoft YaHei"/>
              <a:ea typeface="Microsoft YaHei"/>
              <a:cs typeface="Microsoft YaHei"/>
            </a:endParaRPr>
          </a:p>
        </p:txBody>
      </p:sp>
      <p:sp>
        <p:nvSpPr>
          <p:cNvPr id="110" name="graph-attributes">
            <a:extLst xmlns:a="http://schemas.openxmlformats.org/drawingml/2006/main">
              <a:ext uri="{FF2B5EF4-FFF2-40B4-BE49-F238E27FC236}">
                <a16:creationId xmlns:a16="http://schemas.microsoft.com/office/drawing/2014/main" id="{BD763302-A012-46F2-881D-DB7F856F222D}"/>
              </a:ext>
            </a:extLst>
          </p:cNvPr>
          <p:cNvSpPr>
            <a:spLocks xmlns:a="http://schemas.openxmlformats.org/drawingml/2006/main" noGrp="1"/>
          </p:cNvSpPr>
          <p:nvPr/>
        </p:nvSpPr>
        <p:spPr>
          <a:xfrm xmlns:a="http://schemas.openxmlformats.org/drawingml/2006/main">
            <a:off x="657225" y="4152900"/>
            <a:ext cx="2371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52" b="0">
                <a:solidFill>
                  <a:srgbClr val="101010"/>
                </a:solidFill>
              </a:defRPr>
            </a:defPPr>
          </a:lstStyle>
          <a:p xmlns:a="http://schemas.openxmlformats.org/drawingml/2006/main">
            <a:pPr algn="ctr">
              <a:lnSpc>
                <a:spcPct val="103000"/>
              </a:lnSpc>
              <a:spcBef>
                <a:spcPts val="0"/>
              </a:spcBef>
              <a:spcAft>
                <a:spcPts val="0"/>
              </a:spcAft>
              <a:buNone/>
              <a:defRPr sz="1335" b="0">
                <a:solidFill>
                  <a:srgbClr val="101010"/>
                </a:solidFill>
              </a:defRPr>
            </a:pPr>
            <a:r>
              <a:rPr sz="1252" b="0">
                <a:solidFill>
                  <a:srgbClr val="101010"/>
                </a:solidFill>
                <a:latin typeface="Microsoft YaHei"/>
                <a:ea typeface="Microsoft YaHei"/>
                <a:cs typeface="Microsoft YaHei"/>
              </a:rPr>
              <a:t>本方案采用共享图传播规则与参数</a:t>
            </a:r>
            <a:endParaRPr>
              <a:latin typeface="Microsoft YaHei"/>
              <a:ea typeface="Microsoft YaHei"/>
              <a:cs typeface="Microsoft YaHei"/>
            </a:endParaRPr>
          </a:p>
        </p:txBody>
      </p:sp>
      <p:sp>
        <p:nvSpPr>
          <p:cNvPr id="111" name="node-and-global-context">
            <a:extLst xmlns:a="http://schemas.openxmlformats.org/drawingml/2006/main">
              <a:ext uri="{FF2B5EF4-FFF2-40B4-BE49-F238E27FC236}">
                <a16:creationId xmlns:a16="http://schemas.microsoft.com/office/drawing/2014/main" id="{44F89007-5B4F-4762-9894-17C308FF3B1C}"/>
              </a:ext>
            </a:extLst>
          </p:cNvPr>
          <p:cNvSpPr>
            <a:spLocks xmlns:a="http://schemas.openxmlformats.org/drawingml/2006/main" noGrp="1"/>
          </p:cNvSpPr>
          <p:nvPr/>
        </p:nvSpPr>
        <p:spPr>
          <a:xfrm xmlns:a="http://schemas.openxmlformats.org/drawingml/2006/main">
            <a:off x="581025" y="4629150"/>
            <a:ext cx="2524125" cy="5619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440" b="0">
                <a:solidFill>
                  <a:srgbClr val="101010"/>
                </a:solidFill>
              </a:defRPr>
            </a:defPPr>
          </a:lstStyle>
          <a:p xmlns:a="http://schemas.openxmlformats.org/drawingml/2006/main">
            <a:pPr algn="ctr">
              <a:lnSpc>
                <a:spcPct val="102000"/>
              </a:lnSpc>
              <a:spcBef>
                <a:spcPts val="0"/>
              </a:spcBef>
              <a:spcAft>
                <a:spcPts val="0"/>
              </a:spcAft>
              <a:buNone/>
              <a:defRPr sz="1440" b="0">
                <a:solidFill>
                  <a:srgbClr val="101010"/>
                </a:solidFill>
              </a:defRPr>
            </a:pPr>
            <a:r>
              <a:rPr sz="1440" b="0">
                <a:solidFill>
                  <a:srgbClr val="101010"/>
                </a:solidFill>
                <a:latin typeface="Microsoft YaHei"/>
                <a:ea typeface="Microsoft YaHei"/>
                <a:cs typeface="Microsoft YaHei"/>
              </a:rPr>
              <a:t>工序／站位／人员节点表示</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440" b="0">
                <a:solidFill>
                  <a:srgbClr val="101010"/>
                </a:solidFill>
              </a:defRPr>
            </a:pPr>
            <a:r>
              <a:rPr sz="1440" b="0">
                <a:solidFill>
                  <a:srgbClr val="101010"/>
                </a:solidFill>
                <a:latin typeface="Microsoft YaHei"/>
                <a:ea typeface="Microsoft YaHei"/>
                <a:cs typeface="Microsoft YaHei"/>
              </a:rPr>
              <a:t>与全局调度上下文</a:t>
            </a:r>
            <a:endParaRPr>
              <a:latin typeface="Microsoft YaHei"/>
              <a:ea typeface="Microsoft YaHei"/>
              <a:cs typeface="Microsoft YaHei"/>
            </a:endParaRPr>
          </a:p>
        </p:txBody>
      </p:sp>
      <p:sp>
        <p:nvSpPr>
          <p:cNvPr id="113" name="construction-cycle">
            <a:extLst xmlns:a="http://schemas.openxmlformats.org/drawingml/2006/main">
              <a:ext uri="{FF2B5EF4-FFF2-40B4-BE49-F238E27FC236}">
                <a16:creationId xmlns:a16="http://schemas.microsoft.com/office/drawing/2014/main" id="{0327CD01-53DD-48B2-9901-5E9ACF7BA1A2}"/>
              </a:ext>
            </a:extLst>
          </p:cNvPr>
          <p:cNvSpPr>
            <a:spLocks xmlns:a="http://schemas.openxmlformats.org/drawingml/2006/main" noGrp="1"/>
          </p:cNvSpPr>
          <p:nvPr/>
        </p:nvSpPr>
        <p:spPr>
          <a:xfrm xmlns:a="http://schemas.openxmlformats.org/drawingml/2006/main">
            <a:off x="609600" y="5267325"/>
            <a:ext cx="24669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98" b="0">
                <a:solidFill>
                  <a:srgbClr val="535B65"/>
                </a:solidFill>
              </a:defRPr>
            </a:defPPr>
          </a:lstStyle>
          <a:p xmlns:a="http://schemas.openxmlformats.org/drawingml/2006/main">
            <a:pPr algn="ctr">
              <a:lnSpc>
                <a:spcPct val="100000"/>
              </a:lnSpc>
              <a:spcBef>
                <a:spcPts val="0"/>
              </a:spcBef>
              <a:spcAft>
                <a:spcPts val="0"/>
              </a:spcAft>
              <a:buNone/>
              <a:defRPr sz="1298" b="0">
                <a:solidFill>
                  <a:srgbClr val="535B65"/>
                </a:solidFill>
              </a:defRPr>
            </a:pPr>
            <a:r>
              <a:rPr sz="1298" b="0">
                <a:solidFill>
                  <a:srgbClr val="535B65"/>
                </a:solidFill>
                <a:latin typeface="Microsoft YaHei"/>
                <a:ea typeface="Microsoft YaHei"/>
                <a:cs typeface="Microsoft YaHei"/>
              </a:rPr>
              <a:t>各选择读取共享图表示</a:t>
            </a:r>
            <a:endParaRPr>
              <a:latin typeface="Microsoft YaHei"/>
              <a:ea typeface="Microsoft YaHei"/>
              <a:cs typeface="Microsoft YaHei"/>
            </a:endParaRPr>
          </a:p>
          <a:p xmlns:a="http://schemas.openxmlformats.org/drawingml/2006/main">
            <a:pPr algn="ctr">
              <a:lnSpc>
                <a:spcPct val="100000"/>
              </a:lnSpc>
              <a:spcBef>
                <a:spcPts val="0"/>
              </a:spcBef>
              <a:spcAft>
                <a:spcPts val="0"/>
              </a:spcAft>
              <a:buNone/>
              <a:defRPr sz="1298" b="0">
                <a:solidFill>
                  <a:srgbClr val="535B65"/>
                </a:solidFill>
              </a:defRPr>
            </a:pPr>
            <a:r>
              <a:rPr sz="1298" b="0">
                <a:solidFill>
                  <a:srgbClr val="535B65"/>
                </a:solidFill>
                <a:latin typeface="Microsoft YaHei"/>
                <a:ea typeface="Microsoft YaHei"/>
                <a:cs typeface="Microsoft YaHei"/>
              </a:rPr>
              <a:t>状态更新后继续构造</a:t>
            </a:r>
            <a:endParaRPr>
              <a:latin typeface="Microsoft YaHei"/>
              <a:ea typeface="Microsoft YaHei"/>
              <a:cs typeface="Microsoft YaHei"/>
            </a:endParaRPr>
          </a:p>
          <a:p xmlns:a="http://schemas.openxmlformats.org/drawingml/2006/main">
            <a:pPr algn="ctr">
              <a:lnSpc>
                <a:spcPct val="100000"/>
              </a:lnSpc>
              <a:spcBef>
                <a:spcPts val="0"/>
              </a:spcBef>
              <a:spcAft>
                <a:spcPts val="0"/>
              </a:spcAft>
              <a:buNone/>
              <a:defRPr sz="1298" b="0">
                <a:solidFill>
                  <a:srgbClr val="535B65"/>
                </a:solidFill>
              </a:defRPr>
            </a:pPr>
            <a:r>
              <a:rPr sz="1298" b="0">
                <a:solidFill>
                  <a:srgbClr val="535B65"/>
                </a:solidFill>
                <a:latin typeface="Microsoft YaHei"/>
                <a:ea typeface="Microsoft YaHei"/>
                <a:cs typeface="Microsoft YaHei"/>
              </a:rPr>
              <a:t>全部完成时输出排程</a:t>
            </a:r>
            <a:endParaRPr>
              <a:latin typeface="Microsoft YaHei"/>
              <a:ea typeface="Microsoft YaHei"/>
              <a:cs typeface="Microsoft YaHei"/>
            </a:endParaRPr>
          </a:p>
        </p:txBody>
      </p:sp>
      <p:sp>
        <p:nvSpPr>
          <p:cNvPr id="114" name="choose-operation">
            <a:extLst xmlns:a="http://schemas.openxmlformats.org/drawingml/2006/main">
              <a:ext uri="{FF2B5EF4-FFF2-40B4-BE49-F238E27FC236}">
                <a16:creationId xmlns:a16="http://schemas.microsoft.com/office/drawing/2014/main" id="{C24B6E49-AC85-42E3-B510-BA87C6E60F77}"/>
              </a:ext>
            </a:extLst>
          </p:cNvPr>
          <p:cNvSpPr>
            <a:spLocks xmlns:a="http://schemas.openxmlformats.org/drawingml/2006/main" noGrp="1"/>
          </p:cNvSpPr>
          <p:nvPr/>
        </p:nvSpPr>
        <p:spPr>
          <a:xfrm xmlns:a="http://schemas.openxmlformats.org/drawingml/2006/main">
            <a:off x="3495675" y="1466850"/>
            <a:ext cx="1866900" cy="13620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115" name="choose-operation-title">
            <a:extLst xmlns:a="http://schemas.openxmlformats.org/drawingml/2006/main">
              <a:ext uri="{FF2B5EF4-FFF2-40B4-BE49-F238E27FC236}">
                <a16:creationId xmlns:a16="http://schemas.microsoft.com/office/drawing/2014/main" id="{F822D3EF-3176-4EE2-92F4-395D4CB07673}"/>
              </a:ext>
            </a:extLst>
          </p:cNvPr>
          <p:cNvSpPr>
            <a:spLocks xmlns:a="http://schemas.openxmlformats.org/drawingml/2006/main" noGrp="1"/>
          </p:cNvSpPr>
          <p:nvPr/>
        </p:nvSpPr>
        <p:spPr>
          <a:xfrm xmlns:a="http://schemas.openxmlformats.org/drawingml/2006/main">
            <a:off x="3581400" y="1562100"/>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01010"/>
                </a:solidFill>
              </a:defRPr>
            </a:defPPr>
          </a:lstStyle>
          <a:p xmlns:a="http://schemas.openxmlformats.org/drawingml/2006/main">
            <a:pPr algn="ctr">
              <a:lnSpc>
                <a:spcPct val="108000"/>
              </a:lnSpc>
              <a:spcBef>
                <a:spcPts val="0"/>
              </a:spcBef>
              <a:spcAft>
                <a:spcPts val="0"/>
              </a:spcAft>
              <a:buNone/>
              <a:defRPr sz="1650" b="0">
                <a:solidFill>
                  <a:srgbClr val="101010"/>
                </a:solidFill>
              </a:defRPr>
            </a:pPr>
            <a:r>
              <a:rPr sz="1650" b="0">
                <a:solidFill>
                  <a:srgbClr val="101010"/>
                </a:solidFill>
                <a:latin typeface="Times New Roman"/>
                <a:ea typeface="Times New Roman"/>
                <a:cs typeface="Times New Roman"/>
              </a:rPr>
              <a:t>2  </a:t>
            </a:r>
            <a:r>
              <a:rPr sz="1650" b="0">
                <a:solidFill>
                  <a:srgbClr val="101010"/>
                </a:solidFill>
                <a:latin typeface="Microsoft YaHei"/>
                <a:ea typeface="Microsoft YaHei"/>
                <a:cs typeface="Microsoft YaHei"/>
              </a:rPr>
              <a:t>选择工序</a:t>
            </a:r>
            <a:r>
              <a:rPr sz="1650" b="0">
                <a:solidFill>
                  <a:srgbClr val="101010"/>
                </a:solidFill>
                <a:latin typeface="Times New Roman"/>
                <a:ea typeface="Times New Roman"/>
                <a:cs typeface="Times New Roman"/>
              </a:rPr>
              <a:t> i</a:t>
            </a:r>
            <a:endParaRPr>
              <a:latin typeface="Microsoft YaHei"/>
              <a:ea typeface="Microsoft YaHei"/>
              <a:cs typeface="Microsoft YaHei"/>
            </a:endParaRPr>
          </a:p>
        </p:txBody>
      </p:sp>
      <p:sp>
        <p:nvSpPr>
          <p:cNvPr id="116" name="operation-state">
            <a:extLst xmlns:a="http://schemas.openxmlformats.org/drawingml/2006/main">
              <a:ext uri="{FF2B5EF4-FFF2-40B4-BE49-F238E27FC236}">
                <a16:creationId xmlns:a16="http://schemas.microsoft.com/office/drawing/2014/main" id="{E9A649B7-794C-4264-AC42-828C46366E80}"/>
              </a:ext>
            </a:extLst>
          </p:cNvPr>
          <p:cNvSpPr>
            <a:spLocks xmlns:a="http://schemas.openxmlformats.org/drawingml/2006/main" noGrp="1"/>
          </p:cNvSpPr>
          <p:nvPr/>
        </p:nvSpPr>
        <p:spPr>
          <a:xfrm xmlns:a="http://schemas.openxmlformats.org/drawingml/2006/main">
            <a:off x="3581400" y="194310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63" b="0">
                <a:solidFill>
                  <a:srgbClr val="101010"/>
                </a:solidFill>
              </a:defRPr>
            </a:defPPr>
          </a:lstStyle>
          <a:p xmlns:a="http://schemas.openxmlformats.org/drawingml/2006/main">
            <a:pPr algn="ctr">
              <a:lnSpc>
                <a:spcPct val="104000"/>
              </a:lnSpc>
              <a:spcBef>
                <a:spcPts val="0"/>
              </a:spcBef>
              <a:spcAft>
                <a:spcPts val="0"/>
              </a:spcAft>
              <a:buNone/>
              <a:defRPr sz="1463" b="0">
                <a:solidFill>
                  <a:srgbClr val="101010"/>
                </a:solidFill>
              </a:defRPr>
            </a:pPr>
            <a:r>
              <a:rPr sz="1463" b="0">
                <a:solidFill>
                  <a:srgbClr val="101010"/>
                </a:solidFill>
                <a:latin typeface="Microsoft YaHei"/>
                <a:ea typeface="Microsoft YaHei"/>
                <a:cs typeface="Microsoft YaHei"/>
              </a:rPr>
              <a:t>前序与当前安排</a:t>
            </a:r>
            <a:endParaRPr>
              <a:latin typeface="Microsoft YaHei"/>
              <a:ea typeface="Microsoft YaHei"/>
              <a:cs typeface="Microsoft YaHei"/>
            </a:endParaRPr>
          </a:p>
          <a:p xmlns:a="http://schemas.openxmlformats.org/drawingml/2006/main">
            <a:pPr algn="ctr">
              <a:lnSpc>
                <a:spcPct val="104000"/>
              </a:lnSpc>
              <a:spcBef>
                <a:spcPts val="0"/>
              </a:spcBef>
              <a:spcAft>
                <a:spcPts val="0"/>
              </a:spcAft>
              <a:buNone/>
              <a:defRPr sz="1463" b="0">
                <a:solidFill>
                  <a:srgbClr val="101010"/>
                </a:solidFill>
              </a:defRPr>
            </a:pPr>
            <a:r>
              <a:rPr sz="1463" b="0">
                <a:solidFill>
                  <a:srgbClr val="101010"/>
                </a:solidFill>
                <a:latin typeface="Microsoft YaHei"/>
                <a:ea typeface="Microsoft YaHei"/>
                <a:cs typeface="Microsoft YaHei"/>
              </a:rPr>
              <a:t>资源信息共同参与</a:t>
            </a:r>
            <a:endParaRPr>
              <a:latin typeface="Microsoft YaHei"/>
              <a:ea typeface="Microsoft YaHei"/>
              <a:cs typeface="Microsoft YaHei"/>
            </a:endParaRPr>
          </a:p>
        </p:txBody>
      </p:sp>
      <p:sp>
        <p:nvSpPr>
          <p:cNvPr id="117" name="operation-candidate">
            <a:extLst xmlns:a="http://schemas.openxmlformats.org/drawingml/2006/main">
              <a:ext uri="{FF2B5EF4-FFF2-40B4-BE49-F238E27FC236}">
                <a16:creationId xmlns:a16="http://schemas.microsoft.com/office/drawing/2014/main" id="{2AB2DAFB-8456-4505-B765-AA2883249E72}"/>
              </a:ext>
            </a:extLst>
          </p:cNvPr>
          <p:cNvSpPr>
            <a:spLocks xmlns:a="http://schemas.openxmlformats.org/drawingml/2006/main" noGrp="1"/>
          </p:cNvSpPr>
          <p:nvPr/>
        </p:nvSpPr>
        <p:spPr>
          <a:xfrm xmlns:a="http://schemas.openxmlformats.org/drawingml/2006/main">
            <a:off x="3590925" y="2476500"/>
            <a:ext cx="1685925" cy="2667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65" b="0">
                <a:solidFill>
                  <a:srgbClr val="101010"/>
                </a:solidFill>
              </a:defRPr>
            </a:defPPr>
          </a:lstStyle>
          <a:p xmlns:a="http://schemas.openxmlformats.org/drawingml/2006/main">
            <a:pPr algn="ctr">
              <a:lnSpc>
                <a:spcPct val="102000"/>
              </a:lnSpc>
              <a:spcBef>
                <a:spcPts val="0"/>
              </a:spcBef>
              <a:spcAft>
                <a:spcPts val="0"/>
              </a:spcAft>
              <a:buNone/>
              <a:defRPr sz="1365" b="0">
                <a:solidFill>
                  <a:srgbClr val="101010"/>
                </a:solidFill>
              </a:defRPr>
            </a:pPr>
            <a:r>
              <a:rPr sz="1365" b="0">
                <a:solidFill>
                  <a:srgbClr val="101010"/>
                </a:solidFill>
                <a:latin typeface="Microsoft YaHei"/>
                <a:ea typeface="Microsoft YaHei"/>
                <a:cs typeface="Microsoft YaHei"/>
              </a:rPr>
              <a:t>合法工序候选</a:t>
            </a:r>
            <a:r>
              <a:rPr sz="1365" b="0">
                <a:solidFill>
                  <a:srgbClr val="101010"/>
                </a:solidFill>
                <a:latin typeface="Times New Roman"/>
                <a:ea typeface="Times New Roman"/>
                <a:cs typeface="Times New Roman"/>
              </a:rPr>
              <a:t> </a:t>
            </a:r>
            <a:r>
              <a:rPr sz="1365" b="0">
                <a:solidFill>
                  <a:srgbClr val="101010"/>
                </a:solidFill>
                <a:latin typeface="Times New Roman"/>
                <a:ea typeface="Times New Roman"/>
                <a:cs typeface="Times New Roman"/>
              </a:rPr>
              <a:t>→</a:t>
            </a:r>
            <a:r>
              <a:rPr sz="1365" b="0">
                <a:solidFill>
                  <a:srgbClr val="101010"/>
                </a:solidFill>
                <a:latin typeface="Times New Roman"/>
                <a:ea typeface="Times New Roman"/>
                <a:cs typeface="Times New Roman"/>
              </a:rPr>
              <a:t> i</a:t>
            </a:r>
            <a:endParaRPr>
              <a:latin typeface="Microsoft YaHei"/>
              <a:ea typeface="Microsoft YaHei"/>
              <a:cs typeface="Microsoft YaHei"/>
            </a:endParaRPr>
          </a:p>
        </p:txBody>
      </p:sp>
      <p:sp>
        <p:nvSpPr>
          <p:cNvPr id="118" name="choose-station">
            <a:extLst xmlns:a="http://schemas.openxmlformats.org/drawingml/2006/main">
              <a:ext uri="{FF2B5EF4-FFF2-40B4-BE49-F238E27FC236}">
                <a16:creationId xmlns:a16="http://schemas.microsoft.com/office/drawing/2014/main" id="{94C8EA7A-36FB-4756-81B0-AB97DA88BB3F}"/>
              </a:ext>
            </a:extLst>
          </p:cNvPr>
          <p:cNvSpPr>
            <a:spLocks xmlns:a="http://schemas.openxmlformats.org/drawingml/2006/main" noGrp="1"/>
          </p:cNvSpPr>
          <p:nvPr/>
        </p:nvSpPr>
        <p:spPr>
          <a:xfrm xmlns:a="http://schemas.openxmlformats.org/drawingml/2006/main">
            <a:off x="5743575" y="1466850"/>
            <a:ext cx="1866900" cy="13620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119" name="choose-station-title">
            <a:extLst xmlns:a="http://schemas.openxmlformats.org/drawingml/2006/main">
              <a:ext uri="{FF2B5EF4-FFF2-40B4-BE49-F238E27FC236}">
                <a16:creationId xmlns:a16="http://schemas.microsoft.com/office/drawing/2014/main" id="{84AB1F1E-073D-4057-B104-5CA4A1BDAA4E}"/>
              </a:ext>
            </a:extLst>
          </p:cNvPr>
          <p:cNvSpPr>
            <a:spLocks xmlns:a="http://schemas.openxmlformats.org/drawingml/2006/main" noGrp="1"/>
          </p:cNvSpPr>
          <p:nvPr/>
        </p:nvSpPr>
        <p:spPr>
          <a:xfrm xmlns:a="http://schemas.openxmlformats.org/drawingml/2006/main">
            <a:off x="5829300" y="1562100"/>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01010"/>
                </a:solidFill>
              </a:defRPr>
            </a:defPPr>
          </a:lstStyle>
          <a:p xmlns:a="http://schemas.openxmlformats.org/drawingml/2006/main">
            <a:pPr algn="ctr">
              <a:lnSpc>
                <a:spcPct val="108000"/>
              </a:lnSpc>
              <a:spcBef>
                <a:spcPts val="0"/>
              </a:spcBef>
              <a:spcAft>
                <a:spcPts val="0"/>
              </a:spcAft>
              <a:buNone/>
              <a:defRPr sz="1650" b="0">
                <a:solidFill>
                  <a:srgbClr val="101010"/>
                </a:solidFill>
              </a:defRPr>
            </a:pPr>
            <a:r>
              <a:rPr sz="1650" b="0">
                <a:solidFill>
                  <a:srgbClr val="101010"/>
                </a:solidFill>
                <a:latin typeface="Times New Roman"/>
                <a:ea typeface="Times New Roman"/>
                <a:cs typeface="Times New Roman"/>
              </a:rPr>
              <a:t>3  </a:t>
            </a:r>
            <a:r>
              <a:rPr sz="1650" b="0">
                <a:solidFill>
                  <a:srgbClr val="101010"/>
                </a:solidFill>
                <a:latin typeface="Microsoft YaHei"/>
                <a:ea typeface="Microsoft YaHei"/>
                <a:cs typeface="Microsoft YaHei"/>
              </a:rPr>
              <a:t>选择站位</a:t>
            </a:r>
            <a:r>
              <a:rPr sz="1650" b="0">
                <a:solidFill>
                  <a:srgbClr val="101010"/>
                </a:solidFill>
                <a:latin typeface="Times New Roman"/>
                <a:ea typeface="Times New Roman"/>
                <a:cs typeface="Times New Roman"/>
              </a:rPr>
              <a:t> m</a:t>
            </a:r>
            <a:endParaRPr>
              <a:latin typeface="Microsoft YaHei"/>
              <a:ea typeface="Microsoft YaHei"/>
              <a:cs typeface="Microsoft YaHei"/>
            </a:endParaRPr>
          </a:p>
        </p:txBody>
      </p:sp>
      <p:sp>
        <p:nvSpPr>
          <p:cNvPr id="120" name="station-state">
            <a:extLst xmlns:a="http://schemas.openxmlformats.org/drawingml/2006/main">
              <a:ext uri="{FF2B5EF4-FFF2-40B4-BE49-F238E27FC236}">
                <a16:creationId xmlns:a16="http://schemas.microsoft.com/office/drawing/2014/main" id="{BAA18DA4-AFD7-4F55-B806-FA84667C771A}"/>
              </a:ext>
            </a:extLst>
          </p:cNvPr>
          <p:cNvSpPr>
            <a:spLocks xmlns:a="http://schemas.openxmlformats.org/drawingml/2006/main" noGrp="1"/>
          </p:cNvSpPr>
          <p:nvPr/>
        </p:nvSpPr>
        <p:spPr>
          <a:xfrm xmlns:a="http://schemas.openxmlformats.org/drawingml/2006/main">
            <a:off x="5829300" y="1914525"/>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65" b="0">
                <a:solidFill>
                  <a:srgbClr val="101010"/>
                </a:solidFill>
              </a:defRPr>
            </a:defPPr>
          </a:lstStyle>
          <a:p xmlns:a="http://schemas.openxmlformats.org/drawingml/2006/main">
            <a:pPr algn="ctr">
              <a:lnSpc>
                <a:spcPct val="101000"/>
              </a:lnSpc>
              <a:spcBef>
                <a:spcPts val="0"/>
              </a:spcBef>
              <a:spcAft>
                <a:spcPts val="0"/>
              </a:spcAft>
              <a:buNone/>
              <a:defRPr sz="1365" b="0">
                <a:solidFill>
                  <a:srgbClr val="101010"/>
                </a:solidFill>
              </a:defRPr>
            </a:pPr>
            <a:r>
              <a:rPr sz="1365" b="0">
                <a:solidFill>
                  <a:srgbClr val="101010"/>
                </a:solidFill>
                <a:latin typeface="Microsoft YaHei"/>
                <a:ea typeface="Microsoft YaHei"/>
                <a:cs typeface="Microsoft YaHei"/>
              </a:rPr>
              <a:t>读取所选工序</a:t>
            </a:r>
            <a:r>
              <a:rPr sz="1365" b="0">
                <a:solidFill>
                  <a:srgbClr val="101010"/>
                </a:solidFill>
                <a:latin typeface="Times New Roman"/>
                <a:ea typeface="Times New Roman"/>
                <a:cs typeface="Times New Roman"/>
              </a:rPr>
              <a:t> i</a:t>
            </a:r>
            <a:endParaRPr>
              <a:latin typeface="Microsoft YaHei"/>
              <a:ea typeface="Microsoft YaHei"/>
              <a:cs typeface="Microsoft YaHei"/>
            </a:endParaRPr>
          </a:p>
          <a:p xmlns:a="http://schemas.openxmlformats.org/drawingml/2006/main">
            <a:pPr algn="ctr">
              <a:lnSpc>
                <a:spcPct val="101000"/>
              </a:lnSpc>
              <a:spcBef>
                <a:spcPts val="0"/>
              </a:spcBef>
              <a:spcAft>
                <a:spcPts val="0"/>
              </a:spcAft>
              <a:buNone/>
              <a:defRPr sz="1365" b="0">
                <a:solidFill>
                  <a:srgbClr val="101010"/>
                </a:solidFill>
              </a:defRPr>
            </a:pPr>
            <a:r>
              <a:rPr sz="1365" b="0">
                <a:solidFill>
                  <a:srgbClr val="101010"/>
                </a:solidFill>
                <a:latin typeface="Microsoft YaHei"/>
                <a:ea typeface="Microsoft YaHei"/>
                <a:cs typeface="Microsoft YaHei"/>
              </a:rPr>
              <a:t>检查前后序站位</a:t>
            </a:r>
            <a:endParaRPr>
              <a:latin typeface="Microsoft YaHei"/>
              <a:ea typeface="Microsoft YaHei"/>
              <a:cs typeface="Microsoft YaHei"/>
            </a:endParaRPr>
          </a:p>
          <a:p xmlns:a="http://schemas.openxmlformats.org/drawingml/2006/main">
            <a:pPr algn="ctr">
              <a:lnSpc>
                <a:spcPct val="101000"/>
              </a:lnSpc>
              <a:spcBef>
                <a:spcPts val="0"/>
              </a:spcBef>
              <a:spcAft>
                <a:spcPts val="0"/>
              </a:spcAft>
              <a:buNone/>
              <a:defRPr sz="1365" b="0">
                <a:solidFill>
                  <a:srgbClr val="101010"/>
                </a:solidFill>
              </a:defRPr>
            </a:pPr>
            <a:r>
              <a:rPr sz="1365" b="0">
                <a:solidFill>
                  <a:srgbClr val="101010"/>
                </a:solidFill>
                <a:latin typeface="Microsoft YaHei"/>
                <a:ea typeface="Microsoft YaHei"/>
                <a:cs typeface="Microsoft YaHei"/>
              </a:rPr>
              <a:t>与资源可用条件</a:t>
            </a:r>
            <a:endParaRPr>
              <a:latin typeface="Microsoft YaHei"/>
              <a:ea typeface="Microsoft YaHei"/>
              <a:cs typeface="Microsoft YaHei"/>
            </a:endParaRPr>
          </a:p>
        </p:txBody>
      </p:sp>
      <p:sp>
        <p:nvSpPr>
          <p:cNvPr id="121" name="station-candidate">
            <a:extLst xmlns:a="http://schemas.openxmlformats.org/drawingml/2006/main">
              <a:ext uri="{FF2B5EF4-FFF2-40B4-BE49-F238E27FC236}">
                <a16:creationId xmlns:a16="http://schemas.microsoft.com/office/drawing/2014/main" id="{D3251158-7AEA-438F-8ADC-EF4A5ADAEEDD}"/>
              </a:ext>
            </a:extLst>
          </p:cNvPr>
          <p:cNvSpPr>
            <a:spLocks xmlns:a="http://schemas.openxmlformats.org/drawingml/2006/main" noGrp="1"/>
          </p:cNvSpPr>
          <p:nvPr/>
        </p:nvSpPr>
        <p:spPr>
          <a:xfrm xmlns:a="http://schemas.openxmlformats.org/drawingml/2006/main">
            <a:off x="5838825" y="2533650"/>
            <a:ext cx="1676400" cy="2190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27" b="0">
                <a:solidFill>
                  <a:srgbClr val="101010"/>
                </a:solidFill>
              </a:defRPr>
            </a:defPPr>
          </a:lstStyle>
          <a:p xmlns:a="http://schemas.openxmlformats.org/drawingml/2006/main">
            <a:pPr algn="ctr">
              <a:lnSpc>
                <a:spcPct val="102000"/>
              </a:lnSpc>
              <a:spcBef>
                <a:spcPts val="0"/>
              </a:spcBef>
              <a:spcAft>
                <a:spcPts val="0"/>
              </a:spcAft>
              <a:buNone/>
              <a:defRPr sz="1327" b="0">
                <a:solidFill>
                  <a:srgbClr val="101010"/>
                </a:solidFill>
              </a:defRPr>
            </a:pPr>
            <a:r>
              <a:rPr sz="1327" b="0">
                <a:solidFill>
                  <a:srgbClr val="101010"/>
                </a:solidFill>
                <a:latin typeface="Microsoft YaHei"/>
                <a:ea typeface="Microsoft YaHei"/>
                <a:cs typeface="Microsoft YaHei"/>
              </a:rPr>
              <a:t>合法站位候选</a:t>
            </a:r>
            <a:r>
              <a:rPr sz="1327" b="0">
                <a:solidFill>
                  <a:srgbClr val="101010"/>
                </a:solidFill>
                <a:latin typeface="Times New Roman"/>
                <a:ea typeface="Times New Roman"/>
                <a:cs typeface="Times New Roman"/>
              </a:rPr>
              <a:t> </a:t>
            </a:r>
            <a:r>
              <a:rPr sz="1327" b="0">
                <a:solidFill>
                  <a:srgbClr val="101010"/>
                </a:solidFill>
                <a:latin typeface="Times New Roman"/>
                <a:ea typeface="Times New Roman"/>
                <a:cs typeface="Times New Roman"/>
              </a:rPr>
              <a:t>→</a:t>
            </a:r>
            <a:r>
              <a:rPr sz="1327" b="0">
                <a:solidFill>
                  <a:srgbClr val="101010"/>
                </a:solidFill>
                <a:latin typeface="Times New Roman"/>
                <a:ea typeface="Times New Roman"/>
                <a:cs typeface="Times New Roman"/>
              </a:rPr>
              <a:t> m</a:t>
            </a:r>
            <a:endParaRPr>
              <a:latin typeface="Microsoft YaHei"/>
              <a:ea typeface="Microsoft YaHei"/>
              <a:cs typeface="Microsoft YaHei"/>
            </a:endParaRPr>
          </a:p>
        </p:txBody>
      </p:sp>
      <p:cxnSp>
        <p:nvCxnSpPr>
          <p:cNvPr id="122" name="operation-station">
            <a:extLst xmlns:a="http://schemas.openxmlformats.org/drawingml/2006/main">
              <a:ext uri="{FF2B5EF4-FFF2-40B4-BE49-F238E27FC236}">
                <a16:creationId xmlns:a16="http://schemas.microsoft.com/office/drawing/2014/main" id="{C4014BB2-9BDE-4720-BDF7-225EF1C62F54}"/>
              </a:ext>
            </a:extLst>
          </p:cNvPr>
          <p:cNvCxnSpPr/>
          <p:nvPr/>
        </p:nvCxnSpPr>
        <p:spPr>
          <a:xfrm xmlns:a="http://schemas.openxmlformats.org/drawingml/2006/main" flipH="0" flipV="0">
            <a:off x="5362575" y="2152650"/>
            <a:ext cx="38100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23" name="state-to-operation-1">
            <a:extLst xmlns:a="http://schemas.openxmlformats.org/drawingml/2006/main">
              <a:ext uri="{FF2B5EF4-FFF2-40B4-BE49-F238E27FC236}">
                <a16:creationId xmlns:a16="http://schemas.microsoft.com/office/drawing/2014/main" id="{EA786162-2CC1-4B6C-BF60-944BFE037906}"/>
              </a:ext>
            </a:extLst>
          </p:cNvPr>
          <p:cNvCxnSpPr/>
          <p:nvPr/>
        </p:nvCxnSpPr>
        <p:spPr>
          <a:xfrm xmlns:a="http://schemas.openxmlformats.org/drawingml/2006/main" flipH="0" flipV="0">
            <a:off x="3105150" y="4914900"/>
            <a:ext cx="20002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24" name="state-to-operation-2">
            <a:extLst xmlns:a="http://schemas.openxmlformats.org/drawingml/2006/main">
              <a:ext uri="{FF2B5EF4-FFF2-40B4-BE49-F238E27FC236}">
                <a16:creationId xmlns:a16="http://schemas.microsoft.com/office/drawing/2014/main" id="{D0CD0F20-6433-45CB-A99F-516DA9A64D79}"/>
              </a:ext>
            </a:extLst>
          </p:cNvPr>
          <p:cNvCxnSpPr/>
          <p:nvPr/>
        </p:nvCxnSpPr>
        <p:spPr>
          <a:xfrm xmlns:a="http://schemas.openxmlformats.org/drawingml/2006/main" flipH="0" flipV="1">
            <a:off x="3305175" y="2152650"/>
            <a:ext cx="0" cy="2762250"/>
          </a:xfrm>
          <a:prstGeom xmlns:a="http://schemas.openxmlformats.org/drawingml/2006/main" prst="straightConnector1">
            <a:avLst/>
          </a:prstGeom>
          <a:ln xmlns:a="http://schemas.openxmlformats.org/drawingml/2006/main" w="12383">
            <a:solidFill>
              <a:srgbClr val="1D1D1D"/>
            </a:solidFill>
            <a:prstDash val="solid"/>
          </a:ln>
        </p:spPr>
      </p:cxnSp>
      <p:cxnSp>
        <p:nvCxnSpPr>
          <p:cNvPr id="125" name="state-to-operation-3">
            <a:extLst xmlns:a="http://schemas.openxmlformats.org/drawingml/2006/main">
              <a:ext uri="{FF2B5EF4-FFF2-40B4-BE49-F238E27FC236}">
                <a16:creationId xmlns:a16="http://schemas.microsoft.com/office/drawing/2014/main" id="{358EEDD0-3549-46FF-8B76-F262B6074C5B}"/>
              </a:ext>
            </a:extLst>
          </p:cNvPr>
          <p:cNvCxnSpPr/>
          <p:nvPr/>
        </p:nvCxnSpPr>
        <p:spPr>
          <a:xfrm xmlns:a="http://schemas.openxmlformats.org/drawingml/2006/main" flipH="0" flipV="0">
            <a:off x="3305175" y="2152650"/>
            <a:ext cx="19050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26" name="autoregressive-team">
            <a:extLst xmlns:a="http://schemas.openxmlformats.org/drawingml/2006/main">
              <a:ext uri="{FF2B5EF4-FFF2-40B4-BE49-F238E27FC236}">
                <a16:creationId xmlns:a16="http://schemas.microsoft.com/office/drawing/2014/main" id="{756CAC24-3D1B-4E08-BC01-AA6AE95D3426}"/>
              </a:ext>
            </a:extLst>
          </p:cNvPr>
          <p:cNvSpPr>
            <a:spLocks xmlns:a="http://schemas.openxmlformats.org/drawingml/2006/main" noGrp="1"/>
          </p:cNvSpPr>
          <p:nvPr/>
        </p:nvSpPr>
        <p:spPr>
          <a:xfrm xmlns:a="http://schemas.openxmlformats.org/drawingml/2006/main">
            <a:off x="3495675" y="3105150"/>
            <a:ext cx="4114800" cy="2143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127" name="team-heading">
            <a:extLst xmlns:a="http://schemas.openxmlformats.org/drawingml/2006/main">
              <a:ext uri="{FF2B5EF4-FFF2-40B4-BE49-F238E27FC236}">
                <a16:creationId xmlns:a16="http://schemas.microsoft.com/office/drawing/2014/main" id="{71C7DAFB-89B1-4395-A96E-25C8D2755A62}"/>
              </a:ext>
            </a:extLst>
          </p:cNvPr>
          <p:cNvSpPr>
            <a:spLocks xmlns:a="http://schemas.openxmlformats.org/drawingml/2006/main" noGrp="1"/>
          </p:cNvSpPr>
          <p:nvPr/>
        </p:nvSpPr>
        <p:spPr>
          <a:xfrm xmlns:a="http://schemas.openxmlformats.org/drawingml/2006/main">
            <a:off x="3581400" y="3200400"/>
            <a:ext cx="3943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88" b="0">
                <a:solidFill>
                  <a:srgbClr val="101010"/>
                </a:solidFill>
              </a:defRPr>
            </a:defPPr>
          </a:lstStyle>
          <a:p xmlns:a="http://schemas.openxmlformats.org/drawingml/2006/main">
            <a:pPr algn="ctr">
              <a:lnSpc>
                <a:spcPct val="108000"/>
              </a:lnSpc>
              <a:spcBef>
                <a:spcPts val="0"/>
              </a:spcBef>
              <a:spcAft>
                <a:spcPts val="0"/>
              </a:spcAft>
              <a:buNone/>
              <a:defRPr sz="1688" b="0">
                <a:solidFill>
                  <a:srgbClr val="101010"/>
                </a:solidFill>
              </a:defRPr>
            </a:pPr>
            <a:r>
              <a:rPr sz="1688" b="0">
                <a:solidFill>
                  <a:srgbClr val="101010"/>
                </a:solidFill>
                <a:latin typeface="Times New Roman"/>
                <a:ea typeface="Times New Roman"/>
                <a:cs typeface="Times New Roman"/>
              </a:rPr>
              <a:t>4  </a:t>
            </a:r>
            <a:r>
              <a:rPr sz="1688" b="0">
                <a:solidFill>
                  <a:srgbClr val="101010"/>
                </a:solidFill>
                <a:latin typeface="Microsoft YaHei"/>
                <a:ea typeface="Microsoft YaHei"/>
                <a:cs typeface="Microsoft YaHei"/>
              </a:rPr>
              <a:t>逐人选择团队成员</a:t>
            </a:r>
            <a:endParaRPr>
              <a:latin typeface="Microsoft YaHei"/>
              <a:ea typeface="Microsoft YaHei"/>
              <a:cs typeface="Microsoft YaHei"/>
            </a:endParaRPr>
          </a:p>
        </p:txBody>
      </p:sp>
      <p:sp>
        <p:nvSpPr>
          <p:cNvPr id="128" name="chosen-workers">
            <a:extLst xmlns:a="http://schemas.openxmlformats.org/drawingml/2006/main">
              <a:ext uri="{FF2B5EF4-FFF2-40B4-BE49-F238E27FC236}">
                <a16:creationId xmlns:a16="http://schemas.microsoft.com/office/drawing/2014/main" id="{1ABFB49F-46F1-4447-B1B4-B88FF462C65C}"/>
              </a:ext>
            </a:extLst>
          </p:cNvPr>
          <p:cNvSpPr>
            <a:spLocks xmlns:a="http://schemas.openxmlformats.org/drawingml/2006/main" noGrp="1"/>
          </p:cNvSpPr>
          <p:nvPr/>
        </p:nvSpPr>
        <p:spPr>
          <a:xfrm xmlns:a="http://schemas.openxmlformats.org/drawingml/2006/main">
            <a:off x="3648075" y="3619500"/>
            <a:ext cx="1190625" cy="4095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00" b="0">
                <a:solidFill>
                  <a:srgbClr val="101010"/>
                </a:solidFill>
              </a:defRPr>
            </a:defPPr>
          </a:lstStyle>
          <a:p xmlns:a="http://schemas.openxmlformats.org/drawingml/2006/main">
            <a:pPr algn="ctr">
              <a:lnSpc>
                <a:spcPct val="102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已选成员</a:t>
            </a:r>
            <a:endParaRPr>
              <a:latin typeface="Microsoft YaHei"/>
              <a:ea typeface="Microsoft YaHei"/>
              <a:cs typeface="Microsoft YaHei"/>
            </a:endParaRPr>
          </a:p>
        </p:txBody>
      </p:sp>
      <p:sp>
        <p:nvSpPr>
          <p:cNvPr id="129" name="worker-condition">
            <a:extLst xmlns:a="http://schemas.openxmlformats.org/drawingml/2006/main">
              <a:ext uri="{FF2B5EF4-FFF2-40B4-BE49-F238E27FC236}">
                <a16:creationId xmlns:a16="http://schemas.microsoft.com/office/drawing/2014/main" id="{95261546-CFF9-428A-9770-F72ED8D2D7C2}"/>
              </a:ext>
            </a:extLst>
          </p:cNvPr>
          <p:cNvSpPr>
            <a:spLocks xmlns:a="http://schemas.openxmlformats.org/drawingml/2006/main" noGrp="1"/>
          </p:cNvSpPr>
          <p:nvPr/>
        </p:nvSpPr>
        <p:spPr>
          <a:xfrm xmlns:a="http://schemas.openxmlformats.org/drawingml/2006/main">
            <a:off x="5267325" y="3619500"/>
            <a:ext cx="2190750" cy="4095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402" b="0">
                <a:solidFill>
                  <a:srgbClr val="101010"/>
                </a:solidFill>
              </a:defRPr>
            </a:defPPr>
          </a:lstStyle>
          <a:p xmlns:a="http://schemas.openxmlformats.org/drawingml/2006/main">
            <a:pPr algn="ctr">
              <a:lnSpc>
                <a:spcPct val="102000"/>
              </a:lnSpc>
              <a:spcBef>
                <a:spcPts val="0"/>
              </a:spcBef>
              <a:spcAft>
                <a:spcPts val="0"/>
              </a:spcAft>
              <a:buNone/>
              <a:defRPr sz="1402" b="0">
                <a:solidFill>
                  <a:srgbClr val="101010"/>
                </a:solidFill>
              </a:defRPr>
            </a:pPr>
            <a:r>
              <a:rPr sz="1402" b="0">
                <a:solidFill>
                  <a:srgbClr val="101010"/>
                </a:solidFill>
                <a:latin typeface="Microsoft YaHei"/>
                <a:ea typeface="Microsoft YaHei"/>
                <a:cs typeface="Microsoft YaHei"/>
              </a:rPr>
              <a:t>工序</a:t>
            </a:r>
            <a:r>
              <a:rPr sz="1402" b="0">
                <a:solidFill>
                  <a:srgbClr val="101010"/>
                </a:solidFill>
                <a:latin typeface="Times New Roman"/>
                <a:ea typeface="Times New Roman"/>
                <a:cs typeface="Times New Roman"/>
              </a:rPr>
              <a:t> i</a:t>
            </a:r>
            <a:r>
              <a:rPr sz="1402" b="0">
                <a:solidFill>
                  <a:srgbClr val="101010"/>
                </a:solidFill>
                <a:latin typeface="Microsoft YaHei"/>
                <a:ea typeface="Microsoft YaHei"/>
                <a:cs typeface="Microsoft YaHei"/>
              </a:rPr>
              <a:t>、站位</a:t>
            </a:r>
            <a:r>
              <a:rPr sz="1402" b="0">
                <a:solidFill>
                  <a:srgbClr val="101010"/>
                </a:solidFill>
                <a:latin typeface="Times New Roman"/>
                <a:ea typeface="Times New Roman"/>
                <a:cs typeface="Times New Roman"/>
              </a:rPr>
              <a:t> m</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402" b="0">
                <a:solidFill>
                  <a:srgbClr val="101010"/>
                </a:solidFill>
              </a:defRPr>
            </a:pPr>
            <a:r>
              <a:rPr sz="1402" b="0">
                <a:solidFill>
                  <a:srgbClr val="101010"/>
                </a:solidFill>
                <a:latin typeface="Microsoft YaHei"/>
                <a:ea typeface="Microsoft YaHei"/>
                <a:cs typeface="Microsoft YaHei"/>
              </a:rPr>
              <a:t>人员候选与合法掩码</a:t>
            </a:r>
            <a:endParaRPr>
              <a:latin typeface="Microsoft YaHei"/>
              <a:ea typeface="Microsoft YaHei"/>
              <a:cs typeface="Microsoft YaHei"/>
            </a:endParaRPr>
          </a:p>
        </p:txBody>
      </p:sp>
      <p:sp>
        <p:nvSpPr>
          <p:cNvPr id="130" name="next-worker">
            <a:extLst xmlns:a="http://schemas.openxmlformats.org/drawingml/2006/main">
              <a:ext uri="{FF2B5EF4-FFF2-40B4-BE49-F238E27FC236}">
                <a16:creationId xmlns:a16="http://schemas.microsoft.com/office/drawing/2014/main" id="{5F997531-4A32-41F9-9661-775284DF99F1}"/>
              </a:ext>
            </a:extLst>
          </p:cNvPr>
          <p:cNvSpPr>
            <a:spLocks xmlns:a="http://schemas.openxmlformats.org/drawingml/2006/main" noGrp="1"/>
          </p:cNvSpPr>
          <p:nvPr/>
        </p:nvSpPr>
        <p:spPr>
          <a:xfrm xmlns:a="http://schemas.openxmlformats.org/drawingml/2006/main">
            <a:off x="4381500" y="4305300"/>
            <a:ext cx="2914650" cy="3143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选择下一成员</a:t>
            </a:r>
            <a:endParaRPr>
              <a:latin typeface="Microsoft YaHei"/>
              <a:ea typeface="Microsoft YaHei"/>
              <a:cs typeface="Microsoft YaHei"/>
            </a:endParaRPr>
          </a:p>
        </p:txBody>
      </p:sp>
      <p:sp>
        <p:nvSpPr>
          <p:cNvPr id="131" name="add-worker">
            <a:extLst xmlns:a="http://schemas.openxmlformats.org/drawingml/2006/main">
              <a:ext uri="{FF2B5EF4-FFF2-40B4-BE49-F238E27FC236}">
                <a16:creationId xmlns:a16="http://schemas.microsoft.com/office/drawing/2014/main" id="{D94ACE16-6D8A-4DD2-B00C-AC4DDB851BE6}"/>
              </a:ext>
            </a:extLst>
          </p:cNvPr>
          <p:cNvSpPr>
            <a:spLocks xmlns:a="http://schemas.openxmlformats.org/drawingml/2006/main" noGrp="1"/>
          </p:cNvSpPr>
          <p:nvPr/>
        </p:nvSpPr>
        <p:spPr>
          <a:xfrm xmlns:a="http://schemas.openxmlformats.org/drawingml/2006/main">
            <a:off x="4381500" y="4829175"/>
            <a:ext cx="2914650" cy="3143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485" b="0">
                <a:solidFill>
                  <a:srgbClr val="101010"/>
                </a:solidFill>
              </a:defRPr>
            </a:defPPr>
          </a:lstStyle>
          <a:p xmlns:a="http://schemas.openxmlformats.org/drawingml/2006/main">
            <a:pPr algn="ctr">
              <a:lnSpc>
                <a:spcPct val="102000"/>
              </a:lnSpc>
              <a:spcBef>
                <a:spcPts val="0"/>
              </a:spcBef>
              <a:spcAft>
                <a:spcPts val="0"/>
              </a:spcAft>
              <a:buNone/>
              <a:defRPr sz="1485" b="0">
                <a:solidFill>
                  <a:srgbClr val="101010"/>
                </a:solidFill>
              </a:defRPr>
            </a:pPr>
            <a:r>
              <a:rPr sz="1485" b="0">
                <a:solidFill>
                  <a:srgbClr val="101010"/>
                </a:solidFill>
                <a:latin typeface="Microsoft YaHei"/>
                <a:ea typeface="Microsoft YaHei"/>
                <a:cs typeface="Microsoft YaHei"/>
              </a:rPr>
              <a:t>加入成员，更新人员候选</a:t>
            </a:r>
            <a:endParaRPr>
              <a:latin typeface="Microsoft YaHei"/>
              <a:ea typeface="Microsoft YaHei"/>
              <a:cs typeface="Microsoft YaHei"/>
            </a:endParaRPr>
          </a:p>
        </p:txBody>
      </p:sp>
      <p:cxnSp>
        <p:nvCxnSpPr>
          <p:cNvPr id="132" name="station-to-team-1">
            <a:extLst xmlns:a="http://schemas.openxmlformats.org/drawingml/2006/main">
              <a:ext uri="{FF2B5EF4-FFF2-40B4-BE49-F238E27FC236}">
                <a16:creationId xmlns:a16="http://schemas.microsoft.com/office/drawing/2014/main" id="{FEC14DD0-390C-4298-B2D9-E27815903B8A}"/>
              </a:ext>
            </a:extLst>
          </p:cNvPr>
          <p:cNvCxnSpPr/>
          <p:nvPr/>
        </p:nvCxnSpPr>
        <p:spPr>
          <a:xfrm xmlns:a="http://schemas.openxmlformats.org/drawingml/2006/main" flipH="0" flipV="0">
            <a:off x="6677025" y="2828925"/>
            <a:ext cx="0" cy="276225"/>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33" name="condition-to-next-1">
            <a:extLst xmlns:a="http://schemas.openxmlformats.org/drawingml/2006/main">
              <a:ext uri="{FF2B5EF4-FFF2-40B4-BE49-F238E27FC236}">
                <a16:creationId xmlns:a16="http://schemas.microsoft.com/office/drawing/2014/main" id="{B7ADEB8D-9567-411A-9DDD-9228E6F971CC}"/>
              </a:ext>
            </a:extLst>
          </p:cNvPr>
          <p:cNvCxnSpPr/>
          <p:nvPr/>
        </p:nvCxnSpPr>
        <p:spPr>
          <a:xfrm xmlns:a="http://schemas.openxmlformats.org/drawingml/2006/main" flipH="0" flipV="0">
            <a:off x="6362700" y="4029075"/>
            <a:ext cx="0" cy="133350"/>
          </a:xfrm>
          <a:prstGeom xmlns:a="http://schemas.openxmlformats.org/drawingml/2006/main" prst="straightConnector1">
            <a:avLst/>
          </a:prstGeom>
          <a:ln xmlns:a="http://schemas.openxmlformats.org/drawingml/2006/main" w="12383">
            <a:solidFill>
              <a:srgbClr val="1D1D1D"/>
            </a:solidFill>
            <a:prstDash val="solid"/>
          </a:ln>
        </p:spPr>
      </p:cxnSp>
      <p:cxnSp>
        <p:nvCxnSpPr>
          <p:cNvPr id="134" name="condition-to-next-2">
            <a:extLst xmlns:a="http://schemas.openxmlformats.org/drawingml/2006/main">
              <a:ext uri="{FF2B5EF4-FFF2-40B4-BE49-F238E27FC236}">
                <a16:creationId xmlns:a16="http://schemas.microsoft.com/office/drawing/2014/main" id="{8E5C2BA6-73F7-49BC-AC51-3EBF707CB216}"/>
              </a:ext>
            </a:extLst>
          </p:cNvPr>
          <p:cNvCxnSpPr/>
          <p:nvPr/>
        </p:nvCxnSpPr>
        <p:spPr>
          <a:xfrm xmlns:a="http://schemas.openxmlformats.org/drawingml/2006/main" flipH="1" flipV="0">
            <a:off x="5838825" y="4162425"/>
            <a:ext cx="52387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35" name="condition-to-next-3">
            <a:extLst xmlns:a="http://schemas.openxmlformats.org/drawingml/2006/main">
              <a:ext uri="{FF2B5EF4-FFF2-40B4-BE49-F238E27FC236}">
                <a16:creationId xmlns:a16="http://schemas.microsoft.com/office/drawing/2014/main" id="{69FBD8B8-213F-4424-9D46-633598F52BBE}"/>
              </a:ext>
            </a:extLst>
          </p:cNvPr>
          <p:cNvCxnSpPr/>
          <p:nvPr/>
        </p:nvCxnSpPr>
        <p:spPr>
          <a:xfrm xmlns:a="http://schemas.openxmlformats.org/drawingml/2006/main" flipH="0" flipV="0">
            <a:off x="5838825" y="4162425"/>
            <a:ext cx="0" cy="142875"/>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36" name="selected-to-next-1">
            <a:extLst xmlns:a="http://schemas.openxmlformats.org/drawingml/2006/main">
              <a:ext uri="{FF2B5EF4-FFF2-40B4-BE49-F238E27FC236}">
                <a16:creationId xmlns:a16="http://schemas.microsoft.com/office/drawing/2014/main" id="{9700E322-E18F-443F-8C54-68A52B2237CA}"/>
              </a:ext>
            </a:extLst>
          </p:cNvPr>
          <p:cNvCxnSpPr/>
          <p:nvPr/>
        </p:nvCxnSpPr>
        <p:spPr>
          <a:xfrm xmlns:a="http://schemas.openxmlformats.org/drawingml/2006/main" flipH="0" flipV="0">
            <a:off x="4248150" y="4029075"/>
            <a:ext cx="0" cy="133350"/>
          </a:xfrm>
          <a:prstGeom xmlns:a="http://schemas.openxmlformats.org/drawingml/2006/main" prst="straightConnector1">
            <a:avLst/>
          </a:prstGeom>
          <a:ln xmlns:a="http://schemas.openxmlformats.org/drawingml/2006/main" w="12383">
            <a:solidFill>
              <a:srgbClr val="1D1D1D"/>
            </a:solidFill>
            <a:prstDash val="solid"/>
          </a:ln>
        </p:spPr>
      </p:cxnSp>
      <p:cxnSp>
        <p:nvCxnSpPr>
          <p:cNvPr id="137" name="selected-to-next-2">
            <a:extLst xmlns:a="http://schemas.openxmlformats.org/drawingml/2006/main">
              <a:ext uri="{FF2B5EF4-FFF2-40B4-BE49-F238E27FC236}">
                <a16:creationId xmlns:a16="http://schemas.microsoft.com/office/drawing/2014/main" id="{8050CA31-2706-48EA-A5EC-0E6DC1C8EEDA}"/>
              </a:ext>
            </a:extLst>
          </p:cNvPr>
          <p:cNvCxnSpPr/>
          <p:nvPr/>
        </p:nvCxnSpPr>
        <p:spPr>
          <a:xfrm xmlns:a="http://schemas.openxmlformats.org/drawingml/2006/main" flipH="0" flipV="0">
            <a:off x="4248150" y="4162425"/>
            <a:ext cx="159067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38" name="selected-to-next-3">
            <a:extLst xmlns:a="http://schemas.openxmlformats.org/drawingml/2006/main">
              <a:ext uri="{FF2B5EF4-FFF2-40B4-BE49-F238E27FC236}">
                <a16:creationId xmlns:a16="http://schemas.microsoft.com/office/drawing/2014/main" id="{DCE281C2-E9AC-48E1-933C-0116D1A3AC3C}"/>
              </a:ext>
            </a:extLst>
          </p:cNvPr>
          <p:cNvCxnSpPr/>
          <p:nvPr/>
        </p:nvCxnSpPr>
        <p:spPr>
          <a:xfrm xmlns:a="http://schemas.openxmlformats.org/drawingml/2006/main" flipH="0" flipV="0">
            <a:off x="5838825" y="4162425"/>
            <a:ext cx="0" cy="142875"/>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40" name="worker-selection-loop-1">
            <a:extLst xmlns:a="http://schemas.openxmlformats.org/drawingml/2006/main">
              <a:ext uri="{FF2B5EF4-FFF2-40B4-BE49-F238E27FC236}">
                <a16:creationId xmlns:a16="http://schemas.microsoft.com/office/drawing/2014/main" id="{33175251-3AFE-4292-8C2E-CFDAEEC82433}"/>
              </a:ext>
            </a:extLst>
          </p:cNvPr>
          <p:cNvCxnSpPr/>
          <p:nvPr/>
        </p:nvCxnSpPr>
        <p:spPr>
          <a:xfrm xmlns:a="http://schemas.openxmlformats.org/drawingml/2006/main" flipH="1" flipV="0">
            <a:off x="3629025" y="4981575"/>
            <a:ext cx="75247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41" name="worker-selection-loop-2">
            <a:extLst xmlns:a="http://schemas.openxmlformats.org/drawingml/2006/main">
              <a:ext uri="{FF2B5EF4-FFF2-40B4-BE49-F238E27FC236}">
                <a16:creationId xmlns:a16="http://schemas.microsoft.com/office/drawing/2014/main" id="{BBE53E06-77BE-4407-9117-BA791A6F6CA9}"/>
              </a:ext>
            </a:extLst>
          </p:cNvPr>
          <p:cNvCxnSpPr/>
          <p:nvPr/>
        </p:nvCxnSpPr>
        <p:spPr>
          <a:xfrm xmlns:a="http://schemas.openxmlformats.org/drawingml/2006/main" flipH="0" flipV="1">
            <a:off x="3629025" y="3819525"/>
            <a:ext cx="0" cy="1162050"/>
          </a:xfrm>
          <a:prstGeom xmlns:a="http://schemas.openxmlformats.org/drawingml/2006/main" prst="straightConnector1">
            <a:avLst/>
          </a:prstGeom>
          <a:ln xmlns:a="http://schemas.openxmlformats.org/drawingml/2006/main" w="12383">
            <a:solidFill>
              <a:srgbClr val="1D1D1D"/>
            </a:solidFill>
            <a:prstDash val="solid"/>
          </a:ln>
        </p:spPr>
      </p:cxnSp>
      <p:cxnSp>
        <p:nvCxnSpPr>
          <p:cNvPr id="142" name="worker-selection-loop-3">
            <a:extLst xmlns:a="http://schemas.openxmlformats.org/drawingml/2006/main">
              <a:ext uri="{FF2B5EF4-FFF2-40B4-BE49-F238E27FC236}">
                <a16:creationId xmlns:a16="http://schemas.microsoft.com/office/drawing/2014/main" id="{C76E2109-F0DE-4BC9-B7F5-2076E02E3A0A}"/>
              </a:ext>
            </a:extLst>
          </p:cNvPr>
          <p:cNvCxnSpPr/>
          <p:nvPr/>
        </p:nvCxnSpPr>
        <p:spPr>
          <a:xfrm xmlns:a="http://schemas.openxmlformats.org/drawingml/2006/main" flipH="0" flipV="0">
            <a:off x="3629025" y="3819525"/>
            <a:ext cx="1905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43" name="worker-selection-loop-caption">
            <a:extLst xmlns:a="http://schemas.openxmlformats.org/drawingml/2006/main">
              <a:ext uri="{FF2B5EF4-FFF2-40B4-BE49-F238E27FC236}">
                <a16:creationId xmlns:a16="http://schemas.microsoft.com/office/drawing/2014/main" id="{7EE1FBB9-A7AD-4173-9AE6-5EDB40C69B0B}"/>
              </a:ext>
            </a:extLst>
          </p:cNvPr>
          <p:cNvSpPr>
            <a:spLocks xmlns:a="http://schemas.openxmlformats.org/drawingml/2006/main" noGrp="1"/>
          </p:cNvSpPr>
          <p:nvPr/>
        </p:nvSpPr>
        <p:spPr>
          <a:xfrm xmlns:a="http://schemas.openxmlformats.org/drawingml/2006/main">
            <a:off x="3657600" y="4286250"/>
            <a:ext cx="685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2" b="0">
                <a:solidFill>
                  <a:srgbClr val="101010"/>
                </a:solidFill>
              </a:defRPr>
            </a:defPPr>
          </a:lstStyle>
          <a:p xmlns:a="http://schemas.openxmlformats.org/drawingml/2006/main">
            <a:pPr algn="l">
              <a:lnSpc>
                <a:spcPct val="104000"/>
              </a:lnSpc>
              <a:spcBef>
                <a:spcPts val="0"/>
              </a:spcBef>
              <a:spcAft>
                <a:spcPts val="0"/>
              </a:spcAft>
              <a:buNone/>
              <a:defRPr sz="1252" b="0">
                <a:solidFill>
                  <a:srgbClr val="101010"/>
                </a:solidFill>
              </a:defRPr>
            </a:pPr>
            <a:r>
              <a:rPr sz="1252" b="0">
                <a:solidFill>
                  <a:srgbClr val="101010"/>
                </a:solidFill>
                <a:latin typeface="Microsoft YaHei"/>
                <a:ea typeface="Microsoft YaHei"/>
                <a:cs typeface="Microsoft YaHei"/>
              </a:rPr>
              <a:t>人数未满</a:t>
            </a:r>
            <a:endParaRPr>
              <a:latin typeface="Microsoft YaHei"/>
              <a:ea typeface="Microsoft YaHei"/>
              <a:cs typeface="Microsoft YaHei"/>
            </a:endParaRPr>
          </a:p>
          <a:p xmlns:a="http://schemas.openxmlformats.org/drawingml/2006/main">
            <a:pPr algn="l">
              <a:lnSpc>
                <a:spcPct val="104000"/>
              </a:lnSpc>
              <a:spcBef>
                <a:spcPts val="0"/>
              </a:spcBef>
              <a:spcAft>
                <a:spcPts val="0"/>
              </a:spcAft>
              <a:buNone/>
              <a:defRPr sz="1252" b="0">
                <a:solidFill>
                  <a:srgbClr val="101010"/>
                </a:solidFill>
              </a:defRPr>
            </a:pPr>
            <a:r>
              <a:rPr sz="1252" b="0">
                <a:solidFill>
                  <a:srgbClr val="101010"/>
                </a:solidFill>
                <a:latin typeface="Microsoft YaHei"/>
                <a:ea typeface="Microsoft YaHei"/>
                <a:cs typeface="Microsoft YaHei"/>
              </a:rPr>
              <a:t>继续选择</a:t>
            </a:r>
            <a:endParaRPr>
              <a:latin typeface="Microsoft YaHei"/>
              <a:ea typeface="Microsoft YaHei"/>
              <a:cs typeface="Microsoft YaHei"/>
            </a:endParaRPr>
          </a:p>
        </p:txBody>
      </p:sp>
      <p:sp>
        <p:nvSpPr>
          <p:cNvPr id="144" name="complete-action">
            <a:extLst xmlns:a="http://schemas.openxmlformats.org/drawingml/2006/main">
              <a:ext uri="{FF2B5EF4-FFF2-40B4-BE49-F238E27FC236}">
                <a16:creationId xmlns:a16="http://schemas.microsoft.com/office/drawing/2014/main" id="{8F7146E1-8F08-43F5-B1E6-7A2281A61925}"/>
              </a:ext>
            </a:extLst>
          </p:cNvPr>
          <p:cNvSpPr>
            <a:spLocks xmlns:a="http://schemas.openxmlformats.org/drawingml/2006/main" noGrp="1"/>
          </p:cNvSpPr>
          <p:nvPr/>
        </p:nvSpPr>
        <p:spPr>
          <a:xfrm xmlns:a="http://schemas.openxmlformats.org/drawingml/2006/main">
            <a:off x="3495675" y="5486400"/>
            <a:ext cx="4114800" cy="4476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00" b="0">
                <a:solidFill>
                  <a:srgbClr val="101010"/>
                </a:solidFill>
              </a:defRPr>
            </a:defPPr>
          </a:lstStyle>
          <a:p xmlns:a="http://schemas.openxmlformats.org/drawingml/2006/main">
            <a:pPr algn="ctr">
              <a:lnSpc>
                <a:spcPct val="102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完整动作</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工序</a:t>
            </a:r>
            <a:r>
              <a:rPr sz="1500" b="0">
                <a:solidFill>
                  <a:srgbClr val="101010"/>
                </a:solidFill>
                <a:latin typeface="Times New Roman"/>
                <a:ea typeface="Times New Roman"/>
                <a:cs typeface="Times New Roman"/>
              </a:rPr>
              <a:t> i</a:t>
            </a:r>
            <a:r>
              <a:rPr sz="1500" b="0">
                <a:solidFill>
                  <a:srgbClr val="101010"/>
                </a:solidFill>
                <a:latin typeface="Microsoft YaHei"/>
                <a:ea typeface="Microsoft YaHei"/>
                <a:cs typeface="Microsoft YaHei"/>
              </a:rPr>
              <a:t>、站位</a:t>
            </a:r>
            <a:r>
              <a:rPr sz="1500" b="0">
                <a:solidFill>
                  <a:srgbClr val="101010"/>
                </a:solidFill>
                <a:latin typeface="Times New Roman"/>
                <a:ea typeface="Times New Roman"/>
                <a:cs typeface="Times New Roman"/>
              </a:rPr>
              <a:t> m</a:t>
            </a:r>
            <a:r>
              <a:rPr sz="1500" b="0">
                <a:solidFill>
                  <a:srgbClr val="101010"/>
                </a:solidFill>
                <a:latin typeface="Microsoft YaHei"/>
                <a:ea typeface="Microsoft YaHei"/>
                <a:cs typeface="Microsoft YaHei"/>
              </a:rPr>
              <a:t>、具体团队</a:t>
            </a:r>
            <a:r>
              <a:rPr sz="1500" b="0">
                <a:solidFill>
                  <a:srgbClr val="101010"/>
                </a:solidFill>
                <a:latin typeface="Times New Roman"/>
                <a:ea typeface="Times New Roman"/>
                <a:cs typeface="Times New Roman"/>
              </a:rPr>
              <a:t> W</a:t>
            </a:r>
            <a:endParaRPr>
              <a:latin typeface="Microsoft YaHei"/>
              <a:ea typeface="Microsoft YaHei"/>
              <a:cs typeface="Microsoft YaHei"/>
            </a:endParaRPr>
          </a:p>
        </p:txBody>
      </p:sp>
      <p:sp>
        <p:nvSpPr>
          <p:cNvPr id="146" name="team-cardinality">
            <a:extLst xmlns:a="http://schemas.openxmlformats.org/drawingml/2006/main">
              <a:ext uri="{FF2B5EF4-FFF2-40B4-BE49-F238E27FC236}">
                <a16:creationId xmlns:a16="http://schemas.microsoft.com/office/drawing/2014/main" id="{9089C257-F562-4523-89B5-597DE9B4B5ED}"/>
              </a:ext>
            </a:extLst>
          </p:cNvPr>
          <p:cNvSpPr>
            <a:spLocks xmlns:a="http://schemas.openxmlformats.org/drawingml/2006/main" noGrp="1"/>
          </p:cNvSpPr>
          <p:nvPr/>
        </p:nvSpPr>
        <p:spPr>
          <a:xfrm xmlns:a="http://schemas.openxmlformats.org/drawingml/2006/main">
            <a:off x="6067425" y="526732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38" b="0">
                <a:solidFill>
                  <a:srgbClr val="101010"/>
                </a:solidFill>
              </a:defRPr>
            </a:defPPr>
          </a:lstStyle>
          <a:p xmlns:a="http://schemas.openxmlformats.org/drawingml/2006/main">
            <a:pPr algn="ctr">
              <a:lnSpc>
                <a:spcPct val="108000"/>
              </a:lnSpc>
              <a:spcBef>
                <a:spcPts val="0"/>
              </a:spcBef>
              <a:spcAft>
                <a:spcPts val="0"/>
              </a:spcAft>
              <a:buNone/>
              <a:defRPr sz="1238" b="0">
                <a:solidFill>
                  <a:srgbClr val="101010"/>
                </a:solidFill>
              </a:defRPr>
            </a:pPr>
            <a:r>
              <a:rPr sz="1238" b="0">
                <a:solidFill>
                  <a:srgbClr val="101010"/>
                </a:solidFill>
                <a:latin typeface="Microsoft YaHei"/>
                <a:ea typeface="Microsoft YaHei"/>
                <a:cs typeface="Microsoft YaHei"/>
              </a:rPr>
              <a:t>达到工序需求人数</a:t>
            </a:r>
            <a:endParaRPr>
              <a:latin typeface="Microsoft YaHei"/>
              <a:ea typeface="Microsoft YaHei"/>
              <a:cs typeface="Microsoft YaHei"/>
            </a:endParaRPr>
          </a:p>
        </p:txBody>
      </p:sp>
      <p:sp>
        <p:nvSpPr>
          <p:cNvPr id="147" name="forward-time">
            <a:extLst xmlns:a="http://schemas.openxmlformats.org/drawingml/2006/main">
              <a:ext uri="{FF2B5EF4-FFF2-40B4-BE49-F238E27FC236}">
                <a16:creationId xmlns:a16="http://schemas.microsoft.com/office/drawing/2014/main" id="{517941CE-EFF8-4430-9798-3846045E1DFF}"/>
              </a:ext>
            </a:extLst>
          </p:cNvPr>
          <p:cNvSpPr>
            <a:spLocks xmlns:a="http://schemas.openxmlformats.org/drawingml/2006/main" noGrp="1"/>
          </p:cNvSpPr>
          <p:nvPr/>
        </p:nvSpPr>
        <p:spPr>
          <a:xfrm xmlns:a="http://schemas.openxmlformats.org/drawingml/2006/main">
            <a:off x="581025" y="6000750"/>
            <a:ext cx="2371725" cy="51435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57150" tIns="47625" rIns="57150" bIns="47625" anchor="ctr">
            <a:noAutofit/>
          </a:bodyPr>
          <a:lstStyle xmlns:a="http://schemas.openxmlformats.org/drawingml/2006/main">
            <a:defPPr algn="ctr">
              <a:defRPr sz="1335" b="0">
                <a:solidFill>
                  <a:srgbClr val="101010"/>
                </a:solidFill>
              </a:defRPr>
            </a:defPPr>
          </a:lstStyle>
          <a:p xmlns:a="http://schemas.openxmlformats.org/drawingml/2006/main">
            <a:pPr algn="ctr">
              <a:lnSpc>
                <a:spcPct val="102000"/>
              </a:lnSpc>
              <a:spcBef>
                <a:spcPts val="0"/>
              </a:spcBef>
              <a:spcAft>
                <a:spcPts val="0"/>
              </a:spcAft>
              <a:buNone/>
              <a:defRPr sz="1335" b="0">
                <a:solidFill>
                  <a:srgbClr val="101010"/>
                </a:solidFill>
              </a:defRPr>
            </a:pPr>
            <a:r>
              <a:rPr sz="1335" b="0">
                <a:solidFill>
                  <a:srgbClr val="101010"/>
                </a:solidFill>
                <a:latin typeface="Microsoft YaHei"/>
                <a:ea typeface="Microsoft YaHei"/>
                <a:cs typeface="Microsoft YaHei"/>
              </a:rPr>
              <a:t>前驱完成＋人员日历</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35" b="0">
                <a:solidFill>
                  <a:srgbClr val="101010"/>
                </a:solidFill>
              </a:defRPr>
            </a:pPr>
            <a:r>
              <a:rPr sz="1335" b="0">
                <a:solidFill>
                  <a:srgbClr val="101010"/>
                </a:solidFill>
                <a:latin typeface="Microsoft YaHei"/>
                <a:ea typeface="Microsoft YaHei"/>
                <a:cs typeface="Microsoft YaHei"/>
              </a:rPr>
              <a:t>分配合法起止时刻</a:t>
            </a:r>
            <a:endParaRPr>
              <a:latin typeface="Microsoft YaHei"/>
              <a:ea typeface="Microsoft YaHei"/>
              <a:cs typeface="Microsoft YaHei"/>
            </a:endParaRPr>
          </a:p>
        </p:txBody>
      </p:sp>
      <p:sp>
        <p:nvSpPr>
          <p:cNvPr id="148" name="schedule-update">
            <a:extLst xmlns:a="http://schemas.openxmlformats.org/drawingml/2006/main">
              <a:ext uri="{FF2B5EF4-FFF2-40B4-BE49-F238E27FC236}">
                <a16:creationId xmlns:a16="http://schemas.microsoft.com/office/drawing/2014/main" id="{783E0A68-A16E-4D66-9EE1-1C0510C293D7}"/>
              </a:ext>
            </a:extLst>
          </p:cNvPr>
          <p:cNvSpPr>
            <a:spLocks xmlns:a="http://schemas.openxmlformats.org/drawingml/2006/main" noGrp="1"/>
          </p:cNvSpPr>
          <p:nvPr/>
        </p:nvSpPr>
        <p:spPr>
          <a:xfrm xmlns:a="http://schemas.openxmlformats.org/drawingml/2006/main">
            <a:off x="3371850" y="6000750"/>
            <a:ext cx="2571750" cy="51435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57150" tIns="47625" rIns="57150" bIns="47625" anchor="ctr">
            <a:noAutofit/>
          </a:bodyPr>
          <a:lstStyle xmlns:a="http://schemas.openxmlformats.org/drawingml/2006/main">
            <a:defPPr algn="ctr">
              <a:defRPr sz="1365" b="0">
                <a:solidFill>
                  <a:srgbClr val="101010"/>
                </a:solidFill>
              </a:defRPr>
            </a:defPPr>
          </a:lstStyle>
          <a:p xmlns:a="http://schemas.openxmlformats.org/drawingml/2006/main">
            <a:pPr algn="ctr">
              <a:lnSpc>
                <a:spcPct val="102000"/>
              </a:lnSpc>
              <a:spcBef>
                <a:spcPts val="0"/>
              </a:spcBef>
              <a:spcAft>
                <a:spcPts val="0"/>
              </a:spcAft>
              <a:buNone/>
              <a:defRPr sz="1365" b="0">
                <a:solidFill>
                  <a:srgbClr val="101010"/>
                </a:solidFill>
              </a:defRPr>
            </a:pPr>
            <a:r>
              <a:rPr sz="1365" b="0">
                <a:solidFill>
                  <a:srgbClr val="101010"/>
                </a:solidFill>
                <a:latin typeface="Microsoft YaHei"/>
                <a:ea typeface="Microsoft YaHei"/>
                <a:cs typeface="Microsoft YaHei"/>
              </a:rPr>
              <a:t>更新安排、人员占用</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65" b="0">
                <a:solidFill>
                  <a:srgbClr val="101010"/>
                </a:solidFill>
              </a:defRPr>
            </a:pPr>
            <a:r>
              <a:rPr sz="1365" b="0">
                <a:solidFill>
                  <a:srgbClr val="101010"/>
                </a:solidFill>
                <a:latin typeface="Microsoft YaHei"/>
                <a:ea typeface="Microsoft YaHei"/>
                <a:cs typeface="Microsoft YaHei"/>
              </a:rPr>
              <a:t>与首次使用绑定</a:t>
            </a:r>
            <a:endParaRPr>
              <a:latin typeface="Microsoft YaHei"/>
              <a:ea typeface="Microsoft YaHei"/>
              <a:cs typeface="Microsoft YaHei"/>
            </a:endParaRPr>
          </a:p>
        </p:txBody>
      </p:sp>
      <p:sp>
        <p:nvSpPr>
          <p:cNvPr id="149" name="base-schedule">
            <a:extLst xmlns:a="http://schemas.openxmlformats.org/drawingml/2006/main">
              <a:ext uri="{FF2B5EF4-FFF2-40B4-BE49-F238E27FC236}">
                <a16:creationId xmlns:a16="http://schemas.microsoft.com/office/drawing/2014/main" id="{BE0F66E9-351E-4707-B5DD-93615891F12D}"/>
              </a:ext>
            </a:extLst>
          </p:cNvPr>
          <p:cNvSpPr>
            <a:spLocks xmlns:a="http://schemas.openxmlformats.org/drawingml/2006/main" noGrp="1"/>
          </p:cNvSpPr>
          <p:nvPr/>
        </p:nvSpPr>
        <p:spPr>
          <a:xfrm xmlns:a="http://schemas.openxmlformats.org/drawingml/2006/main">
            <a:off x="6334125" y="6000750"/>
            <a:ext cx="1276350" cy="51435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57150" tIns="47625" rIns="57150" bIns="47625" anchor="ctr">
            <a:noAutofit/>
          </a:bodyPr>
          <a:lstStyle xmlns:a="http://schemas.openxmlformats.org/drawingml/2006/main">
            <a:defPPr algn="ctr">
              <a:defRPr sz="1335" b="0">
                <a:solidFill>
                  <a:srgbClr val="101010"/>
                </a:solidFill>
              </a:defRPr>
            </a:defPPr>
          </a:lstStyle>
          <a:p xmlns:a="http://schemas.openxmlformats.org/drawingml/2006/main">
            <a:pPr algn="ctr">
              <a:lnSpc>
                <a:spcPct val="102000"/>
              </a:lnSpc>
              <a:spcBef>
                <a:spcPts val="0"/>
              </a:spcBef>
              <a:spcAft>
                <a:spcPts val="0"/>
              </a:spcAft>
              <a:buNone/>
              <a:defRPr sz="1335" b="0">
                <a:solidFill>
                  <a:srgbClr val="101010"/>
                </a:solidFill>
              </a:defRPr>
            </a:pPr>
            <a:r>
              <a:rPr sz="1335" b="0">
                <a:solidFill>
                  <a:srgbClr val="101010"/>
                </a:solidFill>
                <a:latin typeface="Microsoft YaHei"/>
                <a:ea typeface="Microsoft YaHei"/>
                <a:cs typeface="Microsoft YaHei"/>
              </a:rPr>
              <a:t>全部安排完成</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35" b="0">
                <a:solidFill>
                  <a:srgbClr val="101010"/>
                </a:solidFill>
              </a:defRPr>
            </a:pPr>
            <a:r>
              <a:rPr sz="1335" b="0">
                <a:solidFill>
                  <a:srgbClr val="101010"/>
                </a:solidFill>
                <a:latin typeface="Microsoft YaHei"/>
                <a:ea typeface="Microsoft YaHei"/>
                <a:cs typeface="Microsoft YaHei"/>
              </a:rPr>
              <a:t>基准排程</a:t>
            </a:r>
            <a:endParaRPr>
              <a:latin typeface="Microsoft YaHei"/>
              <a:ea typeface="Microsoft YaHei"/>
              <a:cs typeface="Microsoft YaHei"/>
            </a:endParaRPr>
          </a:p>
        </p:txBody>
      </p:sp>
      <p:cxnSp>
        <p:nvCxnSpPr>
          <p:cNvPr id="150" name="action-to-time-1">
            <a:extLst xmlns:a="http://schemas.openxmlformats.org/drawingml/2006/main">
              <a:ext uri="{FF2B5EF4-FFF2-40B4-BE49-F238E27FC236}">
                <a16:creationId xmlns:a16="http://schemas.microsoft.com/office/drawing/2014/main" id="{2D54930F-0343-437F-8C53-3C9475A3B58E}"/>
              </a:ext>
            </a:extLst>
          </p:cNvPr>
          <p:cNvCxnSpPr/>
          <p:nvPr/>
        </p:nvCxnSpPr>
        <p:spPr>
          <a:xfrm xmlns:a="http://schemas.openxmlformats.org/drawingml/2006/main" flipH="0" flipV="0">
            <a:off x="5553075" y="5934075"/>
            <a:ext cx="0" cy="28575"/>
          </a:xfrm>
          <a:prstGeom xmlns:a="http://schemas.openxmlformats.org/drawingml/2006/main" prst="straightConnector1">
            <a:avLst/>
          </a:prstGeom>
          <a:ln xmlns:a="http://schemas.openxmlformats.org/drawingml/2006/main" w="12383">
            <a:solidFill>
              <a:srgbClr val="1D1D1D"/>
            </a:solidFill>
            <a:prstDash val="solid"/>
          </a:ln>
        </p:spPr>
      </p:cxnSp>
      <p:cxnSp>
        <p:nvCxnSpPr>
          <p:cNvPr id="151" name="action-to-time-2">
            <a:extLst xmlns:a="http://schemas.openxmlformats.org/drawingml/2006/main">
              <a:ext uri="{FF2B5EF4-FFF2-40B4-BE49-F238E27FC236}">
                <a16:creationId xmlns:a16="http://schemas.microsoft.com/office/drawing/2014/main" id="{EF171DB9-06DC-4047-A74C-E0CF60484CE6}"/>
              </a:ext>
            </a:extLst>
          </p:cNvPr>
          <p:cNvCxnSpPr/>
          <p:nvPr/>
        </p:nvCxnSpPr>
        <p:spPr>
          <a:xfrm xmlns:a="http://schemas.openxmlformats.org/drawingml/2006/main" flipH="1" flipV="0">
            <a:off x="1771650" y="5962650"/>
            <a:ext cx="378142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52" name="action-to-time-3">
            <a:extLst xmlns:a="http://schemas.openxmlformats.org/drawingml/2006/main">
              <a:ext uri="{FF2B5EF4-FFF2-40B4-BE49-F238E27FC236}">
                <a16:creationId xmlns:a16="http://schemas.microsoft.com/office/drawing/2014/main" id="{1CA127D1-5FDA-4BFA-B37F-9E2D7C94ADDB}"/>
              </a:ext>
            </a:extLst>
          </p:cNvPr>
          <p:cNvCxnSpPr/>
          <p:nvPr/>
        </p:nvCxnSpPr>
        <p:spPr>
          <a:xfrm xmlns:a="http://schemas.openxmlformats.org/drawingml/2006/main" flipH="0" flipV="0">
            <a:off x="1771650" y="5962650"/>
            <a:ext cx="0" cy="3810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pic>
        <p:nvPicPr>
          <p:cNvPr id="155" name="">
            <a:extLst xmlns:a="http://schemas.openxmlformats.org/drawingml/2006/main">
              <a:ext uri="{FF2B5EF4-FFF2-40B4-BE49-F238E27FC236}">
                <a16:creationId xmlns:a16="http://schemas.microsoft.com/office/drawing/2014/main" id="{AE7727C5-77D2-4F7D-AFB5-23DAD115F815}"/>
              </a:ext>
            </a:extLst>
          </p:cNvPr>
          <p:cNvPicPr>
            <a:picLocks xmlns:a="http://schemas.openxmlformats.org/drawingml/2006/main" noChangeAspect="1"/>
          </p:cNvPicPr>
          <p:nvPr/>
        </p:nvPicPr>
        <p:blipFill>
          <a:blip xmlns:r="http://schemas.openxmlformats.org/officeDocument/2006/relationships" xmlns:a="http://schemas.openxmlformats.org/drawingml/2006/main" r:embed="R8f72e5530a434588"/>
          <a:srcRect xmlns:a="http://schemas.openxmlformats.org/drawingml/2006/main" l="0" t="0" r="0" b="28000"/>
          <a:stretch xmlns:a="http://schemas.openxmlformats.org/drawingml/2006/main"/>
        </p:blipFill>
        <p:spPr>
          <a:xfrm xmlns:a="http://schemas.openxmlformats.org/drawingml/2006/main">
            <a:off x="666750" y="2190750"/>
            <a:ext cx="2343150" cy="1466850"/>
          </a:xfrm>
          <a:prstGeom xmlns:a="http://schemas.openxmlformats.org/drawingml/2006/main" prst="rect">
            <a:avLst/>
          </a:prstGeom>
        </p:spPr>
      </p:pic>
      <p:cxnSp>
        <p:nvCxnSpPr>
          <p:cNvPr id="156" name="cac-relation-key-工艺前序">
            <a:extLst xmlns:a="http://schemas.openxmlformats.org/drawingml/2006/main">
              <a:ext uri="{FF2B5EF4-FFF2-40B4-BE49-F238E27FC236}">
                <a16:creationId xmlns:a16="http://schemas.microsoft.com/office/drawing/2014/main" id="{419F1E27-6B98-4E36-871F-2375F8B1E9F2}"/>
              </a:ext>
            </a:extLst>
          </p:cNvPr>
          <p:cNvCxnSpPr/>
          <p:nvPr/>
        </p:nvCxnSpPr>
        <p:spPr>
          <a:xfrm xmlns:a="http://schemas.openxmlformats.org/drawingml/2006/main">
            <a:off x="676275" y="3800475"/>
            <a:ext cx="161925" cy="0"/>
          </a:xfrm>
          <a:prstGeom xmlns:a="http://schemas.openxmlformats.org/drawingml/2006/main" prst="bentConnector4">
            <a:avLst/>
          </a:prstGeom>
          <a:ln xmlns:a="http://schemas.openxmlformats.org/drawingml/2006/main" w="15240">
            <a:solidFill>
              <a:srgbClr val="D97525"/>
            </a:solidFill>
            <a:prstDash val="solid"/>
          </a:ln>
        </p:spPr>
      </p:cxnSp>
      <p:sp>
        <p:nvSpPr>
          <p:cNvPr id="157" name="cac-relation-label-工艺前序">
            <a:extLst xmlns:a="http://schemas.openxmlformats.org/drawingml/2006/main">
              <a:ext uri="{FF2B5EF4-FFF2-40B4-BE49-F238E27FC236}">
                <a16:creationId xmlns:a16="http://schemas.microsoft.com/office/drawing/2014/main" id="{67AE9A0B-51C9-44C1-8536-7EB8A1DB5045}"/>
              </a:ext>
            </a:extLst>
          </p:cNvPr>
          <p:cNvSpPr>
            <a:spLocks xmlns:a="http://schemas.openxmlformats.org/drawingml/2006/main" noGrp="1"/>
          </p:cNvSpPr>
          <p:nvPr/>
        </p:nvSpPr>
        <p:spPr>
          <a:xfrm xmlns:a="http://schemas.openxmlformats.org/drawingml/2006/main">
            <a:off x="895350" y="3714750"/>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238">
                <a:solidFill>
                  <a:srgbClr val="101010"/>
                </a:solidFill>
              </a:defRPr>
            </a:defPPr>
          </a:lstStyle>
          <a:p xmlns:a="http://schemas.openxmlformats.org/drawingml/2006/main">
            <a:pPr>
              <a:defRPr sz="1238">
                <a:solidFill>
                  <a:srgbClr val="101010"/>
                </a:solidFill>
              </a:defRPr>
            </a:pPr>
            <a:r>
              <a:rPr sz="1238">
                <a:solidFill>
                  <a:srgbClr val="101010"/>
                </a:solidFill>
                <a:latin typeface="Microsoft YaHei"/>
                <a:ea typeface="Microsoft YaHei"/>
                <a:cs typeface="Microsoft YaHei"/>
              </a:rPr>
              <a:t>工艺前序</a:t>
            </a:r>
            <a:endParaRPr>
              <a:latin typeface="Microsoft YaHei"/>
              <a:ea typeface="Microsoft YaHei"/>
              <a:cs typeface="Microsoft YaHei"/>
            </a:endParaRPr>
          </a:p>
        </p:txBody>
      </p:sp>
      <p:cxnSp>
        <p:nvCxnSpPr>
          <p:cNvPr id="158" name="cac-relation-key-工序分站">
            <a:extLst xmlns:a="http://schemas.openxmlformats.org/drawingml/2006/main">
              <a:ext uri="{FF2B5EF4-FFF2-40B4-BE49-F238E27FC236}">
                <a16:creationId xmlns:a16="http://schemas.microsoft.com/office/drawing/2014/main" id="{82A11B61-E075-4A09-8B2F-FEC407791A1C}"/>
              </a:ext>
            </a:extLst>
          </p:cNvPr>
          <p:cNvCxnSpPr/>
          <p:nvPr/>
        </p:nvCxnSpPr>
        <p:spPr>
          <a:xfrm xmlns:a="http://schemas.openxmlformats.org/drawingml/2006/main">
            <a:off x="1924050" y="3800475"/>
            <a:ext cx="161925" cy="0"/>
          </a:xfrm>
          <a:prstGeom xmlns:a="http://schemas.openxmlformats.org/drawingml/2006/main" prst="bentConnector4">
            <a:avLst/>
          </a:prstGeom>
          <a:ln xmlns:a="http://schemas.openxmlformats.org/drawingml/2006/main" w="15240">
            <a:solidFill>
              <a:srgbClr val="6B9B43"/>
            </a:solidFill>
            <a:prstDash val="solid"/>
          </a:ln>
        </p:spPr>
      </p:cxnSp>
      <p:sp>
        <p:nvSpPr>
          <p:cNvPr id="159" name="cac-relation-label-工序分站">
            <a:extLst xmlns:a="http://schemas.openxmlformats.org/drawingml/2006/main">
              <a:ext uri="{FF2B5EF4-FFF2-40B4-BE49-F238E27FC236}">
                <a16:creationId xmlns:a16="http://schemas.microsoft.com/office/drawing/2014/main" id="{F4BB1833-CAB5-47CE-8DE6-7A0174A3C0D4}"/>
              </a:ext>
            </a:extLst>
          </p:cNvPr>
          <p:cNvSpPr>
            <a:spLocks xmlns:a="http://schemas.openxmlformats.org/drawingml/2006/main" noGrp="1"/>
          </p:cNvSpPr>
          <p:nvPr/>
        </p:nvSpPr>
        <p:spPr>
          <a:xfrm xmlns:a="http://schemas.openxmlformats.org/drawingml/2006/main">
            <a:off x="2143125" y="3714750"/>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238">
                <a:solidFill>
                  <a:srgbClr val="101010"/>
                </a:solidFill>
              </a:defRPr>
            </a:defPPr>
          </a:lstStyle>
          <a:p xmlns:a="http://schemas.openxmlformats.org/drawingml/2006/main">
            <a:pPr>
              <a:defRPr sz="1238">
                <a:solidFill>
                  <a:srgbClr val="101010"/>
                </a:solidFill>
              </a:defRPr>
            </a:pPr>
            <a:r>
              <a:rPr sz="1238">
                <a:solidFill>
                  <a:srgbClr val="101010"/>
                </a:solidFill>
                <a:latin typeface="Microsoft YaHei"/>
                <a:ea typeface="Microsoft YaHei"/>
                <a:cs typeface="Microsoft YaHei"/>
              </a:rPr>
              <a:t>工序分站</a:t>
            </a:r>
            <a:endParaRPr>
              <a:latin typeface="Microsoft YaHei"/>
              <a:ea typeface="Microsoft YaHei"/>
              <a:cs typeface="Microsoft YaHei"/>
            </a:endParaRPr>
          </a:p>
        </p:txBody>
      </p:sp>
      <p:cxnSp>
        <p:nvCxnSpPr>
          <p:cNvPr id="160" name="cac-relation-key-人员指派">
            <a:extLst xmlns:a="http://schemas.openxmlformats.org/drawingml/2006/main">
              <a:ext uri="{FF2B5EF4-FFF2-40B4-BE49-F238E27FC236}">
                <a16:creationId xmlns:a16="http://schemas.microsoft.com/office/drawing/2014/main" id="{470933D0-7E0E-44CE-86A4-E3663CC0107A}"/>
              </a:ext>
            </a:extLst>
          </p:cNvPr>
          <p:cNvCxnSpPr/>
          <p:nvPr/>
        </p:nvCxnSpPr>
        <p:spPr>
          <a:xfrm xmlns:a="http://schemas.openxmlformats.org/drawingml/2006/main">
            <a:off x="676275" y="4000500"/>
            <a:ext cx="161925" cy="0"/>
          </a:xfrm>
          <a:prstGeom xmlns:a="http://schemas.openxmlformats.org/drawingml/2006/main" prst="bentConnector4">
            <a:avLst/>
          </a:prstGeom>
          <a:ln xmlns:a="http://schemas.openxmlformats.org/drawingml/2006/main" w="15240">
            <a:solidFill>
              <a:srgbClr val="4674CD"/>
            </a:solidFill>
            <a:prstDash val="solid"/>
          </a:ln>
        </p:spPr>
      </p:cxnSp>
      <p:sp>
        <p:nvSpPr>
          <p:cNvPr id="161" name="cac-relation-label-人员指派">
            <a:extLst xmlns:a="http://schemas.openxmlformats.org/drawingml/2006/main">
              <a:ext uri="{FF2B5EF4-FFF2-40B4-BE49-F238E27FC236}">
                <a16:creationId xmlns:a16="http://schemas.microsoft.com/office/drawing/2014/main" id="{ECAAEADF-889F-401F-9E3A-5417B3C12C73}"/>
              </a:ext>
            </a:extLst>
          </p:cNvPr>
          <p:cNvSpPr>
            <a:spLocks xmlns:a="http://schemas.openxmlformats.org/drawingml/2006/main" noGrp="1"/>
          </p:cNvSpPr>
          <p:nvPr/>
        </p:nvSpPr>
        <p:spPr>
          <a:xfrm xmlns:a="http://schemas.openxmlformats.org/drawingml/2006/main">
            <a:off x="895350" y="391477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238">
                <a:solidFill>
                  <a:srgbClr val="101010"/>
                </a:solidFill>
              </a:defRPr>
            </a:defPPr>
          </a:lstStyle>
          <a:p xmlns:a="http://schemas.openxmlformats.org/drawingml/2006/main">
            <a:pPr>
              <a:defRPr sz="1238">
                <a:solidFill>
                  <a:srgbClr val="101010"/>
                </a:solidFill>
              </a:defRPr>
            </a:pPr>
            <a:r>
              <a:rPr sz="1238">
                <a:solidFill>
                  <a:srgbClr val="101010"/>
                </a:solidFill>
                <a:latin typeface="Microsoft YaHei"/>
                <a:ea typeface="Microsoft YaHei"/>
                <a:cs typeface="Microsoft YaHei"/>
              </a:rPr>
              <a:t>人员指派</a:t>
            </a:r>
            <a:endParaRPr>
              <a:latin typeface="Microsoft YaHei"/>
              <a:ea typeface="Microsoft YaHei"/>
              <a:cs typeface="Microsoft YaHei"/>
            </a:endParaRPr>
          </a:p>
        </p:txBody>
      </p:sp>
      <p:cxnSp>
        <p:nvCxnSpPr>
          <p:cNvPr id="162" name="cac-relation-key-站位绑定">
            <a:extLst xmlns:a="http://schemas.openxmlformats.org/drawingml/2006/main">
              <a:ext uri="{FF2B5EF4-FFF2-40B4-BE49-F238E27FC236}">
                <a16:creationId xmlns:a16="http://schemas.microsoft.com/office/drawing/2014/main" id="{945EFBC4-3E7F-4725-B69C-CCF873B2F85C}"/>
              </a:ext>
            </a:extLst>
          </p:cNvPr>
          <p:cNvCxnSpPr/>
          <p:nvPr/>
        </p:nvCxnSpPr>
        <p:spPr>
          <a:xfrm xmlns:a="http://schemas.openxmlformats.org/drawingml/2006/main">
            <a:off x="1924050" y="4000500"/>
            <a:ext cx="161925" cy="0"/>
          </a:xfrm>
          <a:prstGeom xmlns:a="http://schemas.openxmlformats.org/drawingml/2006/main" prst="bentConnector4">
            <a:avLst/>
          </a:prstGeom>
          <a:ln xmlns:a="http://schemas.openxmlformats.org/drawingml/2006/main" w="15240">
            <a:solidFill>
              <a:srgbClr val="BE2424"/>
            </a:solidFill>
            <a:prstDash val="solid"/>
          </a:ln>
        </p:spPr>
      </p:cxnSp>
      <p:sp>
        <p:nvSpPr>
          <p:cNvPr id="163" name="cac-relation-label-站位绑定">
            <a:extLst xmlns:a="http://schemas.openxmlformats.org/drawingml/2006/main">
              <a:ext uri="{FF2B5EF4-FFF2-40B4-BE49-F238E27FC236}">
                <a16:creationId xmlns:a16="http://schemas.microsoft.com/office/drawing/2014/main" id="{94D671E5-F18F-4886-BFE6-EDD826641F25}"/>
              </a:ext>
            </a:extLst>
          </p:cNvPr>
          <p:cNvSpPr>
            <a:spLocks xmlns:a="http://schemas.openxmlformats.org/drawingml/2006/main" noGrp="1"/>
          </p:cNvSpPr>
          <p:nvPr/>
        </p:nvSpPr>
        <p:spPr>
          <a:xfrm xmlns:a="http://schemas.openxmlformats.org/drawingml/2006/main">
            <a:off x="2143125" y="391477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238">
                <a:solidFill>
                  <a:srgbClr val="101010"/>
                </a:solidFill>
              </a:defRPr>
            </a:defPPr>
          </a:lstStyle>
          <a:p xmlns:a="http://schemas.openxmlformats.org/drawingml/2006/main">
            <a:pPr>
              <a:defRPr sz="1238">
                <a:solidFill>
                  <a:srgbClr val="101010"/>
                </a:solidFill>
              </a:defRPr>
            </a:pPr>
            <a:r>
              <a:rPr sz="1238">
                <a:solidFill>
                  <a:srgbClr val="101010"/>
                </a:solidFill>
                <a:latin typeface="Microsoft YaHei"/>
                <a:ea typeface="Microsoft YaHei"/>
                <a:cs typeface="Microsoft YaHei"/>
              </a:rPr>
              <a:t>站位绑定</a:t>
            </a:r>
            <a:endParaRPr>
              <a:latin typeface="Microsoft YaHei"/>
              <a:ea typeface="Microsoft YaHei"/>
              <a:cs typeface="Microsoft YaHei"/>
            </a:endParaRPr>
          </a:p>
        </p:txBody>
      </p:sp>
    </p:spTree>
    <p:extLst>
      <p:ext uri="{BB962C8B-B14F-4D97-AF65-F5344CB8AC3E}">
        <p14:creationId xmlns:p14="http://schemas.microsoft.com/office/powerpoint/2010/main" val="9948009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5" name="">
            <a:extLst xmlns:a="http://schemas.openxmlformats.org/drawingml/2006/main">
              <a:ext uri="{FF2B5EF4-FFF2-40B4-BE49-F238E27FC236}">
                <a16:creationId xmlns:a16="http://schemas.microsoft.com/office/drawing/2014/main" id="{B077B748-CE39-405D-806A-B9203DA8EA1C}"/>
              </a:ext>
            </a:extLst>
          </p:cNvPr>
          <p:cNvCxnSpPr>
            <a:stCxn xmlns:a="http://schemas.openxmlformats.org/drawingml/2006/main" id="107" idx="2"/>
            <a:endCxn xmlns:a="http://schemas.openxmlformats.org/drawingml/2006/main" id="114" idx="0"/>
          </p:cNvCxnSpPr>
          <p:nvPr/>
        </p:nvCxnSpPr>
        <p:spPr>
          <a:xfrm xmlns:a="http://schemas.openxmlformats.org/drawingml/2006/main">
            <a:off x="6719888" y="5705475"/>
            <a:ext cx="190500" cy="314325"/>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10" name="">
            <a:extLst xmlns:a="http://schemas.openxmlformats.org/drawingml/2006/main">
              <a:ext uri="{FF2B5EF4-FFF2-40B4-BE49-F238E27FC236}">
                <a16:creationId xmlns:a16="http://schemas.microsoft.com/office/drawing/2014/main" id="{14A9EC91-CD16-4D0E-8C00-4242279EBDA7}"/>
              </a:ext>
            </a:extLst>
          </p:cNvPr>
          <p:cNvCxnSpPr>
            <a:stCxn xmlns:a="http://schemas.openxmlformats.org/drawingml/2006/main" id="106" idx="3"/>
            <a:endCxn xmlns:a="http://schemas.openxmlformats.org/drawingml/2006/main" id="107" idx="1"/>
          </p:cNvCxnSpPr>
          <p:nvPr/>
        </p:nvCxnSpPr>
        <p:spPr>
          <a:xfrm xmlns:a="http://schemas.openxmlformats.org/drawingml/2006/main">
            <a:off x="5410200" y="5443538"/>
            <a:ext cx="400050"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09" name="">
            <a:extLst xmlns:a="http://schemas.openxmlformats.org/drawingml/2006/main">
              <a:ext uri="{FF2B5EF4-FFF2-40B4-BE49-F238E27FC236}">
                <a16:creationId xmlns:a16="http://schemas.microsoft.com/office/drawing/2014/main" id="{C721EBBD-12C8-4B79-8A2A-F3CBEFB98D20}"/>
              </a:ext>
            </a:extLst>
          </p:cNvPr>
          <p:cNvCxnSpPr>
            <a:stCxn xmlns:a="http://schemas.openxmlformats.org/drawingml/2006/main" id="105" idx="3"/>
            <a:endCxn xmlns:a="http://schemas.openxmlformats.org/drawingml/2006/main" id="106" idx="1"/>
          </p:cNvCxnSpPr>
          <p:nvPr/>
        </p:nvCxnSpPr>
        <p:spPr>
          <a:xfrm xmlns:a="http://schemas.openxmlformats.org/drawingml/2006/main">
            <a:off x="3533775" y="5443538"/>
            <a:ext cx="371475"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08" name="">
            <a:extLst xmlns:a="http://schemas.openxmlformats.org/drawingml/2006/main">
              <a:ext uri="{FF2B5EF4-FFF2-40B4-BE49-F238E27FC236}">
                <a16:creationId xmlns:a16="http://schemas.microsoft.com/office/drawing/2014/main" id="{489DC832-58A3-465A-B2B3-ABB41A57A626}"/>
              </a:ext>
            </a:extLst>
          </p:cNvPr>
          <p:cNvCxnSpPr>
            <a:stCxn xmlns:a="http://schemas.openxmlformats.org/drawingml/2006/main" id="104" idx="3"/>
            <a:endCxn xmlns:a="http://schemas.openxmlformats.org/drawingml/2006/main" id="105" idx="1"/>
          </p:cNvCxnSpPr>
          <p:nvPr/>
        </p:nvCxnSpPr>
        <p:spPr>
          <a:xfrm xmlns:a="http://schemas.openxmlformats.org/drawingml/2006/main">
            <a:off x="1895475" y="5443538"/>
            <a:ext cx="352425"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81" name="">
            <a:extLst xmlns:a="http://schemas.openxmlformats.org/drawingml/2006/main">
              <a:ext uri="{FF2B5EF4-FFF2-40B4-BE49-F238E27FC236}">
                <a16:creationId xmlns:a16="http://schemas.microsoft.com/office/drawing/2014/main" id="{429C3F48-304B-4040-BD3B-356DB3886DC7}"/>
              </a:ext>
            </a:extLst>
          </p:cNvPr>
          <p:cNvCxnSpPr>
            <a:stCxn xmlns:a="http://schemas.openxmlformats.org/drawingml/2006/main" id="71" idx="6"/>
            <a:endCxn xmlns:a="http://schemas.openxmlformats.org/drawingml/2006/main" id="72" idx="1"/>
          </p:cNvCxnSpPr>
          <p:nvPr/>
        </p:nvCxnSpPr>
        <p:spPr>
          <a:xfrm xmlns:a="http://schemas.openxmlformats.org/drawingml/2006/main">
            <a:off x="1447800" y="3338513"/>
            <a:ext cx="666750" cy="4763"/>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79" name="">
            <a:extLst xmlns:a="http://schemas.openxmlformats.org/drawingml/2006/main">
              <a:ext uri="{FF2B5EF4-FFF2-40B4-BE49-F238E27FC236}">
                <a16:creationId xmlns:a16="http://schemas.microsoft.com/office/drawing/2014/main" id="{1E86C83E-329D-4285-B29E-4FD4D7314027}"/>
              </a:ext>
            </a:extLst>
          </p:cNvPr>
          <p:cNvCxnSpPr>
            <a:stCxn xmlns:a="http://schemas.openxmlformats.org/drawingml/2006/main" id="69" idx="2"/>
            <a:endCxn xmlns:a="http://schemas.openxmlformats.org/drawingml/2006/main" id="72" idx="0"/>
          </p:cNvCxnSpPr>
          <p:nvPr/>
        </p:nvCxnSpPr>
        <p:spPr>
          <a:xfrm xmlns:a="http://schemas.openxmlformats.org/drawingml/2006/main">
            <a:off x="2505075" y="2324100"/>
            <a:ext cx="0" cy="733425"/>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77" name="">
            <a:extLst xmlns:a="http://schemas.openxmlformats.org/drawingml/2006/main">
              <a:ext uri="{FF2B5EF4-FFF2-40B4-BE49-F238E27FC236}">
                <a16:creationId xmlns:a16="http://schemas.microsoft.com/office/drawing/2014/main" id="{3233E11F-74B8-46C1-A3B7-BA04AAD4E71E}"/>
              </a:ext>
            </a:extLst>
          </p:cNvPr>
          <p:cNvCxnSpPr>
            <a:stCxn xmlns:a="http://schemas.openxmlformats.org/drawingml/2006/main" id="68" idx="2"/>
            <a:endCxn xmlns:a="http://schemas.openxmlformats.org/drawingml/2006/main" id="71" idx="0"/>
          </p:cNvCxnSpPr>
          <p:nvPr/>
        </p:nvCxnSpPr>
        <p:spPr>
          <a:xfrm xmlns:a="http://schemas.openxmlformats.org/drawingml/2006/main">
            <a:off x="1057275" y="2324100"/>
            <a:ext cx="0" cy="752475"/>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75" name="">
            <a:extLst xmlns:a="http://schemas.openxmlformats.org/drawingml/2006/main">
              <a:ext uri="{FF2B5EF4-FFF2-40B4-BE49-F238E27FC236}">
                <a16:creationId xmlns:a16="http://schemas.microsoft.com/office/drawing/2014/main" id="{D25CBE8E-1EC9-46B3-84AD-B06F22B792C6}"/>
              </a:ext>
            </a:extLst>
          </p:cNvPr>
          <p:cNvCxnSpPr>
            <a:stCxn xmlns:a="http://schemas.openxmlformats.org/drawingml/2006/main" id="70" idx="3"/>
            <a:endCxn xmlns:a="http://schemas.openxmlformats.org/drawingml/2006/main" id="69" idx="3"/>
          </p:cNvCxnSpPr>
          <p:nvPr/>
        </p:nvCxnSpPr>
        <p:spPr>
          <a:xfrm xmlns:a="http://schemas.openxmlformats.org/drawingml/2006/main" flipH="1">
            <a:off x="2895600" y="2105025"/>
            <a:ext cx="219075"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73" name="">
            <a:extLst xmlns:a="http://schemas.openxmlformats.org/drawingml/2006/main">
              <a:ext uri="{FF2B5EF4-FFF2-40B4-BE49-F238E27FC236}">
                <a16:creationId xmlns:a16="http://schemas.microsoft.com/office/drawing/2014/main" id="{3965EA8C-6FD8-4660-B1C3-7B987D553C66}"/>
              </a:ext>
            </a:extLst>
          </p:cNvPr>
          <p:cNvCxnSpPr>
            <a:stCxn xmlns:a="http://schemas.openxmlformats.org/drawingml/2006/main" id="68" idx="3"/>
            <a:endCxn xmlns:a="http://schemas.openxmlformats.org/drawingml/2006/main" id="69" idx="1"/>
          </p:cNvCxnSpPr>
          <p:nvPr/>
        </p:nvCxnSpPr>
        <p:spPr>
          <a:xfrm xmlns:a="http://schemas.openxmlformats.org/drawingml/2006/main">
            <a:off x="1447800" y="2105025"/>
            <a:ext cx="666750"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sp>
        <p:nvSpPr>
          <p:cNvPr id="52"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53" name="同济校标">
            <a:extLst xmlns:a="http://schemas.openxmlformats.org/drawingml/2006/main">
              <a:ext uri="{FF2B5EF4-FFF2-40B4-BE49-F238E27FC236}">
                <a16:creationId xmlns:a16="http://schemas.microsoft.com/office/drawing/2014/main" id="{A5099457-629C-403B-AEE0-0876676DA67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5ef1c72730d48fa"/>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54"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4 </a:t>
            </a:r>
            <a:r>
              <a:rPr sz="3200" b="1">
                <a:solidFill>
                  <a:srgbClr val="4674CD"/>
                </a:solidFill>
                <a:latin typeface="Microsoft YaHei"/>
                <a:ea typeface="Microsoft YaHei"/>
                <a:cs typeface="Microsoft YaHei"/>
              </a:rPr>
              <a:t>技术路线</a:t>
            </a:r>
            <a:endParaRPr>
              <a:latin typeface="Microsoft YaHei"/>
              <a:ea typeface="Microsoft YaHei"/>
              <a:cs typeface="Microsoft YaHei"/>
            </a:endParaRPr>
          </a:p>
        </p:txBody>
      </p:sp>
      <p:sp>
        <p:nvSpPr>
          <p:cNvPr id="55"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Microsoft YaHei"/>
                <a:ea typeface="Microsoft YaHei"/>
                <a:cs typeface="Microsoft YaHei"/>
              </a:defRPr>
            </a:defPPr>
          </a:lstStyle>
          <a:p xmlns:a="http://schemas.openxmlformats.org/drawingml/2006/main">
            <a:pPr algn="l">
              <a:lnSpc>
                <a:spcPct val="100000"/>
              </a:lnSpc>
              <a:spcBef>
                <a:spcPts val="0"/>
              </a:spcBef>
              <a:spcAft>
                <a:spcPts val="0"/>
              </a:spcAft>
              <a:buNone/>
              <a:defRPr sz="2400" b="1">
                <a:solidFill>
                  <a:srgbClr val="315CA9"/>
                </a:solidFill>
                <a:latin typeface="Microsoft YaHei"/>
                <a:ea typeface="Microsoft YaHei"/>
                <a:cs typeface="Microsoft YaHei"/>
              </a:defRPr>
            </a:pPr>
            <a:r>
              <a:rPr sz="2400" b="1">
                <a:solidFill>
                  <a:srgbClr val="315CA9"/>
                </a:solidFill>
                <a:latin typeface="Microsoft YaHei"/>
                <a:ea typeface="Microsoft YaHei"/>
                <a:cs typeface="Microsoft YaHei"/>
              </a:rPr>
              <a:t>研究内容二：基于异构图强化学习的脉动装配线动态调度方法</a:t>
            </a:r>
            <a:endParaRPr>
              <a:latin typeface="Microsoft YaHei"/>
              <a:ea typeface="Microsoft YaHei"/>
              <a:cs typeface="Microsoft YaHei"/>
            </a:endParaRPr>
          </a:p>
        </p:txBody>
      </p:sp>
      <p:sp>
        <p:nvSpPr>
          <p:cNvPr id="5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11</a:t>
            </a:r>
            <a:endParaRPr>
              <a:latin typeface="Microsoft YaHei"/>
              <a:ea typeface="Microsoft YaHei"/>
              <a:cs typeface="Microsoft YaHei"/>
            </a:endParaRPr>
          </a:p>
        </p:txBody>
      </p:sp>
      <p:cxnSp>
        <p:nvCxnSpPr>
          <p:cNvPr id="57" name="column-divider">
            <a:extLst xmlns:a="http://schemas.openxmlformats.org/drawingml/2006/main">
              <a:ext uri="{FF2B5EF4-FFF2-40B4-BE49-F238E27FC236}">
                <a16:creationId xmlns:a16="http://schemas.microsoft.com/office/drawing/2014/main" id="{BBAF0DDE-9033-4963-B455-E4B6DE628980}"/>
              </a:ext>
            </a:extLst>
          </p:cNvPr>
          <p:cNvCxnSpPr/>
          <p:nvPr/>
        </p:nvCxnSpPr>
        <p:spPr>
          <a:xfrm xmlns:a="http://schemas.openxmlformats.org/drawingml/2006/main" flipH="0" flipV="0">
            <a:off x="7877175" y="1362075"/>
            <a:ext cx="0" cy="5114925"/>
          </a:xfrm>
          <a:prstGeom xmlns:a="http://schemas.openxmlformats.org/drawingml/2006/main" prst="straightConnector1">
            <a:avLst/>
          </a:prstGeom>
          <a:ln xmlns:a="http://schemas.openxmlformats.org/drawingml/2006/main" w="10001">
            <a:solidFill>
              <a:srgbClr val="C9D6EA"/>
            </a:solidFill>
            <a:prstDash val="solid"/>
          </a:ln>
        </p:spPr>
      </p:cxnSp>
      <p:sp>
        <p:nvSpPr>
          <p:cNvPr id="58" name="explanation-heading-0">
            <a:extLst xmlns:a="http://schemas.openxmlformats.org/drawingml/2006/main">
              <a:ext uri="{FF2B5EF4-FFF2-40B4-BE49-F238E27FC236}">
                <a16:creationId xmlns:a16="http://schemas.microsoft.com/office/drawing/2014/main" id="{004EDD8A-1FFA-40FA-9312-21C4D00D5A51}"/>
              </a:ext>
            </a:extLst>
          </p:cNvPr>
          <p:cNvSpPr>
            <a:spLocks xmlns:a="http://schemas.openxmlformats.org/drawingml/2006/main" noGrp="1"/>
          </p:cNvSpPr>
          <p:nvPr/>
        </p:nvSpPr>
        <p:spPr>
          <a:xfrm xmlns:a="http://schemas.openxmlformats.org/drawingml/2006/main">
            <a:off x="8086725" y="1400175"/>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工艺与资源关系的分别编码</a:t>
            </a:r>
            <a:endParaRPr>
              <a:latin typeface="Microsoft YaHei"/>
              <a:ea typeface="Microsoft YaHei"/>
              <a:cs typeface="Microsoft YaHei"/>
            </a:endParaRPr>
          </a:p>
        </p:txBody>
      </p:sp>
      <p:sp>
        <p:nvSpPr>
          <p:cNvPr id="59" name="explanation-body-0">
            <a:extLst xmlns:a="http://schemas.openxmlformats.org/drawingml/2006/main">
              <a:ext uri="{FF2B5EF4-FFF2-40B4-BE49-F238E27FC236}">
                <a16:creationId xmlns:a16="http://schemas.microsoft.com/office/drawing/2014/main" id="{23B29FA8-331E-4254-A2C0-570FDD75B285}"/>
              </a:ext>
            </a:extLst>
          </p:cNvPr>
          <p:cNvSpPr>
            <a:spLocks xmlns:a="http://schemas.openxmlformats.org/drawingml/2006/main" noGrp="1"/>
          </p:cNvSpPr>
          <p:nvPr/>
        </p:nvSpPr>
        <p:spPr>
          <a:xfrm xmlns:a="http://schemas.openxmlformats.org/drawingml/2006/main">
            <a:off x="8086725" y="1676400"/>
            <a:ext cx="36004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工艺前序、技能需求、人员资格和站位</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归属具有不同生产含义。通过异构图区</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分实体与关系，按关系传播信息，使联</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合决策分别利用工艺联系与资源条件。</a:t>
            </a:r>
            <a:endParaRPr>
              <a:latin typeface="Microsoft YaHei"/>
              <a:ea typeface="Microsoft YaHei"/>
              <a:cs typeface="Microsoft YaHei"/>
            </a:endParaRPr>
          </a:p>
        </p:txBody>
      </p:sp>
      <p:sp>
        <p:nvSpPr>
          <p:cNvPr id="60" name="explanation-heading-1">
            <a:extLst xmlns:a="http://schemas.openxmlformats.org/drawingml/2006/main">
              <a:ext uri="{FF2B5EF4-FFF2-40B4-BE49-F238E27FC236}">
                <a16:creationId xmlns:a16="http://schemas.microsoft.com/office/drawing/2014/main" id="{14ED0947-02B6-4FC1-A10B-0F7133A84F4F}"/>
              </a:ext>
            </a:extLst>
          </p:cNvPr>
          <p:cNvSpPr>
            <a:spLocks xmlns:a="http://schemas.openxmlformats.org/drawingml/2006/main" noGrp="1"/>
          </p:cNvSpPr>
          <p:nvPr/>
        </p:nvSpPr>
        <p:spPr>
          <a:xfrm xmlns:a="http://schemas.openxmlformats.org/drawingml/2006/main">
            <a:off x="8086725" y="2647950"/>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延迟开工后的计划修复</a:t>
            </a:r>
            <a:endParaRPr>
              <a:latin typeface="Microsoft YaHei"/>
              <a:ea typeface="Microsoft YaHei"/>
              <a:cs typeface="Microsoft YaHei"/>
            </a:endParaRPr>
          </a:p>
        </p:txBody>
      </p:sp>
      <p:sp>
        <p:nvSpPr>
          <p:cNvPr id="61" name="explanation-body-1">
            <a:extLst xmlns:a="http://schemas.openxmlformats.org/drawingml/2006/main">
              <a:ext uri="{FF2B5EF4-FFF2-40B4-BE49-F238E27FC236}">
                <a16:creationId xmlns:a16="http://schemas.microsoft.com/office/drawing/2014/main" id="{0E2E2F98-838A-4C7D-947A-152D60A4BAE9}"/>
              </a:ext>
            </a:extLst>
          </p:cNvPr>
          <p:cNvSpPr>
            <a:spLocks xmlns:a="http://schemas.openxmlformats.org/drawingml/2006/main" noGrp="1"/>
          </p:cNvSpPr>
          <p:nvPr/>
        </p:nvSpPr>
        <p:spPr>
          <a:xfrm xmlns:a="http://schemas.openxmlformats.org/drawingml/2006/main">
            <a:off x="8086725" y="2924175"/>
            <a:ext cx="3600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依据固定基准计划确定保留与调整范</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围，保留规定工序的原安排，继承已有</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人员站位绑定。根据已知开工延迟，联</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合修订可调工序的站位、具体</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团队与作业时间。</a:t>
            </a:r>
            <a:endParaRPr>
              <a:latin typeface="Microsoft YaHei"/>
              <a:ea typeface="Microsoft YaHei"/>
              <a:cs typeface="Microsoft YaHei"/>
            </a:endParaRPr>
          </a:p>
        </p:txBody>
      </p:sp>
      <p:sp>
        <p:nvSpPr>
          <p:cNvPr id="62" name="explanation-heading-2">
            <a:extLst xmlns:a="http://schemas.openxmlformats.org/drawingml/2006/main">
              <a:ext uri="{FF2B5EF4-FFF2-40B4-BE49-F238E27FC236}">
                <a16:creationId xmlns:a16="http://schemas.microsoft.com/office/drawing/2014/main" id="{6342CA31-924B-446D-A460-9CAD83082889}"/>
              </a:ext>
            </a:extLst>
          </p:cNvPr>
          <p:cNvSpPr>
            <a:spLocks xmlns:a="http://schemas.openxmlformats.org/drawingml/2006/main" noGrp="1"/>
          </p:cNvSpPr>
          <p:nvPr/>
        </p:nvSpPr>
        <p:spPr>
          <a:xfrm xmlns:a="http://schemas.openxmlformats.org/drawingml/2006/main">
            <a:off x="8086725" y="4114800"/>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完工效率与计划稳定性的兼顾</a:t>
            </a:r>
            <a:endParaRPr>
              <a:latin typeface="Microsoft YaHei"/>
              <a:ea typeface="Microsoft YaHei"/>
              <a:cs typeface="Microsoft YaHei"/>
            </a:endParaRPr>
          </a:p>
        </p:txBody>
      </p:sp>
      <p:sp>
        <p:nvSpPr>
          <p:cNvPr id="63" name="explanation-body-2">
            <a:extLst xmlns:a="http://schemas.openxmlformats.org/drawingml/2006/main">
              <a:ext uri="{FF2B5EF4-FFF2-40B4-BE49-F238E27FC236}">
                <a16:creationId xmlns:a16="http://schemas.microsoft.com/office/drawing/2014/main" id="{5AD5FC01-2363-4D2D-A1A6-E715668FC760}"/>
              </a:ext>
            </a:extLst>
          </p:cNvPr>
          <p:cNvSpPr>
            <a:spLocks xmlns:a="http://schemas.openxmlformats.org/drawingml/2006/main" noGrp="1"/>
          </p:cNvSpPr>
          <p:nvPr/>
        </p:nvSpPr>
        <p:spPr>
          <a:xfrm xmlns:a="http://schemas.openxmlformats.org/drawingml/2006/main">
            <a:off x="8086725" y="4391025"/>
            <a:ext cx="36004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将完工时间与相对基准的开工、站位和</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团队变更共同纳入调度目标，研究恢复</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生产进度与减少计划改动之间的权衡，</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形成考虑原计划延续的重调度方法。</a:t>
            </a:r>
            <a:endParaRPr>
              <a:latin typeface="Microsoft YaHei"/>
              <a:ea typeface="Microsoft YaHei"/>
              <a:cs typeface="Microsoft YaHei"/>
            </a:endParaRPr>
          </a:p>
        </p:txBody>
      </p:sp>
      <p:sp>
        <p:nvSpPr>
          <p:cNvPr id="64" name="takeaway-outline">
            <a:extLst xmlns:a="http://schemas.openxmlformats.org/drawingml/2006/main">
              <a:ext uri="{FF2B5EF4-FFF2-40B4-BE49-F238E27FC236}">
                <a16:creationId xmlns:a16="http://schemas.microsoft.com/office/drawing/2014/main" id="{CAE47E26-77B7-4D8E-BC30-571E71491054}"/>
              </a:ext>
            </a:extLst>
          </p:cNvPr>
          <p:cNvSpPr>
            <a:spLocks xmlns:a="http://schemas.openxmlformats.org/drawingml/2006/main" noGrp="1"/>
          </p:cNvSpPr>
          <p:nvPr/>
        </p:nvSpPr>
        <p:spPr>
          <a:xfrm xmlns:a="http://schemas.openxmlformats.org/drawingml/2006/main">
            <a:off x="8077200" y="5657850"/>
            <a:ext cx="3609975" cy="857250"/>
          </a:xfrm>
          <a:prstGeom xmlns:a="http://schemas.openxmlformats.org/drawingml/2006/main" prst="rect">
            <a:avLst/>
          </a:prstGeom>
          <a:solidFill xmlns:a="http://schemas.openxmlformats.org/drawingml/2006/main">
            <a:srgbClr val="FFFFFF"/>
          </a:solidFill>
          <a:ln xmlns:a="http://schemas.openxmlformats.org/drawingml/2006/main" w="12383">
            <a:solidFill>
              <a:srgbClr val="B72424"/>
            </a:solidFill>
            <a:prstDash val="solid"/>
          </a:ln>
        </p:spPr>
      </p:sp>
      <p:sp>
        <p:nvSpPr>
          <p:cNvPr id="65" name="takeaway">
            <a:extLst xmlns:a="http://schemas.openxmlformats.org/drawingml/2006/main">
              <a:ext uri="{FF2B5EF4-FFF2-40B4-BE49-F238E27FC236}">
                <a16:creationId xmlns:a16="http://schemas.microsoft.com/office/drawing/2014/main" id="{942D021A-FC93-4DAC-B67E-AC8E8CBB5CB9}"/>
              </a:ext>
            </a:extLst>
          </p:cNvPr>
          <p:cNvSpPr>
            <a:spLocks xmlns:a="http://schemas.openxmlformats.org/drawingml/2006/main" noGrp="1"/>
          </p:cNvSpPr>
          <p:nvPr/>
        </p:nvSpPr>
        <p:spPr>
          <a:xfrm xmlns:a="http://schemas.openxmlformats.org/drawingml/2006/main">
            <a:off x="8201025" y="5724525"/>
            <a:ext cx="33623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38" b="1">
                <a:solidFill>
                  <a:srgbClr val="315CA9"/>
                </a:solidFill>
              </a:defRPr>
            </a:defPPr>
          </a:lstStyle>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分别利用工艺与资源关系，</a:t>
            </a:r>
            <a:endParaRPr>
              <a:latin typeface="Microsoft YaHei"/>
              <a:ea typeface="Microsoft YaHei"/>
              <a:cs typeface="Microsoft YaHei"/>
            </a:endParaRPr>
          </a:p>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在规定范围内</a:t>
            </a:r>
            <a:r>
              <a:rPr sz="1538" b="1">
                <a:solidFill>
                  <a:srgbClr val="B72424"/>
                </a:solidFill>
                <a:latin typeface="Microsoft YaHei"/>
                <a:ea typeface="Microsoft YaHei"/>
                <a:cs typeface="Microsoft YaHei"/>
              </a:rPr>
              <a:t>修复受扰计划</a:t>
            </a:r>
            <a:r>
              <a:rPr sz="1538" b="1">
                <a:solidFill>
                  <a:srgbClr val="315CA9"/>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兼顾完工效率与</a:t>
            </a:r>
            <a:r>
              <a:rPr sz="1538" b="1">
                <a:solidFill>
                  <a:srgbClr val="B72424"/>
                </a:solidFill>
                <a:latin typeface="Microsoft YaHei"/>
                <a:ea typeface="Microsoft YaHei"/>
                <a:cs typeface="Microsoft YaHei"/>
              </a:rPr>
              <a:t>计划稳定性</a:t>
            </a:r>
            <a:r>
              <a:rPr sz="1538" b="1">
                <a:solidFill>
                  <a:srgbClr val="315CA9"/>
                </a:solidFill>
                <a:latin typeface="Microsoft YaHei"/>
                <a:ea typeface="Microsoft YaHei"/>
                <a:cs typeface="Microsoft YaHei"/>
              </a:rPr>
              <a:t>。</a:t>
            </a:r>
            <a:endParaRPr>
              <a:latin typeface="Microsoft YaHei"/>
              <a:ea typeface="Microsoft YaHei"/>
              <a:cs typeface="Microsoft YaHei"/>
            </a:endParaRPr>
          </a:p>
        </p:txBody>
      </p:sp>
      <p:sp>
        <p:nvSpPr>
          <p:cNvPr id="66" name="heterogeneous-title">
            <a:extLst xmlns:a="http://schemas.openxmlformats.org/drawingml/2006/main">
              <a:ext uri="{FF2B5EF4-FFF2-40B4-BE49-F238E27FC236}">
                <a16:creationId xmlns:a16="http://schemas.microsoft.com/office/drawing/2014/main" id="{D6660230-CFA4-487C-91D3-C97786289B14}"/>
              </a:ext>
            </a:extLst>
          </p:cNvPr>
          <p:cNvSpPr>
            <a:spLocks xmlns:a="http://schemas.openxmlformats.org/drawingml/2006/main" noGrp="1"/>
          </p:cNvSpPr>
          <p:nvPr/>
        </p:nvSpPr>
        <p:spPr>
          <a:xfrm xmlns:a="http://schemas.openxmlformats.org/drawingml/2006/main">
            <a:off x="600075" y="1400175"/>
            <a:ext cx="3228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1010"/>
                </a:solidFill>
              </a:defRPr>
            </a:defPPr>
          </a:lstStyle>
          <a:p xmlns:a="http://schemas.openxmlformats.org/drawingml/2006/main">
            <a:pPr algn="l">
              <a:lnSpc>
                <a:spcPct val="108000"/>
              </a:lnSpc>
              <a:spcBef>
                <a:spcPts val="0"/>
              </a:spcBef>
              <a:spcAft>
                <a:spcPts val="0"/>
              </a:spcAft>
              <a:buNone/>
              <a:defRPr sz="1725" b="0">
                <a:solidFill>
                  <a:srgbClr val="101010"/>
                </a:solidFill>
              </a:defRPr>
            </a:pPr>
            <a:r>
              <a:rPr sz="1725" b="0">
                <a:solidFill>
                  <a:srgbClr val="101010"/>
                </a:solidFill>
                <a:latin typeface="Microsoft YaHei"/>
                <a:ea typeface="Microsoft YaHei"/>
                <a:cs typeface="Microsoft YaHei"/>
              </a:rPr>
              <a:t>异构图联合调度</a:t>
            </a:r>
            <a:endParaRPr>
              <a:latin typeface="Microsoft YaHei"/>
              <a:ea typeface="Microsoft YaHei"/>
              <a:cs typeface="Microsoft YaHei"/>
            </a:endParaRPr>
          </a:p>
        </p:txBody>
      </p:sp>
      <p:sp>
        <p:nvSpPr>
          <p:cNvPr id="67" name="repair-title">
            <a:extLst xmlns:a="http://schemas.openxmlformats.org/drawingml/2006/main">
              <a:ext uri="{FF2B5EF4-FFF2-40B4-BE49-F238E27FC236}">
                <a16:creationId xmlns:a16="http://schemas.microsoft.com/office/drawing/2014/main" id="{507A2C3E-9ECB-4A08-A574-25025B6AD8C9}"/>
              </a:ext>
            </a:extLst>
          </p:cNvPr>
          <p:cNvSpPr>
            <a:spLocks xmlns:a="http://schemas.openxmlformats.org/drawingml/2006/main" noGrp="1"/>
          </p:cNvSpPr>
          <p:nvPr/>
        </p:nvSpPr>
        <p:spPr>
          <a:xfrm xmlns:a="http://schemas.openxmlformats.org/drawingml/2006/main">
            <a:off x="4295775" y="1400175"/>
            <a:ext cx="33432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01010"/>
                </a:solidFill>
              </a:defRPr>
            </a:defPPr>
          </a:lstStyle>
          <a:p xmlns:a="http://schemas.openxmlformats.org/drawingml/2006/main">
            <a:pPr algn="l">
              <a:lnSpc>
                <a:spcPct val="108000"/>
              </a:lnSpc>
              <a:spcBef>
                <a:spcPts val="0"/>
              </a:spcBef>
              <a:spcAft>
                <a:spcPts val="0"/>
              </a:spcAft>
              <a:buNone/>
              <a:defRPr sz="1650" b="0">
                <a:solidFill>
                  <a:srgbClr val="101010"/>
                </a:solidFill>
              </a:defRPr>
            </a:pPr>
            <a:r>
              <a:rPr sz="1650" b="0">
                <a:solidFill>
                  <a:srgbClr val="101010"/>
                </a:solidFill>
                <a:latin typeface="Microsoft YaHei"/>
                <a:ea typeface="Microsoft YaHei"/>
                <a:cs typeface="Microsoft YaHei"/>
              </a:rPr>
              <a:t>考虑计划稳定性的重调度</a:t>
            </a:r>
            <a:endParaRPr>
              <a:latin typeface="Microsoft YaHei"/>
              <a:ea typeface="Microsoft YaHei"/>
              <a:cs typeface="Microsoft YaHei"/>
            </a:endParaRPr>
          </a:p>
        </p:txBody>
      </p:sp>
      <p:sp>
        <p:nvSpPr>
          <p:cNvPr id="68" name="hetero-op1">
            <a:extLst xmlns:a="http://schemas.openxmlformats.org/drawingml/2006/main">
              <a:ext uri="{FF2B5EF4-FFF2-40B4-BE49-F238E27FC236}">
                <a16:creationId xmlns:a16="http://schemas.microsoft.com/office/drawing/2014/main" id="{CA940154-1541-46E1-9A21-90DCA6A408DD}"/>
              </a:ext>
            </a:extLst>
          </p:cNvPr>
          <p:cNvSpPr>
            <a:spLocks xmlns:a="http://schemas.openxmlformats.org/drawingml/2006/main" noGrp="1"/>
          </p:cNvSpPr>
          <p:nvPr/>
        </p:nvSpPr>
        <p:spPr>
          <a:xfrm xmlns:a="http://schemas.openxmlformats.org/drawingml/2006/main">
            <a:off x="666750" y="1885950"/>
            <a:ext cx="781050" cy="43815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75" b="0">
                <a:solidFill>
                  <a:srgbClr val="101010"/>
                </a:solidFill>
              </a:defRPr>
            </a:defPPr>
          </a:lstStyle>
          <a:p xmlns:a="http://schemas.openxmlformats.org/drawingml/2006/main">
            <a:pPr algn="ctr">
              <a:lnSpc>
                <a:spcPct val="102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工序</a:t>
            </a:r>
            <a:r>
              <a:rPr sz="1575" b="0">
                <a:solidFill>
                  <a:srgbClr val="101010"/>
                </a:solidFill>
                <a:latin typeface="Times New Roman"/>
                <a:ea typeface="Times New Roman"/>
                <a:cs typeface="Times New Roman"/>
              </a:rPr>
              <a:t>1</a:t>
            </a:r>
            <a:endParaRPr>
              <a:latin typeface="Microsoft YaHei"/>
              <a:ea typeface="Microsoft YaHei"/>
              <a:cs typeface="Microsoft YaHei"/>
            </a:endParaRPr>
          </a:p>
        </p:txBody>
      </p:sp>
      <p:sp>
        <p:nvSpPr>
          <p:cNvPr id="69" name="hetero-op2">
            <a:extLst xmlns:a="http://schemas.openxmlformats.org/drawingml/2006/main">
              <a:ext uri="{FF2B5EF4-FFF2-40B4-BE49-F238E27FC236}">
                <a16:creationId xmlns:a16="http://schemas.microsoft.com/office/drawing/2014/main" id="{7247CBF1-7FEC-4175-9CE7-753E4A1C9654}"/>
              </a:ext>
            </a:extLst>
          </p:cNvPr>
          <p:cNvSpPr>
            <a:spLocks xmlns:a="http://schemas.openxmlformats.org/drawingml/2006/main" noGrp="1"/>
          </p:cNvSpPr>
          <p:nvPr/>
        </p:nvSpPr>
        <p:spPr>
          <a:xfrm xmlns:a="http://schemas.openxmlformats.org/drawingml/2006/main">
            <a:off x="2114550" y="1885950"/>
            <a:ext cx="781050" cy="43815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75" b="0">
                <a:solidFill>
                  <a:srgbClr val="101010"/>
                </a:solidFill>
              </a:defRPr>
            </a:defPPr>
          </a:lstStyle>
          <a:p xmlns:a="http://schemas.openxmlformats.org/drawingml/2006/main">
            <a:pPr algn="ctr">
              <a:lnSpc>
                <a:spcPct val="102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工序</a:t>
            </a:r>
            <a:r>
              <a:rPr sz="1575" b="0">
                <a:solidFill>
                  <a:srgbClr val="101010"/>
                </a:solidFill>
                <a:latin typeface="Times New Roman"/>
                <a:ea typeface="Times New Roman"/>
                <a:cs typeface="Times New Roman"/>
              </a:rPr>
              <a:t>2</a:t>
            </a:r>
            <a:endParaRPr>
              <a:latin typeface="Microsoft YaHei"/>
              <a:ea typeface="Microsoft YaHei"/>
              <a:cs typeface="Microsoft YaHei"/>
            </a:endParaRPr>
          </a:p>
        </p:txBody>
      </p:sp>
      <p:sp>
        <p:nvSpPr>
          <p:cNvPr id="70" name="hetero-station">
            <a:extLst xmlns:a="http://schemas.openxmlformats.org/drawingml/2006/main">
              <a:ext uri="{FF2B5EF4-FFF2-40B4-BE49-F238E27FC236}">
                <a16:creationId xmlns:a16="http://schemas.microsoft.com/office/drawing/2014/main" id="{3B24B171-C737-4C35-AA62-851208DE3A91}"/>
              </a:ext>
            </a:extLst>
          </p:cNvPr>
          <p:cNvSpPr>
            <a:spLocks xmlns:a="http://schemas.openxmlformats.org/drawingml/2006/main" noGrp="1"/>
          </p:cNvSpPr>
          <p:nvPr/>
        </p:nvSpPr>
        <p:spPr>
          <a:xfrm xmlns:a="http://schemas.openxmlformats.org/drawingml/2006/main">
            <a:off x="3114675" y="1876425"/>
            <a:ext cx="714375" cy="457200"/>
          </a:xfrm>
          <a:prstGeom xmlns:a="http://schemas.openxmlformats.org/drawingml/2006/main" prst="hexagon">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站位</a:t>
            </a:r>
            <a:endParaRPr>
              <a:latin typeface="Microsoft YaHei"/>
              <a:ea typeface="Microsoft YaHei"/>
              <a:cs typeface="Microsoft YaHei"/>
            </a:endParaRPr>
          </a:p>
        </p:txBody>
      </p:sp>
      <p:sp>
        <p:nvSpPr>
          <p:cNvPr id="71" name="hetero-person">
            <a:extLst xmlns:a="http://schemas.openxmlformats.org/drawingml/2006/main">
              <a:ext uri="{FF2B5EF4-FFF2-40B4-BE49-F238E27FC236}">
                <a16:creationId xmlns:a16="http://schemas.microsoft.com/office/drawing/2014/main" id="{C1EBDD4F-67EA-42B5-8CE6-D22C926546C4}"/>
              </a:ext>
            </a:extLst>
          </p:cNvPr>
          <p:cNvSpPr>
            <a:spLocks xmlns:a="http://schemas.openxmlformats.org/drawingml/2006/main" noGrp="1"/>
          </p:cNvSpPr>
          <p:nvPr/>
        </p:nvSpPr>
        <p:spPr>
          <a:xfrm xmlns:a="http://schemas.openxmlformats.org/drawingml/2006/main">
            <a:off x="666750" y="3076575"/>
            <a:ext cx="781050" cy="523875"/>
          </a:xfrm>
          <a:prstGeom xmlns:a="http://schemas.openxmlformats.org/drawingml/2006/main" prst="ellipse">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none" lIns="28575" tIns="28575" rIns="28575" bIns="28575" anchor="ctr">
            <a:noAutofit/>
          </a:bodyPr>
          <a:lstStyle xmlns:a="http://schemas.openxmlformats.org/drawingml/2006/main">
            <a:defPPr algn="ctr">
              <a:defRPr sz="1575" b="0">
                <a:solidFill>
                  <a:srgbClr val="101010"/>
                </a:solidFill>
              </a:defRPr>
            </a:defPPr>
          </a:lstStyle>
          <a:p xmlns:a="http://schemas.openxmlformats.org/drawingml/2006/main">
            <a:pPr algn="ctr">
              <a:lnSpc>
                <a:spcPct val="102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人员</a:t>
            </a:r>
            <a:endParaRPr>
              <a:latin typeface="Microsoft YaHei"/>
              <a:ea typeface="Microsoft YaHei"/>
              <a:cs typeface="Microsoft YaHei"/>
            </a:endParaRPr>
          </a:p>
        </p:txBody>
      </p:sp>
      <p:sp>
        <p:nvSpPr>
          <p:cNvPr id="72" name="hetero-skill">
            <a:extLst xmlns:a="http://schemas.openxmlformats.org/drawingml/2006/main">
              <a:ext uri="{FF2B5EF4-FFF2-40B4-BE49-F238E27FC236}">
                <a16:creationId xmlns:a16="http://schemas.microsoft.com/office/drawing/2014/main" id="{5DEEBE03-93D3-4F00-855D-1AD6A2529E6A}"/>
              </a:ext>
            </a:extLst>
          </p:cNvPr>
          <p:cNvSpPr>
            <a:spLocks xmlns:a="http://schemas.openxmlformats.org/drawingml/2006/main" noGrp="1"/>
          </p:cNvSpPr>
          <p:nvPr/>
        </p:nvSpPr>
        <p:spPr>
          <a:xfrm xmlns:a="http://schemas.openxmlformats.org/drawingml/2006/main">
            <a:off x="2114550" y="3057525"/>
            <a:ext cx="781050" cy="571500"/>
          </a:xfrm>
          <a:prstGeom xmlns:a="http://schemas.openxmlformats.org/drawingml/2006/main" prst="diamond">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0" tIns="0" rIns="0" bIns="0"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技能</a:t>
            </a:r>
            <a:endParaRPr>
              <a:latin typeface="Microsoft YaHei"/>
              <a:ea typeface="Microsoft YaHei"/>
              <a:cs typeface="Microsoft YaHei"/>
            </a:endParaRPr>
          </a:p>
        </p:txBody>
      </p:sp>
      <p:sp>
        <p:nvSpPr>
          <p:cNvPr id="74" name="relation-precedence">
            <a:extLst xmlns:a="http://schemas.openxmlformats.org/drawingml/2006/main">
              <a:ext uri="{FF2B5EF4-FFF2-40B4-BE49-F238E27FC236}">
                <a16:creationId xmlns:a16="http://schemas.microsoft.com/office/drawing/2014/main" id="{73AD97C7-72F0-4403-B911-9A90B0F9CF41}"/>
              </a:ext>
            </a:extLst>
          </p:cNvPr>
          <p:cNvSpPr>
            <a:spLocks xmlns:a="http://schemas.openxmlformats.org/drawingml/2006/main" noGrp="1"/>
          </p:cNvSpPr>
          <p:nvPr/>
        </p:nvSpPr>
        <p:spPr>
          <a:xfrm xmlns:a="http://schemas.openxmlformats.org/drawingml/2006/main">
            <a:off x="1562100" y="1809750"/>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01010"/>
                </a:solidFill>
              </a:defRPr>
            </a:defPPr>
          </a:lstStyle>
          <a:p xmlns:a="http://schemas.openxmlformats.org/drawingml/2006/main">
            <a:pPr algn="l">
              <a:lnSpc>
                <a:spcPct val="108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前序</a:t>
            </a:r>
            <a:endParaRPr>
              <a:latin typeface="Microsoft YaHei"/>
              <a:ea typeface="Microsoft YaHei"/>
              <a:cs typeface="Microsoft YaHei"/>
            </a:endParaRPr>
          </a:p>
        </p:txBody>
      </p:sp>
      <p:sp>
        <p:nvSpPr>
          <p:cNvPr id="76" name="relation-belongs">
            <a:extLst xmlns:a="http://schemas.openxmlformats.org/drawingml/2006/main">
              <a:ext uri="{FF2B5EF4-FFF2-40B4-BE49-F238E27FC236}">
                <a16:creationId xmlns:a16="http://schemas.microsoft.com/office/drawing/2014/main" id="{208CE562-9829-4780-9D08-4074C32F231B}"/>
              </a:ext>
            </a:extLst>
          </p:cNvPr>
          <p:cNvSpPr>
            <a:spLocks xmlns:a="http://schemas.openxmlformats.org/drawingml/2006/main" noGrp="1"/>
          </p:cNvSpPr>
          <p:nvPr/>
        </p:nvSpPr>
        <p:spPr>
          <a:xfrm xmlns:a="http://schemas.openxmlformats.org/drawingml/2006/main">
            <a:off x="2895600" y="1609725"/>
            <a:ext cx="466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101010"/>
                </a:solidFill>
              </a:defRPr>
            </a:defPPr>
          </a:lstStyle>
          <a:p xmlns:a="http://schemas.openxmlformats.org/drawingml/2006/main">
            <a:pPr algn="l">
              <a:lnSpc>
                <a:spcPct val="108000"/>
              </a:lnSpc>
              <a:spcBef>
                <a:spcPts val="0"/>
              </a:spcBef>
              <a:spcAft>
                <a:spcPts val="0"/>
              </a:spcAft>
              <a:buNone/>
              <a:defRPr sz="1313" b="0">
                <a:solidFill>
                  <a:srgbClr val="101010"/>
                </a:solidFill>
              </a:defRPr>
            </a:pPr>
            <a:r>
              <a:rPr sz="1313" b="0">
                <a:solidFill>
                  <a:srgbClr val="101010"/>
                </a:solidFill>
                <a:latin typeface="Microsoft YaHei"/>
                <a:ea typeface="Microsoft YaHei"/>
                <a:cs typeface="Microsoft YaHei"/>
              </a:rPr>
              <a:t>归属</a:t>
            </a:r>
            <a:endParaRPr>
              <a:latin typeface="Microsoft YaHei"/>
              <a:ea typeface="Microsoft YaHei"/>
              <a:cs typeface="Microsoft YaHei"/>
            </a:endParaRPr>
          </a:p>
        </p:txBody>
      </p:sp>
      <p:sp>
        <p:nvSpPr>
          <p:cNvPr id="78" name="relation-assignment">
            <a:extLst xmlns:a="http://schemas.openxmlformats.org/drawingml/2006/main">
              <a:ext uri="{FF2B5EF4-FFF2-40B4-BE49-F238E27FC236}">
                <a16:creationId xmlns:a16="http://schemas.microsoft.com/office/drawing/2014/main" id="{0A3E3B00-4A49-467B-AF78-3D4441754819}"/>
              </a:ext>
            </a:extLst>
          </p:cNvPr>
          <p:cNvSpPr>
            <a:spLocks xmlns:a="http://schemas.openxmlformats.org/drawingml/2006/main" noGrp="1"/>
          </p:cNvSpPr>
          <p:nvPr/>
        </p:nvSpPr>
        <p:spPr>
          <a:xfrm xmlns:a="http://schemas.openxmlformats.org/drawingml/2006/main">
            <a:off x="1076325" y="2619375"/>
            <a:ext cx="466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01010"/>
                </a:solidFill>
              </a:defRPr>
            </a:defPPr>
          </a:lstStyle>
          <a:p xmlns:a="http://schemas.openxmlformats.org/drawingml/2006/main">
            <a:pPr algn="l">
              <a:lnSpc>
                <a:spcPct val="108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安排</a:t>
            </a:r>
            <a:endParaRPr>
              <a:latin typeface="Microsoft YaHei"/>
              <a:ea typeface="Microsoft YaHei"/>
              <a:cs typeface="Microsoft YaHei"/>
            </a:endParaRPr>
          </a:p>
        </p:txBody>
      </p:sp>
      <p:sp>
        <p:nvSpPr>
          <p:cNvPr id="80" name="relation-demand">
            <a:extLst xmlns:a="http://schemas.openxmlformats.org/drawingml/2006/main">
              <a:ext uri="{FF2B5EF4-FFF2-40B4-BE49-F238E27FC236}">
                <a16:creationId xmlns:a16="http://schemas.microsoft.com/office/drawing/2014/main" id="{43D8065D-5DAC-4155-B24E-66042049D91F}"/>
              </a:ext>
            </a:extLst>
          </p:cNvPr>
          <p:cNvSpPr>
            <a:spLocks xmlns:a="http://schemas.openxmlformats.org/drawingml/2006/main" noGrp="1"/>
          </p:cNvSpPr>
          <p:nvPr/>
        </p:nvSpPr>
        <p:spPr>
          <a:xfrm xmlns:a="http://schemas.openxmlformats.org/drawingml/2006/main">
            <a:off x="2514600" y="2619375"/>
            <a:ext cx="466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01010"/>
                </a:solidFill>
              </a:defRPr>
            </a:defPPr>
          </a:lstStyle>
          <a:p xmlns:a="http://schemas.openxmlformats.org/drawingml/2006/main">
            <a:pPr algn="l">
              <a:lnSpc>
                <a:spcPct val="108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需求</a:t>
            </a:r>
            <a:endParaRPr>
              <a:latin typeface="Microsoft YaHei"/>
              <a:ea typeface="Microsoft YaHei"/>
              <a:cs typeface="Microsoft YaHei"/>
            </a:endParaRPr>
          </a:p>
        </p:txBody>
      </p:sp>
      <p:sp>
        <p:nvSpPr>
          <p:cNvPr id="82" name="relation-qualification">
            <a:extLst xmlns:a="http://schemas.openxmlformats.org/drawingml/2006/main">
              <a:ext uri="{FF2B5EF4-FFF2-40B4-BE49-F238E27FC236}">
                <a16:creationId xmlns:a16="http://schemas.microsoft.com/office/drawing/2014/main" id="{9255303D-59A0-4F24-92A0-AE8506FC563A}"/>
              </a:ext>
            </a:extLst>
          </p:cNvPr>
          <p:cNvSpPr>
            <a:spLocks xmlns:a="http://schemas.openxmlformats.org/drawingml/2006/main" noGrp="1"/>
          </p:cNvSpPr>
          <p:nvPr/>
        </p:nvSpPr>
        <p:spPr>
          <a:xfrm xmlns:a="http://schemas.openxmlformats.org/drawingml/2006/main">
            <a:off x="1571625" y="31051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01010"/>
                </a:solidFill>
              </a:defRPr>
            </a:defPPr>
          </a:lstStyle>
          <a:p xmlns:a="http://schemas.openxmlformats.org/drawingml/2006/main">
            <a:pPr algn="l">
              <a:lnSpc>
                <a:spcPct val="108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资格</a:t>
            </a:r>
            <a:endParaRPr>
              <a:latin typeface="Microsoft YaHei"/>
              <a:ea typeface="Microsoft YaHei"/>
              <a:cs typeface="Microsoft YaHei"/>
            </a:endParaRPr>
          </a:p>
        </p:txBody>
      </p:sp>
      <p:sp>
        <p:nvSpPr>
          <p:cNvPr id="83" name="heterogeneous-encoder">
            <a:extLst xmlns:a="http://schemas.openxmlformats.org/drawingml/2006/main">
              <a:ext uri="{FF2B5EF4-FFF2-40B4-BE49-F238E27FC236}">
                <a16:creationId xmlns:a16="http://schemas.microsoft.com/office/drawing/2014/main" id="{05B6E8FA-951A-4B67-B352-0D62091591BC}"/>
              </a:ext>
            </a:extLst>
          </p:cNvPr>
          <p:cNvSpPr>
            <a:spLocks xmlns:a="http://schemas.openxmlformats.org/drawingml/2006/main" noGrp="1"/>
          </p:cNvSpPr>
          <p:nvPr/>
        </p:nvSpPr>
        <p:spPr>
          <a:xfrm xmlns:a="http://schemas.openxmlformats.org/drawingml/2006/main">
            <a:off x="676275" y="4000500"/>
            <a:ext cx="3152775" cy="4572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75" b="0">
                <a:solidFill>
                  <a:srgbClr val="101010"/>
                </a:solidFill>
              </a:defRPr>
            </a:defPPr>
          </a:lstStyle>
          <a:p xmlns:a="http://schemas.openxmlformats.org/drawingml/2006/main">
            <a:pPr algn="ctr">
              <a:lnSpc>
                <a:spcPct val="102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异构图编码</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按关系传播与读出</a:t>
            </a:r>
            <a:endParaRPr>
              <a:latin typeface="Microsoft YaHei"/>
              <a:ea typeface="Microsoft YaHei"/>
              <a:cs typeface="Microsoft YaHei"/>
            </a:endParaRPr>
          </a:p>
        </p:txBody>
      </p:sp>
      <p:cxnSp>
        <p:nvCxnSpPr>
          <p:cNvPr id="84" name="skill-to-encoder-1">
            <a:extLst xmlns:a="http://schemas.openxmlformats.org/drawingml/2006/main">
              <a:ext uri="{FF2B5EF4-FFF2-40B4-BE49-F238E27FC236}">
                <a16:creationId xmlns:a16="http://schemas.microsoft.com/office/drawing/2014/main" id="{46111AB8-C40B-49E1-8543-5BBDF540F311}"/>
              </a:ext>
            </a:extLst>
          </p:cNvPr>
          <p:cNvCxnSpPr/>
          <p:nvPr/>
        </p:nvCxnSpPr>
        <p:spPr>
          <a:xfrm xmlns:a="http://schemas.openxmlformats.org/drawingml/2006/main" flipH="0" flipV="0">
            <a:off x="2505075" y="3629025"/>
            <a:ext cx="0" cy="247650"/>
          </a:xfrm>
          <a:prstGeom xmlns:a="http://schemas.openxmlformats.org/drawingml/2006/main" prst="straightConnector1">
            <a:avLst/>
          </a:prstGeom>
          <a:ln xmlns:a="http://schemas.openxmlformats.org/drawingml/2006/main" w="12383">
            <a:solidFill>
              <a:srgbClr val="1D1D1D"/>
            </a:solidFill>
            <a:prstDash val="solid"/>
          </a:ln>
        </p:spPr>
      </p:cxnSp>
      <p:cxnSp>
        <p:nvCxnSpPr>
          <p:cNvPr id="85" name="skill-to-encoder-2">
            <a:extLst xmlns:a="http://schemas.openxmlformats.org/drawingml/2006/main">
              <a:ext uri="{FF2B5EF4-FFF2-40B4-BE49-F238E27FC236}">
                <a16:creationId xmlns:a16="http://schemas.microsoft.com/office/drawing/2014/main" id="{1C56B5AA-DFF0-472A-9FEA-EAE8B626ECC2}"/>
              </a:ext>
            </a:extLst>
          </p:cNvPr>
          <p:cNvCxnSpPr/>
          <p:nvPr/>
        </p:nvCxnSpPr>
        <p:spPr>
          <a:xfrm xmlns:a="http://schemas.openxmlformats.org/drawingml/2006/main" flipH="1" flipV="0">
            <a:off x="2247900" y="3876675"/>
            <a:ext cx="25717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86" name="skill-to-encoder-3">
            <a:extLst xmlns:a="http://schemas.openxmlformats.org/drawingml/2006/main">
              <a:ext uri="{FF2B5EF4-FFF2-40B4-BE49-F238E27FC236}">
                <a16:creationId xmlns:a16="http://schemas.microsoft.com/office/drawing/2014/main" id="{0FB1E52F-035D-4854-9CE8-36EA2DBB1C06}"/>
              </a:ext>
            </a:extLst>
          </p:cNvPr>
          <p:cNvCxnSpPr/>
          <p:nvPr/>
        </p:nvCxnSpPr>
        <p:spPr>
          <a:xfrm xmlns:a="http://schemas.openxmlformats.org/drawingml/2006/main" flipH="0" flipV="0">
            <a:off x="2247900" y="3876675"/>
            <a:ext cx="0" cy="123825"/>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87" name="baseline-and-delay">
            <a:extLst xmlns:a="http://schemas.openxmlformats.org/drawingml/2006/main">
              <a:ext uri="{FF2B5EF4-FFF2-40B4-BE49-F238E27FC236}">
                <a16:creationId xmlns:a16="http://schemas.microsoft.com/office/drawing/2014/main" id="{4BCA91D9-F203-4D97-8BAF-CE2514CD57C5}"/>
              </a:ext>
            </a:extLst>
          </p:cNvPr>
          <p:cNvSpPr>
            <a:spLocks xmlns:a="http://schemas.openxmlformats.org/drawingml/2006/main" noGrp="1"/>
          </p:cNvSpPr>
          <p:nvPr/>
        </p:nvSpPr>
        <p:spPr>
          <a:xfrm xmlns:a="http://schemas.openxmlformats.org/drawingml/2006/main">
            <a:off x="4305300" y="1800225"/>
            <a:ext cx="3333750" cy="6096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650" b="0">
                <a:solidFill>
                  <a:srgbClr val="101010"/>
                </a:solidFill>
              </a:defRPr>
            </a:defPPr>
          </a:lstStyle>
          <a:p xmlns:a="http://schemas.openxmlformats.org/drawingml/2006/main">
            <a:pPr algn="ctr">
              <a:lnSpc>
                <a:spcPct val="102000"/>
              </a:lnSpc>
              <a:spcBef>
                <a:spcPts val="0"/>
              </a:spcBef>
              <a:spcAft>
                <a:spcPts val="0"/>
              </a:spcAft>
              <a:buNone/>
              <a:defRPr sz="1650" b="0">
                <a:solidFill>
                  <a:srgbClr val="101010"/>
                </a:solidFill>
              </a:defRPr>
            </a:pPr>
            <a:r>
              <a:rPr sz="1650" b="0">
                <a:solidFill>
                  <a:srgbClr val="101010"/>
                </a:solidFill>
                <a:latin typeface="Microsoft YaHei"/>
                <a:ea typeface="Microsoft YaHei"/>
                <a:cs typeface="Microsoft YaHei"/>
              </a:rPr>
              <a:t>固定基准计划</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650" b="0">
                <a:solidFill>
                  <a:srgbClr val="101010"/>
                </a:solidFill>
              </a:defRPr>
            </a:pPr>
            <a:r>
              <a:rPr sz="1650" b="0">
                <a:solidFill>
                  <a:srgbClr val="101010"/>
                </a:solidFill>
                <a:latin typeface="Microsoft YaHei"/>
                <a:ea typeface="Microsoft YaHei"/>
                <a:cs typeface="Microsoft YaHei"/>
              </a:rPr>
              <a:t>与已揭示开工延迟</a:t>
            </a:r>
            <a:endParaRPr>
              <a:latin typeface="Microsoft YaHei"/>
              <a:ea typeface="Microsoft YaHei"/>
              <a:cs typeface="Microsoft YaHei"/>
            </a:endParaRPr>
          </a:p>
        </p:txBody>
      </p:sp>
      <p:sp>
        <p:nvSpPr>
          <p:cNvPr id="88" name="reschedule-boundary">
            <a:extLst xmlns:a="http://schemas.openxmlformats.org/drawingml/2006/main">
              <a:ext uri="{FF2B5EF4-FFF2-40B4-BE49-F238E27FC236}">
                <a16:creationId xmlns:a16="http://schemas.microsoft.com/office/drawing/2014/main" id="{A2618D25-8D67-4747-9C2E-827BC2E8EC61}"/>
              </a:ext>
            </a:extLst>
          </p:cNvPr>
          <p:cNvSpPr>
            <a:spLocks xmlns:a="http://schemas.openxmlformats.org/drawingml/2006/main" noGrp="1"/>
          </p:cNvSpPr>
          <p:nvPr/>
        </p:nvSpPr>
        <p:spPr>
          <a:xfrm xmlns:a="http://schemas.openxmlformats.org/drawingml/2006/main">
            <a:off x="4343400" y="2562225"/>
            <a:ext cx="32575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10" b="0">
                <a:solidFill>
                  <a:srgbClr val="101010"/>
                </a:solidFill>
              </a:defRPr>
            </a:defPPr>
          </a:lstStyle>
          <a:p xmlns:a="http://schemas.openxmlformats.org/drawingml/2006/main">
            <a:pPr algn="ctr">
              <a:lnSpc>
                <a:spcPct val="102000"/>
              </a:lnSpc>
              <a:spcBef>
                <a:spcPts val="0"/>
              </a:spcBef>
              <a:spcAft>
                <a:spcPts val="0"/>
              </a:spcAft>
              <a:buNone/>
              <a:defRPr sz="1410" b="0">
                <a:solidFill>
                  <a:srgbClr val="101010"/>
                </a:solidFill>
              </a:defRPr>
            </a:pPr>
            <a:r>
              <a:rPr sz="1410" b="0">
                <a:solidFill>
                  <a:srgbClr val="101010"/>
                </a:solidFill>
                <a:latin typeface="Microsoft YaHei"/>
                <a:ea typeface="Microsoft YaHei"/>
                <a:cs typeface="Microsoft YaHei"/>
              </a:rPr>
              <a:t>按基准开工时刻</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410" b="0">
                <a:solidFill>
                  <a:srgbClr val="101010"/>
                </a:solidFill>
              </a:defRPr>
            </a:pPr>
            <a:r>
              <a:rPr sz="1410" b="0">
                <a:solidFill>
                  <a:srgbClr val="101010"/>
                </a:solidFill>
                <a:latin typeface="Microsoft YaHei"/>
                <a:ea typeface="Microsoft YaHei"/>
                <a:cs typeface="Microsoft YaHei"/>
              </a:rPr>
              <a:t>与重调度边界划分</a:t>
            </a:r>
            <a:endParaRPr>
              <a:latin typeface="Microsoft YaHei"/>
              <a:ea typeface="Microsoft YaHei"/>
              <a:cs typeface="Microsoft YaHei"/>
            </a:endParaRPr>
          </a:p>
        </p:txBody>
      </p:sp>
      <p:sp>
        <p:nvSpPr>
          <p:cNvPr id="89" name="frozen-entries">
            <a:extLst xmlns:a="http://schemas.openxmlformats.org/drawingml/2006/main">
              <a:ext uri="{FF2B5EF4-FFF2-40B4-BE49-F238E27FC236}">
                <a16:creationId xmlns:a16="http://schemas.microsoft.com/office/drawing/2014/main" id="{C0C5F325-3CAB-43B1-BE21-AB0228080E79}"/>
              </a:ext>
            </a:extLst>
          </p:cNvPr>
          <p:cNvSpPr>
            <a:spLocks xmlns:a="http://schemas.openxmlformats.org/drawingml/2006/main" noGrp="1"/>
          </p:cNvSpPr>
          <p:nvPr/>
        </p:nvSpPr>
        <p:spPr>
          <a:xfrm xmlns:a="http://schemas.openxmlformats.org/drawingml/2006/main">
            <a:off x="4305300" y="3200400"/>
            <a:ext cx="14859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88" b="0">
                <a:solidFill>
                  <a:srgbClr val="101010"/>
                </a:solidFill>
              </a:defRPr>
            </a:defPPr>
          </a:lstStyle>
          <a:p xmlns:a="http://schemas.openxmlformats.org/drawingml/2006/main">
            <a:pPr algn="ctr">
              <a:lnSpc>
                <a:spcPct val="102000"/>
              </a:lnSpc>
              <a:spcBef>
                <a:spcPts val="0"/>
              </a:spcBef>
              <a:spcAft>
                <a:spcPts val="0"/>
              </a:spcAft>
              <a:buNone/>
              <a:defRPr sz="1388" b="0">
                <a:solidFill>
                  <a:srgbClr val="101010"/>
                </a:solidFill>
              </a:defRPr>
            </a:pPr>
            <a:r>
              <a:rPr sz="1388" b="0">
                <a:solidFill>
                  <a:srgbClr val="101010"/>
                </a:solidFill>
                <a:latin typeface="Microsoft YaHei"/>
                <a:ea typeface="Microsoft YaHei"/>
                <a:cs typeface="Microsoft YaHei"/>
              </a:rPr>
              <a:t>冻结条目</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88" b="0">
                <a:solidFill>
                  <a:srgbClr val="101010"/>
                </a:solidFill>
              </a:defRPr>
            </a:pPr>
            <a:r>
              <a:rPr sz="1388" b="0">
                <a:solidFill>
                  <a:srgbClr val="101010"/>
                </a:solidFill>
                <a:latin typeface="Microsoft YaHei"/>
                <a:ea typeface="Microsoft YaHei"/>
                <a:cs typeface="Microsoft YaHei"/>
              </a:rPr>
              <a:t>保留站位、团队与时刻</a:t>
            </a:r>
            <a:endParaRPr>
              <a:latin typeface="Microsoft YaHei"/>
              <a:ea typeface="Microsoft YaHei"/>
              <a:cs typeface="Microsoft YaHei"/>
            </a:endParaRPr>
          </a:p>
        </p:txBody>
      </p:sp>
      <p:sp>
        <p:nvSpPr>
          <p:cNvPr id="90" name="adjustable-entries">
            <a:extLst xmlns:a="http://schemas.openxmlformats.org/drawingml/2006/main">
              <a:ext uri="{FF2B5EF4-FFF2-40B4-BE49-F238E27FC236}">
                <a16:creationId xmlns:a16="http://schemas.microsoft.com/office/drawing/2014/main" id="{DBD4710A-1070-4A8B-8C6E-D4BF4E769A84}"/>
              </a:ext>
            </a:extLst>
          </p:cNvPr>
          <p:cNvSpPr>
            <a:spLocks xmlns:a="http://schemas.openxmlformats.org/drawingml/2006/main" noGrp="1"/>
          </p:cNvSpPr>
          <p:nvPr/>
        </p:nvSpPr>
        <p:spPr>
          <a:xfrm xmlns:a="http://schemas.openxmlformats.org/drawingml/2006/main">
            <a:off x="6153150" y="3200400"/>
            <a:ext cx="14859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88" b="0">
                <a:solidFill>
                  <a:srgbClr val="101010"/>
                </a:solidFill>
              </a:defRPr>
            </a:defPPr>
          </a:lstStyle>
          <a:p xmlns:a="http://schemas.openxmlformats.org/drawingml/2006/main">
            <a:pPr algn="ctr">
              <a:lnSpc>
                <a:spcPct val="102000"/>
              </a:lnSpc>
              <a:spcBef>
                <a:spcPts val="0"/>
              </a:spcBef>
              <a:spcAft>
                <a:spcPts val="0"/>
              </a:spcAft>
              <a:buNone/>
              <a:defRPr sz="1388" b="0">
                <a:solidFill>
                  <a:srgbClr val="101010"/>
                </a:solidFill>
              </a:defRPr>
            </a:pPr>
            <a:r>
              <a:rPr sz="1388" b="0">
                <a:solidFill>
                  <a:srgbClr val="101010"/>
                </a:solidFill>
                <a:latin typeface="Microsoft YaHei"/>
                <a:ea typeface="Microsoft YaHei"/>
                <a:cs typeface="Microsoft YaHei"/>
              </a:rPr>
              <a:t>可调条目</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88" b="0">
                <a:solidFill>
                  <a:srgbClr val="101010"/>
                </a:solidFill>
              </a:defRPr>
            </a:pPr>
            <a:r>
              <a:rPr sz="1388" b="0">
                <a:solidFill>
                  <a:srgbClr val="101010"/>
                </a:solidFill>
                <a:latin typeface="Microsoft YaHei"/>
                <a:ea typeface="Microsoft YaHei"/>
                <a:cs typeface="Microsoft YaHei"/>
              </a:rPr>
              <a:t>保留基准，更新开工条件</a:t>
            </a:r>
            <a:endParaRPr>
              <a:latin typeface="Microsoft YaHei"/>
              <a:ea typeface="Microsoft YaHei"/>
              <a:cs typeface="Microsoft YaHei"/>
            </a:endParaRPr>
          </a:p>
        </p:txBody>
      </p:sp>
      <p:cxnSp>
        <p:nvCxnSpPr>
          <p:cNvPr id="91" name="baseline-label">
            <a:extLst xmlns:a="http://schemas.openxmlformats.org/drawingml/2006/main">
              <a:ext uri="{FF2B5EF4-FFF2-40B4-BE49-F238E27FC236}">
                <a16:creationId xmlns:a16="http://schemas.microsoft.com/office/drawing/2014/main" id="{6E3E2CE9-B19A-4EAB-B7EA-FB0BAF9AA84C}"/>
              </a:ext>
            </a:extLst>
          </p:cNvPr>
          <p:cNvCxnSpPr/>
          <p:nvPr/>
        </p:nvCxnSpPr>
        <p:spPr>
          <a:xfrm xmlns:a="http://schemas.openxmlformats.org/drawingml/2006/main" flipH="0" flipV="0">
            <a:off x="5972175" y="2409825"/>
            <a:ext cx="0" cy="11430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92" name="baseline-branch-1">
            <a:extLst xmlns:a="http://schemas.openxmlformats.org/drawingml/2006/main">
              <a:ext uri="{FF2B5EF4-FFF2-40B4-BE49-F238E27FC236}">
                <a16:creationId xmlns:a16="http://schemas.microsoft.com/office/drawing/2014/main" id="{61FBCBD9-6726-400F-A3FB-99144C749273}"/>
              </a:ext>
            </a:extLst>
          </p:cNvPr>
          <p:cNvCxnSpPr/>
          <p:nvPr/>
        </p:nvCxnSpPr>
        <p:spPr>
          <a:xfrm xmlns:a="http://schemas.openxmlformats.org/drawingml/2006/main" flipH="0" flipV="0">
            <a:off x="5972175" y="2971800"/>
            <a:ext cx="0" cy="95250"/>
          </a:xfrm>
          <a:prstGeom xmlns:a="http://schemas.openxmlformats.org/drawingml/2006/main" prst="straightConnector1">
            <a:avLst/>
          </a:prstGeom>
          <a:ln xmlns:a="http://schemas.openxmlformats.org/drawingml/2006/main" w="12383">
            <a:solidFill>
              <a:srgbClr val="1D1D1D"/>
            </a:solidFill>
            <a:prstDash val="solid"/>
          </a:ln>
        </p:spPr>
      </p:cxnSp>
      <p:cxnSp>
        <p:nvCxnSpPr>
          <p:cNvPr id="93" name="baseline-branch-2">
            <a:extLst xmlns:a="http://schemas.openxmlformats.org/drawingml/2006/main">
              <a:ext uri="{FF2B5EF4-FFF2-40B4-BE49-F238E27FC236}">
                <a16:creationId xmlns:a16="http://schemas.microsoft.com/office/drawing/2014/main" id="{9A8F8FC0-01E0-4820-92AE-B49947980FA9}"/>
              </a:ext>
            </a:extLst>
          </p:cNvPr>
          <p:cNvCxnSpPr/>
          <p:nvPr/>
        </p:nvCxnSpPr>
        <p:spPr>
          <a:xfrm xmlns:a="http://schemas.openxmlformats.org/drawingml/2006/main" flipH="1" flipV="0">
            <a:off x="5048250" y="3067050"/>
            <a:ext cx="92392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94" name="baseline-branch-3">
            <a:extLst xmlns:a="http://schemas.openxmlformats.org/drawingml/2006/main">
              <a:ext uri="{FF2B5EF4-FFF2-40B4-BE49-F238E27FC236}">
                <a16:creationId xmlns:a16="http://schemas.microsoft.com/office/drawing/2014/main" id="{B14ECADC-EF87-4C4F-A7EC-4E9D3A8293E8}"/>
              </a:ext>
            </a:extLst>
          </p:cNvPr>
          <p:cNvCxnSpPr/>
          <p:nvPr/>
        </p:nvCxnSpPr>
        <p:spPr>
          <a:xfrm xmlns:a="http://schemas.openxmlformats.org/drawingml/2006/main" flipH="0" flipV="0">
            <a:off x="5048250" y="3067050"/>
            <a:ext cx="0" cy="13335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95" name="baseline-adjustable-1">
            <a:extLst xmlns:a="http://schemas.openxmlformats.org/drawingml/2006/main">
              <a:ext uri="{FF2B5EF4-FFF2-40B4-BE49-F238E27FC236}">
                <a16:creationId xmlns:a16="http://schemas.microsoft.com/office/drawing/2014/main" id="{DF1B187C-FCBC-4ABE-A309-7D40AD21A3E7}"/>
              </a:ext>
            </a:extLst>
          </p:cNvPr>
          <p:cNvCxnSpPr/>
          <p:nvPr/>
        </p:nvCxnSpPr>
        <p:spPr>
          <a:xfrm xmlns:a="http://schemas.openxmlformats.org/drawingml/2006/main" flipH="0" flipV="0">
            <a:off x="5972175" y="3067050"/>
            <a:ext cx="92392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96" name="baseline-adjustable-2">
            <a:extLst xmlns:a="http://schemas.openxmlformats.org/drawingml/2006/main">
              <a:ext uri="{FF2B5EF4-FFF2-40B4-BE49-F238E27FC236}">
                <a16:creationId xmlns:a16="http://schemas.microsoft.com/office/drawing/2014/main" id="{7AB4E56D-B7D8-43B2-B9E6-0FB35F02DE7A}"/>
              </a:ext>
            </a:extLst>
          </p:cNvPr>
          <p:cNvCxnSpPr/>
          <p:nvPr/>
        </p:nvCxnSpPr>
        <p:spPr>
          <a:xfrm xmlns:a="http://schemas.openxmlformats.org/drawingml/2006/main" flipH="0" flipV="0">
            <a:off x="6896100" y="3067050"/>
            <a:ext cx="0" cy="13335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97" name="worker-inheritance">
            <a:extLst xmlns:a="http://schemas.openxmlformats.org/drawingml/2006/main">
              <a:ext uri="{FF2B5EF4-FFF2-40B4-BE49-F238E27FC236}">
                <a16:creationId xmlns:a16="http://schemas.microsoft.com/office/drawing/2014/main" id="{276566D3-63DE-4F62-AEB4-41E3FEF8AB24}"/>
              </a:ext>
            </a:extLst>
          </p:cNvPr>
          <p:cNvSpPr>
            <a:spLocks xmlns:a="http://schemas.openxmlformats.org/drawingml/2006/main" noGrp="1"/>
          </p:cNvSpPr>
          <p:nvPr/>
        </p:nvSpPr>
        <p:spPr>
          <a:xfrm xmlns:a="http://schemas.openxmlformats.org/drawingml/2006/main">
            <a:off x="4305300" y="4067175"/>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0" b="0">
                <a:solidFill>
                  <a:srgbClr val="101010"/>
                </a:solidFill>
              </a:defRPr>
            </a:defPPr>
          </a:lstStyle>
          <a:p xmlns:a="http://schemas.openxmlformats.org/drawingml/2006/main">
            <a:pPr algn="l">
              <a:lnSpc>
                <a:spcPct val="103000"/>
              </a:lnSpc>
              <a:spcBef>
                <a:spcPts val="0"/>
              </a:spcBef>
              <a:spcAft>
                <a:spcPts val="0"/>
              </a:spcAft>
              <a:buNone/>
              <a:defRPr sz="1380" b="0">
                <a:solidFill>
                  <a:srgbClr val="101010"/>
                </a:solidFill>
              </a:defRPr>
            </a:pPr>
            <a:r>
              <a:rPr sz="1380" b="0">
                <a:solidFill>
                  <a:srgbClr val="101010"/>
                </a:solidFill>
                <a:latin typeface="Microsoft YaHei"/>
                <a:ea typeface="Microsoft YaHei"/>
                <a:cs typeface="Microsoft YaHei"/>
              </a:rPr>
              <a:t>人员候选继承：已用人员留原站位</a:t>
            </a:r>
            <a:endParaRPr>
              <a:latin typeface="Microsoft YaHei"/>
              <a:ea typeface="Microsoft YaHei"/>
              <a:cs typeface="Microsoft YaHei"/>
            </a:endParaRPr>
          </a:p>
          <a:p xmlns:a="http://schemas.openxmlformats.org/drawingml/2006/main">
            <a:pPr algn="l">
              <a:lnSpc>
                <a:spcPct val="103000"/>
              </a:lnSpc>
              <a:spcBef>
                <a:spcPts val="0"/>
              </a:spcBef>
              <a:spcAft>
                <a:spcPts val="0"/>
              </a:spcAft>
              <a:buNone/>
              <a:defRPr sz="1380" b="0">
                <a:solidFill>
                  <a:srgbClr val="101010"/>
                </a:solidFill>
              </a:defRPr>
            </a:pPr>
            <a:r>
              <a:rPr sz="1380" b="0">
                <a:solidFill>
                  <a:srgbClr val="101010"/>
                </a:solidFill>
                <a:latin typeface="Microsoft YaHei"/>
                <a:ea typeface="Microsoft YaHei"/>
                <a:cs typeface="Microsoft YaHei"/>
              </a:rPr>
              <a:t>未用人员在首次使用时确定站位</a:t>
            </a:r>
            <a:endParaRPr>
              <a:latin typeface="Microsoft YaHei"/>
              <a:ea typeface="Microsoft YaHei"/>
              <a:cs typeface="Microsoft YaHei"/>
            </a:endParaRPr>
          </a:p>
        </p:txBody>
      </p:sp>
      <p:cxnSp>
        <p:nvCxnSpPr>
          <p:cNvPr id="98" name="repair-to-encoder-1">
            <a:extLst xmlns:a="http://schemas.openxmlformats.org/drawingml/2006/main">
              <a:ext uri="{FF2B5EF4-FFF2-40B4-BE49-F238E27FC236}">
                <a16:creationId xmlns:a16="http://schemas.microsoft.com/office/drawing/2014/main" id="{7EE85605-6B60-4128-9D97-FEE927E38E26}"/>
              </a:ext>
            </a:extLst>
          </p:cNvPr>
          <p:cNvCxnSpPr/>
          <p:nvPr/>
        </p:nvCxnSpPr>
        <p:spPr>
          <a:xfrm xmlns:a="http://schemas.openxmlformats.org/drawingml/2006/main" flipH="1" flipV="0">
            <a:off x="6019800" y="3562350"/>
            <a:ext cx="133350"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99" name="repair-to-encoder-2">
            <a:extLst xmlns:a="http://schemas.openxmlformats.org/drawingml/2006/main">
              <a:ext uri="{FF2B5EF4-FFF2-40B4-BE49-F238E27FC236}">
                <a16:creationId xmlns:a16="http://schemas.microsoft.com/office/drawing/2014/main" id="{7BAA48DC-3F8A-4EEF-A850-C6C1D429FA30}"/>
              </a:ext>
            </a:extLst>
          </p:cNvPr>
          <p:cNvCxnSpPr/>
          <p:nvPr/>
        </p:nvCxnSpPr>
        <p:spPr>
          <a:xfrm xmlns:a="http://schemas.openxmlformats.org/drawingml/2006/main" flipH="0" flipV="0">
            <a:off x="6019800" y="3562350"/>
            <a:ext cx="0" cy="419100"/>
          </a:xfrm>
          <a:prstGeom xmlns:a="http://schemas.openxmlformats.org/drawingml/2006/main" prst="straightConnector1">
            <a:avLst/>
          </a:prstGeom>
          <a:ln xmlns:a="http://schemas.openxmlformats.org/drawingml/2006/main" w="12383">
            <a:solidFill>
              <a:srgbClr val="1D1D1D"/>
            </a:solidFill>
            <a:prstDash val="solid"/>
          </a:ln>
        </p:spPr>
      </p:cxnSp>
      <p:cxnSp>
        <p:nvCxnSpPr>
          <p:cNvPr id="100" name="repair-to-encoder-3">
            <a:extLst xmlns:a="http://schemas.openxmlformats.org/drawingml/2006/main">
              <a:ext uri="{FF2B5EF4-FFF2-40B4-BE49-F238E27FC236}">
                <a16:creationId xmlns:a16="http://schemas.microsoft.com/office/drawing/2014/main" id="{E8F1DD5F-8283-4C00-B0F5-EC9A167C5DF5}"/>
              </a:ext>
            </a:extLst>
          </p:cNvPr>
          <p:cNvCxnSpPr/>
          <p:nvPr/>
        </p:nvCxnSpPr>
        <p:spPr>
          <a:xfrm xmlns:a="http://schemas.openxmlformats.org/drawingml/2006/main" flipH="1" flipV="0">
            <a:off x="4010025" y="3981450"/>
            <a:ext cx="200977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01" name="repair-to-encoder-4">
            <a:extLst xmlns:a="http://schemas.openxmlformats.org/drawingml/2006/main">
              <a:ext uri="{FF2B5EF4-FFF2-40B4-BE49-F238E27FC236}">
                <a16:creationId xmlns:a16="http://schemas.microsoft.com/office/drawing/2014/main" id="{8EB7A78A-B19B-4A67-8E1E-7AA7D297432F}"/>
              </a:ext>
            </a:extLst>
          </p:cNvPr>
          <p:cNvCxnSpPr/>
          <p:nvPr/>
        </p:nvCxnSpPr>
        <p:spPr>
          <a:xfrm xmlns:a="http://schemas.openxmlformats.org/drawingml/2006/main" flipH="0" flipV="0">
            <a:off x="4010025" y="3981450"/>
            <a:ext cx="0" cy="247650"/>
          </a:xfrm>
          <a:prstGeom xmlns:a="http://schemas.openxmlformats.org/drawingml/2006/main" prst="straightConnector1">
            <a:avLst/>
          </a:prstGeom>
          <a:ln xmlns:a="http://schemas.openxmlformats.org/drawingml/2006/main" w="12383">
            <a:solidFill>
              <a:srgbClr val="1D1D1D"/>
            </a:solidFill>
            <a:prstDash val="solid"/>
          </a:ln>
        </p:spPr>
      </p:cxnSp>
      <p:cxnSp>
        <p:nvCxnSpPr>
          <p:cNvPr id="102" name="repair-to-encoder-5">
            <a:extLst xmlns:a="http://schemas.openxmlformats.org/drawingml/2006/main">
              <a:ext uri="{FF2B5EF4-FFF2-40B4-BE49-F238E27FC236}">
                <a16:creationId xmlns:a16="http://schemas.microsoft.com/office/drawing/2014/main" id="{A32E5514-5E0F-4A56-A1A7-D6FE4573082C}"/>
              </a:ext>
            </a:extLst>
          </p:cNvPr>
          <p:cNvCxnSpPr/>
          <p:nvPr/>
        </p:nvCxnSpPr>
        <p:spPr>
          <a:xfrm xmlns:a="http://schemas.openxmlformats.org/drawingml/2006/main" flipH="1" flipV="0">
            <a:off x="3829050" y="4229100"/>
            <a:ext cx="180975"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03" name="shared-decision-heading">
            <a:extLst xmlns:a="http://schemas.openxmlformats.org/drawingml/2006/main">
              <a:ext uri="{FF2B5EF4-FFF2-40B4-BE49-F238E27FC236}">
                <a16:creationId xmlns:a16="http://schemas.microsoft.com/office/drawing/2014/main" id="{8721A870-D413-4325-951E-AD8CCFB36F5F}"/>
              </a:ext>
            </a:extLst>
          </p:cNvPr>
          <p:cNvSpPr>
            <a:spLocks xmlns:a="http://schemas.openxmlformats.org/drawingml/2006/main" noGrp="1"/>
          </p:cNvSpPr>
          <p:nvPr/>
        </p:nvSpPr>
        <p:spPr>
          <a:xfrm xmlns:a="http://schemas.openxmlformats.org/drawingml/2006/main">
            <a:off x="2286000" y="4772025"/>
            <a:ext cx="3676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13" b="0">
                <a:solidFill>
                  <a:srgbClr val="101010"/>
                </a:solidFill>
              </a:defRPr>
            </a:defPPr>
          </a:lstStyle>
          <a:p xmlns:a="http://schemas.openxmlformats.org/drawingml/2006/main">
            <a:pPr algn="ctr">
              <a:lnSpc>
                <a:spcPct val="108000"/>
              </a:lnSpc>
              <a:spcBef>
                <a:spcPts val="0"/>
              </a:spcBef>
              <a:spcAft>
                <a:spcPts val="0"/>
              </a:spcAft>
              <a:buNone/>
              <a:defRPr sz="1613" b="0">
                <a:solidFill>
                  <a:srgbClr val="101010"/>
                </a:solidFill>
              </a:defRPr>
            </a:pPr>
            <a:r>
              <a:rPr sz="1613" b="0">
                <a:solidFill>
                  <a:srgbClr val="101010"/>
                </a:solidFill>
                <a:latin typeface="Microsoft YaHei"/>
                <a:ea typeface="Microsoft YaHei"/>
                <a:cs typeface="Microsoft YaHei"/>
              </a:rPr>
              <a:t>共享自回归联合动作与时间分配</a:t>
            </a:r>
            <a:endParaRPr>
              <a:latin typeface="Microsoft YaHei"/>
              <a:ea typeface="Microsoft YaHei"/>
              <a:cs typeface="Microsoft YaHei"/>
            </a:endParaRPr>
          </a:p>
        </p:txBody>
      </p:sp>
      <p:sp>
        <p:nvSpPr>
          <p:cNvPr id="104" name="joint-operation">
            <a:extLst xmlns:a="http://schemas.openxmlformats.org/drawingml/2006/main">
              <a:ext uri="{FF2B5EF4-FFF2-40B4-BE49-F238E27FC236}">
                <a16:creationId xmlns:a16="http://schemas.microsoft.com/office/drawing/2014/main" id="{F83B0F33-A22F-4CCC-B67B-69E89110DAF2}"/>
              </a:ext>
            </a:extLst>
          </p:cNvPr>
          <p:cNvSpPr>
            <a:spLocks xmlns:a="http://schemas.openxmlformats.org/drawingml/2006/main" noGrp="1"/>
          </p:cNvSpPr>
          <p:nvPr/>
        </p:nvSpPr>
        <p:spPr>
          <a:xfrm xmlns:a="http://schemas.openxmlformats.org/drawingml/2006/main">
            <a:off x="609600" y="5219700"/>
            <a:ext cx="1285875" cy="4476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650" b="0">
                <a:solidFill>
                  <a:srgbClr val="101010"/>
                </a:solidFill>
              </a:defRPr>
            </a:defPPr>
          </a:lstStyle>
          <a:p xmlns:a="http://schemas.openxmlformats.org/drawingml/2006/main">
            <a:pPr algn="ctr">
              <a:lnSpc>
                <a:spcPct val="102000"/>
              </a:lnSpc>
              <a:spcBef>
                <a:spcPts val="0"/>
              </a:spcBef>
              <a:spcAft>
                <a:spcPts val="0"/>
              </a:spcAft>
              <a:buNone/>
              <a:defRPr sz="1650" b="0">
                <a:solidFill>
                  <a:srgbClr val="101010"/>
                </a:solidFill>
              </a:defRPr>
            </a:pPr>
            <a:r>
              <a:rPr sz="1650" b="0">
                <a:solidFill>
                  <a:srgbClr val="101010"/>
                </a:solidFill>
                <a:latin typeface="Microsoft YaHei"/>
                <a:ea typeface="Microsoft YaHei"/>
                <a:cs typeface="Microsoft YaHei"/>
              </a:rPr>
              <a:t>工序选择</a:t>
            </a:r>
            <a:endParaRPr>
              <a:latin typeface="Microsoft YaHei"/>
              <a:ea typeface="Microsoft YaHei"/>
              <a:cs typeface="Microsoft YaHei"/>
            </a:endParaRPr>
          </a:p>
        </p:txBody>
      </p:sp>
      <p:sp>
        <p:nvSpPr>
          <p:cNvPr id="105" name="joint-station">
            <a:extLst xmlns:a="http://schemas.openxmlformats.org/drawingml/2006/main">
              <a:ext uri="{FF2B5EF4-FFF2-40B4-BE49-F238E27FC236}">
                <a16:creationId xmlns:a16="http://schemas.microsoft.com/office/drawing/2014/main" id="{A88B00F9-5FC6-4CA8-ABAB-5C4F4DF17EEB}"/>
              </a:ext>
            </a:extLst>
          </p:cNvPr>
          <p:cNvSpPr>
            <a:spLocks xmlns:a="http://schemas.openxmlformats.org/drawingml/2006/main" noGrp="1"/>
          </p:cNvSpPr>
          <p:nvPr/>
        </p:nvSpPr>
        <p:spPr>
          <a:xfrm xmlns:a="http://schemas.openxmlformats.org/drawingml/2006/main">
            <a:off x="2247900" y="5219700"/>
            <a:ext cx="1285875" cy="4476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650" b="0">
                <a:solidFill>
                  <a:srgbClr val="101010"/>
                </a:solidFill>
              </a:defRPr>
            </a:defPPr>
          </a:lstStyle>
          <a:p xmlns:a="http://schemas.openxmlformats.org/drawingml/2006/main">
            <a:pPr algn="ctr">
              <a:lnSpc>
                <a:spcPct val="102000"/>
              </a:lnSpc>
              <a:spcBef>
                <a:spcPts val="0"/>
              </a:spcBef>
              <a:spcAft>
                <a:spcPts val="0"/>
              </a:spcAft>
              <a:buNone/>
              <a:defRPr sz="1650" b="0">
                <a:solidFill>
                  <a:srgbClr val="101010"/>
                </a:solidFill>
              </a:defRPr>
            </a:pPr>
            <a:r>
              <a:rPr sz="1650" b="0">
                <a:solidFill>
                  <a:srgbClr val="101010"/>
                </a:solidFill>
                <a:latin typeface="Microsoft YaHei"/>
                <a:ea typeface="Microsoft YaHei"/>
                <a:cs typeface="Microsoft YaHei"/>
              </a:rPr>
              <a:t>站位分配</a:t>
            </a:r>
            <a:endParaRPr>
              <a:latin typeface="Microsoft YaHei"/>
              <a:ea typeface="Microsoft YaHei"/>
              <a:cs typeface="Microsoft YaHei"/>
            </a:endParaRPr>
          </a:p>
        </p:txBody>
      </p:sp>
      <p:sp>
        <p:nvSpPr>
          <p:cNvPr id="106" name="joint-team">
            <a:extLst xmlns:a="http://schemas.openxmlformats.org/drawingml/2006/main">
              <a:ext uri="{FF2B5EF4-FFF2-40B4-BE49-F238E27FC236}">
                <a16:creationId xmlns:a16="http://schemas.microsoft.com/office/drawing/2014/main" id="{96BA6FBB-4912-40DA-AC80-05E199508C21}"/>
              </a:ext>
            </a:extLst>
          </p:cNvPr>
          <p:cNvSpPr>
            <a:spLocks xmlns:a="http://schemas.openxmlformats.org/drawingml/2006/main" noGrp="1"/>
          </p:cNvSpPr>
          <p:nvPr/>
        </p:nvSpPr>
        <p:spPr>
          <a:xfrm xmlns:a="http://schemas.openxmlformats.org/drawingml/2006/main">
            <a:off x="3905250" y="5181600"/>
            <a:ext cx="1504950" cy="5238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440" b="0">
                <a:solidFill>
                  <a:srgbClr val="101010"/>
                </a:solidFill>
              </a:defRPr>
            </a:defPPr>
          </a:lstStyle>
          <a:p xmlns:a="http://schemas.openxmlformats.org/drawingml/2006/main">
            <a:pPr algn="ctr">
              <a:lnSpc>
                <a:spcPct val="102000"/>
              </a:lnSpc>
              <a:spcBef>
                <a:spcPts val="0"/>
              </a:spcBef>
              <a:spcAft>
                <a:spcPts val="0"/>
              </a:spcAft>
              <a:buNone/>
              <a:defRPr sz="1440" b="0">
                <a:solidFill>
                  <a:srgbClr val="101010"/>
                </a:solidFill>
              </a:defRPr>
            </a:pPr>
            <a:r>
              <a:rPr sz="1440" b="0">
                <a:solidFill>
                  <a:srgbClr val="101010"/>
                </a:solidFill>
                <a:latin typeface="Microsoft YaHei"/>
                <a:ea typeface="Microsoft YaHei"/>
                <a:cs typeface="Microsoft YaHei"/>
              </a:rPr>
              <a:t>具体团队选择</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440" b="0">
                <a:solidFill>
                  <a:srgbClr val="101010"/>
                </a:solidFill>
              </a:defRPr>
            </a:pPr>
            <a:r>
              <a:rPr sz="1440" b="0">
                <a:solidFill>
                  <a:srgbClr val="101010"/>
                </a:solidFill>
                <a:latin typeface="Microsoft YaHei"/>
                <a:ea typeface="Microsoft YaHei"/>
                <a:cs typeface="Microsoft YaHei"/>
              </a:rPr>
              <a:t>按给定人数选满</a:t>
            </a:r>
            <a:endParaRPr>
              <a:latin typeface="Microsoft YaHei"/>
              <a:ea typeface="Microsoft YaHei"/>
              <a:cs typeface="Microsoft YaHei"/>
            </a:endParaRPr>
          </a:p>
        </p:txBody>
      </p:sp>
      <p:sp>
        <p:nvSpPr>
          <p:cNvPr id="107" name="joint-time">
            <a:extLst xmlns:a="http://schemas.openxmlformats.org/drawingml/2006/main">
              <a:ext uri="{FF2B5EF4-FFF2-40B4-BE49-F238E27FC236}">
                <a16:creationId xmlns:a16="http://schemas.microsoft.com/office/drawing/2014/main" id="{C31EE037-B704-4A4B-8BB7-CB62608AA342}"/>
              </a:ext>
            </a:extLst>
          </p:cNvPr>
          <p:cNvSpPr>
            <a:spLocks xmlns:a="http://schemas.openxmlformats.org/drawingml/2006/main" noGrp="1"/>
          </p:cNvSpPr>
          <p:nvPr/>
        </p:nvSpPr>
        <p:spPr>
          <a:xfrm xmlns:a="http://schemas.openxmlformats.org/drawingml/2006/main">
            <a:off x="5810250" y="5181600"/>
            <a:ext cx="1819275" cy="5238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00" b="0">
                <a:solidFill>
                  <a:srgbClr val="101010"/>
                </a:solidFill>
              </a:defRPr>
            </a:defPPr>
          </a:lstStyle>
          <a:p xmlns:a="http://schemas.openxmlformats.org/drawingml/2006/main">
            <a:pPr algn="ctr">
              <a:lnSpc>
                <a:spcPct val="102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前向时间分配</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合法起止时刻</a:t>
            </a:r>
            <a:endParaRPr>
              <a:latin typeface="Microsoft YaHei"/>
              <a:ea typeface="Microsoft YaHei"/>
              <a:cs typeface="Microsoft YaHei"/>
            </a:endParaRPr>
          </a:p>
        </p:txBody>
      </p:sp>
      <p:cxnSp>
        <p:nvCxnSpPr>
          <p:cNvPr id="111" name="encoding-to-action-1">
            <a:extLst xmlns:a="http://schemas.openxmlformats.org/drawingml/2006/main">
              <a:ext uri="{FF2B5EF4-FFF2-40B4-BE49-F238E27FC236}">
                <a16:creationId xmlns:a16="http://schemas.microsoft.com/office/drawing/2014/main" id="{0EACD75E-F566-4DB2-B65F-4C8503708455}"/>
              </a:ext>
            </a:extLst>
          </p:cNvPr>
          <p:cNvCxnSpPr/>
          <p:nvPr/>
        </p:nvCxnSpPr>
        <p:spPr>
          <a:xfrm xmlns:a="http://schemas.openxmlformats.org/drawingml/2006/main" flipH="0" flipV="0">
            <a:off x="2238375" y="4457700"/>
            <a:ext cx="0" cy="180975"/>
          </a:xfrm>
          <a:prstGeom xmlns:a="http://schemas.openxmlformats.org/drawingml/2006/main" prst="straightConnector1">
            <a:avLst/>
          </a:prstGeom>
          <a:ln xmlns:a="http://schemas.openxmlformats.org/drawingml/2006/main" w="12383">
            <a:solidFill>
              <a:srgbClr val="1D1D1D"/>
            </a:solidFill>
            <a:prstDash val="solid"/>
          </a:ln>
        </p:spPr>
      </p:cxnSp>
      <p:cxnSp>
        <p:nvCxnSpPr>
          <p:cNvPr id="112" name="encoding-to-action-2">
            <a:extLst xmlns:a="http://schemas.openxmlformats.org/drawingml/2006/main">
              <a:ext uri="{FF2B5EF4-FFF2-40B4-BE49-F238E27FC236}">
                <a16:creationId xmlns:a16="http://schemas.microsoft.com/office/drawing/2014/main" id="{638AE9BB-CF3A-48A3-AC9E-B3EDB2B4053F}"/>
              </a:ext>
            </a:extLst>
          </p:cNvPr>
          <p:cNvCxnSpPr/>
          <p:nvPr/>
        </p:nvCxnSpPr>
        <p:spPr>
          <a:xfrm xmlns:a="http://schemas.openxmlformats.org/drawingml/2006/main" flipH="1" flipV="0">
            <a:off x="1247775" y="4638675"/>
            <a:ext cx="990600"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13" name="encoding-to-action-3">
            <a:extLst xmlns:a="http://schemas.openxmlformats.org/drawingml/2006/main">
              <a:ext uri="{FF2B5EF4-FFF2-40B4-BE49-F238E27FC236}">
                <a16:creationId xmlns:a16="http://schemas.microsoft.com/office/drawing/2014/main" id="{C5718B1B-9FEF-4FD0-AAE3-83CEA1A43D8F}"/>
              </a:ext>
            </a:extLst>
          </p:cNvPr>
          <p:cNvCxnSpPr/>
          <p:nvPr/>
        </p:nvCxnSpPr>
        <p:spPr>
          <a:xfrm xmlns:a="http://schemas.openxmlformats.org/drawingml/2006/main" flipH="0" flipV="0">
            <a:off x="1247775" y="4638675"/>
            <a:ext cx="0" cy="581025"/>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14" name="initial-and-repaired">
            <a:extLst xmlns:a="http://schemas.openxmlformats.org/drawingml/2006/main">
              <a:ext uri="{FF2B5EF4-FFF2-40B4-BE49-F238E27FC236}">
                <a16:creationId xmlns:a16="http://schemas.microsoft.com/office/drawing/2014/main" id="{B2400890-57EC-4313-B647-DAA90F712283}"/>
              </a:ext>
            </a:extLst>
          </p:cNvPr>
          <p:cNvSpPr>
            <a:spLocks xmlns:a="http://schemas.openxmlformats.org/drawingml/2006/main" noGrp="1"/>
          </p:cNvSpPr>
          <p:nvPr/>
        </p:nvSpPr>
        <p:spPr>
          <a:xfrm xmlns:a="http://schemas.openxmlformats.org/drawingml/2006/main">
            <a:off x="6181725" y="6019800"/>
            <a:ext cx="1457325" cy="4476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00" b="0">
                <a:solidFill>
                  <a:srgbClr val="101010"/>
                </a:solidFill>
              </a:defRPr>
            </a:defPPr>
          </a:lstStyle>
          <a:p xmlns:a="http://schemas.openxmlformats.org/drawingml/2006/main">
            <a:pPr algn="ctr">
              <a:lnSpc>
                <a:spcPct val="102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初始排程</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00" b="0">
                <a:solidFill>
                  <a:srgbClr val="101010"/>
                </a:solidFill>
              </a:defRPr>
            </a:pPr>
            <a:r>
              <a:rPr sz="1500" b="0">
                <a:solidFill>
                  <a:srgbClr val="101010"/>
                </a:solidFill>
                <a:latin typeface="Microsoft YaHei"/>
                <a:ea typeface="Microsoft YaHei"/>
                <a:cs typeface="Microsoft YaHei"/>
              </a:rPr>
              <a:t>修复排程</a:t>
            </a:r>
            <a:endParaRPr>
              <a:latin typeface="Microsoft YaHei"/>
              <a:ea typeface="Microsoft YaHei"/>
              <a:cs typeface="Microsoft YaHei"/>
            </a:endParaRPr>
          </a:p>
        </p:txBody>
      </p:sp>
      <p:cxnSp>
        <p:nvCxnSpPr>
          <p:cNvPr id="116" name="frozen-retained-1">
            <a:extLst xmlns:a="http://schemas.openxmlformats.org/drawingml/2006/main">
              <a:ext uri="{FF2B5EF4-FFF2-40B4-BE49-F238E27FC236}">
                <a16:creationId xmlns:a16="http://schemas.microsoft.com/office/drawing/2014/main" id="{653A341B-D0C4-4B98-A8D6-814C8B99FBF0}"/>
              </a:ext>
            </a:extLst>
          </p:cNvPr>
          <p:cNvCxnSpPr/>
          <p:nvPr/>
        </p:nvCxnSpPr>
        <p:spPr>
          <a:xfrm xmlns:a="http://schemas.openxmlformats.org/drawingml/2006/main" flipH="0" flipV="0">
            <a:off x="5791200" y="3552825"/>
            <a:ext cx="76200"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17" name="frozen-retained-2">
            <a:extLst xmlns:a="http://schemas.openxmlformats.org/drawingml/2006/main">
              <a:ext uri="{FF2B5EF4-FFF2-40B4-BE49-F238E27FC236}">
                <a16:creationId xmlns:a16="http://schemas.microsoft.com/office/drawing/2014/main" id="{98C13072-A129-48C4-8B5F-B1F132B47CF0}"/>
              </a:ext>
            </a:extLst>
          </p:cNvPr>
          <p:cNvCxnSpPr/>
          <p:nvPr/>
        </p:nvCxnSpPr>
        <p:spPr>
          <a:xfrm xmlns:a="http://schemas.openxmlformats.org/drawingml/2006/main" flipH="0" flipV="1">
            <a:off x="5867400" y="3000375"/>
            <a:ext cx="0" cy="552450"/>
          </a:xfrm>
          <a:prstGeom xmlns:a="http://schemas.openxmlformats.org/drawingml/2006/main" prst="straightConnector1">
            <a:avLst/>
          </a:prstGeom>
          <a:ln xmlns:a="http://schemas.openxmlformats.org/drawingml/2006/main" w="12383">
            <a:solidFill>
              <a:srgbClr val="1D1D1D"/>
            </a:solidFill>
            <a:prstDash val="solid"/>
          </a:ln>
        </p:spPr>
      </p:cxnSp>
      <p:cxnSp>
        <p:nvCxnSpPr>
          <p:cNvPr id="118" name="frozen-retained-3">
            <a:extLst xmlns:a="http://schemas.openxmlformats.org/drawingml/2006/main">
              <a:ext uri="{FF2B5EF4-FFF2-40B4-BE49-F238E27FC236}">
                <a16:creationId xmlns:a16="http://schemas.microsoft.com/office/drawing/2014/main" id="{722D8E3A-D56B-4235-9A75-A8F602C7AC6B}"/>
              </a:ext>
            </a:extLst>
          </p:cNvPr>
          <p:cNvCxnSpPr/>
          <p:nvPr/>
        </p:nvCxnSpPr>
        <p:spPr>
          <a:xfrm xmlns:a="http://schemas.openxmlformats.org/drawingml/2006/main" flipH="0" flipV="0">
            <a:off x="5867400" y="3000375"/>
            <a:ext cx="1885950"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19" name="frozen-retained-4">
            <a:extLst xmlns:a="http://schemas.openxmlformats.org/drawingml/2006/main">
              <a:ext uri="{FF2B5EF4-FFF2-40B4-BE49-F238E27FC236}">
                <a16:creationId xmlns:a16="http://schemas.microsoft.com/office/drawing/2014/main" id="{D93C9377-6DFA-4A82-A04A-686EF1299843}"/>
              </a:ext>
            </a:extLst>
          </p:cNvPr>
          <p:cNvCxnSpPr/>
          <p:nvPr/>
        </p:nvCxnSpPr>
        <p:spPr>
          <a:xfrm xmlns:a="http://schemas.openxmlformats.org/drawingml/2006/main" flipH="0" flipV="0">
            <a:off x="7753350" y="3000375"/>
            <a:ext cx="0" cy="3248025"/>
          </a:xfrm>
          <a:prstGeom xmlns:a="http://schemas.openxmlformats.org/drawingml/2006/main" prst="straightConnector1">
            <a:avLst/>
          </a:prstGeom>
          <a:ln xmlns:a="http://schemas.openxmlformats.org/drawingml/2006/main" w="12383">
            <a:solidFill>
              <a:srgbClr val="1D1D1D"/>
            </a:solidFill>
            <a:prstDash val="solid"/>
          </a:ln>
        </p:spPr>
      </p:cxnSp>
      <p:cxnSp>
        <p:nvCxnSpPr>
          <p:cNvPr id="120" name="frozen-retained-5">
            <a:extLst xmlns:a="http://schemas.openxmlformats.org/drawingml/2006/main">
              <a:ext uri="{FF2B5EF4-FFF2-40B4-BE49-F238E27FC236}">
                <a16:creationId xmlns:a16="http://schemas.microsoft.com/office/drawing/2014/main" id="{579659C3-BBD5-430C-AC7F-87A5965380B7}"/>
              </a:ext>
            </a:extLst>
          </p:cNvPr>
          <p:cNvCxnSpPr/>
          <p:nvPr/>
        </p:nvCxnSpPr>
        <p:spPr>
          <a:xfrm xmlns:a="http://schemas.openxmlformats.org/drawingml/2006/main" flipH="1" flipV="0">
            <a:off x="7639050" y="6248400"/>
            <a:ext cx="11430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21" name="repair-evaluation">
            <a:extLst xmlns:a="http://schemas.openxmlformats.org/drawingml/2006/main">
              <a:ext uri="{FF2B5EF4-FFF2-40B4-BE49-F238E27FC236}">
                <a16:creationId xmlns:a16="http://schemas.microsoft.com/office/drawing/2014/main" id="{C7894ACB-2A6A-498F-9438-F161ADAC5F20}"/>
              </a:ext>
            </a:extLst>
          </p:cNvPr>
          <p:cNvSpPr>
            <a:spLocks xmlns:a="http://schemas.openxmlformats.org/drawingml/2006/main" noGrp="1"/>
          </p:cNvSpPr>
          <p:nvPr/>
        </p:nvSpPr>
        <p:spPr>
          <a:xfrm xmlns:a="http://schemas.openxmlformats.org/drawingml/2006/main">
            <a:off x="609600" y="6057900"/>
            <a:ext cx="533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95" b="0">
                <a:solidFill>
                  <a:srgbClr val="101010"/>
                </a:solidFill>
              </a:defRPr>
            </a:defPPr>
          </a:lstStyle>
          <a:p xmlns:a="http://schemas.openxmlformats.org/drawingml/2006/main">
            <a:pPr algn="l">
              <a:lnSpc>
                <a:spcPct val="106000"/>
              </a:lnSpc>
              <a:spcBef>
                <a:spcPts val="0"/>
              </a:spcBef>
              <a:spcAft>
                <a:spcPts val="0"/>
              </a:spcAft>
              <a:buNone/>
              <a:defRPr sz="1395" b="0">
                <a:solidFill>
                  <a:srgbClr val="101010"/>
                </a:solidFill>
              </a:defRPr>
            </a:pPr>
            <a:r>
              <a:rPr sz="1395" b="0">
                <a:solidFill>
                  <a:srgbClr val="101010"/>
                </a:solidFill>
                <a:latin typeface="Microsoft YaHei"/>
                <a:ea typeface="Microsoft YaHei"/>
                <a:cs typeface="Microsoft YaHei"/>
              </a:rPr>
              <a:t>修复评价：计划完工时间及相对固定基准的</a:t>
            </a:r>
            <a:endParaRPr>
              <a:latin typeface="Microsoft YaHei"/>
              <a:ea typeface="Microsoft YaHei"/>
              <a:cs typeface="Microsoft YaHei"/>
            </a:endParaRPr>
          </a:p>
          <a:p xmlns:a="http://schemas.openxmlformats.org/drawingml/2006/main">
            <a:pPr algn="l">
              <a:lnSpc>
                <a:spcPct val="106000"/>
              </a:lnSpc>
              <a:spcBef>
                <a:spcPts val="0"/>
              </a:spcBef>
              <a:spcAft>
                <a:spcPts val="0"/>
              </a:spcAft>
              <a:buNone/>
              <a:defRPr sz="1395" b="0">
                <a:solidFill>
                  <a:srgbClr val="101010"/>
                </a:solidFill>
              </a:defRPr>
            </a:pPr>
            <a:r>
              <a:rPr sz="1395" b="0">
                <a:solidFill>
                  <a:srgbClr val="101010"/>
                </a:solidFill>
                <a:latin typeface="Microsoft YaHei"/>
                <a:ea typeface="Microsoft YaHei"/>
                <a:cs typeface="Microsoft YaHei"/>
              </a:rPr>
              <a:t>开工、站位、具体团队偏离。</a:t>
            </a:r>
            <a:endParaRPr>
              <a:latin typeface="Microsoft YaHei"/>
              <a:ea typeface="Microsoft YaHei"/>
              <a:cs typeface="Microsoft YaHei"/>
            </a:endParaRPr>
          </a:p>
        </p:txBody>
      </p:sp>
    </p:spTree>
    <p:extLst>
      <p:ext uri="{BB962C8B-B14F-4D97-AF65-F5344CB8AC3E}">
        <p14:creationId xmlns:p14="http://schemas.microsoft.com/office/powerpoint/2010/main" val="12688813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0" name="">
            <a:extLst xmlns:a="http://schemas.openxmlformats.org/drawingml/2006/main">
              <a:ext uri="{FF2B5EF4-FFF2-40B4-BE49-F238E27FC236}">
                <a16:creationId xmlns:a16="http://schemas.microsoft.com/office/drawing/2014/main" id="{B1A49160-0EA8-495B-904B-B46F2587DC2E}"/>
              </a:ext>
            </a:extLst>
          </p:cNvPr>
          <p:cNvCxnSpPr>
            <a:stCxn xmlns:a="http://schemas.openxmlformats.org/drawingml/2006/main" id="167" idx="3"/>
            <a:endCxn xmlns:a="http://schemas.openxmlformats.org/drawingml/2006/main" id="168" idx="1"/>
          </p:cNvCxnSpPr>
          <p:nvPr/>
        </p:nvCxnSpPr>
        <p:spPr>
          <a:xfrm xmlns:a="http://schemas.openxmlformats.org/drawingml/2006/main">
            <a:off x="2781300" y="6348413"/>
            <a:ext cx="390525" cy="0"/>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cxnSp>
        <p:nvCxnSpPr>
          <p:cNvPr id="166" name="">
            <a:extLst xmlns:a="http://schemas.openxmlformats.org/drawingml/2006/main">
              <a:ext uri="{FF2B5EF4-FFF2-40B4-BE49-F238E27FC236}">
                <a16:creationId xmlns:a16="http://schemas.microsoft.com/office/drawing/2014/main" id="{3480D557-05BD-4324-900A-2FB89679A3D7}"/>
              </a:ext>
            </a:extLst>
          </p:cNvPr>
          <p:cNvCxnSpPr>
            <a:stCxn xmlns:a="http://schemas.openxmlformats.org/drawingml/2006/main" id="161" idx="2"/>
            <a:endCxn xmlns:a="http://schemas.openxmlformats.org/drawingml/2006/main" id="165" idx="0"/>
          </p:cNvCxnSpPr>
          <p:nvPr/>
        </p:nvCxnSpPr>
        <p:spPr>
          <a:xfrm xmlns:a="http://schemas.openxmlformats.org/drawingml/2006/main">
            <a:off x="4105275" y="5486400"/>
            <a:ext cx="0" cy="180975"/>
          </a:xfrm>
          <a:prstGeom xmlns:a="http://schemas.openxmlformats.org/drawingml/2006/main" prst="straightConnector1">
            <a:avLst/>
          </a:prstGeom>
          <a:ln xmlns:a="http://schemas.openxmlformats.org/drawingml/2006/main" w="12859">
            <a:solidFill>
              <a:srgbClr val="1D1D1D"/>
            </a:solidFill>
            <a:prstDash val="solid"/>
            <a:tailEnd type="triangle" w="sm" len="sm"/>
          </a:ln>
        </p:spPr>
      </p:cxnSp>
      <p:sp>
        <p:nvSpPr>
          <p:cNvPr id="109"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110" name="同济校标">
            <a:extLst xmlns:a="http://schemas.openxmlformats.org/drawingml/2006/main">
              <a:ext uri="{FF2B5EF4-FFF2-40B4-BE49-F238E27FC236}">
                <a16:creationId xmlns:a16="http://schemas.microsoft.com/office/drawing/2014/main" id="{0F39ACF1-10D1-4B12-A525-70B06E15CE4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c17a565ccea486d"/>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111"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4 </a:t>
            </a:r>
            <a:r>
              <a:rPr sz="3200" b="1">
                <a:solidFill>
                  <a:srgbClr val="4674CD"/>
                </a:solidFill>
                <a:latin typeface="Microsoft YaHei"/>
                <a:ea typeface="Microsoft YaHei"/>
                <a:cs typeface="Microsoft YaHei"/>
              </a:rPr>
              <a:t>技术路线</a:t>
            </a:r>
            <a:endParaRPr>
              <a:latin typeface="Microsoft YaHei"/>
              <a:ea typeface="Microsoft YaHei"/>
              <a:cs typeface="Microsoft YaHei"/>
            </a:endParaRPr>
          </a:p>
        </p:txBody>
      </p:sp>
      <p:sp>
        <p:nvSpPr>
          <p:cNvPr id="112"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Microsoft YaHei"/>
                <a:ea typeface="Microsoft YaHei"/>
                <a:cs typeface="Microsoft YaHei"/>
              </a:defRPr>
            </a:defPPr>
          </a:lstStyle>
          <a:p xmlns:a="http://schemas.openxmlformats.org/drawingml/2006/main">
            <a:pPr algn="l">
              <a:lnSpc>
                <a:spcPct val="100000"/>
              </a:lnSpc>
              <a:spcBef>
                <a:spcPts val="0"/>
              </a:spcBef>
              <a:spcAft>
                <a:spcPts val="0"/>
              </a:spcAft>
              <a:buNone/>
              <a:defRPr sz="2400" b="1">
                <a:solidFill>
                  <a:srgbClr val="315CA9"/>
                </a:solidFill>
                <a:latin typeface="Microsoft YaHei"/>
                <a:ea typeface="Microsoft YaHei"/>
                <a:cs typeface="Microsoft YaHei"/>
              </a:defRPr>
            </a:pPr>
            <a:r>
              <a:rPr sz="2400" b="1">
                <a:solidFill>
                  <a:srgbClr val="315CA9"/>
                </a:solidFill>
                <a:latin typeface="Microsoft YaHei"/>
                <a:ea typeface="Microsoft YaHei"/>
                <a:cs typeface="Microsoft YaHei"/>
              </a:rPr>
              <a:t>研究内容三：基于语义增强图强化学习的多架次协同动态调度方法</a:t>
            </a:r>
            <a:endParaRPr>
              <a:latin typeface="Microsoft YaHei"/>
              <a:ea typeface="Microsoft YaHei"/>
              <a:cs typeface="Microsoft YaHei"/>
            </a:endParaRPr>
          </a:p>
        </p:txBody>
      </p:sp>
      <p:sp>
        <p:nvSpPr>
          <p:cNvPr id="113"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12</a:t>
            </a:r>
            <a:endParaRPr>
              <a:latin typeface="Microsoft YaHei"/>
              <a:ea typeface="Microsoft YaHei"/>
              <a:cs typeface="Microsoft YaHei"/>
            </a:endParaRPr>
          </a:p>
        </p:txBody>
      </p:sp>
      <p:cxnSp>
        <p:nvCxnSpPr>
          <p:cNvPr id="114" name="column-divider">
            <a:extLst xmlns:a="http://schemas.openxmlformats.org/drawingml/2006/main">
              <a:ext uri="{FF2B5EF4-FFF2-40B4-BE49-F238E27FC236}">
                <a16:creationId xmlns:a16="http://schemas.microsoft.com/office/drawing/2014/main" id="{4803109F-A7CC-45E3-858B-E2462674F0E8}"/>
              </a:ext>
            </a:extLst>
          </p:cNvPr>
          <p:cNvCxnSpPr/>
          <p:nvPr/>
        </p:nvCxnSpPr>
        <p:spPr>
          <a:xfrm xmlns:a="http://schemas.openxmlformats.org/drawingml/2006/main" flipH="0" flipV="0">
            <a:off x="7877175" y="1362075"/>
            <a:ext cx="0" cy="5114925"/>
          </a:xfrm>
          <a:prstGeom xmlns:a="http://schemas.openxmlformats.org/drawingml/2006/main" prst="straightConnector1">
            <a:avLst/>
          </a:prstGeom>
          <a:ln xmlns:a="http://schemas.openxmlformats.org/drawingml/2006/main" w="10001">
            <a:solidFill>
              <a:srgbClr val="C9D6EA"/>
            </a:solidFill>
            <a:prstDash val="solid"/>
          </a:ln>
        </p:spPr>
      </p:cxnSp>
      <p:sp>
        <p:nvSpPr>
          <p:cNvPr id="115" name="explanation-heading-0">
            <a:extLst xmlns:a="http://schemas.openxmlformats.org/drawingml/2006/main">
              <a:ext uri="{FF2B5EF4-FFF2-40B4-BE49-F238E27FC236}">
                <a16:creationId xmlns:a16="http://schemas.microsoft.com/office/drawing/2014/main" id="{E4B06980-BF88-4F27-9B9E-772B1132FB72}"/>
              </a:ext>
            </a:extLst>
          </p:cNvPr>
          <p:cNvSpPr>
            <a:spLocks xmlns:a="http://schemas.openxmlformats.org/drawingml/2006/main" noGrp="1"/>
          </p:cNvSpPr>
          <p:nvPr/>
        </p:nvSpPr>
        <p:spPr>
          <a:xfrm xmlns:a="http://schemas.openxmlformats.org/drawingml/2006/main">
            <a:off x="8086725" y="1400175"/>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同步脉动下的多架次协同</a:t>
            </a:r>
            <a:endParaRPr>
              <a:latin typeface="Microsoft YaHei"/>
              <a:ea typeface="Microsoft YaHei"/>
              <a:cs typeface="Microsoft YaHei"/>
            </a:endParaRPr>
          </a:p>
        </p:txBody>
      </p:sp>
      <p:sp>
        <p:nvSpPr>
          <p:cNvPr id="116" name="explanation-body-0">
            <a:extLst xmlns:a="http://schemas.openxmlformats.org/drawingml/2006/main">
              <a:ext uri="{FF2B5EF4-FFF2-40B4-BE49-F238E27FC236}">
                <a16:creationId xmlns:a16="http://schemas.microsoft.com/office/drawing/2014/main" id="{0DC9A29D-8B36-4D99-8372-A5FB6C750CF2}"/>
              </a:ext>
            </a:extLst>
          </p:cNvPr>
          <p:cNvSpPr>
            <a:spLocks xmlns:a="http://schemas.openxmlformats.org/drawingml/2006/main" noGrp="1"/>
          </p:cNvSpPr>
          <p:nvPr/>
        </p:nvSpPr>
        <p:spPr>
          <a:xfrm xmlns:a="http://schemas.openxmlformats.org/drawingml/2006/main">
            <a:off x="8086725" y="1676400"/>
            <a:ext cx="36004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多架飞机在不同站位并行装配，局部延</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迟可能推迟全线同步转站，并影响下一</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周期的作业条件，需要协调各站</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当前与后续任务。</a:t>
            </a:r>
            <a:endParaRPr>
              <a:latin typeface="Microsoft YaHei"/>
              <a:ea typeface="Microsoft YaHei"/>
              <a:cs typeface="Microsoft YaHei"/>
            </a:endParaRPr>
          </a:p>
        </p:txBody>
      </p:sp>
      <p:sp>
        <p:nvSpPr>
          <p:cNvPr id="117" name="explanation-heading-1">
            <a:extLst xmlns:a="http://schemas.openxmlformats.org/drawingml/2006/main">
              <a:ext uri="{FF2B5EF4-FFF2-40B4-BE49-F238E27FC236}">
                <a16:creationId xmlns:a16="http://schemas.microsoft.com/office/drawing/2014/main" id="{764C3874-847B-4A9B-B5C3-9B309D4AB060}"/>
              </a:ext>
            </a:extLst>
          </p:cNvPr>
          <p:cNvSpPr>
            <a:spLocks xmlns:a="http://schemas.openxmlformats.org/drawingml/2006/main" noGrp="1"/>
          </p:cNvSpPr>
          <p:nvPr/>
        </p:nvSpPr>
        <p:spPr>
          <a:xfrm xmlns:a="http://schemas.openxmlformats.org/drawingml/2006/main">
            <a:off x="8086725" y="2647950"/>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飞机、站位与整线的分层融合</a:t>
            </a:r>
            <a:endParaRPr>
              <a:latin typeface="Microsoft YaHei"/>
              <a:ea typeface="Microsoft YaHei"/>
              <a:cs typeface="Microsoft YaHei"/>
            </a:endParaRPr>
          </a:p>
        </p:txBody>
      </p:sp>
      <p:sp>
        <p:nvSpPr>
          <p:cNvPr id="118" name="explanation-body-1">
            <a:extLst xmlns:a="http://schemas.openxmlformats.org/drawingml/2006/main">
              <a:ext uri="{FF2B5EF4-FFF2-40B4-BE49-F238E27FC236}">
                <a16:creationId xmlns:a16="http://schemas.microsoft.com/office/drawing/2014/main" id="{B347E1CA-4715-4ABE-8D21-F454A46760C8}"/>
              </a:ext>
            </a:extLst>
          </p:cNvPr>
          <p:cNvSpPr>
            <a:spLocks xmlns:a="http://schemas.openxmlformats.org/drawingml/2006/main" noGrp="1"/>
          </p:cNvSpPr>
          <p:nvPr/>
        </p:nvSpPr>
        <p:spPr>
          <a:xfrm xmlns:a="http://schemas.openxmlformats.org/drawingml/2006/main">
            <a:off x="8086725" y="2924175"/>
            <a:ext cx="36004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在工序与资源图编码基础上，按飞机、</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站位和整线汇总生产信息，分别组织当</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前与紧邻下一周期的任务及人员状态，</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为联合策略提供跨站、跨周期信息。</a:t>
            </a:r>
            <a:endParaRPr>
              <a:latin typeface="Microsoft YaHei"/>
              <a:ea typeface="Microsoft YaHei"/>
              <a:cs typeface="Microsoft YaHei"/>
            </a:endParaRPr>
          </a:p>
        </p:txBody>
      </p:sp>
      <p:sp>
        <p:nvSpPr>
          <p:cNvPr id="119" name="explanation-heading-2">
            <a:extLst xmlns:a="http://schemas.openxmlformats.org/drawingml/2006/main">
              <a:ext uri="{FF2B5EF4-FFF2-40B4-BE49-F238E27FC236}">
                <a16:creationId xmlns:a16="http://schemas.microsoft.com/office/drawing/2014/main" id="{FC2FB346-8021-4931-9500-2DE0E47C46AA}"/>
              </a:ext>
            </a:extLst>
          </p:cNvPr>
          <p:cNvSpPr>
            <a:spLocks xmlns:a="http://schemas.openxmlformats.org/drawingml/2006/main" noGrp="1"/>
          </p:cNvSpPr>
          <p:nvPr/>
        </p:nvSpPr>
        <p:spPr>
          <a:xfrm xmlns:a="http://schemas.openxmlformats.org/drawingml/2006/main">
            <a:off x="8086725" y="3895725"/>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315CA9"/>
                </a:solidFill>
              </a:defRPr>
            </a:defPPr>
          </a:lstStyle>
          <a:p xmlns:a="http://schemas.openxmlformats.org/drawingml/2006/main">
            <a:pPr algn="l">
              <a:lnSpc>
                <a:spcPct val="100000"/>
              </a:lnSpc>
              <a:spcBef>
                <a:spcPts val="0"/>
              </a:spcBef>
              <a:spcAft>
                <a:spcPts val="0"/>
              </a:spcAft>
              <a:buNone/>
              <a:defRPr sz="1688" b="1">
                <a:solidFill>
                  <a:srgbClr val="315CA9"/>
                </a:solidFill>
              </a:defRPr>
            </a:pPr>
            <a:r>
              <a:rPr sz="1688" b="1">
                <a:solidFill>
                  <a:srgbClr val="315CA9"/>
                </a:solidFill>
                <a:latin typeface="Microsoft YaHei"/>
                <a:ea typeface="Microsoft YaHei"/>
                <a:cs typeface="Microsoft YaHei"/>
              </a:rPr>
              <a:t>时间结果驱动的语义增强</a:t>
            </a:r>
            <a:endParaRPr>
              <a:latin typeface="Microsoft YaHei"/>
              <a:ea typeface="Microsoft YaHei"/>
              <a:cs typeface="Microsoft YaHei"/>
            </a:endParaRPr>
          </a:p>
        </p:txBody>
      </p:sp>
      <p:sp>
        <p:nvSpPr>
          <p:cNvPr id="120" name="explanation-body-2">
            <a:extLst xmlns:a="http://schemas.openxmlformats.org/drawingml/2006/main">
              <a:ext uri="{FF2B5EF4-FFF2-40B4-BE49-F238E27FC236}">
                <a16:creationId xmlns:a16="http://schemas.microsoft.com/office/drawing/2014/main" id="{F3E3C781-1E1B-4BEA-884B-FD4762645F0F}"/>
              </a:ext>
            </a:extLst>
          </p:cNvPr>
          <p:cNvSpPr>
            <a:spLocks xmlns:a="http://schemas.openxmlformats.org/drawingml/2006/main" noGrp="1"/>
          </p:cNvSpPr>
          <p:nvPr/>
        </p:nvSpPr>
        <p:spPr>
          <a:xfrm xmlns:a="http://schemas.openxmlformats.org/drawingml/2006/main">
            <a:off x="8086725" y="4171950"/>
            <a:ext cx="3600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101010"/>
                </a:solidFill>
              </a:defRPr>
            </a:defPPr>
          </a:lstStyle>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预测本次转站时间修正及下一周期各站</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就绪偏差，利用实际时间结果训练策略</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共享的图编码与融合模块，使图表示学</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习生产状态与后续时间结果的</a:t>
            </a:r>
            <a:endParaRPr>
              <a:latin typeface="Microsoft YaHei"/>
              <a:ea typeface="Microsoft YaHei"/>
              <a:cs typeface="Microsoft YaHei"/>
            </a:endParaRPr>
          </a:p>
          <a:p xmlns:a="http://schemas.openxmlformats.org/drawingml/2006/main">
            <a:pPr algn="l">
              <a:lnSpc>
                <a:spcPct val="91000"/>
              </a:lnSpc>
              <a:spcBef>
                <a:spcPts val="0"/>
              </a:spcBef>
              <a:spcAft>
                <a:spcPts val="0"/>
              </a:spcAft>
              <a:buNone/>
              <a:defRPr sz="1575" b="0">
                <a:solidFill>
                  <a:srgbClr val="101010"/>
                </a:solidFill>
              </a:defRPr>
            </a:pPr>
            <a:r>
              <a:rPr sz="1575" b="0">
                <a:solidFill>
                  <a:srgbClr val="101010"/>
                </a:solidFill>
                <a:latin typeface="Microsoft YaHei"/>
                <a:ea typeface="Microsoft YaHei"/>
                <a:cs typeface="Microsoft YaHei"/>
              </a:rPr>
              <a:t>联系，支持协同决策。</a:t>
            </a:r>
            <a:endParaRPr>
              <a:latin typeface="Microsoft YaHei"/>
              <a:ea typeface="Microsoft YaHei"/>
              <a:cs typeface="Microsoft YaHei"/>
            </a:endParaRPr>
          </a:p>
        </p:txBody>
      </p:sp>
      <p:sp>
        <p:nvSpPr>
          <p:cNvPr id="121" name="takeaway-outline">
            <a:extLst xmlns:a="http://schemas.openxmlformats.org/drawingml/2006/main">
              <a:ext uri="{FF2B5EF4-FFF2-40B4-BE49-F238E27FC236}">
                <a16:creationId xmlns:a16="http://schemas.microsoft.com/office/drawing/2014/main" id="{BADBADC0-D286-42E2-8938-9D8DFE5D2547}"/>
              </a:ext>
            </a:extLst>
          </p:cNvPr>
          <p:cNvSpPr>
            <a:spLocks xmlns:a="http://schemas.openxmlformats.org/drawingml/2006/main" noGrp="1"/>
          </p:cNvSpPr>
          <p:nvPr/>
        </p:nvSpPr>
        <p:spPr>
          <a:xfrm xmlns:a="http://schemas.openxmlformats.org/drawingml/2006/main">
            <a:off x="8077200" y="5657850"/>
            <a:ext cx="3609975" cy="857250"/>
          </a:xfrm>
          <a:prstGeom xmlns:a="http://schemas.openxmlformats.org/drawingml/2006/main" prst="rect">
            <a:avLst/>
          </a:prstGeom>
          <a:solidFill xmlns:a="http://schemas.openxmlformats.org/drawingml/2006/main">
            <a:srgbClr val="FFFFFF"/>
          </a:solidFill>
          <a:ln xmlns:a="http://schemas.openxmlformats.org/drawingml/2006/main" w="12383">
            <a:solidFill>
              <a:srgbClr val="B72424"/>
            </a:solidFill>
            <a:prstDash val="solid"/>
          </a:ln>
        </p:spPr>
      </p:sp>
      <p:sp>
        <p:nvSpPr>
          <p:cNvPr id="122" name="takeaway">
            <a:extLst xmlns:a="http://schemas.openxmlformats.org/drawingml/2006/main">
              <a:ext uri="{FF2B5EF4-FFF2-40B4-BE49-F238E27FC236}">
                <a16:creationId xmlns:a16="http://schemas.microsoft.com/office/drawing/2014/main" id="{D921E40E-D480-4B24-8D1C-467CADC3D41E}"/>
              </a:ext>
            </a:extLst>
          </p:cNvPr>
          <p:cNvSpPr>
            <a:spLocks xmlns:a="http://schemas.openxmlformats.org/drawingml/2006/main" noGrp="1"/>
          </p:cNvSpPr>
          <p:nvPr/>
        </p:nvSpPr>
        <p:spPr>
          <a:xfrm xmlns:a="http://schemas.openxmlformats.org/drawingml/2006/main">
            <a:off x="8201025" y="5724525"/>
            <a:ext cx="33623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38" b="1">
                <a:solidFill>
                  <a:srgbClr val="315CA9"/>
                </a:solidFill>
              </a:defRPr>
            </a:defPPr>
          </a:lstStyle>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通过</a:t>
            </a:r>
            <a:r>
              <a:rPr sz="1538" b="1">
                <a:solidFill>
                  <a:srgbClr val="B72424"/>
                </a:solidFill>
                <a:latin typeface="Microsoft YaHei"/>
                <a:ea typeface="Microsoft YaHei"/>
                <a:cs typeface="Microsoft YaHei"/>
              </a:rPr>
              <a:t>分层融合</a:t>
            </a:r>
            <a:r>
              <a:rPr sz="1538" b="1">
                <a:solidFill>
                  <a:srgbClr val="315CA9"/>
                </a:solidFill>
                <a:latin typeface="Microsoft YaHei"/>
                <a:ea typeface="Microsoft YaHei"/>
                <a:cs typeface="Microsoft YaHei"/>
              </a:rPr>
              <a:t>与</a:t>
            </a:r>
            <a:r>
              <a:rPr sz="1538" b="1">
                <a:solidFill>
                  <a:srgbClr val="B72424"/>
                </a:solidFill>
                <a:latin typeface="Microsoft YaHei"/>
                <a:ea typeface="Microsoft YaHei"/>
                <a:cs typeface="Microsoft YaHei"/>
              </a:rPr>
              <a:t>时间结果训练</a:t>
            </a:r>
            <a:r>
              <a:rPr sz="1538" b="1">
                <a:solidFill>
                  <a:srgbClr val="315CA9"/>
                </a:solidFill>
                <a:latin typeface="Microsoft YaHei"/>
                <a:ea typeface="Microsoft YaHei"/>
                <a:cs typeface="Microsoft YaHei"/>
              </a:rPr>
              <a:t>，</a:t>
            </a:r>
            <a:endParaRPr>
              <a:latin typeface="Microsoft YaHei"/>
              <a:ea typeface="Microsoft YaHei"/>
              <a:cs typeface="Microsoft YaHei"/>
            </a:endParaRPr>
          </a:p>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将当前生产状态与后续时间结果</a:t>
            </a:r>
            <a:endParaRPr>
              <a:latin typeface="Microsoft YaHei"/>
              <a:ea typeface="Microsoft YaHei"/>
              <a:cs typeface="Microsoft YaHei"/>
            </a:endParaRPr>
          </a:p>
          <a:p xmlns:a="http://schemas.openxmlformats.org/drawingml/2006/main">
            <a:pPr algn="l">
              <a:lnSpc>
                <a:spcPct val="93000"/>
              </a:lnSpc>
              <a:spcBef>
                <a:spcPts val="0"/>
              </a:spcBef>
              <a:spcAft>
                <a:spcPts val="0"/>
              </a:spcAft>
              <a:buNone/>
              <a:defRPr sz="1538" b="1">
                <a:solidFill>
                  <a:srgbClr val="315CA9"/>
                </a:solidFill>
              </a:defRPr>
            </a:pPr>
            <a:r>
              <a:rPr sz="1538" b="1">
                <a:solidFill>
                  <a:srgbClr val="315CA9"/>
                </a:solidFill>
                <a:latin typeface="Microsoft YaHei"/>
                <a:ea typeface="Microsoft YaHei"/>
                <a:cs typeface="Microsoft YaHei"/>
              </a:rPr>
              <a:t>联系起来，支持</a:t>
            </a:r>
            <a:r>
              <a:rPr sz="1538" b="1">
                <a:solidFill>
                  <a:srgbClr val="B72424"/>
                </a:solidFill>
                <a:latin typeface="Microsoft YaHei"/>
                <a:ea typeface="Microsoft YaHei"/>
                <a:cs typeface="Microsoft YaHei"/>
              </a:rPr>
              <a:t>多架次协同调度</a:t>
            </a:r>
            <a:r>
              <a:rPr sz="1538" b="1">
                <a:solidFill>
                  <a:srgbClr val="315CA9"/>
                </a:solidFill>
                <a:latin typeface="Microsoft YaHei"/>
                <a:ea typeface="Microsoft YaHei"/>
                <a:cs typeface="Microsoft YaHei"/>
              </a:rPr>
              <a:t>。</a:t>
            </a:r>
            <a:endParaRPr>
              <a:latin typeface="Microsoft YaHei"/>
              <a:ea typeface="Microsoft YaHei"/>
              <a:cs typeface="Microsoft YaHei"/>
            </a:endParaRPr>
          </a:p>
        </p:txBody>
      </p:sp>
      <p:sp>
        <p:nvSpPr>
          <p:cNvPr id="123" name="station-1">
            <a:extLst xmlns:a="http://schemas.openxmlformats.org/drawingml/2006/main">
              <a:ext uri="{FF2B5EF4-FFF2-40B4-BE49-F238E27FC236}">
                <a16:creationId xmlns:a16="http://schemas.microsoft.com/office/drawing/2014/main" id="{EB6B1779-9AD0-4B70-A58C-8D7D5B7E9E58}"/>
              </a:ext>
            </a:extLst>
          </p:cNvPr>
          <p:cNvSpPr>
            <a:spLocks xmlns:a="http://schemas.openxmlformats.org/drawingml/2006/main" noGrp="1"/>
          </p:cNvSpPr>
          <p:nvPr/>
        </p:nvSpPr>
        <p:spPr>
          <a:xfrm xmlns:a="http://schemas.openxmlformats.org/drawingml/2006/main">
            <a:off x="581025" y="1438275"/>
            <a:ext cx="13430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站位</a:t>
            </a:r>
            <a:r>
              <a:rPr sz="1538" b="0">
                <a:solidFill>
                  <a:srgbClr val="101010"/>
                </a:solidFill>
                <a:latin typeface="Times New Roman"/>
                <a:ea typeface="Times New Roman"/>
                <a:cs typeface="Times New Roman"/>
              </a:rPr>
              <a:t>1</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飞机</a:t>
            </a:r>
            <a:r>
              <a:rPr sz="1538" b="0">
                <a:solidFill>
                  <a:srgbClr val="101010"/>
                </a:solidFill>
                <a:latin typeface="Times New Roman"/>
                <a:ea typeface="Times New Roman"/>
                <a:cs typeface="Times New Roman"/>
              </a:rPr>
              <a:t>5</a:t>
            </a:r>
            <a:endParaRPr>
              <a:latin typeface="Microsoft YaHei"/>
              <a:ea typeface="Microsoft YaHei"/>
              <a:cs typeface="Microsoft YaHei"/>
            </a:endParaRPr>
          </a:p>
        </p:txBody>
      </p:sp>
      <p:sp>
        <p:nvSpPr>
          <p:cNvPr id="124" name="station-2">
            <a:extLst xmlns:a="http://schemas.openxmlformats.org/drawingml/2006/main">
              <a:ext uri="{FF2B5EF4-FFF2-40B4-BE49-F238E27FC236}">
                <a16:creationId xmlns:a16="http://schemas.microsoft.com/office/drawing/2014/main" id="{F1A4395F-97C9-4E86-B5C3-3E50D7C31DA0}"/>
              </a:ext>
            </a:extLst>
          </p:cNvPr>
          <p:cNvSpPr>
            <a:spLocks xmlns:a="http://schemas.openxmlformats.org/drawingml/2006/main" noGrp="1"/>
          </p:cNvSpPr>
          <p:nvPr/>
        </p:nvSpPr>
        <p:spPr>
          <a:xfrm xmlns:a="http://schemas.openxmlformats.org/drawingml/2006/main">
            <a:off x="2000250" y="1438275"/>
            <a:ext cx="13430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站位</a:t>
            </a:r>
            <a:r>
              <a:rPr sz="1538" b="0">
                <a:solidFill>
                  <a:srgbClr val="101010"/>
                </a:solidFill>
                <a:latin typeface="Times New Roman"/>
                <a:ea typeface="Times New Roman"/>
                <a:cs typeface="Times New Roman"/>
              </a:rPr>
              <a:t>2</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飞机</a:t>
            </a:r>
            <a:r>
              <a:rPr sz="1538" b="0">
                <a:solidFill>
                  <a:srgbClr val="101010"/>
                </a:solidFill>
                <a:latin typeface="Times New Roman"/>
                <a:ea typeface="Times New Roman"/>
                <a:cs typeface="Times New Roman"/>
              </a:rPr>
              <a:t>4</a:t>
            </a:r>
            <a:endParaRPr>
              <a:latin typeface="Microsoft YaHei"/>
              <a:ea typeface="Microsoft YaHei"/>
              <a:cs typeface="Microsoft YaHei"/>
            </a:endParaRPr>
          </a:p>
        </p:txBody>
      </p:sp>
      <p:sp>
        <p:nvSpPr>
          <p:cNvPr id="125" name="station-3">
            <a:extLst xmlns:a="http://schemas.openxmlformats.org/drawingml/2006/main">
              <a:ext uri="{FF2B5EF4-FFF2-40B4-BE49-F238E27FC236}">
                <a16:creationId xmlns:a16="http://schemas.microsoft.com/office/drawing/2014/main" id="{DB490C33-4BFB-4F7D-AF29-2A6A6560A564}"/>
              </a:ext>
            </a:extLst>
          </p:cNvPr>
          <p:cNvSpPr>
            <a:spLocks xmlns:a="http://schemas.openxmlformats.org/drawingml/2006/main" noGrp="1"/>
          </p:cNvSpPr>
          <p:nvPr/>
        </p:nvSpPr>
        <p:spPr>
          <a:xfrm xmlns:a="http://schemas.openxmlformats.org/drawingml/2006/main">
            <a:off x="3419475" y="1438275"/>
            <a:ext cx="13430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站位</a:t>
            </a:r>
            <a:r>
              <a:rPr sz="1538" b="0">
                <a:solidFill>
                  <a:srgbClr val="101010"/>
                </a:solidFill>
                <a:latin typeface="Times New Roman"/>
                <a:ea typeface="Times New Roman"/>
                <a:cs typeface="Times New Roman"/>
              </a:rPr>
              <a:t>3</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飞机</a:t>
            </a:r>
            <a:r>
              <a:rPr sz="1538" b="0">
                <a:solidFill>
                  <a:srgbClr val="101010"/>
                </a:solidFill>
                <a:latin typeface="Times New Roman"/>
                <a:ea typeface="Times New Roman"/>
                <a:cs typeface="Times New Roman"/>
              </a:rPr>
              <a:t>3</a:t>
            </a:r>
            <a:endParaRPr>
              <a:latin typeface="Microsoft YaHei"/>
              <a:ea typeface="Microsoft YaHei"/>
              <a:cs typeface="Microsoft YaHei"/>
            </a:endParaRPr>
          </a:p>
        </p:txBody>
      </p:sp>
      <p:sp>
        <p:nvSpPr>
          <p:cNvPr id="126" name="station-4">
            <a:extLst xmlns:a="http://schemas.openxmlformats.org/drawingml/2006/main">
              <a:ext uri="{FF2B5EF4-FFF2-40B4-BE49-F238E27FC236}">
                <a16:creationId xmlns:a16="http://schemas.microsoft.com/office/drawing/2014/main" id="{6CCAE6B3-0FE3-4B5A-A40E-6A3217885128}"/>
              </a:ext>
            </a:extLst>
          </p:cNvPr>
          <p:cNvSpPr>
            <a:spLocks xmlns:a="http://schemas.openxmlformats.org/drawingml/2006/main" noGrp="1"/>
          </p:cNvSpPr>
          <p:nvPr/>
        </p:nvSpPr>
        <p:spPr>
          <a:xfrm xmlns:a="http://schemas.openxmlformats.org/drawingml/2006/main">
            <a:off x="4838700" y="1438275"/>
            <a:ext cx="13430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站位</a:t>
            </a:r>
            <a:r>
              <a:rPr sz="1538" b="0">
                <a:solidFill>
                  <a:srgbClr val="101010"/>
                </a:solidFill>
                <a:latin typeface="Times New Roman"/>
                <a:ea typeface="Times New Roman"/>
                <a:cs typeface="Times New Roman"/>
              </a:rPr>
              <a:t>4</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飞机</a:t>
            </a:r>
            <a:r>
              <a:rPr sz="1538" b="0">
                <a:solidFill>
                  <a:srgbClr val="101010"/>
                </a:solidFill>
                <a:latin typeface="Times New Roman"/>
                <a:ea typeface="Times New Roman"/>
                <a:cs typeface="Times New Roman"/>
              </a:rPr>
              <a:t>2</a:t>
            </a:r>
            <a:endParaRPr>
              <a:latin typeface="Microsoft YaHei"/>
              <a:ea typeface="Microsoft YaHei"/>
              <a:cs typeface="Microsoft YaHei"/>
            </a:endParaRPr>
          </a:p>
        </p:txBody>
      </p:sp>
      <p:sp>
        <p:nvSpPr>
          <p:cNvPr id="127" name="station-5">
            <a:extLst xmlns:a="http://schemas.openxmlformats.org/drawingml/2006/main">
              <a:ext uri="{FF2B5EF4-FFF2-40B4-BE49-F238E27FC236}">
                <a16:creationId xmlns:a16="http://schemas.microsoft.com/office/drawing/2014/main" id="{ED654D1E-DF7D-4762-90B8-6D0BE48C76FB}"/>
              </a:ext>
            </a:extLst>
          </p:cNvPr>
          <p:cNvSpPr>
            <a:spLocks xmlns:a="http://schemas.openxmlformats.org/drawingml/2006/main" noGrp="1"/>
          </p:cNvSpPr>
          <p:nvPr/>
        </p:nvSpPr>
        <p:spPr>
          <a:xfrm xmlns:a="http://schemas.openxmlformats.org/drawingml/2006/main">
            <a:off x="6257925" y="1438275"/>
            <a:ext cx="13430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38" b="0">
                <a:solidFill>
                  <a:srgbClr val="101010"/>
                </a:solidFill>
              </a:defRPr>
            </a:defPPr>
          </a:lstStyle>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站位</a:t>
            </a:r>
            <a:r>
              <a:rPr sz="1538" b="0">
                <a:solidFill>
                  <a:srgbClr val="101010"/>
                </a:solidFill>
                <a:latin typeface="Times New Roman"/>
                <a:ea typeface="Times New Roman"/>
                <a:cs typeface="Times New Roman"/>
              </a:rPr>
              <a:t>5</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538" b="0">
                <a:solidFill>
                  <a:srgbClr val="101010"/>
                </a:solidFill>
              </a:defRPr>
            </a:pPr>
            <a:r>
              <a:rPr sz="1538" b="0">
                <a:solidFill>
                  <a:srgbClr val="101010"/>
                </a:solidFill>
                <a:latin typeface="Microsoft YaHei"/>
                <a:ea typeface="Microsoft YaHei"/>
                <a:cs typeface="Microsoft YaHei"/>
              </a:rPr>
              <a:t>飞机</a:t>
            </a:r>
            <a:r>
              <a:rPr sz="1538" b="0">
                <a:solidFill>
                  <a:srgbClr val="101010"/>
                </a:solidFill>
                <a:latin typeface="Times New Roman"/>
                <a:ea typeface="Times New Roman"/>
                <a:cs typeface="Times New Roman"/>
              </a:rPr>
              <a:t>1</a:t>
            </a:r>
            <a:endParaRPr>
              <a:latin typeface="Microsoft YaHei"/>
              <a:ea typeface="Microsoft YaHei"/>
              <a:cs typeface="Microsoft YaHei"/>
            </a:endParaRPr>
          </a:p>
        </p:txBody>
      </p:sp>
      <p:sp>
        <p:nvSpPr>
          <p:cNvPr id="128" name="synchronous-pulse">
            <a:extLst xmlns:a="http://schemas.openxmlformats.org/drawingml/2006/main">
              <a:ext uri="{FF2B5EF4-FFF2-40B4-BE49-F238E27FC236}">
                <a16:creationId xmlns:a16="http://schemas.microsoft.com/office/drawing/2014/main" id="{AB1A0C17-1EF4-414E-837D-6D3EA27578A7}"/>
              </a:ext>
            </a:extLst>
          </p:cNvPr>
          <p:cNvSpPr>
            <a:spLocks xmlns:a="http://schemas.openxmlformats.org/drawingml/2006/main" noGrp="1"/>
          </p:cNvSpPr>
          <p:nvPr/>
        </p:nvSpPr>
        <p:spPr>
          <a:xfrm xmlns:a="http://schemas.openxmlformats.org/drawingml/2006/main">
            <a:off x="609600" y="2057400"/>
            <a:ext cx="697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315CA9"/>
                </a:solidFill>
              </a:defRPr>
            </a:defPPr>
          </a:lstStyle>
          <a:p xmlns:a="http://schemas.openxmlformats.org/drawingml/2006/main">
            <a:pPr algn="ctr">
              <a:lnSpc>
                <a:spcPct val="108000"/>
              </a:lnSpc>
              <a:spcBef>
                <a:spcPts val="0"/>
              </a:spcBef>
              <a:spcAft>
                <a:spcPts val="0"/>
              </a:spcAft>
              <a:buNone/>
              <a:defRPr sz="1500" b="0">
                <a:solidFill>
                  <a:srgbClr val="315CA9"/>
                </a:solidFill>
              </a:defRPr>
            </a:pPr>
            <a:r>
              <a:rPr sz="1500" b="0">
                <a:solidFill>
                  <a:srgbClr val="315CA9"/>
                </a:solidFill>
                <a:latin typeface="Microsoft YaHei"/>
                <a:ea typeface="Microsoft YaHei"/>
                <a:cs typeface="Microsoft YaHei"/>
              </a:rPr>
              <a:t>占用站位全部就绪，最晚时刻共同脉动</a:t>
            </a:r>
            <a:endParaRPr>
              <a:latin typeface="Microsoft YaHei"/>
              <a:ea typeface="Microsoft YaHei"/>
              <a:cs typeface="Microsoft YaHei"/>
            </a:endParaRPr>
          </a:p>
        </p:txBody>
      </p:sp>
      <p:sp>
        <p:nvSpPr>
          <p:cNvPr id="129" name="fixed-predictor-copy">
            <a:extLst xmlns:a="http://schemas.openxmlformats.org/drawingml/2006/main">
              <a:ext uri="{FF2B5EF4-FFF2-40B4-BE49-F238E27FC236}">
                <a16:creationId xmlns:a16="http://schemas.microsoft.com/office/drawing/2014/main" id="{61356F59-3354-433C-9679-E1E4654D1845}"/>
              </a:ext>
            </a:extLst>
          </p:cNvPr>
          <p:cNvSpPr>
            <a:spLocks xmlns:a="http://schemas.openxmlformats.org/drawingml/2006/main" noGrp="1"/>
          </p:cNvSpPr>
          <p:nvPr/>
        </p:nvSpPr>
        <p:spPr>
          <a:xfrm xmlns:a="http://schemas.openxmlformats.org/drawingml/2006/main">
            <a:off x="600075" y="2343150"/>
            <a:ext cx="7019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0" b="0">
                <a:solidFill>
                  <a:srgbClr val="101010"/>
                </a:solidFill>
              </a:defRPr>
            </a:defPPr>
          </a:lstStyle>
          <a:p xmlns:a="http://schemas.openxmlformats.org/drawingml/2006/main">
            <a:pPr algn="l">
              <a:lnSpc>
                <a:spcPct val="108000"/>
              </a:lnSpc>
              <a:spcBef>
                <a:spcPts val="0"/>
              </a:spcBef>
              <a:spcAft>
                <a:spcPts val="0"/>
              </a:spcAft>
              <a:buNone/>
              <a:defRPr sz="1290" b="0">
                <a:solidFill>
                  <a:srgbClr val="101010"/>
                </a:solidFill>
              </a:defRPr>
            </a:pPr>
            <a:r>
              <a:rPr sz="1290" b="0">
                <a:solidFill>
                  <a:srgbClr val="101010"/>
                </a:solidFill>
                <a:latin typeface="Microsoft YaHei"/>
                <a:ea typeface="Microsoft YaHei"/>
                <a:cs typeface="Microsoft YaHei"/>
              </a:rPr>
              <a:t>完整固定预测副本：轨迹内参数固定，每次决策重算</a:t>
            </a:r>
            <a:endParaRPr>
              <a:latin typeface="Microsoft YaHei"/>
              <a:ea typeface="Microsoft YaHei"/>
              <a:cs typeface="Microsoft YaHei"/>
            </a:endParaRPr>
          </a:p>
        </p:txBody>
      </p:sp>
      <p:sp>
        <p:nvSpPr>
          <p:cNvPr id="130" name="complete-graph-frame">
            <a:extLst xmlns:a="http://schemas.openxmlformats.org/drawingml/2006/main">
              <a:ext uri="{FF2B5EF4-FFF2-40B4-BE49-F238E27FC236}">
                <a16:creationId xmlns:a16="http://schemas.microsoft.com/office/drawing/2014/main" id="{EE7D8BF8-6177-4FD2-BBFC-7C3BEC4F0455}"/>
              </a:ext>
            </a:extLst>
          </p:cNvPr>
          <p:cNvSpPr>
            <a:spLocks xmlns:a="http://schemas.openxmlformats.org/drawingml/2006/main" noGrp="1"/>
          </p:cNvSpPr>
          <p:nvPr/>
        </p:nvSpPr>
        <p:spPr>
          <a:xfrm xmlns:a="http://schemas.openxmlformats.org/drawingml/2006/main">
            <a:off x="581025" y="2686050"/>
            <a:ext cx="1885950" cy="2143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131" name="complete-graph-title">
            <a:extLst xmlns:a="http://schemas.openxmlformats.org/drawingml/2006/main">
              <a:ext uri="{FF2B5EF4-FFF2-40B4-BE49-F238E27FC236}">
                <a16:creationId xmlns:a16="http://schemas.microsoft.com/office/drawing/2014/main" id="{4EBAF0BD-037B-4DD7-BF5F-78C4E43E4C5D}"/>
              </a:ext>
            </a:extLst>
          </p:cNvPr>
          <p:cNvSpPr>
            <a:spLocks xmlns:a="http://schemas.openxmlformats.org/drawingml/2006/main" noGrp="1"/>
          </p:cNvSpPr>
          <p:nvPr/>
        </p:nvSpPr>
        <p:spPr>
          <a:xfrm xmlns:a="http://schemas.openxmlformats.org/drawingml/2006/main">
            <a:off x="638175" y="277177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01010"/>
                </a:solidFill>
              </a:defRPr>
            </a:defPPr>
          </a:lstStyle>
          <a:p xmlns:a="http://schemas.openxmlformats.org/drawingml/2006/main">
            <a:pPr algn="ctr">
              <a:lnSpc>
                <a:spcPct val="108000"/>
              </a:lnSpc>
              <a:spcBef>
                <a:spcPts val="0"/>
              </a:spcBef>
              <a:spcAft>
                <a:spcPts val="0"/>
              </a:spcAft>
              <a:buNone/>
              <a:defRPr sz="1650" b="0">
                <a:solidFill>
                  <a:srgbClr val="101010"/>
                </a:solidFill>
              </a:defRPr>
            </a:pPr>
            <a:r>
              <a:rPr sz="1650" b="0">
                <a:solidFill>
                  <a:srgbClr val="101010"/>
                </a:solidFill>
                <a:latin typeface="Microsoft YaHei"/>
                <a:ea typeface="Microsoft YaHei"/>
                <a:cs typeface="Microsoft YaHei"/>
              </a:rPr>
              <a:t>完整图编码</a:t>
            </a:r>
            <a:endParaRPr>
              <a:latin typeface="Microsoft YaHei"/>
              <a:ea typeface="Microsoft YaHei"/>
              <a:cs typeface="Microsoft YaHei"/>
            </a:endParaRPr>
          </a:p>
        </p:txBody>
      </p:sp>
      <p:sp>
        <p:nvSpPr>
          <p:cNvPr id="132" name="complete-graph-scope">
            <a:extLst xmlns:a="http://schemas.openxmlformats.org/drawingml/2006/main">
              <a:ext uri="{FF2B5EF4-FFF2-40B4-BE49-F238E27FC236}">
                <a16:creationId xmlns:a16="http://schemas.microsoft.com/office/drawing/2014/main" id="{FF72C408-C8A8-4274-9072-17C7F05DD382}"/>
              </a:ext>
            </a:extLst>
          </p:cNvPr>
          <p:cNvSpPr>
            <a:spLocks xmlns:a="http://schemas.openxmlformats.org/drawingml/2006/main" noGrp="1"/>
          </p:cNvSpPr>
          <p:nvPr/>
        </p:nvSpPr>
        <p:spPr>
          <a:xfrm xmlns:a="http://schemas.openxmlformats.org/drawingml/2006/main">
            <a:off x="628650" y="30861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35" b="0">
                <a:solidFill>
                  <a:srgbClr val="101010"/>
                </a:solidFill>
              </a:defRPr>
            </a:defPPr>
          </a:lstStyle>
          <a:p xmlns:a="http://schemas.openxmlformats.org/drawingml/2006/main">
            <a:pPr algn="ctr">
              <a:lnSpc>
                <a:spcPct val="108000"/>
              </a:lnSpc>
              <a:spcBef>
                <a:spcPts val="0"/>
              </a:spcBef>
              <a:spcAft>
                <a:spcPts val="0"/>
              </a:spcAft>
              <a:buNone/>
              <a:defRPr sz="1335" b="0">
                <a:solidFill>
                  <a:srgbClr val="101010"/>
                </a:solidFill>
              </a:defRPr>
            </a:pPr>
            <a:r>
              <a:rPr sz="1335" b="0">
                <a:solidFill>
                  <a:srgbClr val="101010"/>
                </a:solidFill>
                <a:latin typeface="Microsoft YaHei"/>
                <a:ea typeface="Microsoft YaHei"/>
                <a:cs typeface="Microsoft YaHei"/>
              </a:rPr>
              <a:t>全部可见工序与资源</a:t>
            </a:r>
            <a:endParaRPr>
              <a:latin typeface="Microsoft YaHei"/>
              <a:ea typeface="Microsoft YaHei"/>
              <a:cs typeface="Microsoft YaHei"/>
            </a:endParaRPr>
          </a:p>
        </p:txBody>
      </p:sp>
      <p:sp>
        <p:nvSpPr>
          <p:cNvPr id="133" name="graph-state-0">
            <a:extLst xmlns:a="http://schemas.openxmlformats.org/drawingml/2006/main">
              <a:ext uri="{FF2B5EF4-FFF2-40B4-BE49-F238E27FC236}">
                <a16:creationId xmlns:a16="http://schemas.microsoft.com/office/drawing/2014/main" id="{E1321617-9F4A-4E14-998B-6B1B234C3F5B}"/>
              </a:ext>
            </a:extLst>
          </p:cNvPr>
          <p:cNvSpPr>
            <a:spLocks xmlns:a="http://schemas.openxmlformats.org/drawingml/2006/main" noGrp="1"/>
          </p:cNvSpPr>
          <p:nvPr/>
        </p:nvSpPr>
        <p:spPr>
          <a:xfrm xmlns:a="http://schemas.openxmlformats.org/drawingml/2006/main">
            <a:off x="647700" y="3352800"/>
            <a:ext cx="476250" cy="476250"/>
          </a:xfrm>
          <a:prstGeom xmlns:a="http://schemas.openxmlformats.org/drawingml/2006/main" prst="ellipse">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non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已完</a:t>
            </a:r>
            <a:endParaRPr>
              <a:latin typeface="Microsoft YaHei"/>
              <a:ea typeface="Microsoft YaHei"/>
              <a:cs typeface="Microsoft YaHei"/>
            </a:endParaRPr>
          </a:p>
        </p:txBody>
      </p:sp>
      <p:sp>
        <p:nvSpPr>
          <p:cNvPr id="134" name="graph-state-1">
            <a:extLst xmlns:a="http://schemas.openxmlformats.org/drawingml/2006/main">
              <a:ext uri="{FF2B5EF4-FFF2-40B4-BE49-F238E27FC236}">
                <a16:creationId xmlns:a16="http://schemas.microsoft.com/office/drawing/2014/main" id="{0D042412-C5F1-4743-97B9-02C38B7C9110}"/>
              </a:ext>
            </a:extLst>
          </p:cNvPr>
          <p:cNvSpPr>
            <a:spLocks xmlns:a="http://schemas.openxmlformats.org/drawingml/2006/main" noGrp="1"/>
          </p:cNvSpPr>
          <p:nvPr/>
        </p:nvSpPr>
        <p:spPr>
          <a:xfrm xmlns:a="http://schemas.openxmlformats.org/drawingml/2006/main">
            <a:off x="1790700" y="3352800"/>
            <a:ext cx="476250" cy="476250"/>
          </a:xfrm>
          <a:prstGeom xmlns:a="http://schemas.openxmlformats.org/drawingml/2006/main" prst="ellipse">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non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未完</a:t>
            </a:r>
            <a:endParaRPr>
              <a:latin typeface="Microsoft YaHei"/>
              <a:ea typeface="Microsoft YaHei"/>
              <a:cs typeface="Microsoft YaHei"/>
            </a:endParaRPr>
          </a:p>
        </p:txBody>
      </p:sp>
      <p:sp>
        <p:nvSpPr>
          <p:cNvPr id="135" name="graph-state-2">
            <a:extLst xmlns:a="http://schemas.openxmlformats.org/drawingml/2006/main">
              <a:ext uri="{FF2B5EF4-FFF2-40B4-BE49-F238E27FC236}">
                <a16:creationId xmlns:a16="http://schemas.microsoft.com/office/drawing/2014/main" id="{FD686D34-0529-40CB-85E0-F8FA9D3AB30C}"/>
              </a:ext>
            </a:extLst>
          </p:cNvPr>
          <p:cNvSpPr>
            <a:spLocks xmlns:a="http://schemas.openxmlformats.org/drawingml/2006/main" noGrp="1"/>
          </p:cNvSpPr>
          <p:nvPr/>
        </p:nvSpPr>
        <p:spPr>
          <a:xfrm xmlns:a="http://schemas.openxmlformats.org/drawingml/2006/main">
            <a:off x="647700" y="3981450"/>
            <a:ext cx="476250" cy="476250"/>
          </a:xfrm>
          <a:prstGeom xmlns:a="http://schemas.openxmlformats.org/drawingml/2006/main" prst="ellipse">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non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未完</a:t>
            </a:r>
            <a:endParaRPr>
              <a:latin typeface="Microsoft YaHei"/>
              <a:ea typeface="Microsoft YaHei"/>
              <a:cs typeface="Microsoft YaHei"/>
            </a:endParaRPr>
          </a:p>
        </p:txBody>
      </p:sp>
      <p:sp>
        <p:nvSpPr>
          <p:cNvPr id="136" name="graph-state-3">
            <a:extLst xmlns:a="http://schemas.openxmlformats.org/drawingml/2006/main">
              <a:ext uri="{FF2B5EF4-FFF2-40B4-BE49-F238E27FC236}">
                <a16:creationId xmlns:a16="http://schemas.microsoft.com/office/drawing/2014/main" id="{CEEC5221-58F0-4CF9-BB75-084189FC14CA}"/>
              </a:ext>
            </a:extLst>
          </p:cNvPr>
          <p:cNvSpPr>
            <a:spLocks xmlns:a="http://schemas.openxmlformats.org/drawingml/2006/main" noGrp="1"/>
          </p:cNvSpPr>
          <p:nvPr/>
        </p:nvSpPr>
        <p:spPr>
          <a:xfrm xmlns:a="http://schemas.openxmlformats.org/drawingml/2006/main">
            <a:off x="1790700" y="3981450"/>
            <a:ext cx="476250" cy="476250"/>
          </a:xfrm>
          <a:prstGeom xmlns:a="http://schemas.openxmlformats.org/drawingml/2006/main" prst="ellipse">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non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Microsoft YaHei"/>
                <a:ea typeface="Microsoft YaHei"/>
                <a:cs typeface="Microsoft YaHei"/>
              </a:rPr>
              <a:t>后续</a:t>
            </a:r>
            <a:endParaRPr>
              <a:latin typeface="Microsoft YaHei"/>
              <a:ea typeface="Microsoft YaHei"/>
              <a:cs typeface="Microsoft YaHei"/>
            </a:endParaRPr>
          </a:p>
        </p:txBody>
      </p:sp>
      <p:cxnSp>
        <p:nvCxnSpPr>
          <p:cNvPr id="137" name="complete-unfinished">
            <a:extLst xmlns:a="http://schemas.openxmlformats.org/drawingml/2006/main">
              <a:ext uri="{FF2B5EF4-FFF2-40B4-BE49-F238E27FC236}">
                <a16:creationId xmlns:a16="http://schemas.microsoft.com/office/drawing/2014/main" id="{54A29B71-CFDD-4F97-A186-E2FFD9DCA912}"/>
              </a:ext>
            </a:extLst>
          </p:cNvPr>
          <p:cNvCxnSpPr/>
          <p:nvPr/>
        </p:nvCxnSpPr>
        <p:spPr>
          <a:xfrm xmlns:a="http://schemas.openxmlformats.org/drawingml/2006/main" flipH="0" flipV="0">
            <a:off x="1123950" y="3590925"/>
            <a:ext cx="66675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38" name="unfinished-context-1">
            <a:extLst xmlns:a="http://schemas.openxmlformats.org/drawingml/2006/main">
              <a:ext uri="{FF2B5EF4-FFF2-40B4-BE49-F238E27FC236}">
                <a16:creationId xmlns:a16="http://schemas.microsoft.com/office/drawing/2014/main" id="{62B5D7E9-1CB1-4265-A8D2-FB7CEBA062B3}"/>
              </a:ext>
            </a:extLst>
          </p:cNvPr>
          <p:cNvCxnSpPr/>
          <p:nvPr/>
        </p:nvCxnSpPr>
        <p:spPr>
          <a:xfrm xmlns:a="http://schemas.openxmlformats.org/drawingml/2006/main" flipH="0" flipV="0">
            <a:off x="2028825" y="3829050"/>
            <a:ext cx="0" cy="76200"/>
          </a:xfrm>
          <a:prstGeom xmlns:a="http://schemas.openxmlformats.org/drawingml/2006/main" prst="straightConnector1">
            <a:avLst/>
          </a:prstGeom>
          <a:ln xmlns:a="http://schemas.openxmlformats.org/drawingml/2006/main" w="12383">
            <a:solidFill>
              <a:srgbClr val="1D1D1D"/>
            </a:solidFill>
            <a:prstDash val="solid"/>
          </a:ln>
        </p:spPr>
      </p:cxnSp>
      <p:cxnSp>
        <p:nvCxnSpPr>
          <p:cNvPr id="139" name="unfinished-context-2">
            <a:extLst xmlns:a="http://schemas.openxmlformats.org/drawingml/2006/main">
              <a:ext uri="{FF2B5EF4-FFF2-40B4-BE49-F238E27FC236}">
                <a16:creationId xmlns:a16="http://schemas.microsoft.com/office/drawing/2014/main" id="{675DB28A-1E86-496B-9F96-8F4FFF2EED65}"/>
              </a:ext>
            </a:extLst>
          </p:cNvPr>
          <p:cNvCxnSpPr/>
          <p:nvPr/>
        </p:nvCxnSpPr>
        <p:spPr>
          <a:xfrm xmlns:a="http://schemas.openxmlformats.org/drawingml/2006/main" flipH="1" flipV="0">
            <a:off x="885825" y="3905250"/>
            <a:ext cx="1143000"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40" name="unfinished-context-3">
            <a:extLst xmlns:a="http://schemas.openxmlformats.org/drawingml/2006/main">
              <a:ext uri="{FF2B5EF4-FFF2-40B4-BE49-F238E27FC236}">
                <a16:creationId xmlns:a16="http://schemas.microsoft.com/office/drawing/2014/main" id="{69F6C33D-0CF8-4C9A-AF07-C95E861DA844}"/>
              </a:ext>
            </a:extLst>
          </p:cNvPr>
          <p:cNvCxnSpPr/>
          <p:nvPr/>
        </p:nvCxnSpPr>
        <p:spPr>
          <a:xfrm xmlns:a="http://schemas.openxmlformats.org/drawingml/2006/main" flipH="0" flipV="0">
            <a:off x="885825" y="3905250"/>
            <a:ext cx="0" cy="7620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41" name="unfinished-future">
            <a:extLst xmlns:a="http://schemas.openxmlformats.org/drawingml/2006/main">
              <a:ext uri="{FF2B5EF4-FFF2-40B4-BE49-F238E27FC236}">
                <a16:creationId xmlns:a16="http://schemas.microsoft.com/office/drawing/2014/main" id="{59EA48A0-7AD6-4906-89C8-5A1635E665F7}"/>
              </a:ext>
            </a:extLst>
          </p:cNvPr>
          <p:cNvCxnSpPr/>
          <p:nvPr/>
        </p:nvCxnSpPr>
        <p:spPr>
          <a:xfrm xmlns:a="http://schemas.openxmlformats.org/drawingml/2006/main" flipH="0" flipV="0">
            <a:off x="1123950" y="4219575"/>
            <a:ext cx="66675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42" name="graph-context">
            <a:extLst xmlns:a="http://schemas.openxmlformats.org/drawingml/2006/main">
              <a:ext uri="{FF2B5EF4-FFF2-40B4-BE49-F238E27FC236}">
                <a16:creationId xmlns:a16="http://schemas.microsoft.com/office/drawing/2014/main" id="{4F9AF184-324C-4619-AE02-99EA7519FCC8}"/>
              </a:ext>
            </a:extLst>
          </p:cNvPr>
          <p:cNvSpPr>
            <a:spLocks xmlns:a="http://schemas.openxmlformats.org/drawingml/2006/main" noGrp="1"/>
          </p:cNvSpPr>
          <p:nvPr/>
        </p:nvSpPr>
        <p:spPr>
          <a:xfrm xmlns:a="http://schemas.openxmlformats.org/drawingml/2006/main">
            <a:off x="609600" y="4533900"/>
            <a:ext cx="1828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98" b="0">
                <a:solidFill>
                  <a:srgbClr val="101010"/>
                </a:solidFill>
              </a:defRPr>
            </a:defPPr>
          </a:lstStyle>
          <a:p xmlns:a="http://schemas.openxmlformats.org/drawingml/2006/main">
            <a:pPr algn="ctr">
              <a:lnSpc>
                <a:spcPct val="108000"/>
              </a:lnSpc>
              <a:spcBef>
                <a:spcPts val="0"/>
              </a:spcBef>
              <a:spcAft>
                <a:spcPts val="0"/>
              </a:spcAft>
              <a:buNone/>
              <a:defRPr sz="1298" b="0">
                <a:solidFill>
                  <a:srgbClr val="101010"/>
                </a:solidFill>
              </a:defRPr>
            </a:pPr>
            <a:r>
              <a:rPr sz="1298" b="0">
                <a:solidFill>
                  <a:srgbClr val="101010"/>
                </a:solidFill>
                <a:latin typeface="Microsoft YaHei"/>
                <a:ea typeface="Microsoft YaHei"/>
                <a:cs typeface="Microsoft YaHei"/>
              </a:rPr>
              <a:t>保留前序及资源上下文</a:t>
            </a:r>
            <a:endParaRPr>
              <a:latin typeface="Microsoft YaHei"/>
              <a:ea typeface="Microsoft YaHei"/>
              <a:cs typeface="Microsoft YaHei"/>
            </a:endParaRPr>
          </a:p>
        </p:txBody>
      </p:sp>
      <p:sp>
        <p:nvSpPr>
          <p:cNvPr id="143" name="fusion-frame">
            <a:extLst xmlns:a="http://schemas.openxmlformats.org/drawingml/2006/main">
              <a:ext uri="{FF2B5EF4-FFF2-40B4-BE49-F238E27FC236}">
                <a16:creationId xmlns:a16="http://schemas.microsoft.com/office/drawing/2014/main" id="{02B28BCB-6A9B-4B00-907E-D7A7BB785EBE}"/>
              </a:ext>
            </a:extLst>
          </p:cNvPr>
          <p:cNvSpPr>
            <a:spLocks xmlns:a="http://schemas.openxmlformats.org/drawingml/2006/main" noGrp="1"/>
          </p:cNvSpPr>
          <p:nvPr/>
        </p:nvSpPr>
        <p:spPr>
          <a:xfrm xmlns:a="http://schemas.openxmlformats.org/drawingml/2006/main">
            <a:off x="2714625" y="2686050"/>
            <a:ext cx="2428875" cy="2143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144" name="fusion-title">
            <a:extLst xmlns:a="http://schemas.openxmlformats.org/drawingml/2006/main">
              <a:ext uri="{FF2B5EF4-FFF2-40B4-BE49-F238E27FC236}">
                <a16:creationId xmlns:a16="http://schemas.microsoft.com/office/drawing/2014/main" id="{96D412E7-7D9B-42F8-BE9A-7CBDADCA898E}"/>
              </a:ext>
            </a:extLst>
          </p:cNvPr>
          <p:cNvSpPr>
            <a:spLocks xmlns:a="http://schemas.openxmlformats.org/drawingml/2006/main" noGrp="1"/>
          </p:cNvSpPr>
          <p:nvPr/>
        </p:nvSpPr>
        <p:spPr>
          <a:xfrm xmlns:a="http://schemas.openxmlformats.org/drawingml/2006/main">
            <a:off x="2771775" y="2771775"/>
            <a:ext cx="23145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13" b="0">
                <a:solidFill>
                  <a:srgbClr val="101010"/>
                </a:solidFill>
              </a:defRPr>
            </a:defPPr>
          </a:lstStyle>
          <a:p xmlns:a="http://schemas.openxmlformats.org/drawingml/2006/main">
            <a:pPr algn="ctr">
              <a:lnSpc>
                <a:spcPct val="108000"/>
              </a:lnSpc>
              <a:spcBef>
                <a:spcPts val="0"/>
              </a:spcBef>
              <a:spcAft>
                <a:spcPts val="0"/>
              </a:spcAft>
              <a:buNone/>
              <a:defRPr sz="1613" b="0">
                <a:solidFill>
                  <a:srgbClr val="101010"/>
                </a:solidFill>
              </a:defRPr>
            </a:pPr>
            <a:r>
              <a:rPr sz="1613" b="0">
                <a:solidFill>
                  <a:srgbClr val="101010"/>
                </a:solidFill>
                <a:latin typeface="Microsoft YaHei"/>
                <a:ea typeface="Microsoft YaHei"/>
                <a:cs typeface="Microsoft YaHei"/>
              </a:rPr>
              <a:t>分层汇总与</a:t>
            </a:r>
            <a:r>
              <a:rPr sz="1613" b="0">
                <a:solidFill>
                  <a:srgbClr val="101010"/>
                </a:solidFill>
                <a:latin typeface="Times New Roman"/>
                <a:ea typeface="Times New Roman"/>
                <a:cs typeface="Times New Roman"/>
              </a:rPr>
              <a:t>MLP</a:t>
            </a:r>
            <a:r>
              <a:rPr sz="1613" b="0">
                <a:solidFill>
                  <a:srgbClr val="101010"/>
                </a:solidFill>
                <a:latin typeface="Microsoft YaHei"/>
                <a:ea typeface="Microsoft YaHei"/>
                <a:cs typeface="Microsoft YaHei"/>
              </a:rPr>
              <a:t>融合</a:t>
            </a:r>
            <a:endParaRPr>
              <a:latin typeface="Microsoft YaHei"/>
              <a:ea typeface="Microsoft YaHei"/>
              <a:cs typeface="Microsoft YaHei"/>
            </a:endParaRPr>
          </a:p>
        </p:txBody>
      </p:sp>
      <p:sp>
        <p:nvSpPr>
          <p:cNvPr id="145" name="aircraft-summary">
            <a:extLst xmlns:a="http://schemas.openxmlformats.org/drawingml/2006/main">
              <a:ext uri="{FF2B5EF4-FFF2-40B4-BE49-F238E27FC236}">
                <a16:creationId xmlns:a16="http://schemas.microsoft.com/office/drawing/2014/main" id="{224126B4-E92B-4FD4-AF4D-5E4CC69BFF0E}"/>
              </a:ext>
            </a:extLst>
          </p:cNvPr>
          <p:cNvSpPr>
            <a:spLocks xmlns:a="http://schemas.openxmlformats.org/drawingml/2006/main" noGrp="1"/>
          </p:cNvSpPr>
          <p:nvPr/>
        </p:nvSpPr>
        <p:spPr>
          <a:xfrm xmlns:a="http://schemas.openxmlformats.org/drawingml/2006/main">
            <a:off x="2790825" y="3124200"/>
            <a:ext cx="2276475" cy="4572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80" b="0">
                <a:solidFill>
                  <a:srgbClr val="101010"/>
                </a:solidFill>
              </a:defRPr>
            </a:defPPr>
          </a:lstStyle>
          <a:p xmlns:a="http://schemas.openxmlformats.org/drawingml/2006/main">
            <a:pPr algn="ctr">
              <a:lnSpc>
                <a:spcPct val="102000"/>
              </a:lnSpc>
              <a:spcBef>
                <a:spcPts val="0"/>
              </a:spcBef>
              <a:spcAft>
                <a:spcPts val="0"/>
              </a:spcAft>
              <a:buNone/>
              <a:defRPr sz="1380" b="0">
                <a:solidFill>
                  <a:srgbClr val="101010"/>
                </a:solidFill>
              </a:defRPr>
            </a:pPr>
            <a:r>
              <a:rPr sz="1380" b="0">
                <a:solidFill>
                  <a:srgbClr val="101010"/>
                </a:solidFill>
                <a:latin typeface="Microsoft YaHei"/>
                <a:ea typeface="Microsoft YaHei"/>
                <a:cs typeface="Microsoft YaHei"/>
              </a:rPr>
              <a:t>飞机层任务摘要</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80" b="0">
                <a:solidFill>
                  <a:srgbClr val="101010"/>
                </a:solidFill>
              </a:defRPr>
            </a:pPr>
            <a:r>
              <a:rPr sz="1380" b="0">
                <a:solidFill>
                  <a:srgbClr val="101010"/>
                </a:solidFill>
                <a:latin typeface="Microsoft YaHei"/>
                <a:ea typeface="Microsoft YaHei"/>
                <a:cs typeface="Microsoft YaHei"/>
              </a:rPr>
              <a:t>未完任务分组聚合与统计</a:t>
            </a:r>
            <a:endParaRPr>
              <a:latin typeface="Microsoft YaHei"/>
              <a:ea typeface="Microsoft YaHei"/>
              <a:cs typeface="Microsoft YaHei"/>
            </a:endParaRPr>
          </a:p>
        </p:txBody>
      </p:sp>
      <p:sp>
        <p:nvSpPr>
          <p:cNvPr id="146" name="station-summary">
            <a:extLst xmlns:a="http://schemas.openxmlformats.org/drawingml/2006/main">
              <a:ext uri="{FF2B5EF4-FFF2-40B4-BE49-F238E27FC236}">
                <a16:creationId xmlns:a16="http://schemas.microsoft.com/office/drawing/2014/main" id="{A02E9B43-CCD3-4F45-814C-A3B8355A1AE6}"/>
              </a:ext>
            </a:extLst>
          </p:cNvPr>
          <p:cNvSpPr>
            <a:spLocks xmlns:a="http://schemas.openxmlformats.org/drawingml/2006/main" noGrp="1"/>
          </p:cNvSpPr>
          <p:nvPr/>
        </p:nvSpPr>
        <p:spPr>
          <a:xfrm xmlns:a="http://schemas.openxmlformats.org/drawingml/2006/main">
            <a:off x="2790825" y="3705225"/>
            <a:ext cx="2276475" cy="4572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80" b="0">
                <a:solidFill>
                  <a:srgbClr val="101010"/>
                </a:solidFill>
              </a:defRPr>
            </a:defPPr>
          </a:lstStyle>
          <a:p xmlns:a="http://schemas.openxmlformats.org/drawingml/2006/main">
            <a:pPr algn="ctr">
              <a:lnSpc>
                <a:spcPct val="102000"/>
              </a:lnSpc>
              <a:spcBef>
                <a:spcPts val="0"/>
              </a:spcBef>
              <a:spcAft>
                <a:spcPts val="0"/>
              </a:spcAft>
              <a:buNone/>
              <a:defRPr sz="1380" b="0">
                <a:solidFill>
                  <a:srgbClr val="101010"/>
                </a:solidFill>
              </a:defRPr>
            </a:pPr>
            <a:r>
              <a:rPr sz="1380" b="0">
                <a:solidFill>
                  <a:srgbClr val="101010"/>
                </a:solidFill>
                <a:latin typeface="Microsoft YaHei"/>
                <a:ea typeface="Microsoft YaHei"/>
                <a:cs typeface="Microsoft YaHei"/>
              </a:rPr>
              <a:t>站位层任务与资源</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80" b="0">
                <a:solidFill>
                  <a:srgbClr val="101010"/>
                </a:solidFill>
              </a:defRPr>
            </a:pPr>
            <a:r>
              <a:rPr sz="1380" b="0">
                <a:solidFill>
                  <a:srgbClr val="101010"/>
                </a:solidFill>
                <a:latin typeface="Microsoft YaHei"/>
                <a:ea typeface="Microsoft YaHei"/>
                <a:cs typeface="Microsoft YaHei"/>
              </a:rPr>
              <a:t>当前／下一周期任务与人员</a:t>
            </a:r>
            <a:endParaRPr>
              <a:latin typeface="Microsoft YaHei"/>
              <a:ea typeface="Microsoft YaHei"/>
              <a:cs typeface="Microsoft YaHei"/>
            </a:endParaRPr>
          </a:p>
        </p:txBody>
      </p:sp>
      <p:sp>
        <p:nvSpPr>
          <p:cNvPr id="147" name="line-summary">
            <a:extLst xmlns:a="http://schemas.openxmlformats.org/drawingml/2006/main">
              <a:ext uri="{FF2B5EF4-FFF2-40B4-BE49-F238E27FC236}">
                <a16:creationId xmlns:a16="http://schemas.microsoft.com/office/drawing/2014/main" id="{DEC0460A-2518-4068-8905-52A92D0D9A47}"/>
              </a:ext>
            </a:extLst>
          </p:cNvPr>
          <p:cNvSpPr>
            <a:spLocks xmlns:a="http://schemas.openxmlformats.org/drawingml/2006/main" noGrp="1"/>
          </p:cNvSpPr>
          <p:nvPr/>
        </p:nvSpPr>
        <p:spPr>
          <a:xfrm xmlns:a="http://schemas.openxmlformats.org/drawingml/2006/main">
            <a:off x="2790825" y="4286250"/>
            <a:ext cx="2276475" cy="4572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35" b="0">
                <a:solidFill>
                  <a:srgbClr val="101010"/>
                </a:solidFill>
              </a:defRPr>
            </a:defPPr>
          </a:lstStyle>
          <a:p xmlns:a="http://schemas.openxmlformats.org/drawingml/2006/main">
            <a:pPr algn="ctr">
              <a:lnSpc>
                <a:spcPct val="102000"/>
              </a:lnSpc>
              <a:spcBef>
                <a:spcPts val="0"/>
              </a:spcBef>
              <a:spcAft>
                <a:spcPts val="0"/>
              </a:spcAft>
              <a:buNone/>
              <a:defRPr sz="1335" b="0">
                <a:solidFill>
                  <a:srgbClr val="101010"/>
                </a:solidFill>
              </a:defRPr>
            </a:pPr>
            <a:r>
              <a:rPr sz="1335" b="0">
                <a:solidFill>
                  <a:srgbClr val="101010"/>
                </a:solidFill>
                <a:latin typeface="Microsoft YaHei"/>
                <a:ea typeface="Microsoft YaHei"/>
                <a:cs typeface="Microsoft YaHei"/>
              </a:rPr>
              <a:t>整线层运行状态</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35" b="0">
                <a:solidFill>
                  <a:srgbClr val="101010"/>
                </a:solidFill>
              </a:defRPr>
            </a:pPr>
            <a:r>
              <a:rPr sz="1335" b="0">
                <a:solidFill>
                  <a:srgbClr val="101010"/>
                </a:solidFill>
                <a:latin typeface="Microsoft YaHei"/>
                <a:ea typeface="Microsoft YaHei"/>
                <a:cs typeface="Microsoft YaHei"/>
              </a:rPr>
              <a:t>各站负荷、周期进度与飞机数</a:t>
            </a:r>
            <a:endParaRPr>
              <a:latin typeface="Microsoft YaHei"/>
              <a:ea typeface="Microsoft YaHei"/>
              <a:cs typeface="Microsoft YaHei"/>
            </a:endParaRPr>
          </a:p>
        </p:txBody>
      </p:sp>
      <p:sp>
        <p:nvSpPr>
          <p:cNvPr id="148" name="time-prediction-frame">
            <a:extLst xmlns:a="http://schemas.openxmlformats.org/drawingml/2006/main">
              <a:ext uri="{FF2B5EF4-FFF2-40B4-BE49-F238E27FC236}">
                <a16:creationId xmlns:a16="http://schemas.microsoft.com/office/drawing/2014/main" id="{B9CEE6FE-F580-41D5-AE94-8970681DBF6E}"/>
              </a:ext>
            </a:extLst>
          </p:cNvPr>
          <p:cNvSpPr>
            <a:spLocks xmlns:a="http://schemas.openxmlformats.org/drawingml/2006/main" noGrp="1"/>
          </p:cNvSpPr>
          <p:nvPr/>
        </p:nvSpPr>
        <p:spPr>
          <a:xfrm xmlns:a="http://schemas.openxmlformats.org/drawingml/2006/main">
            <a:off x="5410200" y="2686050"/>
            <a:ext cx="2219325" cy="2143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149" name="time-prediction-title">
            <a:extLst xmlns:a="http://schemas.openxmlformats.org/drawingml/2006/main">
              <a:ext uri="{FF2B5EF4-FFF2-40B4-BE49-F238E27FC236}">
                <a16:creationId xmlns:a16="http://schemas.microsoft.com/office/drawing/2014/main" id="{82B4DA1A-9020-43D6-9CCC-8D92548123C2}"/>
              </a:ext>
            </a:extLst>
          </p:cNvPr>
          <p:cNvSpPr>
            <a:spLocks xmlns:a="http://schemas.openxmlformats.org/drawingml/2006/main" noGrp="1"/>
          </p:cNvSpPr>
          <p:nvPr/>
        </p:nvSpPr>
        <p:spPr>
          <a:xfrm xmlns:a="http://schemas.openxmlformats.org/drawingml/2006/main">
            <a:off x="5467350" y="2771775"/>
            <a:ext cx="2105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90" b="0">
                <a:solidFill>
                  <a:srgbClr val="101010"/>
                </a:solidFill>
              </a:defRPr>
            </a:defPPr>
          </a:lstStyle>
          <a:p xmlns:a="http://schemas.openxmlformats.org/drawingml/2006/main">
            <a:pPr algn="ctr">
              <a:lnSpc>
                <a:spcPct val="108000"/>
              </a:lnSpc>
              <a:spcBef>
                <a:spcPts val="0"/>
              </a:spcBef>
              <a:spcAft>
                <a:spcPts val="0"/>
              </a:spcAft>
              <a:buNone/>
              <a:defRPr sz="1590" b="0">
                <a:solidFill>
                  <a:srgbClr val="101010"/>
                </a:solidFill>
              </a:defRPr>
            </a:pPr>
            <a:r>
              <a:rPr sz="1590" b="0">
                <a:solidFill>
                  <a:srgbClr val="101010"/>
                </a:solidFill>
                <a:latin typeface="Microsoft YaHei"/>
                <a:ea typeface="Microsoft YaHei"/>
                <a:cs typeface="Microsoft YaHei"/>
              </a:rPr>
              <a:t>两类生产时间预测</a:t>
            </a:r>
            <a:endParaRPr>
              <a:latin typeface="Microsoft YaHei"/>
              <a:ea typeface="Microsoft YaHei"/>
              <a:cs typeface="Microsoft YaHei"/>
            </a:endParaRPr>
          </a:p>
        </p:txBody>
      </p:sp>
      <p:sp>
        <p:nvSpPr>
          <p:cNvPr id="150" name="current-pulse-time">
            <a:extLst xmlns:a="http://schemas.openxmlformats.org/drawingml/2006/main">
              <a:ext uri="{FF2B5EF4-FFF2-40B4-BE49-F238E27FC236}">
                <a16:creationId xmlns:a16="http://schemas.microsoft.com/office/drawing/2014/main" id="{3277455F-1DEC-4914-A3EE-3376147190F5}"/>
              </a:ext>
            </a:extLst>
          </p:cNvPr>
          <p:cNvSpPr>
            <a:spLocks xmlns:a="http://schemas.openxmlformats.org/drawingml/2006/main" noGrp="1"/>
          </p:cNvSpPr>
          <p:nvPr/>
        </p:nvSpPr>
        <p:spPr>
          <a:xfrm xmlns:a="http://schemas.openxmlformats.org/drawingml/2006/main">
            <a:off x="5495925" y="3171825"/>
            <a:ext cx="2047875" cy="59055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73" b="0">
                <a:solidFill>
                  <a:srgbClr val="101010"/>
                </a:solidFill>
              </a:defRPr>
            </a:defPPr>
          </a:lstStyle>
          <a:p xmlns:a="http://schemas.openxmlformats.org/drawingml/2006/main">
            <a:pPr algn="ctr">
              <a:lnSpc>
                <a:spcPct val="102000"/>
              </a:lnSpc>
              <a:spcBef>
                <a:spcPts val="0"/>
              </a:spcBef>
              <a:spcAft>
                <a:spcPts val="0"/>
              </a:spcAft>
              <a:buNone/>
              <a:defRPr sz="1373" b="0">
                <a:solidFill>
                  <a:srgbClr val="101010"/>
                </a:solidFill>
              </a:defRPr>
            </a:pPr>
            <a:r>
              <a:rPr sz="1373" b="0">
                <a:solidFill>
                  <a:srgbClr val="101010"/>
                </a:solidFill>
                <a:latin typeface="Microsoft YaHei"/>
                <a:ea typeface="Microsoft YaHei"/>
                <a:cs typeface="Microsoft YaHei"/>
              </a:rPr>
              <a:t>本次同步转站时间修正</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373" b="0">
                <a:solidFill>
                  <a:srgbClr val="101010"/>
                </a:solidFill>
              </a:defRPr>
            </a:pPr>
            <a:r>
              <a:rPr sz="1373" b="0">
                <a:solidFill>
                  <a:srgbClr val="101010"/>
                </a:solidFill>
                <a:latin typeface="Microsoft YaHei"/>
                <a:ea typeface="Microsoft YaHei"/>
                <a:cs typeface="Microsoft YaHei"/>
              </a:rPr>
              <a:t>相对现有估计的修正</a:t>
            </a:r>
            <a:endParaRPr>
              <a:latin typeface="Microsoft YaHei"/>
              <a:ea typeface="Microsoft YaHei"/>
              <a:cs typeface="Microsoft YaHei"/>
            </a:endParaRPr>
          </a:p>
        </p:txBody>
      </p:sp>
      <p:sp>
        <p:nvSpPr>
          <p:cNvPr id="151" name="next-cycle-time">
            <a:extLst xmlns:a="http://schemas.openxmlformats.org/drawingml/2006/main">
              <a:ext uri="{FF2B5EF4-FFF2-40B4-BE49-F238E27FC236}">
                <a16:creationId xmlns:a16="http://schemas.microsoft.com/office/drawing/2014/main" id="{8233B2D5-9F75-4D25-BC7F-D9B1BE25DA2D}"/>
              </a:ext>
            </a:extLst>
          </p:cNvPr>
          <p:cNvSpPr>
            <a:spLocks xmlns:a="http://schemas.openxmlformats.org/drawingml/2006/main" noGrp="1"/>
          </p:cNvSpPr>
          <p:nvPr/>
        </p:nvSpPr>
        <p:spPr>
          <a:xfrm xmlns:a="http://schemas.openxmlformats.org/drawingml/2006/main">
            <a:off x="5495925" y="3952875"/>
            <a:ext cx="2047875" cy="7905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sp>
      <p:sp>
        <p:nvSpPr>
          <p:cNvPr id="152" name="next-cycle-title">
            <a:extLst xmlns:a="http://schemas.openxmlformats.org/drawingml/2006/main">
              <a:ext uri="{FF2B5EF4-FFF2-40B4-BE49-F238E27FC236}">
                <a16:creationId xmlns:a16="http://schemas.microsoft.com/office/drawing/2014/main" id="{9AC4BA81-40E4-438F-8EE8-F38AB1400618}"/>
              </a:ext>
            </a:extLst>
          </p:cNvPr>
          <p:cNvSpPr>
            <a:spLocks xmlns:a="http://schemas.openxmlformats.org/drawingml/2006/main" noGrp="1"/>
          </p:cNvSpPr>
          <p:nvPr/>
        </p:nvSpPr>
        <p:spPr>
          <a:xfrm xmlns:a="http://schemas.openxmlformats.org/drawingml/2006/main">
            <a:off x="5534025" y="3990975"/>
            <a:ext cx="19716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8" b="0">
                <a:solidFill>
                  <a:srgbClr val="101010"/>
                </a:solidFill>
              </a:defRPr>
            </a:defPPr>
          </a:lstStyle>
          <a:p xmlns:a="http://schemas.openxmlformats.org/drawingml/2006/main">
            <a:pPr algn="ctr">
              <a:lnSpc>
                <a:spcPct val="108000"/>
              </a:lnSpc>
              <a:spcBef>
                <a:spcPts val="0"/>
              </a:spcBef>
              <a:spcAft>
                <a:spcPts val="0"/>
              </a:spcAft>
              <a:buNone/>
              <a:defRPr sz="1358" b="0">
                <a:solidFill>
                  <a:srgbClr val="101010"/>
                </a:solidFill>
              </a:defRPr>
            </a:pPr>
            <a:r>
              <a:rPr sz="1358" b="0">
                <a:solidFill>
                  <a:srgbClr val="101010"/>
                </a:solidFill>
                <a:latin typeface="Microsoft YaHei"/>
                <a:ea typeface="Microsoft YaHei"/>
                <a:cs typeface="Microsoft YaHei"/>
              </a:rPr>
              <a:t>下一周期各站就绪偏差</a:t>
            </a:r>
            <a:endParaRPr>
              <a:latin typeface="Microsoft YaHei"/>
              <a:ea typeface="Microsoft YaHei"/>
              <a:cs typeface="Microsoft YaHei"/>
            </a:endParaRPr>
          </a:p>
        </p:txBody>
      </p:sp>
      <p:sp>
        <p:nvSpPr>
          <p:cNvPr id="153" name="next-cycle-delta-0">
            <a:extLst xmlns:a="http://schemas.openxmlformats.org/drawingml/2006/main">
              <a:ext uri="{FF2B5EF4-FFF2-40B4-BE49-F238E27FC236}">
                <a16:creationId xmlns:a16="http://schemas.microsoft.com/office/drawing/2014/main" id="{0254D28A-251E-45DD-B7E2-9BF9E7CA283D}"/>
              </a:ext>
            </a:extLst>
          </p:cNvPr>
          <p:cNvSpPr>
            <a:spLocks xmlns:a="http://schemas.openxmlformats.org/drawingml/2006/main" noGrp="1"/>
          </p:cNvSpPr>
          <p:nvPr/>
        </p:nvSpPr>
        <p:spPr>
          <a:xfrm xmlns:a="http://schemas.openxmlformats.org/drawingml/2006/main">
            <a:off x="5534025" y="4248150"/>
            <a:ext cx="361950" cy="238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Times New Roman"/>
                <a:ea typeface="Times New Roman"/>
                <a:cs typeface="Times New Roman"/>
              </a:rPr>
              <a:t>Δ</a:t>
            </a:r>
            <a:r>
              <a:rPr sz="1350" b="0">
                <a:solidFill>
                  <a:srgbClr val="101010"/>
                </a:solidFill>
                <a:latin typeface="Times New Roman"/>
                <a:ea typeface="Times New Roman"/>
                <a:cs typeface="Times New Roman"/>
              </a:rPr>
              <a:t>1</a:t>
            </a:r>
            <a:endParaRPr>
              <a:latin typeface="Microsoft YaHei"/>
              <a:ea typeface="Microsoft YaHei"/>
              <a:cs typeface="Microsoft YaHei"/>
            </a:endParaRPr>
          </a:p>
        </p:txBody>
      </p:sp>
      <p:sp>
        <p:nvSpPr>
          <p:cNvPr id="154" name="next-cycle-delta-1">
            <a:extLst xmlns:a="http://schemas.openxmlformats.org/drawingml/2006/main">
              <a:ext uri="{FF2B5EF4-FFF2-40B4-BE49-F238E27FC236}">
                <a16:creationId xmlns:a16="http://schemas.microsoft.com/office/drawing/2014/main" id="{607B1EDA-4C58-4F68-BBFD-08B336FA1720}"/>
              </a:ext>
            </a:extLst>
          </p:cNvPr>
          <p:cNvSpPr>
            <a:spLocks xmlns:a="http://schemas.openxmlformats.org/drawingml/2006/main" noGrp="1"/>
          </p:cNvSpPr>
          <p:nvPr/>
        </p:nvSpPr>
        <p:spPr>
          <a:xfrm xmlns:a="http://schemas.openxmlformats.org/drawingml/2006/main">
            <a:off x="5927408" y="4248150"/>
            <a:ext cx="361950" cy="238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Times New Roman"/>
                <a:ea typeface="Times New Roman"/>
                <a:cs typeface="Times New Roman"/>
              </a:rPr>
              <a:t>Δ</a:t>
            </a:r>
            <a:r>
              <a:rPr sz="1350" b="0">
                <a:solidFill>
                  <a:srgbClr val="101010"/>
                </a:solidFill>
                <a:latin typeface="Times New Roman"/>
                <a:ea typeface="Times New Roman"/>
                <a:cs typeface="Times New Roman"/>
              </a:rPr>
              <a:t>2</a:t>
            </a:r>
            <a:endParaRPr>
              <a:latin typeface="Microsoft YaHei"/>
              <a:ea typeface="Microsoft YaHei"/>
              <a:cs typeface="Microsoft YaHei"/>
            </a:endParaRPr>
          </a:p>
        </p:txBody>
      </p:sp>
      <p:sp>
        <p:nvSpPr>
          <p:cNvPr id="155" name="next-cycle-delta-2">
            <a:extLst xmlns:a="http://schemas.openxmlformats.org/drawingml/2006/main">
              <a:ext uri="{FF2B5EF4-FFF2-40B4-BE49-F238E27FC236}">
                <a16:creationId xmlns:a16="http://schemas.microsoft.com/office/drawing/2014/main" id="{26B1C7FD-7E0D-4583-9CB0-3D7D88BC5C00}"/>
              </a:ext>
            </a:extLst>
          </p:cNvPr>
          <p:cNvSpPr>
            <a:spLocks xmlns:a="http://schemas.openxmlformats.org/drawingml/2006/main" noGrp="1"/>
          </p:cNvSpPr>
          <p:nvPr/>
        </p:nvSpPr>
        <p:spPr>
          <a:xfrm xmlns:a="http://schemas.openxmlformats.org/drawingml/2006/main">
            <a:off x="6320790" y="4248150"/>
            <a:ext cx="361950" cy="238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Times New Roman"/>
                <a:ea typeface="Times New Roman"/>
                <a:cs typeface="Times New Roman"/>
              </a:rPr>
              <a:t>Δ</a:t>
            </a:r>
            <a:r>
              <a:rPr sz="1350" b="0">
                <a:solidFill>
                  <a:srgbClr val="101010"/>
                </a:solidFill>
                <a:latin typeface="Times New Roman"/>
                <a:ea typeface="Times New Roman"/>
                <a:cs typeface="Times New Roman"/>
              </a:rPr>
              <a:t>3</a:t>
            </a:r>
            <a:endParaRPr>
              <a:latin typeface="Microsoft YaHei"/>
              <a:ea typeface="Microsoft YaHei"/>
              <a:cs typeface="Microsoft YaHei"/>
            </a:endParaRPr>
          </a:p>
        </p:txBody>
      </p:sp>
      <p:sp>
        <p:nvSpPr>
          <p:cNvPr id="156" name="next-cycle-delta-3">
            <a:extLst xmlns:a="http://schemas.openxmlformats.org/drawingml/2006/main">
              <a:ext uri="{FF2B5EF4-FFF2-40B4-BE49-F238E27FC236}">
                <a16:creationId xmlns:a16="http://schemas.microsoft.com/office/drawing/2014/main" id="{443968B4-6EA3-4E21-BB76-7FE4AAAC00CD}"/>
              </a:ext>
            </a:extLst>
          </p:cNvPr>
          <p:cNvSpPr>
            <a:spLocks xmlns:a="http://schemas.openxmlformats.org/drawingml/2006/main" noGrp="1"/>
          </p:cNvSpPr>
          <p:nvPr/>
        </p:nvSpPr>
        <p:spPr>
          <a:xfrm xmlns:a="http://schemas.openxmlformats.org/drawingml/2006/main">
            <a:off x="6714173" y="4248150"/>
            <a:ext cx="361950" cy="238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Times New Roman"/>
                <a:ea typeface="Times New Roman"/>
                <a:cs typeface="Times New Roman"/>
              </a:rPr>
              <a:t>Δ</a:t>
            </a:r>
            <a:r>
              <a:rPr sz="1350" b="0">
                <a:solidFill>
                  <a:srgbClr val="101010"/>
                </a:solidFill>
                <a:latin typeface="Times New Roman"/>
                <a:ea typeface="Times New Roman"/>
                <a:cs typeface="Times New Roman"/>
              </a:rPr>
              <a:t>4</a:t>
            </a:r>
            <a:endParaRPr>
              <a:latin typeface="Microsoft YaHei"/>
              <a:ea typeface="Microsoft YaHei"/>
              <a:cs typeface="Microsoft YaHei"/>
            </a:endParaRPr>
          </a:p>
        </p:txBody>
      </p:sp>
      <p:sp>
        <p:nvSpPr>
          <p:cNvPr id="157" name="next-cycle-delta-4">
            <a:extLst xmlns:a="http://schemas.openxmlformats.org/drawingml/2006/main">
              <a:ext uri="{FF2B5EF4-FFF2-40B4-BE49-F238E27FC236}">
                <a16:creationId xmlns:a16="http://schemas.microsoft.com/office/drawing/2014/main" id="{5541C050-3723-42D7-8765-BE4583695A6B}"/>
              </a:ext>
            </a:extLst>
          </p:cNvPr>
          <p:cNvSpPr>
            <a:spLocks xmlns:a="http://schemas.openxmlformats.org/drawingml/2006/main" noGrp="1"/>
          </p:cNvSpPr>
          <p:nvPr/>
        </p:nvSpPr>
        <p:spPr>
          <a:xfrm xmlns:a="http://schemas.openxmlformats.org/drawingml/2006/main">
            <a:off x="7107555" y="4248150"/>
            <a:ext cx="361950" cy="23812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01010"/>
                </a:solidFill>
              </a:defRPr>
            </a:defPPr>
          </a:lstStyle>
          <a:p xmlns:a="http://schemas.openxmlformats.org/drawingml/2006/main">
            <a:pPr algn="ctr">
              <a:lnSpc>
                <a:spcPct val="102000"/>
              </a:lnSpc>
              <a:spcBef>
                <a:spcPts val="0"/>
              </a:spcBef>
              <a:spcAft>
                <a:spcPts val="0"/>
              </a:spcAft>
              <a:buNone/>
              <a:defRPr sz="1350" b="0">
                <a:solidFill>
                  <a:srgbClr val="101010"/>
                </a:solidFill>
              </a:defRPr>
            </a:pPr>
            <a:r>
              <a:rPr sz="1350" b="0">
                <a:solidFill>
                  <a:srgbClr val="101010"/>
                </a:solidFill>
                <a:latin typeface="Times New Roman"/>
                <a:ea typeface="Times New Roman"/>
                <a:cs typeface="Times New Roman"/>
              </a:rPr>
              <a:t>Δ</a:t>
            </a:r>
            <a:r>
              <a:rPr sz="1350" b="0">
                <a:solidFill>
                  <a:srgbClr val="101010"/>
                </a:solidFill>
                <a:latin typeface="Times New Roman"/>
                <a:ea typeface="Times New Roman"/>
                <a:cs typeface="Times New Roman"/>
              </a:rPr>
              <a:t>5</a:t>
            </a:r>
            <a:endParaRPr>
              <a:latin typeface="Microsoft YaHei"/>
              <a:ea typeface="Microsoft YaHei"/>
              <a:cs typeface="Microsoft YaHei"/>
            </a:endParaRPr>
          </a:p>
        </p:txBody>
      </p:sp>
      <p:sp>
        <p:nvSpPr>
          <p:cNvPr id="158" name="time-sign">
            <a:extLst xmlns:a="http://schemas.openxmlformats.org/drawingml/2006/main">
              <a:ext uri="{FF2B5EF4-FFF2-40B4-BE49-F238E27FC236}">
                <a16:creationId xmlns:a16="http://schemas.microsoft.com/office/drawing/2014/main" id="{DE65A6B1-355E-4E68-9DE8-94B28B7E475F}"/>
              </a:ext>
            </a:extLst>
          </p:cNvPr>
          <p:cNvSpPr>
            <a:spLocks xmlns:a="http://schemas.openxmlformats.org/drawingml/2006/main" noGrp="1"/>
          </p:cNvSpPr>
          <p:nvPr/>
        </p:nvSpPr>
        <p:spPr>
          <a:xfrm xmlns:a="http://schemas.openxmlformats.org/drawingml/2006/main">
            <a:off x="5534025" y="4524375"/>
            <a:ext cx="19716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13" b="0">
                <a:solidFill>
                  <a:srgbClr val="101010"/>
                </a:solidFill>
              </a:defRPr>
            </a:defPPr>
          </a:lstStyle>
          <a:p xmlns:a="http://schemas.openxmlformats.org/drawingml/2006/main">
            <a:pPr algn="ctr">
              <a:lnSpc>
                <a:spcPct val="108000"/>
              </a:lnSpc>
              <a:spcBef>
                <a:spcPts val="0"/>
              </a:spcBef>
              <a:spcAft>
                <a:spcPts val="0"/>
              </a:spcAft>
              <a:buNone/>
              <a:defRPr sz="1313" b="0">
                <a:solidFill>
                  <a:srgbClr val="101010"/>
                </a:solidFill>
              </a:defRPr>
            </a:pPr>
            <a:r>
              <a:rPr sz="1313" b="0">
                <a:solidFill>
                  <a:srgbClr val="101010"/>
                </a:solidFill>
                <a:latin typeface="Microsoft YaHei"/>
                <a:ea typeface="Microsoft YaHei"/>
                <a:cs typeface="Microsoft YaHei"/>
              </a:rPr>
              <a:t>正值延后，负值提前</a:t>
            </a:r>
            <a:endParaRPr>
              <a:latin typeface="Microsoft YaHei"/>
              <a:ea typeface="Microsoft YaHei"/>
              <a:cs typeface="Microsoft YaHei"/>
            </a:endParaRPr>
          </a:p>
        </p:txBody>
      </p:sp>
      <p:cxnSp>
        <p:nvCxnSpPr>
          <p:cNvPr id="159" name="encoding-fusion">
            <a:extLst xmlns:a="http://schemas.openxmlformats.org/drawingml/2006/main">
              <a:ext uri="{FF2B5EF4-FFF2-40B4-BE49-F238E27FC236}">
                <a16:creationId xmlns:a16="http://schemas.microsoft.com/office/drawing/2014/main" id="{5DE6E416-9F6A-4969-A6D0-705F6325D2E4}"/>
              </a:ext>
            </a:extLst>
          </p:cNvPr>
          <p:cNvCxnSpPr/>
          <p:nvPr/>
        </p:nvCxnSpPr>
        <p:spPr>
          <a:xfrm xmlns:a="http://schemas.openxmlformats.org/drawingml/2006/main" flipH="0" flipV="0">
            <a:off x="2466975" y="3743325"/>
            <a:ext cx="24765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60" name="fusion-prediction">
            <a:extLst xmlns:a="http://schemas.openxmlformats.org/drawingml/2006/main">
              <a:ext uri="{FF2B5EF4-FFF2-40B4-BE49-F238E27FC236}">
                <a16:creationId xmlns:a16="http://schemas.microsoft.com/office/drawing/2014/main" id="{F449A420-77DB-4DFC-94B0-46AC6ADE9775}"/>
              </a:ext>
            </a:extLst>
          </p:cNvPr>
          <p:cNvCxnSpPr/>
          <p:nvPr/>
        </p:nvCxnSpPr>
        <p:spPr>
          <a:xfrm xmlns:a="http://schemas.openxmlformats.org/drawingml/2006/main" flipH="0" flipV="0">
            <a:off x="5143500" y="3743325"/>
            <a:ext cx="266700"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61" name="shared-online-context">
            <a:extLst xmlns:a="http://schemas.openxmlformats.org/drawingml/2006/main">
              <a:ext uri="{FF2B5EF4-FFF2-40B4-BE49-F238E27FC236}">
                <a16:creationId xmlns:a16="http://schemas.microsoft.com/office/drawing/2014/main" id="{0BB631E5-F9EB-4FFD-8F9C-10E6B00BF0EB}"/>
              </a:ext>
            </a:extLst>
          </p:cNvPr>
          <p:cNvSpPr>
            <a:spLocks xmlns:a="http://schemas.openxmlformats.org/drawingml/2006/main" noGrp="1"/>
          </p:cNvSpPr>
          <p:nvPr/>
        </p:nvSpPr>
        <p:spPr>
          <a:xfrm xmlns:a="http://schemas.openxmlformats.org/drawingml/2006/main">
            <a:off x="581025" y="5038725"/>
            <a:ext cx="7048500" cy="4476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448" b="0">
                <a:solidFill>
                  <a:srgbClr val="101010"/>
                </a:solidFill>
              </a:defRPr>
            </a:defPPr>
          </a:lstStyle>
          <a:p xmlns:a="http://schemas.openxmlformats.org/drawingml/2006/main">
            <a:pPr algn="ctr">
              <a:lnSpc>
                <a:spcPct val="102000"/>
              </a:lnSpc>
              <a:spcBef>
                <a:spcPts val="0"/>
              </a:spcBef>
              <a:spcAft>
                <a:spcPts val="0"/>
              </a:spcAft>
              <a:buNone/>
              <a:defRPr sz="1448" b="0">
                <a:solidFill>
                  <a:srgbClr val="101010"/>
                </a:solidFill>
              </a:defRPr>
            </a:pPr>
            <a:r>
              <a:rPr sz="1448" b="0">
                <a:solidFill>
                  <a:srgbClr val="101010"/>
                </a:solidFill>
                <a:latin typeface="Microsoft YaHei"/>
                <a:ea typeface="Microsoft YaHei"/>
                <a:cs typeface="Microsoft YaHei"/>
              </a:rPr>
              <a:t>联合策略共享的图编码与分层融合</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448" b="0">
                <a:solidFill>
                  <a:srgbClr val="101010"/>
                </a:solidFill>
              </a:defRPr>
            </a:pPr>
            <a:r>
              <a:rPr sz="1448" b="0">
                <a:solidFill>
                  <a:srgbClr val="101010"/>
                </a:solidFill>
                <a:latin typeface="Microsoft YaHei"/>
                <a:ea typeface="Microsoft YaHei"/>
                <a:cs typeface="Microsoft YaHei"/>
              </a:rPr>
              <a:t>节点表示、分层上下文与时间预测参与候选评分</a:t>
            </a:r>
            <a:endParaRPr>
              <a:latin typeface="Microsoft YaHei"/>
              <a:ea typeface="Microsoft YaHei"/>
              <a:cs typeface="Microsoft YaHei"/>
            </a:endParaRPr>
          </a:p>
        </p:txBody>
      </p:sp>
      <p:cxnSp>
        <p:nvCxnSpPr>
          <p:cNvPr id="162" name="time-to-policy-context-1">
            <a:extLst xmlns:a="http://schemas.openxmlformats.org/drawingml/2006/main">
              <a:ext uri="{FF2B5EF4-FFF2-40B4-BE49-F238E27FC236}">
                <a16:creationId xmlns:a16="http://schemas.microsoft.com/office/drawing/2014/main" id="{1F35DCD2-FD11-4539-82CF-9C035021D3B8}"/>
              </a:ext>
            </a:extLst>
          </p:cNvPr>
          <p:cNvCxnSpPr/>
          <p:nvPr/>
        </p:nvCxnSpPr>
        <p:spPr>
          <a:xfrm xmlns:a="http://schemas.openxmlformats.org/drawingml/2006/main" flipH="0" flipV="0">
            <a:off x="6524625" y="4829175"/>
            <a:ext cx="0" cy="20955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63" name="graph-to-policy-context-1">
            <a:extLst xmlns:a="http://schemas.openxmlformats.org/drawingml/2006/main">
              <a:ext uri="{FF2B5EF4-FFF2-40B4-BE49-F238E27FC236}">
                <a16:creationId xmlns:a16="http://schemas.microsoft.com/office/drawing/2014/main" id="{36AB1232-3853-418A-B6A4-45A8C4AC909D}"/>
              </a:ext>
            </a:extLst>
          </p:cNvPr>
          <p:cNvCxnSpPr/>
          <p:nvPr/>
        </p:nvCxnSpPr>
        <p:spPr>
          <a:xfrm xmlns:a="http://schemas.openxmlformats.org/drawingml/2006/main" flipH="0" flipV="0">
            <a:off x="1524000" y="4829175"/>
            <a:ext cx="0" cy="20955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64" name="fusion-to-policy-context-1">
            <a:extLst xmlns:a="http://schemas.openxmlformats.org/drawingml/2006/main">
              <a:ext uri="{FF2B5EF4-FFF2-40B4-BE49-F238E27FC236}">
                <a16:creationId xmlns:a16="http://schemas.microsoft.com/office/drawing/2014/main" id="{5C13E0EC-129C-454B-9E46-BDAFCA615ABE}"/>
              </a:ext>
            </a:extLst>
          </p:cNvPr>
          <p:cNvCxnSpPr/>
          <p:nvPr/>
        </p:nvCxnSpPr>
        <p:spPr>
          <a:xfrm xmlns:a="http://schemas.openxmlformats.org/drawingml/2006/main" flipH="0" flipV="0">
            <a:off x="3933825" y="4829175"/>
            <a:ext cx="0" cy="20955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
        <p:nvSpPr>
          <p:cNvPr id="165" name="collaborative-policy">
            <a:extLst xmlns:a="http://schemas.openxmlformats.org/drawingml/2006/main">
              <a:ext uri="{FF2B5EF4-FFF2-40B4-BE49-F238E27FC236}">
                <a16:creationId xmlns:a16="http://schemas.microsoft.com/office/drawing/2014/main" id="{6297D287-D6AB-49EC-90B6-F758956FF32D}"/>
              </a:ext>
            </a:extLst>
          </p:cNvPr>
          <p:cNvSpPr>
            <a:spLocks xmlns:a="http://schemas.openxmlformats.org/drawingml/2006/main" noGrp="1"/>
          </p:cNvSpPr>
          <p:nvPr/>
        </p:nvSpPr>
        <p:spPr>
          <a:xfrm xmlns:a="http://schemas.openxmlformats.org/drawingml/2006/main">
            <a:off x="581025" y="5667375"/>
            <a:ext cx="7048500" cy="381000"/>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28575" tIns="28575" rIns="28575" bIns="28575" anchor="ctr">
            <a:noAutofit/>
          </a:bodyPr>
          <a:lstStyle xmlns:a="http://schemas.openxmlformats.org/drawingml/2006/main">
            <a:defPPr algn="ctr">
              <a:defRPr sz="1523" b="0">
                <a:solidFill>
                  <a:srgbClr val="101010"/>
                </a:solidFill>
              </a:defRPr>
            </a:defPPr>
          </a:lstStyle>
          <a:p xmlns:a="http://schemas.openxmlformats.org/drawingml/2006/main">
            <a:pPr algn="ctr">
              <a:lnSpc>
                <a:spcPct val="102000"/>
              </a:lnSpc>
              <a:spcBef>
                <a:spcPts val="0"/>
              </a:spcBef>
              <a:spcAft>
                <a:spcPts val="0"/>
              </a:spcAft>
              <a:buNone/>
              <a:defRPr sz="1523" b="0">
                <a:solidFill>
                  <a:srgbClr val="101010"/>
                </a:solidFill>
              </a:defRPr>
            </a:pPr>
            <a:r>
              <a:rPr sz="1523" b="0">
                <a:solidFill>
                  <a:srgbClr val="101010"/>
                </a:solidFill>
                <a:latin typeface="Microsoft YaHei"/>
                <a:ea typeface="Microsoft YaHei"/>
                <a:cs typeface="Microsoft YaHei"/>
              </a:rPr>
              <a:t>协同联合决策：工序选择、留站／合法后移、团队与开工</a:t>
            </a:r>
            <a:endParaRPr>
              <a:latin typeface="Microsoft YaHei"/>
              <a:ea typeface="Microsoft YaHei"/>
              <a:cs typeface="Microsoft YaHei"/>
            </a:endParaRPr>
          </a:p>
        </p:txBody>
      </p:sp>
      <p:sp>
        <p:nvSpPr>
          <p:cNvPr id="167" name="actual-time-labels">
            <a:extLst xmlns:a="http://schemas.openxmlformats.org/drawingml/2006/main">
              <a:ext uri="{FF2B5EF4-FFF2-40B4-BE49-F238E27FC236}">
                <a16:creationId xmlns:a16="http://schemas.microsoft.com/office/drawing/2014/main" id="{637B4E64-08DF-414E-8F9C-01EFBD397394}"/>
              </a:ext>
            </a:extLst>
          </p:cNvPr>
          <p:cNvSpPr>
            <a:spLocks xmlns:a="http://schemas.openxmlformats.org/drawingml/2006/main" noGrp="1"/>
          </p:cNvSpPr>
          <p:nvPr/>
        </p:nvSpPr>
        <p:spPr>
          <a:xfrm xmlns:a="http://schemas.openxmlformats.org/drawingml/2006/main">
            <a:off x="581025" y="6162675"/>
            <a:ext cx="2200275" cy="3714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9525" tIns="9525" rIns="9525" bIns="9525" anchor="ctr">
            <a:noAutofit/>
          </a:bodyPr>
          <a:lstStyle xmlns:a="http://schemas.openxmlformats.org/drawingml/2006/main">
            <a:defPPr algn="ctr">
              <a:defRPr sz="1230" b="0">
                <a:solidFill>
                  <a:srgbClr val="101010"/>
                </a:solidFill>
              </a:defRPr>
            </a:defPPr>
          </a:lstStyle>
          <a:p xmlns:a="http://schemas.openxmlformats.org/drawingml/2006/main">
            <a:pPr algn="ctr">
              <a:lnSpc>
                <a:spcPct val="102000"/>
              </a:lnSpc>
              <a:spcBef>
                <a:spcPts val="0"/>
              </a:spcBef>
              <a:spcAft>
                <a:spcPts val="0"/>
              </a:spcAft>
              <a:buNone/>
              <a:defRPr sz="1230" b="0">
                <a:solidFill>
                  <a:srgbClr val="101010"/>
                </a:solidFill>
              </a:defRPr>
            </a:pPr>
            <a:r>
              <a:rPr sz="1230" b="0">
                <a:solidFill>
                  <a:srgbClr val="101010"/>
                </a:solidFill>
                <a:latin typeface="Microsoft YaHei"/>
                <a:ea typeface="Microsoft YaHei"/>
                <a:cs typeface="Microsoft YaHei"/>
              </a:rPr>
              <a:t>实际转站与站位就绪</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230" b="0">
                <a:solidFill>
                  <a:srgbClr val="101010"/>
                </a:solidFill>
              </a:defRPr>
            </a:pPr>
            <a:r>
              <a:rPr sz="1230" b="0">
                <a:solidFill>
                  <a:srgbClr val="101010"/>
                </a:solidFill>
                <a:latin typeface="Microsoft YaHei"/>
                <a:ea typeface="Microsoft YaHei"/>
                <a:cs typeface="Microsoft YaHei"/>
              </a:rPr>
              <a:t>形成两类时间标签</a:t>
            </a:r>
            <a:endParaRPr>
              <a:latin typeface="Microsoft YaHei"/>
              <a:ea typeface="Microsoft YaHei"/>
              <a:cs typeface="Microsoft YaHei"/>
            </a:endParaRPr>
          </a:p>
        </p:txBody>
      </p:sp>
      <p:sp>
        <p:nvSpPr>
          <p:cNvPr id="168" name="time-and-policy-training">
            <a:extLst xmlns:a="http://schemas.openxmlformats.org/drawingml/2006/main">
              <a:ext uri="{FF2B5EF4-FFF2-40B4-BE49-F238E27FC236}">
                <a16:creationId xmlns:a16="http://schemas.microsoft.com/office/drawing/2014/main" id="{CA0871D2-F008-4A27-8D30-DF38B6623CA2}"/>
              </a:ext>
            </a:extLst>
          </p:cNvPr>
          <p:cNvSpPr>
            <a:spLocks xmlns:a="http://schemas.openxmlformats.org/drawingml/2006/main" noGrp="1"/>
          </p:cNvSpPr>
          <p:nvPr/>
        </p:nvSpPr>
        <p:spPr>
          <a:xfrm xmlns:a="http://schemas.openxmlformats.org/drawingml/2006/main">
            <a:off x="3171825" y="6162675"/>
            <a:ext cx="2286000" cy="3714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9525" tIns="9525" rIns="9525" bIns="9525" anchor="ctr">
            <a:noAutofit/>
          </a:bodyPr>
          <a:lstStyle xmlns:a="http://schemas.openxmlformats.org/drawingml/2006/main">
            <a:defPPr algn="ctr">
              <a:defRPr sz="1230" b="0">
                <a:solidFill>
                  <a:srgbClr val="101010"/>
                </a:solidFill>
              </a:defRPr>
            </a:defPPr>
          </a:lstStyle>
          <a:p xmlns:a="http://schemas.openxmlformats.org/drawingml/2006/main">
            <a:pPr algn="ctr">
              <a:lnSpc>
                <a:spcPct val="102000"/>
              </a:lnSpc>
              <a:spcBef>
                <a:spcPts val="0"/>
              </a:spcBef>
              <a:spcAft>
                <a:spcPts val="0"/>
              </a:spcAft>
              <a:buNone/>
              <a:defRPr sz="1230" b="0">
                <a:solidFill>
                  <a:srgbClr val="101010"/>
                </a:solidFill>
              </a:defRPr>
            </a:pPr>
            <a:r>
              <a:rPr sz="1230" b="0">
                <a:solidFill>
                  <a:srgbClr val="101010"/>
                </a:solidFill>
                <a:latin typeface="Microsoft YaHei"/>
                <a:ea typeface="Microsoft YaHei"/>
                <a:cs typeface="Microsoft YaHei"/>
              </a:rPr>
              <a:t>时间误差训练共享模块</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230" b="0">
                <a:solidFill>
                  <a:srgbClr val="101010"/>
                </a:solidFill>
              </a:defRPr>
            </a:pPr>
            <a:r>
              <a:rPr sz="1230" b="0">
                <a:solidFill>
                  <a:srgbClr val="101010"/>
                </a:solidFill>
                <a:latin typeface="Times New Roman"/>
                <a:ea typeface="Times New Roman"/>
                <a:cs typeface="Times New Roman"/>
              </a:rPr>
              <a:t>PPO</a:t>
            </a:r>
            <a:r>
              <a:rPr sz="1230" b="0">
                <a:solidFill>
                  <a:srgbClr val="101010"/>
                </a:solidFill>
                <a:latin typeface="Microsoft YaHei"/>
                <a:ea typeface="Microsoft YaHei"/>
                <a:cs typeface="Microsoft YaHei"/>
              </a:rPr>
              <a:t>更新调度策略</a:t>
            </a:r>
            <a:endParaRPr>
              <a:latin typeface="Microsoft YaHei"/>
              <a:ea typeface="Microsoft YaHei"/>
              <a:cs typeface="Microsoft YaHei"/>
            </a:endParaRPr>
          </a:p>
        </p:txBody>
      </p:sp>
      <p:sp>
        <p:nvSpPr>
          <p:cNvPr id="169" name="latest-state">
            <a:extLst xmlns:a="http://schemas.openxmlformats.org/drawingml/2006/main">
              <a:ext uri="{FF2B5EF4-FFF2-40B4-BE49-F238E27FC236}">
                <a16:creationId xmlns:a16="http://schemas.microsoft.com/office/drawing/2014/main" id="{1143D177-448A-4AD0-A39E-4C5982617C79}"/>
              </a:ext>
            </a:extLst>
          </p:cNvPr>
          <p:cNvSpPr>
            <a:spLocks xmlns:a="http://schemas.openxmlformats.org/drawingml/2006/main" noGrp="1"/>
          </p:cNvSpPr>
          <p:nvPr/>
        </p:nvSpPr>
        <p:spPr>
          <a:xfrm xmlns:a="http://schemas.openxmlformats.org/drawingml/2006/main">
            <a:off x="5829300" y="6162675"/>
            <a:ext cx="1800225" cy="371475"/>
          </a:xfrm>
          <a:prstGeom xmlns:a="http://schemas.openxmlformats.org/drawingml/2006/main" prst="rect">
            <a:avLst/>
          </a:prstGeom>
          <a:solidFill xmlns:a="http://schemas.openxmlformats.org/drawingml/2006/main">
            <a:srgbClr val="FFFFFF"/>
          </a:solidFill>
          <a:ln xmlns:a="http://schemas.openxmlformats.org/drawingml/2006/main" w="12859">
            <a:solidFill>
              <a:srgbClr val="1D1D1D"/>
            </a:solidFill>
            <a:prstDash val="solid"/>
          </a:ln>
        </p:spPr>
        <p:txBody>
          <a:bodyPr xmlns:a="http://schemas.openxmlformats.org/drawingml/2006/main" wrap="square" lIns="9525" tIns="9525" rIns="9525" bIns="9525" anchor="ctr">
            <a:noAutofit/>
          </a:bodyPr>
          <a:lstStyle xmlns:a="http://schemas.openxmlformats.org/drawingml/2006/main">
            <a:defPPr algn="ctr">
              <a:defRPr sz="1230" b="0">
                <a:solidFill>
                  <a:srgbClr val="101010"/>
                </a:solidFill>
              </a:defRPr>
            </a:defPPr>
          </a:lstStyle>
          <a:p xmlns:a="http://schemas.openxmlformats.org/drawingml/2006/main">
            <a:pPr algn="ctr">
              <a:lnSpc>
                <a:spcPct val="102000"/>
              </a:lnSpc>
              <a:spcBef>
                <a:spcPts val="0"/>
              </a:spcBef>
              <a:spcAft>
                <a:spcPts val="0"/>
              </a:spcAft>
              <a:buNone/>
              <a:defRPr sz="1230" b="0">
                <a:solidFill>
                  <a:srgbClr val="101010"/>
                </a:solidFill>
              </a:defRPr>
            </a:pPr>
            <a:r>
              <a:rPr sz="1230" b="0">
                <a:solidFill>
                  <a:srgbClr val="101010"/>
                </a:solidFill>
                <a:latin typeface="Microsoft YaHei"/>
                <a:ea typeface="Microsoft YaHei"/>
                <a:cs typeface="Microsoft YaHei"/>
              </a:rPr>
              <a:t>最新状态＋最近变化</a:t>
            </a:r>
            <a:endParaRPr>
              <a:latin typeface="Microsoft YaHei"/>
              <a:ea typeface="Microsoft YaHei"/>
              <a:cs typeface="Microsoft YaHei"/>
            </a:endParaRPr>
          </a:p>
          <a:p xmlns:a="http://schemas.openxmlformats.org/drawingml/2006/main">
            <a:pPr algn="ctr">
              <a:lnSpc>
                <a:spcPct val="102000"/>
              </a:lnSpc>
              <a:spcBef>
                <a:spcPts val="0"/>
              </a:spcBef>
              <a:spcAft>
                <a:spcPts val="0"/>
              </a:spcAft>
              <a:buNone/>
              <a:defRPr sz="1230" b="0">
                <a:solidFill>
                  <a:srgbClr val="101010"/>
                </a:solidFill>
              </a:defRPr>
            </a:pPr>
            <a:r>
              <a:rPr sz="1230" b="0">
                <a:solidFill>
                  <a:srgbClr val="101010"/>
                </a:solidFill>
                <a:latin typeface="Microsoft YaHei"/>
                <a:ea typeface="Microsoft YaHei"/>
                <a:cs typeface="Microsoft YaHei"/>
              </a:rPr>
              <a:t>实际事件更新状态</a:t>
            </a:r>
            <a:endParaRPr>
              <a:latin typeface="Microsoft YaHei"/>
              <a:ea typeface="Microsoft YaHei"/>
              <a:cs typeface="Microsoft YaHei"/>
            </a:endParaRPr>
          </a:p>
        </p:txBody>
      </p:sp>
      <p:cxnSp>
        <p:nvCxnSpPr>
          <p:cNvPr id="171" name="execution-to-actual-labels-1">
            <a:extLst xmlns:a="http://schemas.openxmlformats.org/drawingml/2006/main">
              <a:ext uri="{FF2B5EF4-FFF2-40B4-BE49-F238E27FC236}">
                <a16:creationId xmlns:a16="http://schemas.microsoft.com/office/drawing/2014/main" id="{081D4C35-AB79-48A4-B9F7-7D418739078A}"/>
              </a:ext>
            </a:extLst>
          </p:cNvPr>
          <p:cNvCxnSpPr/>
          <p:nvPr/>
        </p:nvCxnSpPr>
        <p:spPr>
          <a:xfrm xmlns:a="http://schemas.openxmlformats.org/drawingml/2006/main" flipH="0" flipV="0">
            <a:off x="3333750" y="6048375"/>
            <a:ext cx="0" cy="57150"/>
          </a:xfrm>
          <a:prstGeom xmlns:a="http://schemas.openxmlformats.org/drawingml/2006/main" prst="straightConnector1">
            <a:avLst/>
          </a:prstGeom>
          <a:ln xmlns:a="http://schemas.openxmlformats.org/drawingml/2006/main" w="12383">
            <a:solidFill>
              <a:srgbClr val="1D1D1D"/>
            </a:solidFill>
            <a:prstDash val="solid"/>
          </a:ln>
        </p:spPr>
      </p:cxnSp>
      <p:cxnSp>
        <p:nvCxnSpPr>
          <p:cNvPr id="172" name="execution-to-actual-labels-2">
            <a:extLst xmlns:a="http://schemas.openxmlformats.org/drawingml/2006/main">
              <a:ext uri="{FF2B5EF4-FFF2-40B4-BE49-F238E27FC236}">
                <a16:creationId xmlns:a16="http://schemas.microsoft.com/office/drawing/2014/main" id="{48B9A71E-E925-4D30-86EC-113E1BA075E1}"/>
              </a:ext>
            </a:extLst>
          </p:cNvPr>
          <p:cNvCxnSpPr/>
          <p:nvPr/>
        </p:nvCxnSpPr>
        <p:spPr>
          <a:xfrm xmlns:a="http://schemas.openxmlformats.org/drawingml/2006/main" flipH="1" flipV="0">
            <a:off x="1676400" y="6105525"/>
            <a:ext cx="1657350"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73" name="execution-to-actual-labels-3">
            <a:extLst xmlns:a="http://schemas.openxmlformats.org/drawingml/2006/main">
              <a:ext uri="{FF2B5EF4-FFF2-40B4-BE49-F238E27FC236}">
                <a16:creationId xmlns:a16="http://schemas.microsoft.com/office/drawing/2014/main" id="{4977BAD9-ECC9-46B8-82FF-7DF15A3193CD}"/>
              </a:ext>
            </a:extLst>
          </p:cNvPr>
          <p:cNvCxnSpPr/>
          <p:nvPr/>
        </p:nvCxnSpPr>
        <p:spPr>
          <a:xfrm xmlns:a="http://schemas.openxmlformats.org/drawingml/2006/main" flipH="0" flipV="0">
            <a:off x="1676400" y="6105525"/>
            <a:ext cx="0" cy="5715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74" name="execution-to-state-1">
            <a:extLst xmlns:a="http://schemas.openxmlformats.org/drawingml/2006/main">
              <a:ext uri="{FF2B5EF4-FFF2-40B4-BE49-F238E27FC236}">
                <a16:creationId xmlns:a16="http://schemas.microsoft.com/office/drawing/2014/main" id="{69BB6F3A-10B8-4AC3-B888-6C44281A20D5}"/>
              </a:ext>
            </a:extLst>
          </p:cNvPr>
          <p:cNvCxnSpPr/>
          <p:nvPr/>
        </p:nvCxnSpPr>
        <p:spPr>
          <a:xfrm xmlns:a="http://schemas.openxmlformats.org/drawingml/2006/main" flipH="0" flipV="0">
            <a:off x="6734175" y="6048375"/>
            <a:ext cx="0" cy="11430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cxnSp>
        <p:nvCxnSpPr>
          <p:cNvPr id="175" name="state-update-cycle-1">
            <a:extLst xmlns:a="http://schemas.openxmlformats.org/drawingml/2006/main">
              <a:ext uri="{FF2B5EF4-FFF2-40B4-BE49-F238E27FC236}">
                <a16:creationId xmlns:a16="http://schemas.microsoft.com/office/drawing/2014/main" id="{E289FEDE-6C82-4F34-AF95-4D414D7A1596}"/>
              </a:ext>
            </a:extLst>
          </p:cNvPr>
          <p:cNvCxnSpPr/>
          <p:nvPr/>
        </p:nvCxnSpPr>
        <p:spPr>
          <a:xfrm xmlns:a="http://schemas.openxmlformats.org/drawingml/2006/main" flipH="0" flipV="0">
            <a:off x="7629525" y="6353175"/>
            <a:ext cx="104775"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76" name="state-update-cycle-2">
            <a:extLst xmlns:a="http://schemas.openxmlformats.org/drawingml/2006/main">
              <a:ext uri="{FF2B5EF4-FFF2-40B4-BE49-F238E27FC236}">
                <a16:creationId xmlns:a16="http://schemas.microsoft.com/office/drawing/2014/main" id="{401A5D55-F695-4BBE-9AA5-16DAADB6478C}"/>
              </a:ext>
            </a:extLst>
          </p:cNvPr>
          <p:cNvCxnSpPr/>
          <p:nvPr/>
        </p:nvCxnSpPr>
        <p:spPr>
          <a:xfrm xmlns:a="http://schemas.openxmlformats.org/drawingml/2006/main" flipH="0" flipV="1">
            <a:off x="7734300" y="2609850"/>
            <a:ext cx="0" cy="3743325"/>
          </a:xfrm>
          <a:prstGeom xmlns:a="http://schemas.openxmlformats.org/drawingml/2006/main" prst="straightConnector1">
            <a:avLst/>
          </a:prstGeom>
          <a:ln xmlns:a="http://schemas.openxmlformats.org/drawingml/2006/main" w="12383">
            <a:solidFill>
              <a:srgbClr val="1D1D1D"/>
            </a:solidFill>
            <a:prstDash val="solid"/>
          </a:ln>
        </p:spPr>
      </p:cxnSp>
      <p:cxnSp>
        <p:nvCxnSpPr>
          <p:cNvPr id="177" name="state-update-cycle-3">
            <a:extLst xmlns:a="http://schemas.openxmlformats.org/drawingml/2006/main">
              <a:ext uri="{FF2B5EF4-FFF2-40B4-BE49-F238E27FC236}">
                <a16:creationId xmlns:a16="http://schemas.microsoft.com/office/drawing/2014/main" id="{932C0EC6-F9D3-4764-9A28-63068B172CD8}"/>
              </a:ext>
            </a:extLst>
          </p:cNvPr>
          <p:cNvCxnSpPr/>
          <p:nvPr/>
        </p:nvCxnSpPr>
        <p:spPr>
          <a:xfrm xmlns:a="http://schemas.openxmlformats.org/drawingml/2006/main" flipH="1" flipV="0">
            <a:off x="476250" y="2609850"/>
            <a:ext cx="7258050" cy="0"/>
          </a:xfrm>
          <a:prstGeom xmlns:a="http://schemas.openxmlformats.org/drawingml/2006/main" prst="straightConnector1">
            <a:avLst/>
          </a:prstGeom>
          <a:ln xmlns:a="http://schemas.openxmlformats.org/drawingml/2006/main" w="12383">
            <a:solidFill>
              <a:srgbClr val="1D1D1D"/>
            </a:solidFill>
            <a:prstDash val="solid"/>
          </a:ln>
        </p:spPr>
      </p:cxnSp>
      <p:cxnSp>
        <p:nvCxnSpPr>
          <p:cNvPr id="178" name="state-update-cycle-4">
            <a:extLst xmlns:a="http://schemas.openxmlformats.org/drawingml/2006/main">
              <a:ext uri="{FF2B5EF4-FFF2-40B4-BE49-F238E27FC236}">
                <a16:creationId xmlns:a16="http://schemas.microsoft.com/office/drawing/2014/main" id="{8381F352-2916-45A8-9431-027FD9D11606}"/>
              </a:ext>
            </a:extLst>
          </p:cNvPr>
          <p:cNvCxnSpPr/>
          <p:nvPr/>
        </p:nvCxnSpPr>
        <p:spPr>
          <a:xfrm xmlns:a="http://schemas.openxmlformats.org/drawingml/2006/main" flipH="0" flipV="0">
            <a:off x="476250" y="2609850"/>
            <a:ext cx="0" cy="476250"/>
          </a:xfrm>
          <a:prstGeom xmlns:a="http://schemas.openxmlformats.org/drawingml/2006/main" prst="straightConnector1">
            <a:avLst/>
          </a:prstGeom>
          <a:ln xmlns:a="http://schemas.openxmlformats.org/drawingml/2006/main" w="12383">
            <a:solidFill>
              <a:srgbClr val="1D1D1D"/>
            </a:solidFill>
            <a:prstDash val="solid"/>
          </a:ln>
        </p:spPr>
      </p:cxnSp>
      <p:cxnSp>
        <p:nvCxnSpPr>
          <p:cNvPr id="179" name="state-update-cycle-5">
            <a:extLst xmlns:a="http://schemas.openxmlformats.org/drawingml/2006/main">
              <a:ext uri="{FF2B5EF4-FFF2-40B4-BE49-F238E27FC236}">
                <a16:creationId xmlns:a16="http://schemas.microsoft.com/office/drawing/2014/main" id="{FC774ED9-925F-483A-BB3B-7527D0A6247C}"/>
              </a:ext>
            </a:extLst>
          </p:cNvPr>
          <p:cNvCxnSpPr/>
          <p:nvPr/>
        </p:nvCxnSpPr>
        <p:spPr>
          <a:xfrm xmlns:a="http://schemas.openxmlformats.org/drawingml/2006/main" flipH="0" flipV="0">
            <a:off x="476250" y="3086100"/>
            <a:ext cx="104775" cy="0"/>
          </a:xfrm>
          <a:prstGeom xmlns:a="http://schemas.openxmlformats.org/drawingml/2006/main" prst="straightConnector1">
            <a:avLst/>
          </a:prstGeom>
          <a:ln xmlns:a="http://schemas.openxmlformats.org/drawingml/2006/main" w="12383">
            <a:solidFill>
              <a:srgbClr val="1D1D1D"/>
            </a:solidFill>
            <a:prstDash val="solid"/>
            <a:tailEnd type="triangle" w="sm" len="sm"/>
          </a:ln>
        </p:spPr>
      </p:cxnSp>
    </p:spTree>
    <p:extLst>
      <p:ext uri="{BB962C8B-B14F-4D97-AF65-F5344CB8AC3E}">
        <p14:creationId xmlns:p14="http://schemas.microsoft.com/office/powerpoint/2010/main" val="12535893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069">
            <a:extLst xmlns:a="http://schemas.openxmlformats.org/drawingml/2006/main">
              <a:ext uri="{FF2B5EF4-FFF2-40B4-BE49-F238E27FC236}">
                <a16:creationId xmlns:a16="http://schemas.microsoft.com/office/drawing/2014/main" id="{05F8E316-157B-40F5-AB0F-B2BF827EFAFA}"/>
              </a:ext>
            </a:extLst>
          </p:cNvPr>
          <p:cNvSpPr>
            <a:spLocks xmlns:a="http://schemas.openxmlformats.org/drawingml/2006/main" noGrp="1"/>
          </p:cNvSpPr>
          <p:nvPr/>
        </p:nvSpPr>
        <p:spPr>
          <a:xfrm xmlns:a="http://schemas.openxmlformats.org/drawingml/2006/main">
            <a:off x="619125" y="1343025"/>
            <a:ext cx="2362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0000"/>
                </a:solidFill>
                <a:latin typeface="Microsoft YaHei"/>
                <a:ea typeface="Microsoft YaHei"/>
                <a:cs typeface="Microsoft YaHei"/>
              </a:defRPr>
            </a:defPPr>
          </a:lstStyle>
          <a:p xmlns:a="http://schemas.openxmlformats.org/drawingml/2006/main">
            <a:pPr algn="l">
              <a:buNone/>
              <a:defRPr sz="2175" b="1">
                <a:solidFill>
                  <a:srgbClr val="000000"/>
                </a:solidFill>
                <a:latin typeface="Microsoft YaHei"/>
                <a:ea typeface="Microsoft YaHei"/>
                <a:cs typeface="Microsoft YaHei"/>
              </a:defRPr>
            </a:pPr>
            <a:r>
              <a:rPr b="1">
                <a:latin typeface="Microsoft YaHei"/>
                <a:ea typeface="Microsoft YaHei"/>
                <a:cs typeface="Microsoft YaHei"/>
              </a:rPr>
              <a:t>数据基础</a:t>
            </a:r>
            <a:endParaRPr>
              <a:latin typeface="Microsoft YaHei"/>
              <a:ea typeface="Microsoft YaHei"/>
              <a:cs typeface="Microsoft YaHei"/>
            </a:endParaRPr>
          </a:p>
        </p:txBody>
      </p:sp>
      <p:sp>
        <p:nvSpPr>
          <p:cNvPr id="3" name="revision-text-1070">
            <a:extLst xmlns:a="http://schemas.openxmlformats.org/drawingml/2006/main">
              <a:ext uri="{FF2B5EF4-FFF2-40B4-BE49-F238E27FC236}">
                <a16:creationId xmlns:a16="http://schemas.microsoft.com/office/drawing/2014/main" id="{38689552-8D4F-4F0A-8378-B4A423626823}"/>
              </a:ext>
            </a:extLst>
          </p:cNvPr>
          <p:cNvSpPr>
            <a:spLocks xmlns:a="http://schemas.openxmlformats.org/drawingml/2006/main" noGrp="1"/>
          </p:cNvSpPr>
          <p:nvPr/>
        </p:nvSpPr>
        <p:spPr>
          <a:xfrm xmlns:a="http://schemas.openxmlformats.org/drawingml/2006/main">
            <a:off x="3019425" y="1314450"/>
            <a:ext cx="85629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000000"/>
                </a:solidFill>
                <a:latin typeface="Microsoft YaHei"/>
                <a:ea typeface="Microsoft YaHei"/>
                <a:cs typeface="Microsoft YaHei"/>
              </a:defRPr>
            </a:defPPr>
          </a:lstStyle>
          <a:p xmlns:a="http://schemas.openxmlformats.org/drawingml/2006/main">
            <a:pPr algn="l">
              <a:buNone/>
              <a:defRPr sz="1950" b="0">
                <a:solidFill>
                  <a:srgbClr val="000000"/>
                </a:solidFill>
                <a:latin typeface="Microsoft YaHei"/>
                <a:ea typeface="Microsoft YaHei"/>
                <a:cs typeface="Microsoft YaHei"/>
              </a:defRPr>
            </a:pPr>
            <a:r>
              <a:rPr b="0">
                <a:latin typeface="Microsoft YaHei"/>
                <a:ea typeface="Microsoft YaHei"/>
                <a:cs typeface="Microsoft YaHei"/>
              </a:rPr>
              <a:t>具备</a:t>
            </a:r>
            <a:r>
              <a:rPr b="0">
                <a:latin typeface="Times New Roman"/>
                <a:ea typeface="Times New Roman"/>
                <a:cs typeface="Times New Roman"/>
              </a:rPr>
              <a:t>283</a:t>
            </a:r>
            <a:r>
              <a:rPr b="0">
                <a:latin typeface="Microsoft YaHei"/>
                <a:ea typeface="Microsoft YaHei"/>
                <a:cs typeface="Microsoft YaHei"/>
              </a:rPr>
              <a:t>、</a:t>
            </a:r>
            <a:r>
              <a:rPr b="0">
                <a:latin typeface="Times New Roman"/>
                <a:ea typeface="Times New Roman"/>
                <a:cs typeface="Times New Roman"/>
              </a:rPr>
              <a:t>680</a:t>
            </a:r>
            <a:r>
              <a:rPr b="0">
                <a:latin typeface="Microsoft YaHei"/>
                <a:ea typeface="Microsoft YaHei"/>
                <a:cs typeface="Microsoft YaHei"/>
              </a:rPr>
              <a:t>、</a:t>
            </a:r>
            <a:r>
              <a:rPr b="0">
                <a:latin typeface="Times New Roman"/>
                <a:ea typeface="Times New Roman"/>
                <a:cs typeface="Times New Roman"/>
              </a:rPr>
              <a:t>2338</a:t>
            </a:r>
            <a:r>
              <a:rPr b="0">
                <a:latin typeface="Microsoft YaHei"/>
                <a:ea typeface="Microsoft YaHei"/>
                <a:cs typeface="Microsoft YaHei"/>
              </a:rPr>
              <a:t>和</a:t>
            </a:r>
            <a:r>
              <a:rPr b="0">
                <a:latin typeface="Times New Roman"/>
                <a:ea typeface="Times New Roman"/>
                <a:cs typeface="Times New Roman"/>
              </a:rPr>
              <a:t>3182</a:t>
            </a:r>
            <a:r>
              <a:rPr b="0">
                <a:latin typeface="Microsoft YaHei"/>
                <a:ea typeface="Microsoft YaHei"/>
                <a:cs typeface="Microsoft YaHei"/>
              </a:rPr>
              <a:t>四种规模的工业工艺数据，</a:t>
            </a:r>
            <a:endParaRPr>
              <a:latin typeface="Microsoft YaHei"/>
              <a:ea typeface="Microsoft YaHei"/>
              <a:cs typeface="Microsoft YaHei"/>
            </a:endParaRPr>
          </a:p>
          <a:p xmlns:a="http://schemas.openxmlformats.org/drawingml/2006/main">
            <a:pPr algn="l">
              <a:buNone/>
              <a:defRPr sz="1950" b="0">
                <a:solidFill>
                  <a:srgbClr val="000000"/>
                </a:solidFill>
                <a:latin typeface="Microsoft YaHei"/>
                <a:ea typeface="Microsoft YaHei"/>
                <a:cs typeface="Microsoft YaHei"/>
              </a:defRPr>
            </a:pPr>
            <a:r>
              <a:rPr b="0">
                <a:latin typeface="Microsoft YaHei"/>
                <a:ea typeface="Microsoft YaHei"/>
                <a:cs typeface="Microsoft YaHei"/>
              </a:rPr>
              <a:t>包含工艺前序、标准工时与需求人数。</a:t>
            </a:r>
            <a:endParaRPr>
              <a:latin typeface="Microsoft YaHei"/>
              <a:ea typeface="Microsoft YaHei"/>
              <a:cs typeface="Microsoft YaHei"/>
            </a:endParaRPr>
          </a:p>
        </p:txBody>
      </p:sp>
      <p:sp>
        <p:nvSpPr>
          <p:cNvPr id="4" name="revision-text-1071">
            <a:extLst xmlns:a="http://schemas.openxmlformats.org/drawingml/2006/main">
              <a:ext uri="{FF2B5EF4-FFF2-40B4-BE49-F238E27FC236}">
                <a16:creationId xmlns:a16="http://schemas.microsoft.com/office/drawing/2014/main" id="{22BC270C-B3A0-4916-B03C-076DD2021CCC}"/>
              </a:ext>
            </a:extLst>
          </p:cNvPr>
          <p:cNvSpPr>
            <a:spLocks xmlns:a="http://schemas.openxmlformats.org/drawingml/2006/main" noGrp="1"/>
          </p:cNvSpPr>
          <p:nvPr/>
        </p:nvSpPr>
        <p:spPr>
          <a:xfrm xmlns:a="http://schemas.openxmlformats.org/drawingml/2006/main">
            <a:off x="3019425" y="2190750"/>
            <a:ext cx="8562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000000"/>
                </a:solidFill>
                <a:latin typeface="Microsoft YaHei"/>
                <a:ea typeface="Microsoft YaHei"/>
                <a:cs typeface="Microsoft YaHei"/>
              </a:defRPr>
            </a:defPPr>
          </a:lstStyle>
          <a:p xmlns:a="http://schemas.openxmlformats.org/drawingml/2006/main">
            <a:pPr algn="l">
              <a:buNone/>
              <a:defRPr sz="1725" b="0">
                <a:solidFill>
                  <a:srgbClr val="000000"/>
                </a:solidFill>
                <a:latin typeface="Microsoft YaHei"/>
                <a:ea typeface="Microsoft YaHei"/>
                <a:cs typeface="Microsoft YaHei"/>
              </a:defRPr>
            </a:pPr>
            <a:r>
              <a:rPr b="0">
                <a:latin typeface="Microsoft YaHei"/>
                <a:ea typeface="Microsoft YaHei"/>
                <a:cs typeface="Microsoft YaHei"/>
              </a:rPr>
              <a:t>人员总量、资格和效率采用实验配置。</a:t>
            </a:r>
            <a:endParaRPr>
              <a:latin typeface="Microsoft YaHei"/>
              <a:ea typeface="Microsoft YaHei"/>
              <a:cs typeface="Microsoft YaHei"/>
            </a:endParaRPr>
          </a:p>
        </p:txBody>
      </p:sp>
      <p:sp>
        <p:nvSpPr>
          <p:cNvPr id="5" name="revision-line-1072">
            <a:extLst xmlns:a="http://schemas.openxmlformats.org/drawingml/2006/main">
              <a:ext uri="{FF2B5EF4-FFF2-40B4-BE49-F238E27FC236}">
                <a16:creationId xmlns:a16="http://schemas.microsoft.com/office/drawing/2014/main" id="{05839F1A-E03B-4062-8903-90C7BCF0F1D1}"/>
              </a:ext>
            </a:extLst>
          </p:cNvPr>
          <p:cNvSpPr>
            <a:spLocks xmlns:a="http://schemas.openxmlformats.org/drawingml/2006/main" noGrp="1"/>
          </p:cNvSpPr>
          <p:nvPr/>
        </p:nvSpPr>
        <p:spPr>
          <a:xfrm xmlns:a="http://schemas.openxmlformats.org/drawingml/2006/main">
            <a:off x="619125" y="2781300"/>
            <a:ext cx="10963275" cy="0"/>
          </a:xfrm>
          <a:prstGeom xmlns:a="http://schemas.openxmlformats.org/drawingml/2006/main" prst="line">
            <a:avLst/>
          </a:prstGeom>
          <a:noFill xmlns:a="http://schemas.openxmlformats.org/drawingml/2006/main"/>
          <a:ln xmlns:a="http://schemas.openxmlformats.org/drawingml/2006/main" w="7620">
            <a:solidFill>
              <a:srgbClr val="000000"/>
            </a:solidFill>
          </a:ln>
        </p:spPr>
      </p:sp>
      <p:sp>
        <p:nvSpPr>
          <p:cNvPr id="6" name="revision-text-1073">
            <a:extLst xmlns:a="http://schemas.openxmlformats.org/drawingml/2006/main">
              <a:ext uri="{FF2B5EF4-FFF2-40B4-BE49-F238E27FC236}">
                <a16:creationId xmlns:a16="http://schemas.microsoft.com/office/drawing/2014/main" id="{3C1EEC90-FA5C-4B36-A61B-7DF6EBB5C654}"/>
              </a:ext>
            </a:extLst>
          </p:cNvPr>
          <p:cNvSpPr>
            <a:spLocks xmlns:a="http://schemas.openxmlformats.org/drawingml/2006/main" noGrp="1"/>
          </p:cNvSpPr>
          <p:nvPr/>
        </p:nvSpPr>
        <p:spPr>
          <a:xfrm xmlns:a="http://schemas.openxmlformats.org/drawingml/2006/main">
            <a:off x="619125" y="3028950"/>
            <a:ext cx="2362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0000"/>
                </a:solidFill>
                <a:latin typeface="Microsoft YaHei"/>
                <a:ea typeface="Microsoft YaHei"/>
                <a:cs typeface="Microsoft YaHei"/>
              </a:defRPr>
            </a:defPPr>
          </a:lstStyle>
          <a:p xmlns:a="http://schemas.openxmlformats.org/drawingml/2006/main">
            <a:pPr algn="l">
              <a:buNone/>
              <a:defRPr sz="2175" b="1">
                <a:solidFill>
                  <a:srgbClr val="000000"/>
                </a:solidFill>
                <a:latin typeface="Microsoft YaHei"/>
                <a:ea typeface="Microsoft YaHei"/>
                <a:cs typeface="Microsoft YaHei"/>
              </a:defRPr>
            </a:pPr>
            <a:r>
              <a:rPr b="1">
                <a:latin typeface="Microsoft YaHei"/>
                <a:ea typeface="Microsoft YaHei"/>
                <a:cs typeface="Microsoft YaHei"/>
              </a:rPr>
              <a:t>已有研究基础</a:t>
            </a:r>
            <a:endParaRPr>
              <a:latin typeface="Microsoft YaHei"/>
              <a:ea typeface="Microsoft YaHei"/>
              <a:cs typeface="Microsoft YaHei"/>
            </a:endParaRPr>
          </a:p>
        </p:txBody>
      </p:sp>
      <p:sp>
        <p:nvSpPr>
          <p:cNvPr id="7" name="revision-text-1074">
            <a:extLst xmlns:a="http://schemas.openxmlformats.org/drawingml/2006/main">
              <a:ext uri="{FF2B5EF4-FFF2-40B4-BE49-F238E27FC236}">
                <a16:creationId xmlns:a16="http://schemas.microsoft.com/office/drawing/2014/main" id="{E56589CF-358B-43AC-ADCD-E7FA4BFDC132}"/>
              </a:ext>
            </a:extLst>
          </p:cNvPr>
          <p:cNvSpPr>
            <a:spLocks xmlns:a="http://schemas.openxmlformats.org/drawingml/2006/main" noGrp="1"/>
          </p:cNvSpPr>
          <p:nvPr/>
        </p:nvSpPr>
        <p:spPr>
          <a:xfrm xmlns:a="http://schemas.openxmlformats.org/drawingml/2006/main">
            <a:off x="3019425" y="2962275"/>
            <a:ext cx="85629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000000"/>
                </a:solidFill>
                <a:latin typeface="Microsoft YaHei"/>
                <a:ea typeface="Microsoft YaHei"/>
                <a:cs typeface="Microsoft YaHei"/>
              </a:defRPr>
            </a:defPPr>
          </a:lstStyle>
          <a:p xmlns:a="http://schemas.openxmlformats.org/drawingml/2006/main">
            <a:pPr algn="l">
              <a:buNone/>
              <a:defRPr sz="1950" b="0">
                <a:solidFill>
                  <a:srgbClr val="000000"/>
                </a:solidFill>
                <a:latin typeface="Microsoft YaHei"/>
                <a:ea typeface="Microsoft YaHei"/>
                <a:cs typeface="Microsoft YaHei"/>
              </a:defRPr>
            </a:pPr>
            <a:r>
              <a:rPr sz="1950" b="0">
                <a:solidFill>
                  <a:srgbClr val="000000"/>
                </a:solidFill>
                <a:latin typeface="Microsoft YaHei"/>
                <a:ea typeface="Microsoft YaHei"/>
                <a:cs typeface="Microsoft YaHei"/>
              </a:rPr>
              <a:t>前期联合调度论文已获</a:t>
            </a:r>
            <a:r>
              <a:rPr sz="1950" b="0">
                <a:solidFill>
                  <a:srgbClr val="000000"/>
                </a:solidFill>
                <a:latin typeface="Times New Roman"/>
                <a:ea typeface="Times New Roman"/>
                <a:cs typeface="Times New Roman"/>
              </a:rPr>
              <a:t>CAC 2026</a:t>
            </a:r>
            <a:r>
              <a:rPr sz="1950" b="0">
                <a:solidFill>
                  <a:srgbClr val="000000"/>
                </a:solidFill>
                <a:latin typeface="Microsoft YaHei"/>
                <a:ea typeface="Microsoft YaHei"/>
                <a:cs typeface="Microsoft YaHei"/>
              </a:rPr>
              <a:t>录用。</a:t>
            </a:r>
            <a:endParaRPr>
              <a:latin typeface="Microsoft YaHei"/>
              <a:ea typeface="Microsoft YaHei"/>
              <a:cs typeface="Microsoft YaHei"/>
            </a:endParaRPr>
          </a:p>
          <a:p xmlns:a="http://schemas.openxmlformats.org/drawingml/2006/main">
            <a:pPr algn="l">
              <a:buNone/>
              <a:defRPr sz="1950" b="0">
                <a:solidFill>
                  <a:srgbClr val="000000"/>
                </a:solidFill>
                <a:latin typeface="Microsoft YaHei"/>
                <a:ea typeface="Microsoft YaHei"/>
                <a:cs typeface="Microsoft YaHei"/>
              </a:defRPr>
            </a:pPr>
            <a:r>
              <a:rPr sz="1950" b="0">
                <a:solidFill>
                  <a:srgbClr val="000000"/>
                </a:solidFill>
                <a:latin typeface="Microsoft YaHei"/>
                <a:ea typeface="Microsoft YaHei"/>
                <a:cs typeface="Microsoft YaHei"/>
              </a:rPr>
              <a:t>研究内容二论文已投稿，已有重调度实验与代码。</a:t>
            </a:r>
            <a:endParaRPr>
              <a:latin typeface="Microsoft YaHei"/>
              <a:ea typeface="Microsoft YaHei"/>
              <a:cs typeface="Microsoft YaHei"/>
            </a:endParaRPr>
          </a:p>
        </p:txBody>
      </p:sp>
      <p:sp>
        <p:nvSpPr>
          <p:cNvPr id="8" name="revision-text-1075">
            <a:extLst xmlns:a="http://schemas.openxmlformats.org/drawingml/2006/main">
              <a:ext uri="{FF2B5EF4-FFF2-40B4-BE49-F238E27FC236}">
                <a16:creationId xmlns:a16="http://schemas.microsoft.com/office/drawing/2014/main" id="{CAF93906-BF48-4431-A1D6-2F77341511BA}"/>
              </a:ext>
            </a:extLst>
          </p:cNvPr>
          <p:cNvSpPr>
            <a:spLocks xmlns:a="http://schemas.openxmlformats.org/drawingml/2006/main" noGrp="1"/>
          </p:cNvSpPr>
          <p:nvPr/>
        </p:nvSpPr>
        <p:spPr>
          <a:xfrm xmlns:a="http://schemas.openxmlformats.org/drawingml/2006/main">
            <a:off x="3019425" y="3876675"/>
            <a:ext cx="85629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000000"/>
                </a:solidFill>
                <a:latin typeface="Microsoft YaHei"/>
                <a:ea typeface="Microsoft YaHei"/>
                <a:cs typeface="Microsoft YaHei"/>
              </a:defRPr>
            </a:defPPr>
          </a:lstStyle>
          <a:p xmlns:a="http://schemas.openxmlformats.org/drawingml/2006/main">
            <a:pPr algn="l">
              <a:buNone/>
              <a:defRPr sz="1725" b="0">
                <a:solidFill>
                  <a:srgbClr val="000000"/>
                </a:solidFill>
                <a:latin typeface="Microsoft YaHei"/>
                <a:ea typeface="Microsoft YaHei"/>
                <a:cs typeface="Microsoft YaHei"/>
              </a:defRPr>
            </a:pPr>
            <a:r>
              <a:rPr b="0">
                <a:latin typeface="Microsoft YaHei"/>
                <a:ea typeface="Microsoft YaHei"/>
                <a:cs typeface="Microsoft YaHei"/>
              </a:rPr>
              <a:t>已有图编码、团队选择、可行时间分配和强化学习训练可供复用。</a:t>
            </a:r>
            <a:endParaRPr>
              <a:latin typeface="Microsoft YaHei"/>
              <a:ea typeface="Microsoft YaHei"/>
              <a:cs typeface="Microsoft YaHei"/>
            </a:endParaRPr>
          </a:p>
        </p:txBody>
      </p:sp>
      <p:sp>
        <p:nvSpPr>
          <p:cNvPr id="9" name="revision-line-1076">
            <a:extLst xmlns:a="http://schemas.openxmlformats.org/drawingml/2006/main">
              <a:ext uri="{FF2B5EF4-FFF2-40B4-BE49-F238E27FC236}">
                <a16:creationId xmlns:a16="http://schemas.microsoft.com/office/drawing/2014/main" id="{DEBB26BA-1497-4C20-B9B9-A32BEE18A35F}"/>
              </a:ext>
            </a:extLst>
          </p:cNvPr>
          <p:cNvSpPr>
            <a:spLocks xmlns:a="http://schemas.openxmlformats.org/drawingml/2006/main" noGrp="1"/>
          </p:cNvSpPr>
          <p:nvPr/>
        </p:nvSpPr>
        <p:spPr>
          <a:xfrm xmlns:a="http://schemas.openxmlformats.org/drawingml/2006/main">
            <a:off x="619125" y="4552950"/>
            <a:ext cx="10963275" cy="0"/>
          </a:xfrm>
          <a:prstGeom xmlns:a="http://schemas.openxmlformats.org/drawingml/2006/main" prst="line">
            <a:avLst/>
          </a:prstGeom>
          <a:noFill xmlns:a="http://schemas.openxmlformats.org/drawingml/2006/main"/>
          <a:ln xmlns:a="http://schemas.openxmlformats.org/drawingml/2006/main" w="7620">
            <a:solidFill>
              <a:srgbClr val="000000"/>
            </a:solidFill>
          </a:ln>
        </p:spPr>
      </p:sp>
      <p:sp>
        <p:nvSpPr>
          <p:cNvPr id="10" name="revision-text-1077">
            <a:extLst xmlns:a="http://schemas.openxmlformats.org/drawingml/2006/main">
              <a:ext uri="{FF2B5EF4-FFF2-40B4-BE49-F238E27FC236}">
                <a16:creationId xmlns:a16="http://schemas.microsoft.com/office/drawing/2014/main" id="{81E19E27-6BC0-41AB-8CEA-7ED8A0468FE0}"/>
              </a:ext>
            </a:extLst>
          </p:cNvPr>
          <p:cNvSpPr>
            <a:spLocks xmlns:a="http://schemas.openxmlformats.org/drawingml/2006/main" noGrp="1"/>
          </p:cNvSpPr>
          <p:nvPr/>
        </p:nvSpPr>
        <p:spPr>
          <a:xfrm xmlns:a="http://schemas.openxmlformats.org/drawingml/2006/main">
            <a:off x="619125" y="4810125"/>
            <a:ext cx="2362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0000"/>
                </a:solidFill>
                <a:latin typeface="Microsoft YaHei"/>
                <a:ea typeface="Microsoft YaHei"/>
                <a:cs typeface="Microsoft YaHei"/>
              </a:defRPr>
            </a:defPPr>
          </a:lstStyle>
          <a:p xmlns:a="http://schemas.openxmlformats.org/drawingml/2006/main">
            <a:pPr algn="l">
              <a:buNone/>
              <a:defRPr sz="2175" b="1">
                <a:solidFill>
                  <a:srgbClr val="000000"/>
                </a:solidFill>
                <a:latin typeface="Microsoft YaHei"/>
                <a:ea typeface="Microsoft YaHei"/>
                <a:cs typeface="Microsoft YaHei"/>
              </a:defRPr>
            </a:pPr>
            <a:r>
              <a:rPr b="1">
                <a:latin typeface="Microsoft YaHei"/>
                <a:ea typeface="Microsoft YaHei"/>
                <a:cs typeface="Microsoft YaHei"/>
              </a:rPr>
              <a:t>实施条件</a:t>
            </a:r>
            <a:endParaRPr>
              <a:latin typeface="Microsoft YaHei"/>
              <a:ea typeface="Microsoft YaHei"/>
              <a:cs typeface="Microsoft YaHei"/>
            </a:endParaRPr>
          </a:p>
        </p:txBody>
      </p:sp>
      <p:sp>
        <p:nvSpPr>
          <p:cNvPr id="11" name="revision-text-1078">
            <a:extLst xmlns:a="http://schemas.openxmlformats.org/drawingml/2006/main">
              <a:ext uri="{FF2B5EF4-FFF2-40B4-BE49-F238E27FC236}">
                <a16:creationId xmlns:a16="http://schemas.microsoft.com/office/drawing/2014/main" id="{A961660D-1839-4982-83BB-63DFFC0B4FA5}"/>
              </a:ext>
            </a:extLst>
          </p:cNvPr>
          <p:cNvSpPr>
            <a:spLocks xmlns:a="http://schemas.openxmlformats.org/drawingml/2006/main" noGrp="1"/>
          </p:cNvSpPr>
          <p:nvPr/>
        </p:nvSpPr>
        <p:spPr>
          <a:xfrm xmlns:a="http://schemas.openxmlformats.org/drawingml/2006/main">
            <a:off x="3019425" y="4743450"/>
            <a:ext cx="8562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000000"/>
                </a:solidFill>
                <a:latin typeface="Microsoft YaHei"/>
                <a:ea typeface="Microsoft YaHei"/>
                <a:cs typeface="Microsoft YaHei"/>
              </a:defRPr>
            </a:defPPr>
          </a:lstStyle>
          <a:p xmlns:a="http://schemas.openxmlformats.org/drawingml/2006/main">
            <a:pPr algn="l">
              <a:buNone/>
              <a:defRPr sz="1950" b="0">
                <a:solidFill>
                  <a:srgbClr val="000000"/>
                </a:solidFill>
                <a:latin typeface="Microsoft YaHei"/>
                <a:ea typeface="Microsoft YaHei"/>
                <a:cs typeface="Microsoft YaHei"/>
              </a:defRPr>
            </a:pPr>
            <a:r>
              <a:rPr sz="1950" b="0">
                <a:solidFill>
                  <a:srgbClr val="000000"/>
                </a:solidFill>
                <a:latin typeface="Microsoft YaHei"/>
                <a:ea typeface="Microsoft YaHei"/>
                <a:cs typeface="Microsoft YaHei"/>
              </a:rPr>
              <a:t>拟使用实验室</a:t>
            </a:r>
            <a:r>
              <a:rPr sz="1950" b="0">
                <a:solidFill>
                  <a:srgbClr val="000000"/>
                </a:solidFill>
                <a:latin typeface="Times New Roman"/>
                <a:ea typeface="Times New Roman"/>
                <a:cs typeface="Times New Roman"/>
              </a:rPr>
              <a:t>NVIDIA V100</a:t>
            </a:r>
            <a:r>
              <a:rPr sz="1950" b="0">
                <a:solidFill>
                  <a:srgbClr val="000000"/>
                </a:solidFill>
                <a:latin typeface="Microsoft YaHei"/>
                <a:ea typeface="Microsoft YaHei"/>
                <a:cs typeface="Microsoft YaHei"/>
              </a:rPr>
              <a:t>服务器。</a:t>
            </a:r>
            <a:endParaRPr>
              <a:latin typeface="Microsoft YaHei"/>
              <a:ea typeface="Microsoft YaHei"/>
              <a:cs typeface="Microsoft YaHei"/>
            </a:endParaRPr>
          </a:p>
          <a:p xmlns:a="http://schemas.openxmlformats.org/drawingml/2006/main">
            <a:pPr algn="l">
              <a:buNone/>
              <a:defRPr sz="1950" b="0">
                <a:solidFill>
                  <a:srgbClr val="000000"/>
                </a:solidFill>
                <a:latin typeface="Microsoft YaHei"/>
                <a:ea typeface="Microsoft YaHei"/>
                <a:cs typeface="Microsoft YaHei"/>
              </a:defRPr>
            </a:pPr>
            <a:r>
              <a:rPr sz="1950" b="0">
                <a:solidFill>
                  <a:srgbClr val="000000"/>
                </a:solidFill>
                <a:latin typeface="Microsoft YaHei"/>
                <a:ea typeface="Microsoft YaHei"/>
                <a:cs typeface="Microsoft YaHei"/>
              </a:rPr>
              <a:t>研究内容三已有方案设计和部分代码开发。</a:t>
            </a:r>
            <a:endParaRPr>
              <a:latin typeface="Microsoft YaHei"/>
              <a:ea typeface="Microsoft YaHei"/>
              <a:cs typeface="Microsoft YaHei"/>
            </a:endParaRPr>
          </a:p>
        </p:txBody>
      </p:sp>
      <p:sp>
        <p:nvSpPr>
          <p:cNvPr id="12" name="revision-text-1079">
            <a:extLst xmlns:a="http://schemas.openxmlformats.org/drawingml/2006/main">
              <a:ext uri="{FF2B5EF4-FFF2-40B4-BE49-F238E27FC236}">
                <a16:creationId xmlns:a16="http://schemas.microsoft.com/office/drawing/2014/main" id="{C71C479F-0358-488C-A048-2BEA3138F97B}"/>
              </a:ext>
            </a:extLst>
          </p:cNvPr>
          <p:cNvSpPr>
            <a:spLocks xmlns:a="http://schemas.openxmlformats.org/drawingml/2006/main" noGrp="1"/>
          </p:cNvSpPr>
          <p:nvPr/>
        </p:nvSpPr>
        <p:spPr>
          <a:xfrm xmlns:a="http://schemas.openxmlformats.org/drawingml/2006/main">
            <a:off x="3019425" y="5791200"/>
            <a:ext cx="8562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000000"/>
                </a:solidFill>
                <a:latin typeface="Microsoft YaHei"/>
                <a:ea typeface="Microsoft YaHei"/>
                <a:cs typeface="Microsoft YaHei"/>
              </a:defRPr>
            </a:defPPr>
          </a:lstStyle>
          <a:p xmlns:a="http://schemas.openxmlformats.org/drawingml/2006/main">
            <a:pPr algn="l">
              <a:buNone/>
              <a:defRPr sz="1725" b="0">
                <a:solidFill>
                  <a:srgbClr val="000000"/>
                </a:solidFill>
                <a:latin typeface="Microsoft YaHei"/>
                <a:ea typeface="Microsoft YaHei"/>
                <a:cs typeface="Microsoft YaHei"/>
              </a:defRPr>
            </a:pPr>
            <a:r>
              <a:rPr sz="1725" b="0">
                <a:solidFill>
                  <a:srgbClr val="000000"/>
                </a:solidFill>
                <a:latin typeface="Microsoft YaHei"/>
                <a:ea typeface="Microsoft YaHei"/>
                <a:cs typeface="Microsoft YaHei"/>
              </a:rPr>
              <a:t>新同构方案需独立验证；多架次方法按计划完成与检验。</a:t>
            </a:r>
            <a:endParaRPr>
              <a:latin typeface="Microsoft YaHei"/>
              <a:ea typeface="Microsoft YaHei"/>
              <a:cs typeface="Microsoft YaHei"/>
            </a:endParaRPr>
          </a:p>
        </p:txBody>
      </p:sp>
      <p:sp>
        <p:nvSpPr>
          <p:cNvPr id="13"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14" name="同济校标">
            <a:extLst xmlns:a="http://schemas.openxmlformats.org/drawingml/2006/main">
              <a:ext uri="{FF2B5EF4-FFF2-40B4-BE49-F238E27FC236}">
                <a16:creationId xmlns:a16="http://schemas.microsoft.com/office/drawing/2014/main" id="{EB8D7C46-B157-4B79-9441-DB961854554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e78e459e4e47fd"/>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15"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buNone/>
            </a:pP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4 </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技术路线</a:t>
            </a:r>
            <a:endParaRPr>
              <a:latin typeface="Microsoft YaHei"/>
              <a:ea typeface="Microsoft YaHei"/>
              <a:cs typeface="Microsoft YaHei"/>
            </a:endParaRPr>
          </a:p>
        </p:txBody>
      </p:sp>
      <p:sp>
        <p:nvSpPr>
          <p:cNvPr id="16"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00000"/>
                </a:solidFill>
                <a:latin typeface="Microsoft YaHei"/>
                <a:ea typeface="Microsoft YaHei"/>
                <a:cs typeface="Microsoft YaHei"/>
              </a:defRPr>
            </a:defPPr>
          </a:lstStyle>
          <a:p xmlns:a="http://schemas.openxmlformats.org/drawingml/2006/main">
            <a:pPr algn="l">
              <a:buNone/>
              <a:defRPr sz="2850" b="1">
                <a:solidFill>
                  <a:srgbClr val="000000"/>
                </a:solidFill>
                <a:latin typeface="Microsoft YaHei"/>
                <a:ea typeface="Microsoft YaHei"/>
                <a:cs typeface="Microsoft YaHei"/>
              </a:defRPr>
            </a:pPr>
            <a:r>
              <a:rPr sz="2400" b="1">
                <a:solidFill>
                  <a:srgbClr val="315CA9"/>
                </a:solidFill>
                <a:latin typeface="Microsoft YaHei"/>
                <a:ea typeface="Microsoft YaHei"/>
                <a:cs typeface="Microsoft YaHei"/>
              </a:rPr>
              <a:t>可行性分析</a:t>
            </a:r>
            <a:endParaRPr>
              <a:latin typeface="Microsoft YaHei"/>
              <a:ea typeface="Microsoft YaHei"/>
              <a:cs typeface="Microsoft YaHei"/>
            </a:endParaRPr>
          </a:p>
        </p:txBody>
      </p:sp>
      <p:sp>
        <p:nvSpPr>
          <p:cNvPr id="17"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13</a:t>
            </a:r>
            <a:endParaRPr>
              <a:latin typeface="Microsoft YaHei"/>
              <a:ea typeface="Microsoft YaHei"/>
              <a:cs typeface="Microsoft YaHei"/>
            </a:endParaRPr>
          </a:p>
        </p:txBody>
      </p:sp>
    </p:spTree>
    <p:extLst>
      <p:ext uri="{BB962C8B-B14F-4D97-AF65-F5344CB8AC3E}">
        <p14:creationId xmlns:p14="http://schemas.microsoft.com/office/powerpoint/2010/main" val="1212997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086">
            <a:extLst xmlns:a="http://schemas.openxmlformats.org/drawingml/2006/main">
              <a:ext uri="{FF2B5EF4-FFF2-40B4-BE49-F238E27FC236}">
                <a16:creationId xmlns:a16="http://schemas.microsoft.com/office/drawing/2014/main" id="{C083E290-7200-4162-A3AE-6A62B1A1E539}"/>
              </a:ext>
            </a:extLst>
          </p:cNvPr>
          <p:cNvSpPr>
            <a:spLocks xmlns:a="http://schemas.openxmlformats.org/drawingml/2006/main" noGrp="1"/>
          </p:cNvSpPr>
          <p:nvPr/>
        </p:nvSpPr>
        <p:spPr>
          <a:xfrm xmlns:a="http://schemas.openxmlformats.org/drawingml/2006/main">
            <a:off x="657225" y="5934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0000"/>
                </a:solidFill>
                <a:latin typeface="Microsoft YaHei"/>
                <a:ea typeface="Microsoft YaHei"/>
                <a:cs typeface="Microsoft YaHei"/>
              </a:defRPr>
            </a:defPPr>
          </a:lstStyle>
          <a:p xmlns:a="http://schemas.openxmlformats.org/drawingml/2006/main">
            <a:pPr algn="l">
              <a:buNone/>
              <a:defRPr sz="1950" b="1">
                <a:solidFill>
                  <a:srgbClr val="000000"/>
                </a:solidFill>
                <a:latin typeface="Microsoft YaHei"/>
                <a:ea typeface="Microsoft YaHei"/>
                <a:cs typeface="Microsoft YaHei"/>
              </a:defRPr>
            </a:pPr>
            <a:r>
              <a:rPr b="1">
                <a:latin typeface="Microsoft YaHei"/>
                <a:ea typeface="Microsoft YaHei"/>
                <a:cs typeface="Microsoft YaHei"/>
              </a:rPr>
              <a:t>预期成果：</a:t>
            </a:r>
            <a:r>
              <a:rPr b="1">
                <a:latin typeface="Times New Roman"/>
                <a:ea typeface="Times New Roman"/>
                <a:cs typeface="Times New Roman"/>
              </a:rPr>
              <a:t>1</a:t>
            </a:r>
            <a:r>
              <a:rPr b="1">
                <a:latin typeface="Times New Roman"/>
                <a:ea typeface="Times New Roman"/>
                <a:cs typeface="Times New Roman"/>
              </a:rPr>
              <a:t>—</a:t>
            </a:r>
            <a:r>
              <a:rPr b="1">
                <a:latin typeface="Times New Roman"/>
                <a:ea typeface="Times New Roman"/>
                <a:cs typeface="Times New Roman"/>
              </a:rPr>
              <a:t>2</a:t>
            </a:r>
            <a:r>
              <a:rPr b="1">
                <a:latin typeface="Microsoft YaHei"/>
                <a:ea typeface="Microsoft YaHei"/>
                <a:cs typeface="Microsoft YaHei"/>
              </a:rPr>
              <a:t>篇论文、</a:t>
            </a:r>
            <a:r>
              <a:rPr b="1">
                <a:latin typeface="Times New Roman"/>
                <a:ea typeface="Times New Roman"/>
                <a:cs typeface="Times New Roman"/>
              </a:rPr>
              <a:t>1</a:t>
            </a:r>
            <a:r>
              <a:rPr b="1">
                <a:latin typeface="Microsoft YaHei"/>
                <a:ea typeface="Microsoft YaHei"/>
                <a:cs typeface="Microsoft YaHei"/>
              </a:rPr>
              <a:t>篇会议论文及硕士学位论文。</a:t>
            </a:r>
            <a:endParaRPr>
              <a:latin typeface="Microsoft YaHei"/>
              <a:ea typeface="Microsoft YaHei"/>
              <a:cs typeface="Microsoft YaHei"/>
            </a:endParaRPr>
          </a:p>
        </p:txBody>
      </p:sp>
      <p:graphicFrame>
        <p:nvGraphicFramePr>
          <p:cNvPr id="3" name="表格 31">
            <a:extLst xmlns:a="http://schemas.openxmlformats.org/drawingml/2006/main">
              <a:ext uri="{FF2B5EF4-FFF2-40B4-BE49-F238E27FC236}">
                <a16:creationId xmlns:a16="http://schemas.microsoft.com/office/drawing/2014/main" id="{93E929D9-4589-43F8-84AA-68DA1625233C}"/>
              </a:ext>
            </a:extLst>
          </p:cNvPr>
          <p:cNvGraphicFramePr/>
          <p:nvPr/>
        </p:nvGraphicFramePr>
        <p:xfrm>
          <a:off xmlns:a="http://schemas.openxmlformats.org/drawingml/2006/main" x="756285" y="2316670"/>
          <a:ext xmlns:a="http://schemas.openxmlformats.org/drawingml/2006/main" cx="10679571" cy="3517824"/>
        </p:xfrm>
        <a:graphic xmlns:a="http://schemas.openxmlformats.org/drawingml/2006/main">
          <a:graphicData uri="http://schemas.openxmlformats.org/drawingml/2006/table">
            <a:tbl>
              <a:tblPr firstRow="1" bandRow="1">
                <a:tableStyleId>{5C22544A-7EE6-4342-B048-85BDC9FD1C3A}</a:tableStyleId>
              </a:tblPr>
              <a:tblGrid>
                <a:gridCol w="2744771"/>
                <a:gridCol w="5373278"/>
                <a:gridCol w="2561522"/>
              </a:tblGrid>
              <a:tr h="439728">
                <a:tc>
                  <a:txBody>
                    <a:bodyPr/>
                    <a:lstStyle/>
                    <a:p>
                      <a:pPr algn="ctr">
                        <a:buNone/>
                      </a:pPr>
                      <a:r>
                        <a:rPr>
                          <a:solidFill>
                            <a:srgbClr val="FFFFFF"/>
                          </a:solidFill>
                          <a:latin typeface="Microsoft YaHei"/>
                          <a:ea typeface="Microsoft YaHei"/>
                          <a:cs typeface="Microsoft YaHei"/>
                        </a:rPr>
                        <a:t>起讫日期</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FFFFFF"/>
                          </a:solidFill>
                          <a:latin typeface="Microsoft YaHei"/>
                          <a:ea typeface="Microsoft YaHei"/>
                          <a:cs typeface="Microsoft YaHei"/>
                        </a:rPr>
                        <a:t>主要研究内容</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FFFFFF"/>
                          </a:solidFill>
                          <a:latin typeface="Microsoft YaHei"/>
                          <a:ea typeface="Microsoft YaHei"/>
                          <a:cs typeface="Microsoft YaHei"/>
                        </a:rPr>
                        <a:t>预期结果</a:t>
                      </a:r>
                      <a:endParaRPr>
                        <a:latin typeface="Microsoft YaHei"/>
                        <a:ea typeface="Microsoft YaHei"/>
                        <a:cs typeface="Microsoft YaHei"/>
                      </a:endParaRPr>
                    </a:p>
                  </a:txBody>
                  <a:tcPr marL="91440" marR="91440" marT="45720" marB="45720" anchor="ctr">
                    <a:solidFill>
                      <a:srgbClr val="4674CD"/>
                    </a:solidFill>
                  </a:tcPr>
                </a:tc>
              </a:tr>
              <a:tr h="439728">
                <a:tc>
                  <a:txBody>
                    <a:bodyPr/>
                    <a:lstStyle/>
                    <a:p>
                      <a:pPr algn="ctr">
                        <a:buNone/>
                      </a:pPr>
                      <a:r>
                        <a:rPr b="1">
                          <a:solidFill>
                            <a:srgbClr val="FFFFFF"/>
                          </a:solidFill>
                          <a:latin typeface="Times New Roman"/>
                          <a:ea typeface="Times New Roman"/>
                          <a:cs typeface="Times New Roman"/>
                        </a:rPr>
                        <a:t>2026.09—2026.10</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111111"/>
                          </a:solidFill>
                          <a:latin typeface="Microsoft YaHei"/>
                          <a:ea typeface="Microsoft YaHei"/>
                          <a:cs typeface="Microsoft YaHei"/>
                        </a:rPr>
                        <a:t>开题报告与文献整理</a:t>
                      </a:r>
                      <a:endParaRPr>
                        <a:latin typeface="Microsoft YaHei"/>
                        <a:ea typeface="Microsoft YaHei"/>
                        <a:cs typeface="Microsoft YaHei"/>
                      </a:endParaRPr>
                    </a:p>
                  </a:txBody>
                  <a:tcPr marL="91440" marR="91440" marT="45720" marB="45720" anchor="ctr">
                    <a:solidFill>
                      <a:srgbClr val="E7ECF6"/>
                    </a:solidFill>
                  </a:tcPr>
                </a:tc>
                <a:tc>
                  <a:txBody>
                    <a:bodyPr/>
                    <a:lstStyle/>
                    <a:p>
                      <a:pPr algn="ctr">
                        <a:buNone/>
                      </a:pPr>
                      <a:r>
                        <a:rPr>
                          <a:solidFill>
                            <a:srgbClr val="111111"/>
                          </a:solidFill>
                          <a:latin typeface="Microsoft YaHei"/>
                          <a:ea typeface="Microsoft YaHei"/>
                          <a:cs typeface="Microsoft YaHei"/>
                        </a:rPr>
                        <a:t>研究方案与开题材料</a:t>
                      </a:r>
                      <a:endParaRPr>
                        <a:latin typeface="Microsoft YaHei"/>
                        <a:ea typeface="Microsoft YaHei"/>
                        <a:cs typeface="Microsoft YaHei"/>
                      </a:endParaRPr>
                    </a:p>
                  </a:txBody>
                  <a:tcPr marL="91440" marR="91440" marT="45720" marB="45720" anchor="ctr">
                    <a:solidFill>
                      <a:srgbClr val="E7ECF6"/>
                    </a:solidFill>
                  </a:tcPr>
                </a:tc>
              </a:tr>
              <a:tr h="439728">
                <a:tc>
                  <a:txBody>
                    <a:bodyPr/>
                    <a:lstStyle/>
                    <a:p>
                      <a:pPr algn="ctr">
                        <a:buNone/>
                      </a:pPr>
                      <a:r>
                        <a:rPr b="1">
                          <a:solidFill>
                            <a:srgbClr val="FFFFFF"/>
                          </a:solidFill>
                          <a:latin typeface="Times New Roman"/>
                          <a:ea typeface="Times New Roman"/>
                          <a:cs typeface="Times New Roman"/>
                        </a:rPr>
                        <a:t>2026.11—2027.01</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111111"/>
                          </a:solidFill>
                          <a:latin typeface="Microsoft YaHei"/>
                          <a:ea typeface="Microsoft YaHei"/>
                          <a:cs typeface="Microsoft YaHei"/>
                        </a:rPr>
                        <a:t>同构方案实现与研究内容二稿件完善</a:t>
                      </a:r>
                      <a:endParaRPr>
                        <a:latin typeface="Microsoft YaHei"/>
                        <a:ea typeface="Microsoft YaHei"/>
                        <a:cs typeface="Microsoft YaHei"/>
                      </a:endParaRPr>
                    </a:p>
                  </a:txBody>
                  <a:tcPr marL="91440" marR="91440" marT="45720" marB="45720" anchor="ctr">
                    <a:solidFill>
                      <a:srgbClr val="F1F4F8"/>
                    </a:solidFill>
                  </a:tcPr>
                </a:tc>
                <a:tc>
                  <a:txBody>
                    <a:bodyPr/>
                    <a:lstStyle/>
                    <a:p>
                      <a:pPr algn="ctr">
                        <a:buNone/>
                      </a:pPr>
                      <a:r>
                        <a:rPr>
                          <a:solidFill>
                            <a:srgbClr val="111111"/>
                          </a:solidFill>
                          <a:latin typeface="Microsoft YaHei"/>
                          <a:ea typeface="Microsoft YaHei"/>
                          <a:cs typeface="Microsoft YaHei"/>
                        </a:rPr>
                        <a:t>同构实验与论文稿</a:t>
                      </a:r>
                      <a:endParaRPr>
                        <a:latin typeface="Microsoft YaHei"/>
                        <a:ea typeface="Microsoft YaHei"/>
                        <a:cs typeface="Microsoft YaHei"/>
                      </a:endParaRPr>
                    </a:p>
                  </a:txBody>
                  <a:tcPr marL="91440" marR="91440" marT="45720" marB="45720" anchor="ctr">
                    <a:solidFill>
                      <a:srgbClr val="F1F4F8"/>
                    </a:solidFill>
                  </a:tcPr>
                </a:tc>
              </a:tr>
              <a:tr h="439728">
                <a:tc>
                  <a:txBody>
                    <a:bodyPr/>
                    <a:lstStyle/>
                    <a:p>
                      <a:pPr algn="ctr">
                        <a:buNone/>
                      </a:pPr>
                      <a:r>
                        <a:rPr b="1">
                          <a:solidFill>
                            <a:srgbClr val="FFFFFF"/>
                          </a:solidFill>
                          <a:latin typeface="Times New Roman"/>
                          <a:ea typeface="Times New Roman"/>
                          <a:cs typeface="Times New Roman"/>
                        </a:rPr>
                        <a:t>2027.02—2027.04</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111111"/>
                          </a:solidFill>
                          <a:latin typeface="Microsoft YaHei"/>
                          <a:ea typeface="Microsoft YaHei"/>
                          <a:cs typeface="Microsoft YaHei"/>
                        </a:rPr>
                        <a:t>研究内容二动态调度完善及补充验证</a:t>
                      </a:r>
                      <a:endParaRPr>
                        <a:latin typeface="Microsoft YaHei"/>
                        <a:ea typeface="Microsoft YaHei"/>
                        <a:cs typeface="Microsoft YaHei"/>
                      </a:endParaRPr>
                    </a:p>
                  </a:txBody>
                  <a:tcPr marL="91440" marR="91440" marT="45720" marB="45720" anchor="ctr">
                    <a:solidFill>
                      <a:srgbClr val="E7ECF6"/>
                    </a:solidFill>
                  </a:tcPr>
                </a:tc>
                <a:tc>
                  <a:txBody>
                    <a:bodyPr/>
                    <a:lstStyle/>
                    <a:p>
                      <a:pPr algn="ctr">
                        <a:buNone/>
                      </a:pPr>
                      <a:r>
                        <a:rPr>
                          <a:solidFill>
                            <a:srgbClr val="111111"/>
                          </a:solidFill>
                          <a:latin typeface="Microsoft YaHei"/>
                          <a:ea typeface="Microsoft YaHei"/>
                          <a:cs typeface="Microsoft YaHei"/>
                        </a:rPr>
                        <a:t>研究内容二实验与分析</a:t>
                      </a:r>
                      <a:endParaRPr>
                        <a:latin typeface="Microsoft YaHei"/>
                        <a:ea typeface="Microsoft YaHei"/>
                        <a:cs typeface="Microsoft YaHei"/>
                      </a:endParaRPr>
                    </a:p>
                  </a:txBody>
                  <a:tcPr marL="91440" marR="91440" marT="45720" marB="45720" anchor="ctr">
                    <a:solidFill>
                      <a:srgbClr val="E7ECF6"/>
                    </a:solidFill>
                  </a:tcPr>
                </a:tc>
              </a:tr>
              <a:tr h="439728">
                <a:tc>
                  <a:txBody>
                    <a:bodyPr/>
                    <a:lstStyle/>
                    <a:p>
                      <a:pPr algn="ctr">
                        <a:buNone/>
                      </a:pPr>
                      <a:r>
                        <a:rPr b="1">
                          <a:solidFill>
                            <a:srgbClr val="FFFFFF"/>
                          </a:solidFill>
                          <a:latin typeface="Times New Roman"/>
                          <a:ea typeface="Times New Roman"/>
                          <a:cs typeface="Times New Roman"/>
                        </a:rPr>
                        <a:t>2027.05—2027.07</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111111"/>
                          </a:solidFill>
                          <a:latin typeface="Microsoft YaHei"/>
                          <a:ea typeface="Microsoft YaHei"/>
                          <a:cs typeface="Microsoft YaHei"/>
                        </a:rPr>
                        <a:t>多架次环境与语义增强方法实现</a:t>
                      </a:r>
                      <a:endParaRPr>
                        <a:latin typeface="Microsoft YaHei"/>
                        <a:ea typeface="Microsoft YaHei"/>
                        <a:cs typeface="Microsoft YaHei"/>
                      </a:endParaRPr>
                    </a:p>
                  </a:txBody>
                  <a:tcPr marL="91440" marR="91440" marT="45720" marB="45720" anchor="ctr">
                    <a:solidFill>
                      <a:srgbClr val="F1F4F8"/>
                    </a:solidFill>
                  </a:tcPr>
                </a:tc>
                <a:tc>
                  <a:txBody>
                    <a:bodyPr/>
                    <a:lstStyle/>
                    <a:p>
                      <a:pPr algn="ctr">
                        <a:buNone/>
                      </a:pPr>
                      <a:r>
                        <a:rPr>
                          <a:solidFill>
                            <a:srgbClr val="111111"/>
                          </a:solidFill>
                          <a:latin typeface="Microsoft YaHei"/>
                          <a:ea typeface="Microsoft YaHei"/>
                          <a:cs typeface="Microsoft YaHei"/>
                        </a:rPr>
                        <a:t>多架次方法与轨迹</a:t>
                      </a:r>
                      <a:endParaRPr>
                        <a:latin typeface="Microsoft YaHei"/>
                        <a:ea typeface="Microsoft YaHei"/>
                        <a:cs typeface="Microsoft YaHei"/>
                      </a:endParaRPr>
                    </a:p>
                  </a:txBody>
                  <a:tcPr marL="91440" marR="91440" marT="45720" marB="45720" anchor="ctr">
                    <a:solidFill>
                      <a:srgbClr val="F1F4F8"/>
                    </a:solidFill>
                  </a:tcPr>
                </a:tc>
              </a:tr>
              <a:tr h="439728">
                <a:tc>
                  <a:txBody>
                    <a:bodyPr/>
                    <a:lstStyle/>
                    <a:p>
                      <a:pPr algn="ctr">
                        <a:buNone/>
                      </a:pPr>
                      <a:r>
                        <a:rPr b="1">
                          <a:solidFill>
                            <a:srgbClr val="FFFFFF"/>
                          </a:solidFill>
                          <a:latin typeface="Times New Roman"/>
                          <a:ea typeface="Times New Roman"/>
                          <a:cs typeface="Times New Roman"/>
                        </a:rPr>
                        <a:t>2027.08—2027.10</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111111"/>
                          </a:solidFill>
                          <a:latin typeface="Microsoft YaHei"/>
                          <a:ea typeface="Microsoft YaHei"/>
                          <a:cs typeface="Microsoft YaHei"/>
                        </a:rPr>
                        <a:t>对照实验、消融与结果分析</a:t>
                      </a:r>
                      <a:endParaRPr>
                        <a:latin typeface="Microsoft YaHei"/>
                        <a:ea typeface="Microsoft YaHei"/>
                        <a:cs typeface="Microsoft YaHei"/>
                      </a:endParaRPr>
                    </a:p>
                  </a:txBody>
                  <a:tcPr marL="91440" marR="91440" marT="45720" marB="45720" anchor="ctr">
                    <a:solidFill>
                      <a:srgbClr val="E7ECF6"/>
                    </a:solidFill>
                  </a:tcPr>
                </a:tc>
                <a:tc>
                  <a:txBody>
                    <a:bodyPr/>
                    <a:lstStyle/>
                    <a:p>
                      <a:pPr marL="0" marR="0" lvl="0" indent="0" algn="ctr" defTabSz="914400">
                        <a:lnSpc>
                          <a:spcPct val="100000"/>
                        </a:lnSpc>
                        <a:spcBef>
                          <a:spcPts val="0"/>
                        </a:spcBef>
                        <a:spcAft>
                          <a:spcPts val="0"/>
                        </a:spcAft>
                        <a:buClrTx/>
                        <a:buSzTx/>
                        <a:buFontTx/>
                        <a:buNone/>
                      </a:pPr>
                      <a:r>
                        <a:rPr>
                          <a:solidFill>
                            <a:srgbClr val="111111"/>
                          </a:solidFill>
                          <a:latin typeface="Microsoft YaHei"/>
                          <a:ea typeface="Microsoft YaHei"/>
                          <a:cs typeface="Microsoft YaHei"/>
                        </a:rPr>
                        <a:t>对照与消融结果</a:t>
                      </a:r>
                      <a:endParaRPr>
                        <a:latin typeface="Microsoft YaHei"/>
                        <a:ea typeface="Microsoft YaHei"/>
                        <a:cs typeface="Microsoft YaHei"/>
                      </a:endParaRPr>
                    </a:p>
                  </a:txBody>
                  <a:tcPr marL="91440" marR="91440" marT="45720" marB="45720" anchor="ctr">
                    <a:solidFill>
                      <a:srgbClr val="E7ECF6"/>
                    </a:solidFill>
                  </a:tcPr>
                </a:tc>
              </a:tr>
              <a:tr h="439728">
                <a:tc>
                  <a:txBody>
                    <a:bodyPr/>
                    <a:lstStyle/>
                    <a:p>
                      <a:pPr algn="ctr">
                        <a:buNone/>
                      </a:pPr>
                      <a:r>
                        <a:rPr b="1">
                          <a:solidFill>
                            <a:srgbClr val="FFFFFF"/>
                          </a:solidFill>
                          <a:latin typeface="Times New Roman"/>
                          <a:ea typeface="Times New Roman"/>
                          <a:cs typeface="Times New Roman"/>
                        </a:rPr>
                        <a:t>2027.11—2028.01</a:t>
                      </a:r>
                      <a:endParaRPr>
                        <a:latin typeface="Microsoft YaHei"/>
                        <a:ea typeface="Microsoft YaHei"/>
                        <a:cs typeface="Microsoft YaHei"/>
                      </a:endParaRPr>
                    </a:p>
                  </a:txBody>
                  <a:tcPr marL="91440" marR="91440" marT="45720" marB="45720" anchor="ctr">
                    <a:solidFill>
                      <a:srgbClr val="4674CD"/>
                    </a:solidFill>
                  </a:tcPr>
                </a:tc>
                <a:tc>
                  <a:txBody>
                    <a:bodyPr/>
                    <a:lstStyle/>
                    <a:p>
                      <a:pPr marL="0" marR="0" lvl="0" indent="0" algn="ctr" defTabSz="914400">
                        <a:lnSpc>
                          <a:spcPct val="100000"/>
                        </a:lnSpc>
                        <a:spcBef>
                          <a:spcPts val="0"/>
                        </a:spcBef>
                        <a:spcAft>
                          <a:spcPts val="0"/>
                        </a:spcAft>
                        <a:buClrTx/>
                        <a:buSzTx/>
                        <a:buFontTx/>
                        <a:buNone/>
                      </a:pPr>
                      <a:r>
                        <a:rPr>
                          <a:solidFill>
                            <a:srgbClr val="111111"/>
                          </a:solidFill>
                          <a:latin typeface="Microsoft YaHei"/>
                          <a:ea typeface="Microsoft YaHei"/>
                          <a:cs typeface="Microsoft YaHei"/>
                        </a:rPr>
                        <a:t>研究论文与学位论文初稿撰写</a:t>
                      </a:r>
                      <a:endParaRPr>
                        <a:latin typeface="Microsoft YaHei"/>
                        <a:ea typeface="Microsoft YaHei"/>
                        <a:cs typeface="Microsoft YaHei"/>
                      </a:endParaRPr>
                    </a:p>
                  </a:txBody>
                  <a:tcPr marL="91440" marR="91440" marT="45720" marB="45720" anchor="ctr">
                    <a:solidFill>
                      <a:srgbClr val="F1F4F8"/>
                    </a:solidFill>
                  </a:tcPr>
                </a:tc>
                <a:tc>
                  <a:txBody>
                    <a:bodyPr/>
                    <a:lstStyle/>
                    <a:p>
                      <a:pPr algn="ctr">
                        <a:buNone/>
                      </a:pPr>
                      <a:r>
                        <a:rPr>
                          <a:solidFill>
                            <a:srgbClr val="111111"/>
                          </a:solidFill>
                          <a:latin typeface="Microsoft YaHei"/>
                          <a:ea typeface="Microsoft YaHei"/>
                          <a:cs typeface="Microsoft YaHei"/>
                        </a:rPr>
                        <a:t>论文与学位论文初稿</a:t>
                      </a:r>
                      <a:endParaRPr>
                        <a:latin typeface="Microsoft YaHei"/>
                        <a:ea typeface="Microsoft YaHei"/>
                        <a:cs typeface="Microsoft YaHei"/>
                      </a:endParaRPr>
                    </a:p>
                  </a:txBody>
                  <a:tcPr marL="91440" marR="91440" marT="45720" marB="45720" anchor="ctr">
                    <a:solidFill>
                      <a:srgbClr val="F1F4F8"/>
                    </a:solidFill>
                  </a:tcPr>
                </a:tc>
              </a:tr>
              <a:tr h="439728">
                <a:tc>
                  <a:txBody>
                    <a:bodyPr/>
                    <a:lstStyle/>
                    <a:p>
                      <a:pPr algn="ctr">
                        <a:buNone/>
                      </a:pPr>
                      <a:r>
                        <a:rPr b="1">
                          <a:solidFill>
                            <a:srgbClr val="FFFFFF"/>
                          </a:solidFill>
                          <a:latin typeface="Times New Roman"/>
                          <a:ea typeface="Times New Roman"/>
                          <a:cs typeface="Times New Roman"/>
                        </a:rPr>
                        <a:t>2028.01—2028.03</a:t>
                      </a:r>
                      <a:endParaRPr>
                        <a:latin typeface="Microsoft YaHei"/>
                        <a:ea typeface="Microsoft YaHei"/>
                        <a:cs typeface="Microsoft YaHei"/>
                      </a:endParaRPr>
                    </a:p>
                  </a:txBody>
                  <a:tcPr marL="91440" marR="91440" marT="45720" marB="45720" anchor="ctr">
                    <a:solidFill>
                      <a:srgbClr val="4674CD"/>
                    </a:solidFill>
                  </a:tcPr>
                </a:tc>
                <a:tc>
                  <a:txBody>
                    <a:bodyPr/>
                    <a:lstStyle/>
                    <a:p>
                      <a:pPr algn="ctr">
                        <a:buNone/>
                      </a:pPr>
                      <a:r>
                        <a:rPr>
                          <a:solidFill>
                            <a:srgbClr val="111111"/>
                          </a:solidFill>
                          <a:latin typeface="Microsoft YaHei"/>
                          <a:ea typeface="Microsoft YaHei"/>
                          <a:cs typeface="Microsoft YaHei"/>
                        </a:rPr>
                        <a:t>学位论文修订与答辩准备</a:t>
                      </a:r>
                      <a:endParaRPr>
                        <a:latin typeface="Microsoft YaHei"/>
                        <a:ea typeface="Microsoft YaHei"/>
                        <a:cs typeface="Microsoft YaHei"/>
                      </a:endParaRPr>
                    </a:p>
                  </a:txBody>
                  <a:tcPr marL="91440" marR="91440" marT="45720" marB="45720" anchor="ctr">
                    <a:solidFill>
                      <a:srgbClr val="E7ECF6"/>
                    </a:solidFill>
                  </a:tcPr>
                </a:tc>
                <a:tc>
                  <a:txBody>
                    <a:bodyPr/>
                    <a:lstStyle/>
                    <a:p>
                      <a:pPr algn="ctr">
                        <a:buNone/>
                      </a:pPr>
                      <a:r>
                        <a:rPr>
                          <a:solidFill>
                            <a:srgbClr val="111111"/>
                          </a:solidFill>
                          <a:latin typeface="Microsoft YaHei"/>
                          <a:ea typeface="Microsoft YaHei"/>
                          <a:cs typeface="Microsoft YaHei"/>
                        </a:rPr>
                        <a:t>学位论文与答辩材料</a:t>
                      </a:r>
                      <a:endParaRPr>
                        <a:latin typeface="Microsoft YaHei"/>
                        <a:ea typeface="Microsoft YaHei"/>
                        <a:cs typeface="Microsoft YaHei"/>
                      </a:endParaRPr>
                    </a:p>
                  </a:txBody>
                  <a:tcPr marL="91440" marR="91440" marT="45720" marB="45720" anchor="ctr">
                    <a:solidFill>
                      <a:srgbClr val="E7ECF6"/>
                    </a:solidFill>
                  </a:tcPr>
                </a:tc>
              </a:tr>
            </a:tbl>
          </a:graphicData>
        </a:graphic>
      </p:graphicFrame>
      <p:sp>
        <p:nvSpPr>
          <p:cNvPr id="4"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5" name="同济校标">
            <a:extLst xmlns:a="http://schemas.openxmlformats.org/drawingml/2006/main">
              <a:ext uri="{FF2B5EF4-FFF2-40B4-BE49-F238E27FC236}">
                <a16:creationId xmlns:a16="http://schemas.microsoft.com/office/drawing/2014/main" id="{EAC99B14-296F-4183-BBBC-3BD257FF9AE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892eaa078094e23"/>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6"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buNone/>
            </a:pP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5 </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工作计划</a:t>
            </a:r>
            <a:endParaRPr>
              <a:latin typeface="Microsoft YaHei"/>
              <a:ea typeface="Microsoft YaHei"/>
              <a:cs typeface="Microsoft YaHei"/>
            </a:endParaRPr>
          </a:p>
        </p:txBody>
      </p:sp>
      <p:sp>
        <p:nvSpPr>
          <p:cNvPr id="7"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00000"/>
                </a:solidFill>
                <a:latin typeface="Microsoft YaHei"/>
                <a:ea typeface="Microsoft YaHei"/>
                <a:cs typeface="Microsoft YaHei"/>
              </a:defRPr>
            </a:defPPr>
          </a:lstStyle>
          <a:p xmlns:a="http://schemas.openxmlformats.org/drawingml/2006/main">
            <a:pPr algn="l">
              <a:buNone/>
              <a:defRPr sz="2850" b="1">
                <a:solidFill>
                  <a:srgbClr val="000000"/>
                </a:solidFill>
                <a:latin typeface="Microsoft YaHei"/>
                <a:ea typeface="Microsoft YaHei"/>
                <a:cs typeface="Microsoft YaHei"/>
              </a:defRPr>
            </a:pPr>
            <a:r>
              <a:rPr sz="2400" b="1">
                <a:solidFill>
                  <a:srgbClr val="315CA9"/>
                </a:solidFill>
                <a:latin typeface="Microsoft YaHei"/>
                <a:ea typeface="Microsoft YaHei"/>
                <a:cs typeface="Microsoft YaHei"/>
              </a:rPr>
              <a:t>各项任务时间规划</a:t>
            </a:r>
            <a:endParaRPr>
              <a:latin typeface="Microsoft YaHei"/>
              <a:ea typeface="Microsoft YaHei"/>
              <a:cs typeface="Microsoft YaHei"/>
            </a:endParaRPr>
          </a:p>
        </p:txBody>
      </p:sp>
      <p:sp>
        <p:nvSpPr>
          <p:cNvPr id="8"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14</a:t>
            </a:r>
            <a:endParaRPr>
              <a:latin typeface="Microsoft YaHei"/>
              <a:ea typeface="Microsoft YaHei"/>
              <a:cs typeface="Microsoft YaHei"/>
            </a:endParaRPr>
          </a:p>
        </p:txBody>
      </p:sp>
    </p:spTree>
    <p:extLst>
      <p:ext uri="{BB962C8B-B14F-4D97-AF65-F5344CB8AC3E}">
        <p14:creationId xmlns:p14="http://schemas.microsoft.com/office/powerpoint/2010/main" val="16844616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4">
            <a:extLst xmlns:a="http://schemas.openxmlformats.org/drawingml/2006/main">
              <a:ext uri="{FF2B5EF4-FFF2-40B4-BE49-F238E27FC236}">
                <a16:creationId xmlns:a16="http://schemas.microsoft.com/office/drawing/2014/main" id="{1CF4E985-D9F6-4DFE-A576-F7E50EA02FA6}"/>
              </a:ext>
            </a:extLst>
          </p:cNvPr>
          <p:cNvSpPr>
            <a:spLocks xmlns:a="http://schemas.openxmlformats.org/drawingml/2006/main" noGrp="1"/>
          </p:cNvSpPr>
          <p:nvPr/>
        </p:nvSpPr>
        <p:spPr>
          <a:xfrm xmlns:a="http://schemas.openxmlformats.org/drawingml/2006/main">
            <a:off x="2081" y="1990089"/>
            <a:ext cx="12189743" cy="3079121"/>
          </a:xfrm>
          <a:prstGeom xmlns:a="http://schemas.openxmlformats.org/drawingml/2006/main" prst="rect">
            <a:avLst/>
          </a:prstGeom>
          <a:ln xmlns:a="http://schemas.openxmlformats.org/drawingml/2006/main">
            <a:no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3" name="文本框 9">
            <a:extLst xmlns:a="http://schemas.openxmlformats.org/drawingml/2006/main">
              <a:ext uri="{FF2B5EF4-FFF2-40B4-BE49-F238E27FC236}">
                <a16:creationId xmlns:a16="http://schemas.microsoft.com/office/drawing/2014/main" id="{E8867A99-EF29-4B0A-A44B-C78FB4403287}"/>
              </a:ext>
            </a:extLst>
          </p:cNvPr>
          <p:cNvSpPr>
            <a:spLocks xmlns:a="http://schemas.openxmlformats.org/drawingml/2006/main" noGrp="1"/>
          </p:cNvSpPr>
          <p:nvPr/>
        </p:nvSpPr>
        <p:spPr>
          <a:xfrm xmlns:a="http://schemas.openxmlformats.org/drawingml/2006/main">
            <a:off x="2081" y="1917271"/>
            <a:ext cx="12189744" cy="3393419"/>
          </a:xfrm>
          <a:prstGeom xmlns:a="http://schemas.openxmlformats.org/drawingml/2006/main" prst="rect">
            <a:avLst/>
          </a:prstGeom>
          <a:noFill xmlns:a="http://schemas.openxmlformats.org/drawingml/2006/main"/>
        </p:spPr>
        <p:txBody>
          <a:bodyPr xmlns:a="http://schemas.openxmlformats.org/drawingml/2006/main" wrap="square" lIns="91421" tIns="45710" rIns="91421" bIns="45710">
            <a:spAutoFit/>
          </a:bodyPr>
          <a:lstStyle xmlns:a="http://schemas.openxmlformats.org/drawingml/2006/main"/>
          <a:p xmlns:a="http://schemas.openxmlformats.org/drawingml/2006/main">
            <a:pPr algn="ctr">
              <a:buNone/>
            </a:pPr>
            <a:r>
              <a:rPr sz="19895" b="1">
                <a:solidFill>
                  <a:srgbClr val="FFFFFF">
                    <a:alpha val="5000"/>
                  </a:srgbClr>
                </a:solidFill>
                <a:latin typeface="Times New Roman"/>
                <a:ea typeface="Times New Roman"/>
                <a:cs typeface="Times New Roman"/>
              </a:rPr>
              <a:t>THANKS</a:t>
            </a:r>
            <a:endParaRPr>
              <a:latin typeface="Microsoft YaHei"/>
              <a:ea typeface="Microsoft YaHei"/>
              <a:cs typeface="Microsoft YaHei"/>
            </a:endParaRPr>
          </a:p>
        </p:txBody>
      </p:sp>
      <p:sp>
        <p:nvSpPr>
          <p:cNvPr id="4" name="矩形 3">
            <a:extLst xmlns:a="http://schemas.openxmlformats.org/drawingml/2006/main">
              <a:ext uri="{FF2B5EF4-FFF2-40B4-BE49-F238E27FC236}">
                <a16:creationId xmlns:a16="http://schemas.microsoft.com/office/drawing/2014/main" id="{F4FE9442-ECAC-48E5-888B-40350CD2893A}"/>
              </a:ext>
            </a:extLst>
          </p:cNvPr>
          <p:cNvSpPr>
            <a:spLocks xmlns:a="http://schemas.openxmlformats.org/drawingml/2006/main" noGrp="1"/>
          </p:cNvSpPr>
          <p:nvPr/>
        </p:nvSpPr>
        <p:spPr>
          <a:xfrm xmlns:a="http://schemas.openxmlformats.org/drawingml/2006/main">
            <a:off x="176802" y="186576"/>
            <a:ext cx="11878198" cy="6474247"/>
          </a:xfrm>
          <a:prstGeom xmlns:a="http://schemas.openxmlformats.org/drawingml/2006/main" prst="rect">
            <a:avLst/>
          </a:prstGeom>
          <a:noFill xmlns:a="http://schemas.openxmlformats.org/drawingml/2006/main"/>
          <a:ln xmlns:a="http://schemas.openxmlformats.org/drawingml/2006/main" w="28575">
            <a:solidFill>
              <a:srgbClr val="4874CB"/>
            </a:solidFill>
          </a:ln>
        </p:spPr>
        <p:style>
          <a:lnRef xmlns:a="http://schemas.openxmlformats.org/drawingml/2006/main" idx="2">
            <a:srgbClr val="4874CB">
              <a:shade val="50000"/>
            </a:srgbClr>
          </a:lnRef>
          <a:fillRef xmlns:a="http://schemas.openxmlformats.org/drawingml/2006/main" idx="1">
            <a:srgbClr val="4874CB"/>
          </a:fillRef>
          <a:effectRef xmlns:a="http://schemas.openxmlformats.org/drawingml/2006/main" idx="0">
            <a:srgbClr val="4874CB"/>
          </a:effectRef>
          <a:fontRef xmlns:a="http://schemas.openxmlformats.org/drawingml/2006/main" idx="minor">
            <a:srgbClr val="FFFFFF"/>
          </a:fontRef>
        </p:style>
        <p:txBody>
          <a:bodyPr xmlns:a="http://schemas.openxmlformats.org/drawingml/2006/main" anchor="ctr"/>
          <a:lstStyle xmlns:a="http://schemas.openxmlformats.org/drawingml/2006/main"/>
          <a:p xmlns:a="http://schemas.openxmlformats.org/drawingml/2006/main">
            <a:pPr algn="ctr">
              <a:buNone/>
            </a:pPr>
            <a:endParaRPr>
              <a:latin typeface="Microsoft YaHei"/>
              <a:ea typeface="Microsoft YaHei"/>
              <a:cs typeface="Microsoft YaHei"/>
            </a:endParaRPr>
          </a:p>
        </p:txBody>
      </p:sp>
      <p:sp>
        <p:nvSpPr>
          <p:cNvPr id="5" name="文本框 7">
            <a:extLst xmlns:a="http://schemas.openxmlformats.org/drawingml/2006/main">
              <a:ext uri="{FF2B5EF4-FFF2-40B4-BE49-F238E27FC236}">
                <a16:creationId xmlns:a16="http://schemas.microsoft.com/office/drawing/2014/main" id="{7C7E671B-1C83-434B-B601-4CDFA92D6156}"/>
              </a:ext>
            </a:extLst>
          </p:cNvPr>
          <p:cNvSpPr>
            <a:spLocks xmlns:a="http://schemas.openxmlformats.org/drawingml/2006/main" noGrp="1"/>
          </p:cNvSpPr>
          <p:nvPr/>
        </p:nvSpPr>
        <p:spPr>
          <a:xfrm xmlns:a="http://schemas.openxmlformats.org/drawingml/2006/main">
            <a:off x="2082" y="2897906"/>
            <a:ext cx="12189743" cy="14122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0" b="1">
                <a:solidFill>
                  <a:prstClr val="white"/>
                </a:solidFill>
                <a:latin typeface="Microsoft YaHei"/>
                <a:ea typeface="Microsoft YaHei"/>
                <a:cs typeface="Microsoft YaHei"/>
              </a:rPr>
              <a:t>请老师批评指正！</a:t>
            </a:r>
            <a:endParaRPr>
              <a:latin typeface="Microsoft YaHei"/>
              <a:ea typeface="Microsoft YaHei"/>
              <a:cs typeface="Microsoft YaHei"/>
            </a:endParaRPr>
          </a:p>
        </p:txBody>
      </p:sp>
      <p:pic>
        <p:nvPicPr>
          <p:cNvPr id="7" name="Picture 2">
            <a:extLst xmlns:a="http://schemas.openxmlformats.org/drawingml/2006/main">
              <a:ext uri="{FF2B5EF4-FFF2-40B4-BE49-F238E27FC236}">
                <a16:creationId xmlns:a16="http://schemas.microsoft.com/office/drawing/2014/main" id="{209FA2D0-B034-4FF0-BA8B-7271139DC4E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b64bf68e802472c"/>
          <a:srcRect xmlns:a="http://schemas.openxmlformats.org/drawingml/2006/main" l="13505" t="0" r="13805" b="0"/>
          <a:stretch xmlns:a="http://schemas.openxmlformats.org/drawingml/2006/main">
            <a:fillRect l="0" t="0" r="0" b="0"/>
          </a:stretch>
        </p:blipFill>
        <p:spPr>
          <a:xfrm xmlns:a="http://schemas.openxmlformats.org/drawingml/2006/main" rot="0" flipH="0" flipV="0">
            <a:off x="4552253" y="998779"/>
            <a:ext cx="865806" cy="744204"/>
          </a:xfrm>
          <a:prstGeom xmlns:a="http://schemas.openxmlformats.org/drawingml/2006/main" prst="rect">
            <a:avLst/>
          </a:prstGeom>
        </p:spPr>
      </p:pic>
      <p:pic>
        <p:nvPicPr>
          <p:cNvPr id="8" name="Picture 3">
            <a:extLst xmlns:a="http://schemas.openxmlformats.org/drawingml/2006/main">
              <a:ext uri="{FF2B5EF4-FFF2-40B4-BE49-F238E27FC236}">
                <a16:creationId xmlns:a16="http://schemas.microsoft.com/office/drawing/2014/main" id="{BA433787-B15A-41B4-B97B-AB1A4EEC029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4ae09e2aaea4b90"/>
          <a:srcRect xmlns:a="http://schemas.openxmlformats.org/drawingml/2006/main" l="31933" t="22857" r="9687" b="25687"/>
          <a:stretch xmlns:a="http://schemas.openxmlformats.org/drawingml/2006/main">
            <a:fillRect l="0" t="0" r="0" b="0"/>
          </a:stretch>
        </p:blipFill>
        <p:spPr>
          <a:xfrm xmlns:a="http://schemas.openxmlformats.org/drawingml/2006/main" rot="0" flipH="0" flipV="0">
            <a:off x="5418060" y="926274"/>
            <a:ext cx="2222003" cy="816709"/>
          </a:xfrm>
          <a:prstGeom xmlns:a="http://schemas.openxmlformats.org/drawingml/2006/main" prst="rect">
            <a:avLst/>
          </a:prstGeom>
        </p:spPr>
      </p:pic>
    </p:spTree>
    <p:extLst>
      <p:ext uri="{BB962C8B-B14F-4D97-AF65-F5344CB8AC3E}">
        <p14:creationId xmlns:p14="http://schemas.microsoft.com/office/powerpoint/2010/main" val="9434124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092">
            <a:extLst xmlns:a="http://schemas.openxmlformats.org/drawingml/2006/main">
              <a:ext uri="{FF2B5EF4-FFF2-40B4-BE49-F238E27FC236}">
                <a16:creationId xmlns:a16="http://schemas.microsoft.com/office/drawing/2014/main" id="{2FCE019B-7BFB-4D35-8F11-39949250D248}"/>
              </a:ext>
            </a:extLst>
          </p:cNvPr>
          <p:cNvSpPr>
            <a:spLocks xmlns:a="http://schemas.openxmlformats.org/drawingml/2006/main" noGrp="1"/>
          </p:cNvSpPr>
          <p:nvPr/>
        </p:nvSpPr>
        <p:spPr>
          <a:xfrm xmlns:a="http://schemas.openxmlformats.org/drawingml/2006/main">
            <a:off x="581025" y="9906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a:t>
            </a:r>
            <a:r>
              <a:rPr sz="1500" b="0">
                <a:solidFill>
                  <a:srgbClr val="000000"/>
                </a:solidFill>
                <a:latin typeface="Microsoft YaHei"/>
                <a:ea typeface="Microsoft YaHei"/>
                <a:cs typeface="Microsoft YaHei"/>
              </a:rPr>
              <a:t>政</a:t>
            </a:r>
            <a:r>
              <a:rPr sz="1500" b="0">
                <a:solidFill>
                  <a:srgbClr val="000000"/>
                </a:solidFill>
                <a:latin typeface="Times New Roman"/>
                <a:ea typeface="Times New Roman"/>
                <a:cs typeface="Times New Roman"/>
              </a:rPr>
              <a:t>1] </a:t>
            </a:r>
            <a:r>
              <a:rPr sz="1500" b="0">
                <a:solidFill>
                  <a:srgbClr val="000000"/>
                </a:solidFill>
                <a:latin typeface="Microsoft YaHei"/>
                <a:ea typeface="Microsoft YaHei"/>
                <a:cs typeface="Microsoft YaHei"/>
              </a:rPr>
              <a:t>中华人民共和国国民经济和社会发展第十五个五年规划纲要。</a:t>
            </a:r>
            <a:endParaRPr>
              <a:latin typeface="Microsoft YaHei"/>
              <a:ea typeface="Microsoft YaHei"/>
              <a:cs typeface="Microsoft YaHei"/>
            </a:endParaRPr>
          </a:p>
        </p:txBody>
      </p:sp>
      <p:sp>
        <p:nvSpPr>
          <p:cNvPr id="3" name="revision-text-1093">
            <a:extLst xmlns:a="http://schemas.openxmlformats.org/drawingml/2006/main">
              <a:ext uri="{FF2B5EF4-FFF2-40B4-BE49-F238E27FC236}">
                <a16:creationId xmlns:a16="http://schemas.microsoft.com/office/drawing/2014/main" id="{44968B65-BEFC-44DB-A013-D3A7EA555DAB}"/>
              </a:ext>
            </a:extLst>
          </p:cNvPr>
          <p:cNvSpPr>
            <a:spLocks xmlns:a="http://schemas.openxmlformats.org/drawingml/2006/main" noGrp="1"/>
          </p:cNvSpPr>
          <p:nvPr/>
        </p:nvSpPr>
        <p:spPr>
          <a:xfrm xmlns:a="http://schemas.openxmlformats.org/drawingml/2006/main">
            <a:off x="581025" y="14668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a:t>
            </a:r>
            <a:r>
              <a:rPr sz="1500" b="0">
                <a:solidFill>
                  <a:srgbClr val="000000"/>
                </a:solidFill>
                <a:latin typeface="Microsoft YaHei"/>
                <a:ea typeface="Microsoft YaHei"/>
                <a:cs typeface="Microsoft YaHei"/>
              </a:rPr>
              <a:t>政</a:t>
            </a:r>
            <a:r>
              <a:rPr sz="1500" b="0">
                <a:solidFill>
                  <a:srgbClr val="000000"/>
                </a:solidFill>
                <a:latin typeface="Times New Roman"/>
                <a:ea typeface="Times New Roman"/>
                <a:cs typeface="Times New Roman"/>
              </a:rPr>
              <a:t>2] </a:t>
            </a:r>
            <a:r>
              <a:rPr sz="1500" b="0">
                <a:solidFill>
                  <a:srgbClr val="000000"/>
                </a:solidFill>
                <a:latin typeface="Microsoft YaHei"/>
                <a:ea typeface="Microsoft YaHei"/>
                <a:cs typeface="Microsoft YaHei"/>
              </a:rPr>
              <a:t>工业和信息化部等八部门</a:t>
            </a:r>
            <a:r>
              <a:rPr sz="1500" b="0">
                <a:solidFill>
                  <a:srgbClr val="000000"/>
                </a:solidFill>
                <a:latin typeface="Times New Roman"/>
                <a:ea typeface="Times New Roman"/>
                <a:cs typeface="Times New Roman"/>
              </a:rPr>
              <a:t>. “</a:t>
            </a:r>
            <a:r>
              <a:rPr sz="1500" b="0">
                <a:solidFill>
                  <a:srgbClr val="000000"/>
                </a:solidFill>
                <a:latin typeface="Microsoft YaHei"/>
                <a:ea typeface="Microsoft YaHei"/>
                <a:cs typeface="Microsoft YaHei"/>
              </a:rPr>
              <a:t>人工智能</a:t>
            </a:r>
            <a:r>
              <a:rPr sz="1500" b="0">
                <a:solidFill>
                  <a:srgbClr val="000000"/>
                </a:solidFill>
                <a:latin typeface="Times New Roman"/>
                <a:ea typeface="Times New Roman"/>
                <a:cs typeface="Times New Roman"/>
              </a:rPr>
              <a:t>+</a:t>
            </a:r>
            <a:r>
              <a:rPr sz="1500" b="0">
                <a:solidFill>
                  <a:srgbClr val="000000"/>
                </a:solidFill>
                <a:latin typeface="Microsoft YaHei"/>
                <a:ea typeface="Microsoft YaHei"/>
                <a:cs typeface="Microsoft YaHei"/>
              </a:rPr>
              <a:t>制造</a:t>
            </a:r>
            <a:r>
              <a:rPr sz="1500" b="0">
                <a:solidFill>
                  <a:srgbClr val="000000"/>
                </a:solidFill>
                <a:latin typeface="Times New Roman"/>
                <a:ea typeface="Times New Roman"/>
                <a:cs typeface="Times New Roman"/>
              </a:rPr>
              <a:t>”</a:t>
            </a:r>
            <a:r>
              <a:rPr sz="1500" b="0">
                <a:solidFill>
                  <a:srgbClr val="000000"/>
                </a:solidFill>
                <a:latin typeface="Microsoft YaHei"/>
                <a:ea typeface="Microsoft YaHei"/>
                <a:cs typeface="Microsoft YaHei"/>
              </a:rPr>
              <a:t>专项行动实施意见。</a:t>
            </a:r>
            <a:endParaRPr>
              <a:latin typeface="Microsoft YaHei"/>
              <a:ea typeface="Microsoft YaHei"/>
              <a:cs typeface="Microsoft YaHei"/>
            </a:endParaRPr>
          </a:p>
        </p:txBody>
      </p:sp>
      <p:sp>
        <p:nvSpPr>
          <p:cNvPr id="4" name="revision-text-1094">
            <a:extLst xmlns:a="http://schemas.openxmlformats.org/drawingml/2006/main">
              <a:ext uri="{FF2B5EF4-FFF2-40B4-BE49-F238E27FC236}">
                <a16:creationId xmlns:a16="http://schemas.microsoft.com/office/drawing/2014/main" id="{A2398378-F4FE-4554-855C-9798B17EF0FA}"/>
              </a:ext>
            </a:extLst>
          </p:cNvPr>
          <p:cNvSpPr>
            <a:spLocks xmlns:a="http://schemas.openxmlformats.org/drawingml/2006/main" noGrp="1"/>
          </p:cNvSpPr>
          <p:nvPr/>
        </p:nvSpPr>
        <p:spPr>
          <a:xfrm xmlns:a="http://schemas.openxmlformats.org/drawingml/2006/main">
            <a:off x="581025" y="19431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a:t>
            </a:r>
            <a:r>
              <a:rPr sz="1500" b="0">
                <a:solidFill>
                  <a:srgbClr val="000000"/>
                </a:solidFill>
                <a:latin typeface="Microsoft YaHei"/>
                <a:ea typeface="Microsoft YaHei"/>
                <a:cs typeface="Microsoft YaHei"/>
              </a:rPr>
              <a:t>政</a:t>
            </a:r>
            <a:r>
              <a:rPr sz="1500" b="0">
                <a:solidFill>
                  <a:srgbClr val="000000"/>
                </a:solidFill>
                <a:latin typeface="Times New Roman"/>
                <a:ea typeface="Times New Roman"/>
                <a:cs typeface="Times New Roman"/>
              </a:rPr>
              <a:t>3] </a:t>
            </a:r>
            <a:r>
              <a:rPr sz="1500" b="0">
                <a:solidFill>
                  <a:srgbClr val="000000"/>
                </a:solidFill>
                <a:latin typeface="Microsoft YaHei"/>
                <a:ea typeface="Microsoft YaHei"/>
                <a:cs typeface="Microsoft YaHei"/>
              </a:rPr>
              <a:t>上海飞机制造有限公司</a:t>
            </a:r>
            <a:r>
              <a:rPr sz="1500" b="0">
                <a:solidFill>
                  <a:srgbClr val="000000"/>
                </a:solidFill>
                <a:latin typeface="Times New Roman"/>
                <a:ea typeface="Times New Roman"/>
                <a:cs typeface="Times New Roman"/>
              </a:rPr>
              <a:t>. </a:t>
            </a:r>
            <a:r>
              <a:rPr sz="1500" b="0">
                <a:solidFill>
                  <a:srgbClr val="000000"/>
                </a:solidFill>
                <a:latin typeface="Microsoft YaHei"/>
                <a:ea typeface="Microsoft YaHei"/>
                <a:cs typeface="Microsoft YaHei"/>
              </a:rPr>
              <a:t>贯彻</a:t>
            </a:r>
            <a:r>
              <a:rPr sz="1500" b="0">
                <a:solidFill>
                  <a:srgbClr val="000000"/>
                </a:solidFill>
                <a:latin typeface="Times New Roman"/>
                <a:ea typeface="Times New Roman"/>
                <a:cs typeface="Times New Roman"/>
              </a:rPr>
              <a:t>1</a:t>
            </a:r>
            <a:r>
              <a:rPr sz="1500" b="0">
                <a:solidFill>
                  <a:srgbClr val="000000"/>
                </a:solidFill>
                <a:latin typeface="Microsoft YaHei"/>
                <a:ea typeface="Microsoft YaHei"/>
                <a:cs typeface="Microsoft YaHei"/>
              </a:rPr>
              <a:t>号文丨乘改革之势，聚攻坚之力，强发展之效。</a:t>
            </a:r>
            <a:endParaRPr>
              <a:latin typeface="Microsoft YaHei"/>
              <a:ea typeface="Microsoft YaHei"/>
              <a:cs typeface="Microsoft YaHei"/>
            </a:endParaRPr>
          </a:p>
        </p:txBody>
      </p:sp>
      <p:sp>
        <p:nvSpPr>
          <p:cNvPr id="5" name="revision-text-1095">
            <a:extLst xmlns:a="http://schemas.openxmlformats.org/drawingml/2006/main">
              <a:ext uri="{FF2B5EF4-FFF2-40B4-BE49-F238E27FC236}">
                <a16:creationId xmlns:a16="http://schemas.microsoft.com/office/drawing/2014/main" id="{9D8C9DCA-A8C8-49D5-8838-048E16CBE5BD}"/>
              </a:ext>
            </a:extLst>
          </p:cNvPr>
          <p:cNvSpPr>
            <a:spLocks xmlns:a="http://schemas.openxmlformats.org/drawingml/2006/main" noGrp="1"/>
          </p:cNvSpPr>
          <p:nvPr/>
        </p:nvSpPr>
        <p:spPr>
          <a:xfrm xmlns:a="http://schemas.openxmlformats.org/drawingml/2006/main">
            <a:off x="581025" y="24193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[1] </a:t>
            </a:r>
            <a:r>
              <a:rPr sz="1500" b="0">
                <a:solidFill>
                  <a:srgbClr val="000000"/>
                </a:solidFill>
                <a:latin typeface="Microsoft YaHei"/>
                <a:ea typeface="Microsoft YaHei"/>
                <a:cs typeface="Microsoft YaHei"/>
              </a:rPr>
              <a:t>方水良，刘猛男，鲜果，秦永辉，田雨辰</a:t>
            </a:r>
            <a:r>
              <a:rPr sz="1500" b="0">
                <a:solidFill>
                  <a:srgbClr val="000000"/>
                </a:solidFill>
                <a:latin typeface="Times New Roman"/>
                <a:ea typeface="Times New Roman"/>
                <a:cs typeface="Times New Roman"/>
              </a:rPr>
              <a:t>. </a:t>
            </a:r>
            <a:r>
              <a:rPr sz="1500" b="0">
                <a:solidFill>
                  <a:srgbClr val="000000"/>
                </a:solidFill>
                <a:latin typeface="Microsoft YaHei"/>
                <a:ea typeface="Microsoft YaHei"/>
                <a:cs typeface="Microsoft YaHei"/>
              </a:rPr>
              <a:t>飞机移动装配线</a:t>
            </a:r>
            <a:r>
              <a:rPr sz="1500" b="0">
                <a:solidFill>
                  <a:srgbClr val="000000"/>
                </a:solidFill>
                <a:latin typeface="Times New Roman"/>
                <a:ea typeface="Times New Roman"/>
                <a:cs typeface="Times New Roman"/>
              </a:rPr>
              <a:t>——</a:t>
            </a:r>
            <a:r>
              <a:rPr sz="1500" b="0">
                <a:solidFill>
                  <a:srgbClr val="000000"/>
                </a:solidFill>
                <a:latin typeface="Microsoft YaHei"/>
                <a:ea typeface="Microsoft YaHei"/>
                <a:cs typeface="Microsoft YaHei"/>
              </a:rPr>
              <a:t>脉动与续动</a:t>
            </a:r>
            <a:r>
              <a:rPr sz="1500" b="0">
                <a:solidFill>
                  <a:srgbClr val="000000"/>
                </a:solidFill>
                <a:latin typeface="Times New Roman"/>
                <a:ea typeface="Times New Roman"/>
                <a:cs typeface="Times New Roman"/>
              </a:rPr>
              <a:t>[J]. </a:t>
            </a:r>
            <a:r>
              <a:rPr sz="1500" b="0">
                <a:solidFill>
                  <a:srgbClr val="000000"/>
                </a:solidFill>
                <a:latin typeface="Microsoft YaHei"/>
                <a:ea typeface="Microsoft YaHei"/>
                <a:cs typeface="Microsoft YaHei"/>
              </a:rPr>
              <a:t>航空制造技术</a:t>
            </a:r>
            <a:r>
              <a:rPr sz="1500" b="0">
                <a:solidFill>
                  <a:srgbClr val="000000"/>
                </a:solidFill>
                <a:latin typeface="Times New Roman"/>
                <a:ea typeface="Times New Roman"/>
                <a:cs typeface="Times New Roman"/>
              </a:rPr>
              <a:t>, 2021, 64(16):40–50.</a:t>
            </a:r>
            <a:endParaRPr>
              <a:latin typeface="Microsoft YaHei"/>
              <a:ea typeface="Microsoft YaHei"/>
              <a:cs typeface="Microsoft YaHei"/>
            </a:endParaRPr>
          </a:p>
        </p:txBody>
      </p:sp>
      <p:sp>
        <p:nvSpPr>
          <p:cNvPr id="6" name="revision-text-1096">
            <a:extLst xmlns:a="http://schemas.openxmlformats.org/drawingml/2006/main">
              <a:ext uri="{FF2B5EF4-FFF2-40B4-BE49-F238E27FC236}">
                <a16:creationId xmlns:a16="http://schemas.microsoft.com/office/drawing/2014/main" id="{70A41590-7E54-422A-B79E-7B56CADBFA86}"/>
              </a:ext>
            </a:extLst>
          </p:cNvPr>
          <p:cNvSpPr>
            <a:spLocks xmlns:a="http://schemas.openxmlformats.org/drawingml/2006/main" noGrp="1"/>
          </p:cNvSpPr>
          <p:nvPr/>
        </p:nvSpPr>
        <p:spPr>
          <a:xfrm xmlns:a="http://schemas.openxmlformats.org/drawingml/2006/main">
            <a:off x="581025" y="28956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[3] Bao Z, Chen L, Qiu K. An aircraft final assembly line balancing problem considering resource constraints and parallel task scheduling[J]. Computers &amp; Industrial Engineering, 2023, 182:109436.</a:t>
            </a:r>
            <a:endParaRPr>
              <a:latin typeface="Microsoft YaHei"/>
              <a:ea typeface="Microsoft YaHei"/>
              <a:cs typeface="Microsoft YaHei"/>
            </a:endParaRPr>
          </a:p>
        </p:txBody>
      </p:sp>
      <p:sp>
        <p:nvSpPr>
          <p:cNvPr id="7" name="revision-text-1097">
            <a:extLst xmlns:a="http://schemas.openxmlformats.org/drawingml/2006/main">
              <a:ext uri="{FF2B5EF4-FFF2-40B4-BE49-F238E27FC236}">
                <a16:creationId xmlns:a16="http://schemas.microsoft.com/office/drawing/2014/main" id="{9D24FA3F-6DC3-4EA8-A173-B2462C1E2634}"/>
              </a:ext>
            </a:extLst>
          </p:cNvPr>
          <p:cNvSpPr>
            <a:spLocks xmlns:a="http://schemas.openxmlformats.org/drawingml/2006/main" noGrp="1"/>
          </p:cNvSpPr>
          <p:nvPr/>
        </p:nvSpPr>
        <p:spPr>
          <a:xfrm xmlns:a="http://schemas.openxmlformats.org/drawingml/2006/main">
            <a:off x="581025" y="33718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[5] Lovato D, Guillaume R, Thierry C, Battaia O. Managing disruptions in aircraft assembly lines with staircase criteria[J]. International Journal of Production Research, 2023, 61(2):632–648.</a:t>
            </a:r>
            <a:endParaRPr>
              <a:latin typeface="Microsoft YaHei"/>
              <a:ea typeface="Microsoft YaHei"/>
              <a:cs typeface="Microsoft YaHei"/>
            </a:endParaRPr>
          </a:p>
        </p:txBody>
      </p:sp>
      <p:sp>
        <p:nvSpPr>
          <p:cNvPr id="8" name="revision-text-1098">
            <a:extLst xmlns:a="http://schemas.openxmlformats.org/drawingml/2006/main">
              <a:ext uri="{FF2B5EF4-FFF2-40B4-BE49-F238E27FC236}">
                <a16:creationId xmlns:a16="http://schemas.microsoft.com/office/drawing/2014/main" id="{01ADC362-72D3-423B-98C1-D8E984553F92}"/>
              </a:ext>
            </a:extLst>
          </p:cNvPr>
          <p:cNvSpPr>
            <a:spLocks xmlns:a="http://schemas.openxmlformats.org/drawingml/2006/main" noGrp="1"/>
          </p:cNvSpPr>
          <p:nvPr/>
        </p:nvSpPr>
        <p:spPr>
          <a:xfrm xmlns:a="http://schemas.openxmlformats.org/drawingml/2006/main">
            <a:off x="581025" y="38481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[10] Zheng X, Qiao F, You S, et al. Joint optimization of production scheduling and worker allocation under a resource dedication policy in aircraft assembly lines[J]. Robotics and Computer-Integrated Manufacturing, 2025, 96:103047.</a:t>
            </a:r>
            <a:endParaRPr>
              <a:latin typeface="Microsoft YaHei"/>
              <a:ea typeface="Microsoft YaHei"/>
              <a:cs typeface="Microsoft YaHei"/>
            </a:endParaRPr>
          </a:p>
        </p:txBody>
      </p:sp>
      <p:sp>
        <p:nvSpPr>
          <p:cNvPr id="9" name="revision-text-1099">
            <a:extLst xmlns:a="http://schemas.openxmlformats.org/drawingml/2006/main">
              <a:ext uri="{FF2B5EF4-FFF2-40B4-BE49-F238E27FC236}">
                <a16:creationId xmlns:a16="http://schemas.microsoft.com/office/drawing/2014/main" id="{AFDBCE22-0968-4459-937B-EB236F1238AC}"/>
              </a:ext>
            </a:extLst>
          </p:cNvPr>
          <p:cNvSpPr>
            <a:spLocks xmlns:a="http://schemas.openxmlformats.org/drawingml/2006/main" noGrp="1"/>
          </p:cNvSpPr>
          <p:nvPr/>
        </p:nvSpPr>
        <p:spPr>
          <a:xfrm xmlns:a="http://schemas.openxmlformats.org/drawingml/2006/main">
            <a:off x="581025" y="43243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[11] Pucel X, Roussel S. Constraint Programming Model for Assembly Line Balancing and Scheduling with Walking Workers and Parallel Stations[C]//CP 2024, LIPIcs 307:23:1–23:21.</a:t>
            </a:r>
            <a:endParaRPr>
              <a:latin typeface="Microsoft YaHei"/>
              <a:ea typeface="Microsoft YaHei"/>
              <a:cs typeface="Microsoft YaHei"/>
            </a:endParaRPr>
          </a:p>
        </p:txBody>
      </p:sp>
      <p:sp>
        <p:nvSpPr>
          <p:cNvPr id="10" name="revision-text-1100">
            <a:extLst xmlns:a="http://schemas.openxmlformats.org/drawingml/2006/main">
              <a:ext uri="{FF2B5EF4-FFF2-40B4-BE49-F238E27FC236}">
                <a16:creationId xmlns:a16="http://schemas.microsoft.com/office/drawing/2014/main" id="{1B00DC12-3119-4E23-B4BE-DE818235C351}"/>
              </a:ext>
            </a:extLst>
          </p:cNvPr>
          <p:cNvSpPr>
            <a:spLocks xmlns:a="http://schemas.openxmlformats.org/drawingml/2006/main" noGrp="1"/>
          </p:cNvSpPr>
          <p:nvPr/>
        </p:nvSpPr>
        <p:spPr>
          <a:xfrm xmlns:a="http://schemas.openxmlformats.org/drawingml/2006/main">
            <a:off x="581025" y="48006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[12] Vieira G E, Herrmann J W, Lin E. Rescheduling manufacturing systems: a framework of strategies, policies, and methods[J]. Journal of Scheduling, 2003, 6:39–62.</a:t>
            </a:r>
            <a:endParaRPr>
              <a:latin typeface="Microsoft YaHei"/>
              <a:ea typeface="Microsoft YaHei"/>
              <a:cs typeface="Microsoft YaHei"/>
            </a:endParaRPr>
          </a:p>
        </p:txBody>
      </p:sp>
      <p:sp>
        <p:nvSpPr>
          <p:cNvPr id="11" name="revision-text-1101">
            <a:extLst xmlns:a="http://schemas.openxmlformats.org/drawingml/2006/main">
              <a:ext uri="{FF2B5EF4-FFF2-40B4-BE49-F238E27FC236}">
                <a16:creationId xmlns:a16="http://schemas.microsoft.com/office/drawing/2014/main" id="{EFB267CE-7A76-4A86-8E88-E5ABB7A39930}"/>
              </a:ext>
            </a:extLst>
          </p:cNvPr>
          <p:cNvSpPr>
            <a:spLocks xmlns:a="http://schemas.openxmlformats.org/drawingml/2006/main" noGrp="1"/>
          </p:cNvSpPr>
          <p:nvPr/>
        </p:nvSpPr>
        <p:spPr>
          <a:xfrm xmlns:a="http://schemas.openxmlformats.org/drawingml/2006/main">
            <a:off x="581025" y="52768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[17] Panwalkar S S, Iskander W. A survey of scheduling rules[J]. Operations Research, 1977, 25(1):45–61.</a:t>
            </a:r>
            <a:endParaRPr>
              <a:latin typeface="Microsoft YaHei"/>
              <a:ea typeface="Microsoft YaHei"/>
              <a:cs typeface="Microsoft YaHei"/>
            </a:endParaRPr>
          </a:p>
        </p:txBody>
      </p:sp>
      <p:sp>
        <p:nvSpPr>
          <p:cNvPr id="12" name="revision-text-1102">
            <a:extLst xmlns:a="http://schemas.openxmlformats.org/drawingml/2006/main">
              <a:ext uri="{FF2B5EF4-FFF2-40B4-BE49-F238E27FC236}">
                <a16:creationId xmlns:a16="http://schemas.microsoft.com/office/drawing/2014/main" id="{769A72D8-EF82-41F9-893C-5D4258B7A61A}"/>
              </a:ext>
            </a:extLst>
          </p:cNvPr>
          <p:cNvSpPr>
            <a:spLocks xmlns:a="http://schemas.openxmlformats.org/drawingml/2006/main" noGrp="1"/>
          </p:cNvSpPr>
          <p:nvPr/>
        </p:nvSpPr>
        <p:spPr>
          <a:xfrm xmlns:a="http://schemas.openxmlformats.org/drawingml/2006/main">
            <a:off x="581025" y="57531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[19] Wen X, et al. An improved genetic algorithm based on reinforcement learning for aircraft assembly scheduling problem[J]. Computers &amp; Industrial Engineering, 2024, 193:110263.</a:t>
            </a:r>
            <a:endParaRPr>
              <a:latin typeface="Microsoft YaHei"/>
              <a:ea typeface="Microsoft YaHei"/>
              <a:cs typeface="Microsoft YaHei"/>
            </a:endParaRPr>
          </a:p>
        </p:txBody>
      </p:sp>
      <p:sp>
        <p:nvSpPr>
          <p:cNvPr id="13"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14" name="同济校标">
            <a:extLst xmlns:a="http://schemas.openxmlformats.org/drawingml/2006/main">
              <a:ext uri="{FF2B5EF4-FFF2-40B4-BE49-F238E27FC236}">
                <a16:creationId xmlns:a16="http://schemas.microsoft.com/office/drawing/2014/main" id="{D70A84EC-163F-49BC-8599-8BD4E5F5B35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c3b65a07bac4620"/>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15"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buNone/>
            </a:pP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参考文献（</a:t>
            </a: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1</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a:t>
            </a: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2</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a:t>
            </a:r>
            <a:endParaRPr>
              <a:latin typeface="Microsoft YaHei"/>
              <a:ea typeface="Microsoft YaHei"/>
              <a:cs typeface="Microsoft YaHei"/>
            </a:endParaRPr>
          </a:p>
        </p:txBody>
      </p:sp>
      <p:sp>
        <p:nvSpPr>
          <p:cNvPr id="1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16</a:t>
            </a:r>
            <a:endParaRPr>
              <a:latin typeface="Microsoft YaHei"/>
              <a:ea typeface="Microsoft YaHei"/>
              <a:cs typeface="Microsoft YaHei"/>
            </a:endParaRPr>
          </a:p>
        </p:txBody>
      </p:sp>
    </p:spTree>
    <p:extLst>
      <p:ext uri="{BB962C8B-B14F-4D97-AF65-F5344CB8AC3E}">
        <p14:creationId xmlns:p14="http://schemas.microsoft.com/office/powerpoint/2010/main" val="6123980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108">
            <a:extLst xmlns:a="http://schemas.openxmlformats.org/drawingml/2006/main">
              <a:ext uri="{FF2B5EF4-FFF2-40B4-BE49-F238E27FC236}">
                <a16:creationId xmlns:a16="http://schemas.microsoft.com/office/drawing/2014/main" id="{F0B442D5-F51A-4F0A-B8FD-0852E35EEB10}"/>
              </a:ext>
            </a:extLst>
          </p:cNvPr>
          <p:cNvSpPr>
            <a:spLocks xmlns:a="http://schemas.openxmlformats.org/drawingml/2006/main" noGrp="1"/>
          </p:cNvSpPr>
          <p:nvPr/>
        </p:nvSpPr>
        <p:spPr>
          <a:xfrm xmlns:a="http://schemas.openxmlformats.org/drawingml/2006/main">
            <a:off x="581025" y="9906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[22] Zhang C, Song W, Cao Z, et al. Learning to Dispatch for Job Shop Scheduling via Deep Reinforcement Learning[C]//NeurIPS, 2020, 33:1621–1632.</a:t>
            </a:r>
            <a:endParaRPr>
              <a:latin typeface="Microsoft YaHei"/>
              <a:ea typeface="Microsoft YaHei"/>
              <a:cs typeface="Microsoft YaHei"/>
            </a:endParaRPr>
          </a:p>
        </p:txBody>
      </p:sp>
      <p:sp>
        <p:nvSpPr>
          <p:cNvPr id="3" name="revision-text-1109">
            <a:extLst xmlns:a="http://schemas.openxmlformats.org/drawingml/2006/main">
              <a:ext uri="{FF2B5EF4-FFF2-40B4-BE49-F238E27FC236}">
                <a16:creationId xmlns:a16="http://schemas.microsoft.com/office/drawing/2014/main" id="{E35848C5-2579-4652-8D6A-E1C14F67CAAA}"/>
              </a:ext>
            </a:extLst>
          </p:cNvPr>
          <p:cNvSpPr>
            <a:spLocks xmlns:a="http://schemas.openxmlformats.org/drawingml/2006/main" noGrp="1"/>
          </p:cNvSpPr>
          <p:nvPr/>
        </p:nvSpPr>
        <p:spPr>
          <a:xfrm xmlns:a="http://schemas.openxmlformats.org/drawingml/2006/main">
            <a:off x="581025" y="14668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[23] Wen X, Zhang H, Yang W, et al. Research on a worker skill level-aware pulsating assembly scheduling method for aircraft based on the GIN-PPO algorithm[J]. Computers &amp; Industrial Engineering, 2026, 218:112135.</a:t>
            </a:r>
            <a:endParaRPr>
              <a:latin typeface="Microsoft YaHei"/>
              <a:ea typeface="Microsoft YaHei"/>
              <a:cs typeface="Microsoft YaHei"/>
            </a:endParaRPr>
          </a:p>
        </p:txBody>
      </p:sp>
      <p:sp>
        <p:nvSpPr>
          <p:cNvPr id="4" name="revision-text-1110">
            <a:extLst xmlns:a="http://schemas.openxmlformats.org/drawingml/2006/main">
              <a:ext uri="{FF2B5EF4-FFF2-40B4-BE49-F238E27FC236}">
                <a16:creationId xmlns:a16="http://schemas.microsoft.com/office/drawing/2014/main" id="{CF1BD64E-D2D1-4A3E-B6C7-6F76ABDE4F65}"/>
              </a:ext>
            </a:extLst>
          </p:cNvPr>
          <p:cNvSpPr>
            <a:spLocks xmlns:a="http://schemas.openxmlformats.org/drawingml/2006/main" noGrp="1"/>
          </p:cNvSpPr>
          <p:nvPr/>
        </p:nvSpPr>
        <p:spPr>
          <a:xfrm xmlns:a="http://schemas.openxmlformats.org/drawingml/2006/main">
            <a:off x="581025" y="19431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[24] Chen B, Zhang J, Luo X, Jiang S. A multi-agent graph attention deep reinforcement learning method for aircraft assembly dynamic scheduling[J]. Advanced Engineering Informatics, 2026, 73:104565.</a:t>
            </a:r>
            <a:endParaRPr>
              <a:latin typeface="Microsoft YaHei"/>
              <a:ea typeface="Microsoft YaHei"/>
              <a:cs typeface="Microsoft YaHei"/>
            </a:endParaRPr>
          </a:p>
        </p:txBody>
      </p:sp>
      <p:sp>
        <p:nvSpPr>
          <p:cNvPr id="5" name="revision-text-1111">
            <a:extLst xmlns:a="http://schemas.openxmlformats.org/drawingml/2006/main">
              <a:ext uri="{FF2B5EF4-FFF2-40B4-BE49-F238E27FC236}">
                <a16:creationId xmlns:a16="http://schemas.microsoft.com/office/drawing/2014/main" id="{190A81DF-5DF6-4601-8E30-769A9F61171C}"/>
              </a:ext>
            </a:extLst>
          </p:cNvPr>
          <p:cNvSpPr>
            <a:spLocks xmlns:a="http://schemas.openxmlformats.org/drawingml/2006/main" noGrp="1"/>
          </p:cNvSpPr>
          <p:nvPr/>
        </p:nvSpPr>
        <p:spPr>
          <a:xfrm xmlns:a="http://schemas.openxmlformats.org/drawingml/2006/main">
            <a:off x="581025" y="24193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[25] Waubert de Puiseau C, Ercan F, Peters J, et al. A literature review on deep reinforcement learning for machine scheduling problems[J]. Journal of Manufacturing Systems, 2026, 85:96–126.</a:t>
            </a:r>
            <a:endParaRPr>
              <a:latin typeface="Microsoft YaHei"/>
              <a:ea typeface="Microsoft YaHei"/>
              <a:cs typeface="Microsoft YaHei"/>
            </a:endParaRPr>
          </a:p>
        </p:txBody>
      </p:sp>
      <p:sp>
        <p:nvSpPr>
          <p:cNvPr id="6" name="revision-text-1112">
            <a:extLst xmlns:a="http://schemas.openxmlformats.org/drawingml/2006/main">
              <a:ext uri="{FF2B5EF4-FFF2-40B4-BE49-F238E27FC236}">
                <a16:creationId xmlns:a16="http://schemas.microsoft.com/office/drawing/2014/main" id="{958EAAFB-3AD9-41C3-B80D-20ED918809BD}"/>
              </a:ext>
            </a:extLst>
          </p:cNvPr>
          <p:cNvSpPr>
            <a:spLocks xmlns:a="http://schemas.openxmlformats.org/drawingml/2006/main" noGrp="1"/>
          </p:cNvSpPr>
          <p:nvPr/>
        </p:nvSpPr>
        <p:spPr>
          <a:xfrm xmlns:a="http://schemas.openxmlformats.org/drawingml/2006/main">
            <a:off x="581025" y="28956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[27] Smit I G, Zhou J, Reijnen R, et al. Graph neural networks for job shop scheduling problems: A survey[J]. Computers &amp; Operations Research, 2025, 176:106914.</a:t>
            </a:r>
            <a:endParaRPr>
              <a:latin typeface="Microsoft YaHei"/>
              <a:ea typeface="Microsoft YaHei"/>
              <a:cs typeface="Microsoft YaHei"/>
            </a:endParaRPr>
          </a:p>
        </p:txBody>
      </p:sp>
      <p:sp>
        <p:nvSpPr>
          <p:cNvPr id="7" name="revision-text-1113">
            <a:extLst xmlns:a="http://schemas.openxmlformats.org/drawingml/2006/main">
              <a:ext uri="{FF2B5EF4-FFF2-40B4-BE49-F238E27FC236}">
                <a16:creationId xmlns:a16="http://schemas.microsoft.com/office/drawing/2014/main" id="{0EC7DA17-0102-49B8-9790-DCC7F7C123BB}"/>
              </a:ext>
            </a:extLst>
          </p:cNvPr>
          <p:cNvSpPr>
            <a:spLocks xmlns:a="http://schemas.openxmlformats.org/drawingml/2006/main" noGrp="1"/>
          </p:cNvSpPr>
          <p:nvPr/>
        </p:nvSpPr>
        <p:spPr>
          <a:xfrm xmlns:a="http://schemas.openxmlformats.org/drawingml/2006/main">
            <a:off x="581025" y="33718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[29] Song W, Chen X, Li Q, Cao Z. Flexible job-shop scheduling via graph neural network and deep reinforcement learning[J]. IEEE Transactions on Industrial Informatics, 2023, 19(2):1600–1610.</a:t>
            </a:r>
            <a:endParaRPr>
              <a:latin typeface="Microsoft YaHei"/>
              <a:ea typeface="Microsoft YaHei"/>
              <a:cs typeface="Microsoft YaHei"/>
            </a:endParaRPr>
          </a:p>
        </p:txBody>
      </p:sp>
      <p:sp>
        <p:nvSpPr>
          <p:cNvPr id="8" name="revision-text-1114">
            <a:extLst xmlns:a="http://schemas.openxmlformats.org/drawingml/2006/main">
              <a:ext uri="{FF2B5EF4-FFF2-40B4-BE49-F238E27FC236}">
                <a16:creationId xmlns:a16="http://schemas.microsoft.com/office/drawing/2014/main" id="{DBB20F19-576E-44CE-AA72-6F0C9607519B}"/>
              </a:ext>
            </a:extLst>
          </p:cNvPr>
          <p:cNvSpPr>
            <a:spLocks xmlns:a="http://schemas.openxmlformats.org/drawingml/2006/main" noGrp="1"/>
          </p:cNvSpPr>
          <p:nvPr/>
        </p:nvSpPr>
        <p:spPr>
          <a:xfrm xmlns:a="http://schemas.openxmlformats.org/drawingml/2006/main">
            <a:off x="581025" y="38481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[33] Ding C, Qiao F, Liu J, Wang D, Shi J. Semantic-driven real-time scheduling approach for aerospace product manufacturing[J]. Computers &amp; Industrial Engineering, 2025, 210:111525.</a:t>
            </a:r>
            <a:endParaRPr>
              <a:latin typeface="Microsoft YaHei"/>
              <a:ea typeface="Microsoft YaHei"/>
              <a:cs typeface="Microsoft YaHei"/>
            </a:endParaRPr>
          </a:p>
        </p:txBody>
      </p:sp>
      <p:sp>
        <p:nvSpPr>
          <p:cNvPr id="9" name="revision-text-1115">
            <a:extLst xmlns:a="http://schemas.openxmlformats.org/drawingml/2006/main">
              <a:ext uri="{FF2B5EF4-FFF2-40B4-BE49-F238E27FC236}">
                <a16:creationId xmlns:a16="http://schemas.microsoft.com/office/drawing/2014/main" id="{3A8EC308-FD3C-4542-9961-1F7A03C71F45}"/>
              </a:ext>
            </a:extLst>
          </p:cNvPr>
          <p:cNvSpPr>
            <a:spLocks xmlns:a="http://schemas.openxmlformats.org/drawingml/2006/main" noGrp="1"/>
          </p:cNvSpPr>
          <p:nvPr/>
        </p:nvSpPr>
        <p:spPr>
          <a:xfrm xmlns:a="http://schemas.openxmlformats.org/drawingml/2006/main">
            <a:off x="581025" y="43243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[34] Hu Y, Chen J, Zhang Z, Tang D, Cai Q. Dynamic scheduling for dual-resource constrained flexible job-shop via semantic-aware graph modelling and deep reinforcement learning[J]. Knowledge-Based Systems, 2025, 328:114192.</a:t>
            </a:r>
            <a:endParaRPr>
              <a:latin typeface="Microsoft YaHei"/>
              <a:ea typeface="Microsoft YaHei"/>
              <a:cs typeface="Microsoft YaHei"/>
            </a:endParaRPr>
          </a:p>
        </p:txBody>
      </p:sp>
      <p:sp>
        <p:nvSpPr>
          <p:cNvPr id="10" name="revision-text-1116">
            <a:extLst xmlns:a="http://schemas.openxmlformats.org/drawingml/2006/main">
              <a:ext uri="{FF2B5EF4-FFF2-40B4-BE49-F238E27FC236}">
                <a16:creationId xmlns:a16="http://schemas.microsoft.com/office/drawing/2014/main" id="{8097A210-47A5-412F-BC93-519F85A5F6BC}"/>
              </a:ext>
            </a:extLst>
          </p:cNvPr>
          <p:cNvSpPr>
            <a:spLocks xmlns:a="http://schemas.openxmlformats.org/drawingml/2006/main" noGrp="1"/>
          </p:cNvSpPr>
          <p:nvPr/>
        </p:nvSpPr>
        <p:spPr>
          <a:xfrm xmlns:a="http://schemas.openxmlformats.org/drawingml/2006/main">
            <a:off x="581025" y="480060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[35] Jaderberg M, Mnih V, Czarnecki W M, et al. Reinforcement Learning with Unsupervised Auxiliary Tasks[C]//ICLR, 2017.</a:t>
            </a:r>
            <a:endParaRPr>
              <a:latin typeface="Microsoft YaHei"/>
              <a:ea typeface="Microsoft YaHei"/>
              <a:cs typeface="Microsoft YaHei"/>
            </a:endParaRPr>
          </a:p>
        </p:txBody>
      </p:sp>
      <p:sp>
        <p:nvSpPr>
          <p:cNvPr id="11" name="revision-text-1117">
            <a:extLst xmlns:a="http://schemas.openxmlformats.org/drawingml/2006/main">
              <a:ext uri="{FF2B5EF4-FFF2-40B4-BE49-F238E27FC236}">
                <a16:creationId xmlns:a16="http://schemas.microsoft.com/office/drawing/2014/main" id="{358A3A8B-48FB-40D8-87E4-9D0C59425406}"/>
              </a:ext>
            </a:extLst>
          </p:cNvPr>
          <p:cNvSpPr>
            <a:spLocks xmlns:a="http://schemas.openxmlformats.org/drawingml/2006/main" noGrp="1"/>
          </p:cNvSpPr>
          <p:nvPr/>
        </p:nvSpPr>
        <p:spPr>
          <a:xfrm xmlns:a="http://schemas.openxmlformats.org/drawingml/2006/main">
            <a:off x="581025" y="5276850"/>
            <a:ext cx="11020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Microsoft YaHei"/>
                <a:ea typeface="Microsoft YaHei"/>
                <a:cs typeface="Microsoft YaHei"/>
              </a:defRPr>
            </a:defPPr>
          </a:lstStyle>
          <a:p xmlns:a="http://schemas.openxmlformats.org/drawingml/2006/main">
            <a:pPr algn="l">
              <a:buNone/>
              <a:defRPr sz="1500" b="0">
                <a:solidFill>
                  <a:srgbClr val="000000"/>
                </a:solidFill>
                <a:latin typeface="Microsoft YaHei"/>
                <a:ea typeface="Microsoft YaHei"/>
                <a:cs typeface="Microsoft YaHei"/>
              </a:defRPr>
            </a:pPr>
            <a:r>
              <a:rPr sz="1500" b="0">
                <a:solidFill>
                  <a:srgbClr val="000000"/>
                </a:solidFill>
                <a:latin typeface="Times New Roman"/>
                <a:ea typeface="Times New Roman"/>
                <a:cs typeface="Times New Roman"/>
              </a:rPr>
              <a:t>[36] Schulman J, Wolski F, Dhariwal P, Radford A, Klimov O. Proximal Policy Optimization Algorithms[EB/OL]. arXiv:1707.06347, 2017.</a:t>
            </a:r>
            <a:endParaRPr>
              <a:latin typeface="Microsoft YaHei"/>
              <a:ea typeface="Microsoft YaHei"/>
              <a:cs typeface="Microsoft YaHei"/>
            </a:endParaRPr>
          </a:p>
        </p:txBody>
      </p:sp>
      <p:sp>
        <p:nvSpPr>
          <p:cNvPr id="12"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Microsoft YaHei"/>
              <a:ea typeface="Microsoft YaHei"/>
              <a:cs typeface="Microsoft YaHei"/>
            </a:endParaRPr>
          </a:p>
        </p:txBody>
      </p:sp>
      <p:pic>
        <p:nvPicPr>
          <p:cNvPr id="13" name="同济校标">
            <a:extLst xmlns:a="http://schemas.openxmlformats.org/drawingml/2006/main">
              <a:ext uri="{FF2B5EF4-FFF2-40B4-BE49-F238E27FC236}">
                <a16:creationId xmlns:a16="http://schemas.microsoft.com/office/drawing/2014/main" id="{B8334258-2ACB-4702-AAF9-C7670E46881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cf80c9ee79c4882"/>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14"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lvl1pPr>
              <a:buNone/>
              <a:defRPr sz="3200" b="1">
                <a:solidFill>
                  <a:srgbClr val="17375E"/>
                </a:solidFill>
                <a:latin typeface="Microsoft YaHei"/>
                <a:ea typeface="Microsoft YaHei"/>
                <a:cs typeface="Microsoft YaHei"/>
              </a:defRPr>
            </a:lvl1pPr>
            <a:lvl2pPr algn="ctr">
              <a:buNone/>
              <a:defRPr sz="4000">
                <a:latin typeface="Microsoft YaHei"/>
                <a:ea typeface="Microsoft YaHei"/>
                <a:cs typeface="Microsoft YaHei"/>
              </a:defRPr>
            </a:lvl2pPr>
            <a:lvl3pPr algn="ctr">
              <a:buNone/>
              <a:defRPr sz="4000">
                <a:latin typeface="Microsoft YaHei"/>
                <a:ea typeface="Microsoft YaHei"/>
                <a:cs typeface="Microsoft YaHei"/>
              </a:defRPr>
            </a:lvl3pPr>
            <a:lvl4pPr algn="ctr">
              <a:buNone/>
              <a:defRPr sz="4000">
                <a:latin typeface="Microsoft YaHei"/>
                <a:ea typeface="Microsoft YaHei"/>
                <a:cs typeface="Microsoft YaHei"/>
              </a:defRPr>
            </a:lvl4pPr>
            <a:lvl5pPr algn="ctr">
              <a:buNone/>
              <a:defRPr sz="4000">
                <a:latin typeface="Microsoft YaHei"/>
                <a:ea typeface="Microsoft YaHei"/>
                <a:cs typeface="Microsoft YaHei"/>
              </a:defRPr>
            </a:lvl5pPr>
            <a:lvl6pPr marL="457200" algn="ctr">
              <a:spcBef>
                <a:spcPct val="0"/>
              </a:spcBef>
              <a:spcAft>
                <a:spcPct val="0"/>
              </a:spcAft>
              <a:buNone/>
              <a:defRPr sz="4000">
                <a:latin typeface="Microsoft YaHei"/>
                <a:ea typeface="Microsoft YaHei"/>
                <a:cs typeface="Microsoft YaHei"/>
              </a:defRPr>
            </a:lvl6pPr>
            <a:lvl7pPr marL="914400" algn="ctr">
              <a:spcBef>
                <a:spcPct val="0"/>
              </a:spcBef>
              <a:spcAft>
                <a:spcPct val="0"/>
              </a:spcAft>
              <a:buNone/>
              <a:defRPr sz="4000">
                <a:latin typeface="Microsoft YaHei"/>
                <a:ea typeface="Microsoft YaHei"/>
                <a:cs typeface="Microsoft YaHei"/>
              </a:defRPr>
            </a:lvl7pPr>
            <a:lvl8pPr marL="1371600" algn="ctr">
              <a:spcBef>
                <a:spcPct val="0"/>
              </a:spcBef>
              <a:spcAft>
                <a:spcPct val="0"/>
              </a:spcAft>
              <a:buNone/>
              <a:defRPr sz="4000">
                <a:latin typeface="Microsoft YaHei"/>
                <a:ea typeface="Microsoft YaHei"/>
                <a:cs typeface="Microsoft YaHei"/>
              </a:defRPr>
            </a:lvl8pPr>
            <a:lvl9pPr marL="1828800" algn="ctr">
              <a:spcBef>
                <a:spcPct val="0"/>
              </a:spcBef>
              <a:spcAft>
                <a:spcPct val="0"/>
              </a:spcAft>
              <a:buNone/>
              <a:defRPr sz="4000">
                <a:latin typeface="Microsoft YaHei"/>
                <a:ea typeface="Microsoft YaHei"/>
                <a:cs typeface="Microsoft YaHei"/>
              </a:defRPr>
            </a:lvl9pPr>
          </a:lstStyle>
          <a:p xmlns:a="http://schemas.openxmlformats.org/drawingml/2006/main">
            <a:pPr algn="ctr">
              <a:buNone/>
            </a:pP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参考文献（</a:t>
            </a: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2</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a:t>
            </a:r>
            <a:r>
              <a:rPr sz="3200">
                <a:solidFill>
                  <a:srgbClr val="4674CD"/>
                </a:solidFill>
                <a:effectLst>
                  <a:outerShdw blurRad="38100" dist="25400" dir="5400000" algn="ctr" rotWithShape="0">
                    <a:srgbClr val="6E747A">
                      <a:alpha val="43000"/>
                    </a:srgbClr>
                  </a:outerShdw>
                </a:effectLst>
                <a:latin typeface="Times New Roman"/>
                <a:ea typeface="Times New Roman"/>
                <a:cs typeface="Times New Roman"/>
              </a:rPr>
              <a:t>2</a:t>
            </a:r>
            <a:r>
              <a:rPr sz="3200">
                <a:solidFill>
                  <a:srgbClr val="4674CD"/>
                </a:solidFill>
                <a:effectLst>
                  <a:outerShdw blurRad="38100" dist="25400" dir="5400000" algn="ctr" rotWithShape="0">
                    <a:srgbClr val="6E747A">
                      <a:alpha val="43000"/>
                    </a:srgbClr>
                  </a:outerShdw>
                </a:effectLst>
                <a:latin typeface="Microsoft YaHei"/>
                <a:ea typeface="Microsoft YaHei"/>
                <a:cs typeface="Microsoft YaHei"/>
              </a:rPr>
              <a:t>）</a:t>
            </a:r>
            <a:endParaRPr>
              <a:latin typeface="Microsoft YaHei"/>
              <a:ea typeface="Microsoft YaHei"/>
              <a:cs typeface="Microsoft YaHei"/>
            </a:endParaRPr>
          </a:p>
        </p:txBody>
      </p:sp>
      <p:sp>
        <p:nvSpPr>
          <p:cNvPr id="15"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Microsoft YaHei"/>
                <a:ea typeface="Microsoft YaHei"/>
                <a:cs typeface="Microsoft YaHei"/>
              </a:defRPr>
            </a:defPPr>
          </a:lstStyle>
          <a:p xmlns:a="http://schemas.openxmlformats.org/drawingml/2006/main">
            <a:pPr algn="r">
              <a:buNone/>
              <a:defRPr sz="1350" b="0">
                <a:solidFill>
                  <a:srgbClr val="000000"/>
                </a:solidFill>
                <a:latin typeface="Microsoft YaHei"/>
                <a:ea typeface="Microsoft YaHei"/>
                <a:cs typeface="Microsoft YaHei"/>
              </a:defRPr>
            </a:pPr>
            <a:r>
              <a:rPr sz="1200" b="0">
                <a:solidFill>
                  <a:srgbClr val="666666"/>
                </a:solidFill>
                <a:latin typeface="Times New Roman"/>
                <a:ea typeface="Times New Roman"/>
                <a:cs typeface="Times New Roman"/>
              </a:rPr>
              <a:t>17</a:t>
            </a:r>
            <a:endParaRPr>
              <a:latin typeface="Microsoft YaHei"/>
              <a:ea typeface="Microsoft YaHei"/>
              <a:cs typeface="Microsoft YaHei"/>
            </a:endParaRPr>
          </a:p>
        </p:txBody>
      </p:sp>
      <p:sp>
        <p:nvSpPr>
          <p:cNvPr id="16" name="reference-added-10">
            <a:extLst xmlns:a="http://schemas.openxmlformats.org/drawingml/2006/main">
              <a:ext uri="{FF2B5EF4-FFF2-40B4-BE49-F238E27FC236}">
                <a16:creationId xmlns:a16="http://schemas.microsoft.com/office/drawing/2014/main" id="{DE1F8AA3-1ADD-4F62-8686-AB146921DBAC}"/>
              </a:ext>
            </a:extLst>
          </p:cNvPr>
          <p:cNvSpPr>
            <a:spLocks xmlns:a="http://schemas.openxmlformats.org/drawingml/2006/main" noGrp="1"/>
          </p:cNvSpPr>
          <p:nvPr/>
        </p:nvSpPr>
        <p:spPr>
          <a:xfrm xmlns:a="http://schemas.openxmlformats.org/drawingml/2006/main">
            <a:off x="581025" y="5753100"/>
            <a:ext cx="110204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a:solidFill>
                  <a:srgbClr val="000000"/>
                </a:solidFill>
                <a:latin typeface="Microsoft YaHei"/>
                <a:ea typeface="Microsoft YaHei"/>
                <a:cs typeface="Microsoft YaHei"/>
              </a:defRPr>
            </a:defPPr>
          </a:lstStyle>
          <a:p xmlns:a="http://schemas.openxmlformats.org/drawingml/2006/main">
            <a:pPr algn="l">
              <a:buNone/>
              <a:defRPr sz="1500">
                <a:solidFill>
                  <a:srgbClr val="000000"/>
                </a:solidFill>
                <a:latin typeface="Microsoft YaHei"/>
                <a:ea typeface="Microsoft YaHei"/>
                <a:cs typeface="Microsoft YaHei"/>
              </a:defRPr>
            </a:pPr>
            <a:r>
              <a:rPr sz="1500">
                <a:solidFill>
                  <a:srgbClr val="000000"/>
                </a:solidFill>
                <a:latin typeface="Times New Roman"/>
                <a:ea typeface="Times New Roman"/>
                <a:cs typeface="Times New Roman"/>
              </a:rPr>
              <a:t>[37] Huang S, Ontañón S. A Closer Look at Invalid Action Masking in Policy Gradient Algorithms[C]//The International FLAIRS Conference Proceedings, 2022, 35.</a:t>
            </a:r>
            <a:endParaRPr>
              <a:latin typeface="Microsoft YaHei"/>
              <a:ea typeface="Microsoft YaHei"/>
              <a:cs typeface="Microsoft YaHei"/>
            </a:endParaRPr>
          </a:p>
        </p:txBody>
      </p:sp>
    </p:spTree>
    <p:extLst>
      <p:ext uri="{BB962C8B-B14F-4D97-AF65-F5344CB8AC3E}">
        <p14:creationId xmlns:p14="http://schemas.microsoft.com/office/powerpoint/2010/main" val="2051665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2026-10-14T06:10:22.5870000Z</dcterms:created>
  <dcterms:modified xsi:type="dcterms:W3CDTF">2026-10-14T06:10:22.5870000Z</dcterms:modified>
</coreProperties>
</file>