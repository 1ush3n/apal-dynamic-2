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png" ContentType="image/png"/>
  <Override PartName="/ppt/tags/h_tag64.xml" ContentType="application/vnd.openxmlformats-officedocument.presentationml.tags+xml"/>
  <Override PartName="/ppt/tags/h_tag80.xml" ContentType="application/vnd.openxmlformats-officedocument.presentationml.tags+xml"/>
  <Override PartName="/ppt/tags/h_tag81.xml" ContentType="application/vnd.openxmlformats-officedocument.presentationml.tags+xml"/>
  <Override PartName="/ppt/tags/h_tag82.xml" ContentType="application/vnd.openxmlformats-officedocument.presentationml.tags+xml"/>
  <Override PartName="/ppt/tags/h_tag65.xml" ContentType="application/vnd.openxmlformats-officedocument.presentationml.tags+xml"/>
  <Override PartName="/ppt/tags/h_tag77.xml" ContentType="application/vnd.openxmlformats-officedocument.presentationml.tags+xml"/>
  <Override PartName="/ppt/tags/h_tag78.xml" ContentType="application/vnd.openxmlformats-officedocument.presentationml.tags+xml"/>
  <Override PartName="/ppt/tags/h_tag79.xml" ContentType="application/vnd.openxmlformats-officedocument.presentationml.tags+xml"/>
  <Override PartName="/ppt/tags/h_tag66.xml" ContentType="application/vnd.openxmlformats-officedocument.presentationml.tags+xml"/>
  <Override PartName="/ppt/tags/h_tag74.xml" ContentType="application/vnd.openxmlformats-officedocument.presentationml.tags+xml"/>
  <Override PartName="/ppt/tags/h_tag75.xml" ContentType="application/vnd.openxmlformats-officedocument.presentationml.tags+xml"/>
  <Override PartName="/ppt/tags/h_tag76.xml" ContentType="application/vnd.openxmlformats-officedocument.presentationml.tags+xml"/>
  <Override PartName="/ppt/tags/h_tag67.xml" ContentType="application/vnd.openxmlformats-officedocument.presentationml.tags+xml"/>
  <Override PartName="/ppt/tags/h_tag71.xml" ContentType="application/vnd.openxmlformats-officedocument.presentationml.tags+xml"/>
  <Override PartName="/ppt/tags/h_tag72.xml" ContentType="application/vnd.openxmlformats-officedocument.presentationml.tags+xml"/>
  <Override PartName="/ppt/tags/h_tag73.xml" ContentType="application/vnd.openxmlformats-officedocument.presentationml.tags+xml"/>
  <Override PartName="/ppt/tags/h_tag68.xml" ContentType="application/vnd.openxmlformats-officedocument.presentationml.tags+xml"/>
  <Override PartName="/ppt/tags/h_tag69.xml" ContentType="application/vnd.openxmlformats-officedocument.presentationml.tags+xml"/>
  <Override PartName="/ppt/tags/h_tag70.xml" ContentType="application/vnd.openxmlformats-officedocument.presentationml.tags+xml"/>
</Types>
</file>

<file path=_rels/.rels>&#65279;<?xml version="1.0" encoding="utf-8"?><Relationships xmlns="http://schemas.openxmlformats.org/package/2006/relationships"><Relationship Type="http://schemas.openxmlformats.org/package/2006/relationships/metadata/core-properties" Target="/docProps/core.xml" Id="R8d4b49eb2db94180" /><Relationship Type="http://schemas.openxmlformats.org/officeDocument/2006/relationships/extended-properties" Target="/docProps/app.xml" Id="R0d1aa286dca04489" /><Relationship Type="http://schemas.openxmlformats.org/officeDocument/2006/relationships/officeDocument" Target="/ppt/presentation.xml" Id="Ra1e55285264d4dd9" /></Relationships>
</file>

<file path=ppt/presentation.xml><?xml version="1.0" encoding="utf-8"?>
<p:presentation xmlns:p="http://schemas.openxmlformats.org/presentationml/2006/main">
  <p:sldMasterIdLst>
    <p:sldMasterId xmlns:r="http://schemas.openxmlformats.org/officeDocument/2006/relationships" id="2147483648" r:id="R9bc8e566b2cf4463"/>
  </p:sldMasterIdLst>
  <p:notesMasterIdLst>
    <p:notesMasterId xmlns:r="http://schemas.openxmlformats.org/officeDocument/2006/relationships" r:id="R0d3220884b8c49c1"/>
  </p:notesMasterIdLst>
  <p:sldIdLst>
    <p:sldId xmlns:r="http://schemas.openxmlformats.org/officeDocument/2006/relationships" id="256" r:id="R31e325e07b7443d6"/>
    <p:sldId xmlns:r="http://schemas.openxmlformats.org/officeDocument/2006/relationships" id="257" r:id="Rb3a35ca81f3449b3"/>
    <p:sldId xmlns:r="http://schemas.openxmlformats.org/officeDocument/2006/relationships" id="258" r:id="R3afb08209536418d"/>
    <p:sldId xmlns:r="http://schemas.openxmlformats.org/officeDocument/2006/relationships" id="259" r:id="R23df6ba1f7044848"/>
    <p:sldId xmlns:r="http://schemas.openxmlformats.org/officeDocument/2006/relationships" id="260" r:id="Rb81c51499be342c9"/>
    <p:sldId xmlns:r="http://schemas.openxmlformats.org/officeDocument/2006/relationships" id="261" r:id="Ra740ff07ca94406a"/>
    <p:sldId xmlns:r="http://schemas.openxmlformats.org/officeDocument/2006/relationships" id="262" r:id="Raaf35f615acb4806"/>
    <p:sldId xmlns:r="http://schemas.openxmlformats.org/officeDocument/2006/relationships" id="263" r:id="R9f72516b3eed4921"/>
    <p:sldId xmlns:r="http://schemas.openxmlformats.org/officeDocument/2006/relationships" id="264" r:id="R630182bdc2c94e61"/>
    <p:sldId xmlns:r="http://schemas.openxmlformats.org/officeDocument/2006/relationships" id="266" r:id="R7c3988e810e34614"/>
    <p:sldId xmlns:r="http://schemas.openxmlformats.org/officeDocument/2006/relationships" id="267" r:id="Rf320c2c2e36044a0"/>
    <p:sldId xmlns:r="http://schemas.openxmlformats.org/officeDocument/2006/relationships" id="268" r:id="R3a722f8e4bc948ab"/>
    <p:sldId xmlns:r="http://schemas.openxmlformats.org/officeDocument/2006/relationships" id="269" r:id="R7282585d1a774ba3"/>
    <p:sldId xmlns:r="http://schemas.openxmlformats.org/officeDocument/2006/relationships" id="270" r:id="Ra1f999dd4ba04d8d"/>
    <p:sldId xmlns:r="http://schemas.openxmlformats.org/officeDocument/2006/relationships" id="271" r:id="R738b2b3696a34249"/>
    <p:sldId xmlns:r="http://schemas.openxmlformats.org/officeDocument/2006/relationships" id="272" r:id="R59f877ff762c445f"/>
    <p:sldId xmlns:r="http://schemas.openxmlformats.org/officeDocument/2006/relationships" id="273" r:id="R8e41e2a949844d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14a82ad8d7d146a3"/><Relationship Type="http://schemas.openxmlformats.org/officeDocument/2006/relationships/slideMaster" Target="/ppt/slideMasters/slideMaster1.xml" Id="R9bc8e566b2cf4463"/><Relationship Type="http://schemas.openxmlformats.org/officeDocument/2006/relationships/notesMaster" Target="/ppt/notesMasters/notesMaster1.xml" Id="R0d3220884b8c49c1"/><Relationship Type="http://schemas.openxmlformats.org/officeDocument/2006/relationships/presProps" Target="/ppt/presProps.xml" Id="R77b42d6fca1a4018"/><Relationship Type="http://schemas.openxmlformats.org/officeDocument/2006/relationships/tableStyles" Target="/ppt/tableStyles.xml" Id="R8ba675c684014ca3"/><Relationship Type="http://schemas.openxmlformats.org/officeDocument/2006/relationships/slide" Target="/ppt/slides/slide1.xml" Id="R31e325e07b7443d6"/><Relationship Type="http://schemas.openxmlformats.org/officeDocument/2006/relationships/slide" Target="/ppt/slides/slide2.xml" Id="Rb3a35ca81f3449b3"/><Relationship Type="http://schemas.openxmlformats.org/officeDocument/2006/relationships/slide" Target="/ppt/slides/slide3.xml" Id="R3afb08209536418d"/><Relationship Type="http://schemas.openxmlformats.org/officeDocument/2006/relationships/slide" Target="/ppt/slides/slide4.xml" Id="R23df6ba1f7044848"/><Relationship Type="http://schemas.openxmlformats.org/officeDocument/2006/relationships/slide" Target="/ppt/slides/slide5.xml" Id="Rb81c51499be342c9"/><Relationship Type="http://schemas.openxmlformats.org/officeDocument/2006/relationships/slide" Target="/ppt/slides/slide6.xml" Id="Ra740ff07ca94406a"/><Relationship Type="http://schemas.openxmlformats.org/officeDocument/2006/relationships/slide" Target="/ppt/slides/slide7.xml" Id="Raaf35f615acb4806"/><Relationship Type="http://schemas.openxmlformats.org/officeDocument/2006/relationships/slide" Target="/ppt/slides/slide8.xml" Id="R9f72516b3eed4921"/><Relationship Type="http://schemas.openxmlformats.org/officeDocument/2006/relationships/slide" Target="/ppt/slides/slide9.xml" Id="R630182bdc2c94e61"/><Relationship Type="http://schemas.openxmlformats.org/officeDocument/2006/relationships/slide" Target="/ppt/slides/slide11.xml" Id="R7c3988e810e34614"/><Relationship Type="http://schemas.openxmlformats.org/officeDocument/2006/relationships/slide" Target="/ppt/slides/slide12.xml" Id="Rf320c2c2e36044a0"/><Relationship Type="http://schemas.openxmlformats.org/officeDocument/2006/relationships/slide" Target="/ppt/slides/slide13.xml" Id="R3a722f8e4bc948ab"/><Relationship Type="http://schemas.openxmlformats.org/officeDocument/2006/relationships/slide" Target="/ppt/slides/slide14.xml" Id="R7282585d1a774ba3"/><Relationship Type="http://schemas.openxmlformats.org/officeDocument/2006/relationships/slide" Target="/ppt/slides/slide15.xml" Id="Ra1f999dd4ba04d8d"/><Relationship Type="http://schemas.openxmlformats.org/officeDocument/2006/relationships/slide" Target="/ppt/slides/slide16.xml" Id="R738b2b3696a34249"/><Relationship Type="http://schemas.openxmlformats.org/officeDocument/2006/relationships/slide" Target="/ppt/slides/slide17.xml" Id="R59f877ff762c445f"/><Relationship Type="http://schemas.openxmlformats.org/officeDocument/2006/relationships/slide" Target="/ppt/slides/slide18.xml" Id="R8e41e2a949844daa"/></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61c10a45ea40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zh-CN" altLang="en-US">
        <a:latin typeface="Times New Roman"/>
        <a:ea typeface="SimHei"/>
        <a:cs typeface="Times New Roman"/>
      </a:defRPr>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SimHei"/>
        <a:cs typeface="Times New Roman"/>
      </a:majorFont>
      <a:minorFont>
        <a:latin typeface="Times New Roman"/>
        <a:ea typeface="SimHei"/>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29efcf11754487" /><Relationship Type="http://schemas.openxmlformats.org/officeDocument/2006/relationships/notesMaster" Target="/ppt/notesMasters/notesMaster1.xml" Id="R3c18e268d0904d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491c8d0dee4be1" /><Relationship Type="http://schemas.openxmlformats.org/officeDocument/2006/relationships/notesMaster" Target="/ppt/notesMasters/notesMaster1.xml" Id="R2a9820c7829248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06ab05e0d44499" /><Relationship Type="http://schemas.openxmlformats.org/officeDocument/2006/relationships/notesMaster" Target="/ppt/notesMasters/notesMaster1.xml" Id="R28ff5ce579dc4c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7bd1e10b014ec4" /><Relationship Type="http://schemas.openxmlformats.org/officeDocument/2006/relationships/notesMaster" Target="/ppt/notesMasters/notesMaster1.xml" Id="Rfc5e5fa1adcb4c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8a9f0092cf4caf" /><Relationship Type="http://schemas.openxmlformats.org/officeDocument/2006/relationships/notesMaster" Target="/ppt/notesMasters/notesMaster1.xml" Id="R690ee2b3f65948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cd3a9ea31748a3" /><Relationship Type="http://schemas.openxmlformats.org/officeDocument/2006/relationships/notesMaster" Target="/ppt/notesMasters/notesMaster1.xml" Id="R17bdd6786a7544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51134c3fb24c28" /><Relationship Type="http://schemas.openxmlformats.org/officeDocument/2006/relationships/notesMaster" Target="/ppt/notesMasters/notesMaster1.xml" Id="R4eb3328d637449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5772a382e541af" /><Relationship Type="http://schemas.openxmlformats.org/officeDocument/2006/relationships/notesMaster" Target="/ppt/notesMasters/notesMaster1.xml" Id="R38987c988e174e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debd04dd9f4b2d" /><Relationship Type="http://schemas.openxmlformats.org/officeDocument/2006/relationships/notesMaster" Target="/ppt/notesMasters/notesMaster1.xml" Id="R49960c9874de49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5cfa83a21c4ce0" /><Relationship Type="http://schemas.openxmlformats.org/officeDocument/2006/relationships/notesMaster" Target="/ppt/notesMasters/notesMaster1.xml" Id="R8916eab1d7d54d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0239bf4fe04dc4" /><Relationship Type="http://schemas.openxmlformats.org/officeDocument/2006/relationships/notesMaster" Target="/ppt/notesMasters/notesMaster1.xml" Id="R719d315e640d470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2f62d4f0374ad8" /><Relationship Type="http://schemas.openxmlformats.org/officeDocument/2006/relationships/notesMaster" Target="/ppt/notesMasters/notesMaster1.xml" Id="R481ba18770f84a8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2aaf722edc4abb" /><Relationship Type="http://schemas.openxmlformats.org/officeDocument/2006/relationships/notesMaster" Target="/ppt/notesMasters/notesMaster1.xml" Id="R5e079d02952b497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809a62e3e44dce" /><Relationship Type="http://schemas.openxmlformats.org/officeDocument/2006/relationships/notesMaster" Target="/ppt/notesMasters/notesMaster1.xml" Id="R09b9546decf247d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f7671b72cc4173" /><Relationship Type="http://schemas.openxmlformats.org/officeDocument/2006/relationships/notesMaster" Target="/ppt/notesMasters/notesMaster1.xml" Id="Rd6f523e0166843a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c298ae063a452b" /><Relationship Type="http://schemas.openxmlformats.org/officeDocument/2006/relationships/notesMaster" Target="/ppt/notesMasters/notesMaster1.xml" Id="R89ccf60dac11412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1db5f0ce59c4371" /><Relationship Type="http://schemas.openxmlformats.org/officeDocument/2006/relationships/notesMaster" Target="/ppt/notesMasters/notesMaster1.xml" Id="Re6bf23d96dba44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本课题研究飞机脉动装配线中的工序、站位和人员联合安排，围绕同构图静态调度、异构图动态调度与语义增强的多架次协同调度逐步展开。</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汇报依次介绍研究背景、三个方面的文献及其小结、研究内容、三项技术路线与可行性分析，最后介绍工作计划。</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本课题首先关注飞机制造中的装配环节。国产大飞机规模化发展，需要相应的总装能力和更合理的生产组织。脉动装配线的特点是，飞机停在站位上进行装配，完成相应任务后，再一起进入下一站。不同站位上的飞机可以并行作业，较早完成的站位需要等待其余站位。因此，调度既要满足工艺和人员要求，也要协调各站的完成进度。</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这里要联合安排工序、执行站位和具体人员。工艺前序和单向流动限制站位安排，人员资格影响可选团队，人员效率和占用影响工序起止时间。一个局部安排的变化可能沿前序和资源占用继续传递，并通过共同转站影响其他站位及下一周期。因此，本课题研究三个问题：无扰动下怎样形成可行联合排程；延迟开工后怎样兼顾完工时间与计划稳定性；多架次执行中怎样考虑跨站位影响，协调共同转站和后续任务。</ns0:t>
            </ns0:r>
          </ns0:p>
          <ns1:p xmlns:ns1="http://schemas.openxmlformats.org/drawingml/2006/main">
            <ns1:pPr/>
            <ns1:r>
              <ns1:rPr sz="1200" lang="zh-CN" altLang="en-US">
                <ns1:solidFill>
                  <ns1:srgbClr val="000000"/>
                </ns1:solidFill>
                <ns1:latin typeface="Times New Roman"/>
                <ns1:ea typeface="SimHei"/>
                <ns1:cs typeface="Times New Roman"/>
              </ns1:rPr>
              <ns1:t>依据：[6] Bao等，2023；[10] Zheng等，2025；[13] Lovato等，2023。</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这一页聚焦飞机装配生产本身。方水良等的综述为脉动生产组织提供依据。Bao等将任务分站、资源投入和并行任务调度结合，Zheng等进一步研究周期内人员驻站条件下的人员配置。学习方法中，Wen等研究单站技能人员调度，Chen等已研究多站动态协调，但它们的动作范围分别是任务选择和派工规则选择。现有研究已经考虑了人员、动态扰动和多站联系。本课题需要进一步将工序、站位与具体人员团队的联合选择同受扰执行联系起来。</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规则可快速选择任务，但效果依赖规则和实例；搜索及数学优化能明确处理目标与约束，但在动态反复求解时需要评估计算预算。强化学习可学习选择策略，图表示支持工艺依赖与资源联系，但不能直接照搬车间模型。表中Q学习引导遗传搜索与直接学习调度动作区分开，不把二者混称。具体算法是否更好需要统一生产条件和预算后比较。</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图强化学习不只有单一种图。作业车间异构图研究已区分工序和机器，近邻研究也已有多站协调、知识图谱更新及时间属性。本课题的增量应具体限定为飞机脉动线中的工序、站位、人员、技能关系，以及多架次实际共同脉动与紧邻下一周期的时间后果，不能说前人都没有动态或时间信息。知识图谱的查询推理也不自动等于图神经网络编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现有研究提供了三方面基础。飞机装配研究已考虑任务分站和资源配置，图学习研究已能区分不同实体与关系，近邻方法也已经包含多站协调和动态时间信息。不同模型的决策范围及生产条件各有侧重。本课题据此安排三个研究：先用同构图组织工艺和人员信息，研究联合静态调度；再用异构图区分关系，并在延迟开工后兼顾完工效率与计划稳定性；最后面向多架次实际执行，将局部进度与共同脉动、下一周期联系起来，用语义增强支持协同决策。这些研究方向的效果需要由对应实验检验。</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三项研究围绕同一飞机脉动装配线逐步展开。研究一采用同构图组织工艺与人员状态，在无扰动条件下联合安排工序、站位与具体人员。研究二进一步区分工艺与资源关系，并在延迟开工后调整允许修改的计划，兼顾完工时间与计划稳定性。研究三进一步跟踪多架次实际进度，利用语义增强和分层融合，协调各站任务。这里的语义，是指当前进度对共同转站及下一周期的影响。两次递进分别扩展关系处理与扰动响应，以及多架次实际执行与跨站位影响的理解。</ns0:t>
            </ns0:r>
          </ns0:p>
          <ns1:p xmlns:ns1="http://schemas.openxmlformats.org/drawingml/2006/main">
            <ns1:pPr/>
            <ns1:r>
              <ns1:rPr sz="1200" lang="zh-CN" altLang="en-US">
                <ns1:solidFill>
                  <ns1:srgbClr val="000000"/>
                </ns1:solidFill>
                <ns1:latin typeface="Times New Roman"/>
                <ns1:ea typeface="SimHei"/>
                <ns1:cs typeface="Times New Roman"/>
              </ns1:rPr>
              <ns1:t>研究定义依据：当前研究设计确认稿。</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将工序、站位和人员信息组织在同一图中，采用共享传播规则生成表示。联合策略依次选择工序、站位与具体团队，后续选择以前面结果为条件。掩码与时间分配检查工艺前序、资格、人数、绑定和占用，形成起止安排。每次提交后更新安排状态，直到全部工序完成。新同构方案只对必要编码和接口适配，其他联合机制与训练基础保持；原CAC异构结果只作基础，不能作为新同构结果。</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上层区分工序、站位、人员、技能及前序、需求、资格、归属和安排关系，为联合策略提供表示。受扰后更新已揭示开工条件，以原论文定义确定冻结与可调整范围，继承冻结条目和基准已使用人员站位绑定，只修复允许修改的安排。评价同时报告修复计划时间与开工、站位、团队偏离。这里基准计划是工作二内部的既有参照，不用来解释工作一到工作二的研究递进。当前未投稿稿已有初始调度、结构变体与36个固定物料延迟场景，结论按原设置解释，不预先宣布新独立消融。</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每次完整决策前读取最新实际状态与最近变化。已有图编码保留完整工序上下文，未完成实际工序用于飞机和站位摘要，再融合到整线表示。语义模块在动作选择前提供当前共同脉动和紧邻下一周期各站就绪的时间后果信息，用于联合决策；输出是明确生产时间含义，不是新的泛化术语。预测跟随当前策略，真实事件发生后才形成监督，未知扰动不提前输入。实际事件更新受影响的生产事实，神经表示在每次完整决策前重算，参数在训练批次更新。预测副本按方案B保持整条采样轨迹的权重不变，但仍读取每次最新状态。完整实现和实验尚待完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课题已有四种规模的工厂工艺数据，工艺前序、标准工时和需求人数来自实际生产，人员参数按实验方案配置。前期已形成CAC 2026录用论文，工作二也已有论文稿、代码和延迟场景实验，可以复用图编码、联合决策及训练基础。工作三的方案和模块接口已明确，接下来分步完成实际执行环境、分层融合、语义模块与训练验证。计算方面计划租用RTX 4090服务器。新的同构版本和完整工作三仍需验证，目前的已有基础支持研究实施。</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工作计划参考同组开题报告的阶段划分，按年份加一列出。2026年9月至10月完成开题材料，随后完善同构方案与工作二稿件，并补充动态调度验证。2027年5月至7月实现多架次环境和语义增强方法，8月至10月完成对照与消融。之后撰写、修订研究论文和学位论文，准备答辩。预期形成1至2篇论文、1篇会议论文及硕士学位论文。具体阶段将结合研究进展调整。</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汇报结束，恳请各位老师批评指正。</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参考文献编号沿用开题报告正文，完整出处见报告及对应原文。</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ns0:r>
              <ns0:rPr sz="1200" lang="zh-CN" altLang="en-US">
                <ns0:solidFill>
                  <ns0:srgbClr val="000000"/>
                </ns0:solidFill>
                <ns0:latin typeface="Times New Roman"/>
                <ns0:ea typeface="SimHei"/>
                <ns0:cs typeface="Times New Roman"/>
              </ns0:rPr>
              <ns0:t>参考文献编号沿用开题报告正文，完整出处见报告及对应原文。</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2fe919c10942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34623a4c144d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12f80f4d5d40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108cfa832046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1e02c7f41947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db5678bffed41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7446CA-0536-42FB-A212-F59CFD5CB1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lang="zh-CN" altLang="en-US">
                <a:solidFill>
                  <a:schemeClr val="tx1"/>
                </a:solidFill>
                <a:latin typeface="Times New Roman"/>
                <a:ea typeface="SimHei"/>
                <a:cs typeface="Times New Roman"/>
              </a:defRPr>
            </a:defPPr>
            <a:lvl1pPr marL="0" indent="0">
              <a:lnSpc>
                <a:spcPct val="110000"/>
              </a:lnSpc>
              <a:spcBef>
                <a:spcPts val="0"/>
              </a:spcBef>
              <a:spcAft>
                <a:spcPts val="0"/>
              </a:spcAft>
              <a:buNone/>
              <a:defRPr lang="zh-CN" altLang="en-US">
                <a:latin typeface="Times New Roman"/>
                <a:ea typeface="SimHei"/>
                <a:cs typeface="Times New Roman"/>
              </a:defRPr>
            </a:lvl1pPr>
            <a:lvl2pPr marL="0" indent="0">
              <a:lnSpc>
                <a:spcPct val="110000"/>
              </a:lnSpc>
              <a:spcBef>
                <a:spcPts val="0"/>
              </a:spcBef>
              <a:spcAft>
                <a:spcPts val="0"/>
              </a:spcAft>
              <a:buNone/>
              <a:defRPr lang="zh-CN" altLang="en-US">
                <a:latin typeface="Times New Roman"/>
                <a:ea typeface="SimHei"/>
                <a:cs typeface="Times New Roman"/>
              </a:defRPr>
            </a:lvl2pPr>
            <a:lvl3pPr marL="0" indent="0">
              <a:lnSpc>
                <a:spcPct val="110000"/>
              </a:lnSpc>
              <a:spcBef>
                <a:spcPts val="0"/>
              </a:spcBef>
              <a:spcAft>
                <a:spcPts val="0"/>
              </a:spcAft>
              <a:buNone/>
              <a:defRPr lang="zh-CN" altLang="en-US">
                <a:latin typeface="Times New Roman"/>
                <a:ea typeface="SimHei"/>
                <a:cs typeface="Times New Roman"/>
              </a:defRPr>
            </a:lvl3pPr>
            <a:lvl4pPr marL="0" indent="0">
              <a:lnSpc>
                <a:spcPct val="110000"/>
              </a:lnSpc>
              <a:spcBef>
                <a:spcPts val="0"/>
              </a:spcBef>
              <a:spcAft>
                <a:spcPts val="0"/>
              </a:spcAft>
              <a:buNone/>
              <a:defRPr lang="zh-CN" altLang="en-US">
                <a:latin typeface="Times New Roman"/>
                <a:ea typeface="SimHei"/>
                <a:cs typeface="Times New Roman"/>
              </a:defRPr>
            </a:lvl4pPr>
            <a:lvl5pPr marL="0" indent="0">
              <a:lnSpc>
                <a:spcPct val="110000"/>
              </a:lnSpc>
              <a:spcBef>
                <a:spcPts val="0"/>
              </a:spcBef>
              <a:spcAft>
                <a:spcPts val="0"/>
              </a:spcAft>
              <a:buNone/>
              <a:defRPr lang="zh-CN" altLang="en-US">
                <a:latin typeface="Times New Roman"/>
                <a:ea typeface="SimHei"/>
                <a:cs typeface="Times New Roman"/>
              </a:defRPr>
            </a:lvl5pPr>
            <a:lvl6pPr marL="0" indent="0">
              <a:lnSpc>
                <a:spcPct val="110000"/>
              </a:lnSpc>
              <a:spcBef>
                <a:spcPts val="0"/>
              </a:spcBef>
              <a:spcAft>
                <a:spcPts val="0"/>
              </a:spcAft>
              <a:buNone/>
              <a:defRPr lang="zh-CN" altLang="en-US">
                <a:latin typeface="Times New Roman"/>
                <a:ea typeface="SimHei"/>
                <a:cs typeface="Times New Roman"/>
              </a:defRPr>
            </a:lvl6pPr>
            <a:lvl7pPr marL="0" indent="0">
              <a:lnSpc>
                <a:spcPct val="110000"/>
              </a:lnSpc>
              <a:spcBef>
                <a:spcPts val="0"/>
              </a:spcBef>
              <a:spcAft>
                <a:spcPts val="0"/>
              </a:spcAft>
              <a:buNone/>
              <a:defRPr lang="zh-CN" altLang="en-US">
                <a:latin typeface="Times New Roman"/>
                <a:ea typeface="SimHei"/>
                <a:cs typeface="Times New Roman"/>
              </a:defRPr>
            </a:lvl7pPr>
            <a:lvl8pPr marL="0" indent="0">
              <a:lnSpc>
                <a:spcPct val="110000"/>
              </a:lnSpc>
              <a:spcBef>
                <a:spcPts val="0"/>
              </a:spcBef>
              <a:spcAft>
                <a:spcPts val="0"/>
              </a:spcAft>
              <a:buNone/>
              <a:defRPr lang="zh-CN" altLang="en-US">
                <a:latin typeface="Times New Roman"/>
                <a:ea typeface="SimHei"/>
                <a:cs typeface="Times New Roman"/>
              </a:defRPr>
            </a:lvl8pPr>
            <a:lvl9pPr marL="0" indent="0">
              <a:lnSpc>
                <a:spcPct val="110000"/>
              </a:lnSpc>
              <a:spcBef>
                <a:spcPts val="0"/>
              </a:spcBef>
              <a:spcAft>
                <a:spcPts val="0"/>
              </a:spcAft>
              <a:buNone/>
              <a:defRPr lang="zh-CN" altLang="en-US">
                <a:latin typeface="Times New Roman"/>
                <a:ea typeface="SimHei"/>
                <a:cs typeface="Times New Roman"/>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0D5B6F-9FF3-4EE2-93D4-A6DA1AF00BC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lang="zh-CN" altLang="en-US">
                <a:solidFill>
                  <a:schemeClr val="tx1"/>
                </a:solidFill>
                <a:latin typeface="Times New Roman"/>
                <a:ea typeface="SimHei"/>
                <a:cs typeface="Times New Roman"/>
              </a:defRPr>
            </a:defPPr>
            <a:lvl1pPr marL="0" indent="0">
              <a:lnSpc>
                <a:spcPct val="110000"/>
              </a:lnSpc>
              <a:spcBef>
                <a:spcPts val="0"/>
              </a:spcBef>
              <a:spcAft>
                <a:spcPts val="0"/>
              </a:spcAft>
              <a:buNone/>
              <a:defRPr lang="zh-CN" altLang="en-US">
                <a:latin typeface="Times New Roman"/>
                <a:ea typeface="SimHei"/>
                <a:cs typeface="Times New Roman"/>
              </a:defRPr>
            </a:lvl1pPr>
            <a:lvl2pPr marL="0" indent="0">
              <a:lnSpc>
                <a:spcPct val="110000"/>
              </a:lnSpc>
              <a:spcBef>
                <a:spcPts val="0"/>
              </a:spcBef>
              <a:spcAft>
                <a:spcPts val="0"/>
              </a:spcAft>
              <a:buNone/>
              <a:defRPr lang="zh-CN" altLang="en-US">
                <a:latin typeface="Times New Roman"/>
                <a:ea typeface="SimHei"/>
                <a:cs typeface="Times New Roman"/>
              </a:defRPr>
            </a:lvl2pPr>
            <a:lvl3pPr marL="0" indent="0">
              <a:lnSpc>
                <a:spcPct val="110000"/>
              </a:lnSpc>
              <a:spcBef>
                <a:spcPts val="0"/>
              </a:spcBef>
              <a:spcAft>
                <a:spcPts val="0"/>
              </a:spcAft>
              <a:buNone/>
              <a:defRPr lang="zh-CN" altLang="en-US">
                <a:latin typeface="Times New Roman"/>
                <a:ea typeface="SimHei"/>
                <a:cs typeface="Times New Roman"/>
              </a:defRPr>
            </a:lvl3pPr>
            <a:lvl4pPr marL="0" indent="0">
              <a:lnSpc>
                <a:spcPct val="110000"/>
              </a:lnSpc>
              <a:spcBef>
                <a:spcPts val="0"/>
              </a:spcBef>
              <a:spcAft>
                <a:spcPts val="0"/>
              </a:spcAft>
              <a:buNone/>
              <a:defRPr lang="zh-CN" altLang="en-US">
                <a:latin typeface="Times New Roman"/>
                <a:ea typeface="SimHei"/>
                <a:cs typeface="Times New Roman"/>
              </a:defRPr>
            </a:lvl4pPr>
            <a:lvl5pPr marL="0" indent="0">
              <a:lnSpc>
                <a:spcPct val="110000"/>
              </a:lnSpc>
              <a:spcBef>
                <a:spcPts val="0"/>
              </a:spcBef>
              <a:spcAft>
                <a:spcPts val="0"/>
              </a:spcAft>
              <a:buNone/>
              <a:defRPr lang="zh-CN" altLang="en-US">
                <a:latin typeface="Times New Roman"/>
                <a:ea typeface="SimHei"/>
                <a:cs typeface="Times New Roman"/>
              </a:defRPr>
            </a:lvl5pPr>
            <a:lvl6pPr marL="0" indent="0">
              <a:lnSpc>
                <a:spcPct val="110000"/>
              </a:lnSpc>
              <a:spcBef>
                <a:spcPts val="0"/>
              </a:spcBef>
              <a:spcAft>
                <a:spcPts val="0"/>
              </a:spcAft>
              <a:buNone/>
              <a:defRPr lang="zh-CN" altLang="en-US">
                <a:latin typeface="Times New Roman"/>
                <a:ea typeface="SimHei"/>
                <a:cs typeface="Times New Roman"/>
              </a:defRPr>
            </a:lvl6pPr>
            <a:lvl7pPr marL="0" indent="0">
              <a:lnSpc>
                <a:spcPct val="110000"/>
              </a:lnSpc>
              <a:spcBef>
                <a:spcPts val="0"/>
              </a:spcBef>
              <a:spcAft>
                <a:spcPts val="0"/>
              </a:spcAft>
              <a:buNone/>
              <a:defRPr lang="zh-CN" altLang="en-US">
                <a:latin typeface="Times New Roman"/>
                <a:ea typeface="SimHei"/>
                <a:cs typeface="Times New Roman"/>
              </a:defRPr>
            </a:lvl7pPr>
            <a:lvl8pPr marL="0" indent="0">
              <a:lnSpc>
                <a:spcPct val="110000"/>
              </a:lnSpc>
              <a:spcBef>
                <a:spcPts val="0"/>
              </a:spcBef>
              <a:spcAft>
                <a:spcPts val="0"/>
              </a:spcAft>
              <a:buNone/>
              <a:defRPr lang="zh-CN" altLang="en-US">
                <a:latin typeface="Times New Roman"/>
                <a:ea typeface="SimHei"/>
                <a:cs typeface="Times New Roman"/>
              </a:defRPr>
            </a:lvl8pPr>
            <a:lvl9pPr marL="0" indent="0">
              <a:lnSpc>
                <a:spcPct val="110000"/>
              </a:lnSpc>
              <a:spcBef>
                <a:spcPts val="0"/>
              </a:spcBef>
              <a:spcAft>
                <a:spcPts val="0"/>
              </a:spcAft>
              <a:buNone/>
              <a:defRPr lang="zh-CN" altLang="en-US">
                <a:latin typeface="Times New Roman"/>
                <a:ea typeface="SimHei"/>
                <a:cs typeface="Times New Roman"/>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5DB4740-B233-446F-A3C1-53675180AA7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lang="zh-CN" altLang="en-US">
                <a:solidFill>
                  <a:schemeClr val="tx1"/>
                </a:solidFill>
                <a:latin typeface="Times New Roman"/>
                <a:ea typeface="SimHei"/>
                <a:cs typeface="Times New Roman"/>
              </a:defRPr>
            </a:defPPr>
            <a:lvl1pPr marL="0" indent="0">
              <a:lnSpc>
                <a:spcPct val="110000"/>
              </a:lnSpc>
              <a:spcBef>
                <a:spcPts val="0"/>
              </a:spcBef>
              <a:spcAft>
                <a:spcPts val="0"/>
              </a:spcAft>
              <a:buNone/>
              <a:defRPr lang="zh-CN" altLang="en-US">
                <a:latin typeface="Times New Roman"/>
                <a:ea typeface="SimHei"/>
                <a:cs typeface="Times New Roman"/>
              </a:defRPr>
            </a:lvl1pPr>
            <a:lvl2pPr marL="0" indent="0">
              <a:lnSpc>
                <a:spcPct val="110000"/>
              </a:lnSpc>
              <a:spcBef>
                <a:spcPts val="0"/>
              </a:spcBef>
              <a:spcAft>
                <a:spcPts val="0"/>
              </a:spcAft>
              <a:buNone/>
              <a:defRPr lang="zh-CN" altLang="en-US">
                <a:latin typeface="Times New Roman"/>
                <a:ea typeface="SimHei"/>
                <a:cs typeface="Times New Roman"/>
              </a:defRPr>
            </a:lvl2pPr>
            <a:lvl3pPr marL="0" indent="0">
              <a:lnSpc>
                <a:spcPct val="110000"/>
              </a:lnSpc>
              <a:spcBef>
                <a:spcPts val="0"/>
              </a:spcBef>
              <a:spcAft>
                <a:spcPts val="0"/>
              </a:spcAft>
              <a:buNone/>
              <a:defRPr lang="zh-CN" altLang="en-US">
                <a:latin typeface="Times New Roman"/>
                <a:ea typeface="SimHei"/>
                <a:cs typeface="Times New Roman"/>
              </a:defRPr>
            </a:lvl3pPr>
            <a:lvl4pPr marL="0" indent="0">
              <a:lnSpc>
                <a:spcPct val="110000"/>
              </a:lnSpc>
              <a:spcBef>
                <a:spcPts val="0"/>
              </a:spcBef>
              <a:spcAft>
                <a:spcPts val="0"/>
              </a:spcAft>
              <a:buNone/>
              <a:defRPr lang="zh-CN" altLang="en-US">
                <a:latin typeface="Times New Roman"/>
                <a:ea typeface="SimHei"/>
                <a:cs typeface="Times New Roman"/>
              </a:defRPr>
            </a:lvl4pPr>
            <a:lvl5pPr marL="0" indent="0">
              <a:lnSpc>
                <a:spcPct val="110000"/>
              </a:lnSpc>
              <a:spcBef>
                <a:spcPts val="0"/>
              </a:spcBef>
              <a:spcAft>
                <a:spcPts val="0"/>
              </a:spcAft>
              <a:buNone/>
              <a:defRPr lang="zh-CN" altLang="en-US">
                <a:latin typeface="Times New Roman"/>
                <a:ea typeface="SimHei"/>
                <a:cs typeface="Times New Roman"/>
              </a:defRPr>
            </a:lvl5pPr>
            <a:lvl6pPr marL="0" indent="0">
              <a:lnSpc>
                <a:spcPct val="110000"/>
              </a:lnSpc>
              <a:spcBef>
                <a:spcPts val="0"/>
              </a:spcBef>
              <a:spcAft>
                <a:spcPts val="0"/>
              </a:spcAft>
              <a:buNone/>
              <a:defRPr lang="zh-CN" altLang="en-US">
                <a:latin typeface="Times New Roman"/>
                <a:ea typeface="SimHei"/>
                <a:cs typeface="Times New Roman"/>
              </a:defRPr>
            </a:lvl6pPr>
            <a:lvl7pPr marL="0" indent="0">
              <a:lnSpc>
                <a:spcPct val="110000"/>
              </a:lnSpc>
              <a:spcBef>
                <a:spcPts val="0"/>
              </a:spcBef>
              <a:spcAft>
                <a:spcPts val="0"/>
              </a:spcAft>
              <a:buNone/>
              <a:defRPr lang="zh-CN" altLang="en-US">
                <a:latin typeface="Times New Roman"/>
                <a:ea typeface="SimHei"/>
                <a:cs typeface="Times New Roman"/>
              </a:defRPr>
            </a:lvl7pPr>
            <a:lvl8pPr marL="0" indent="0">
              <a:lnSpc>
                <a:spcPct val="110000"/>
              </a:lnSpc>
              <a:spcBef>
                <a:spcPts val="0"/>
              </a:spcBef>
              <a:spcAft>
                <a:spcPts val="0"/>
              </a:spcAft>
              <a:buNone/>
              <a:defRPr lang="zh-CN" altLang="en-US">
                <a:latin typeface="Times New Roman"/>
                <a:ea typeface="SimHei"/>
                <a:cs typeface="Times New Roman"/>
              </a:defRPr>
            </a:lvl8pPr>
            <a:lvl9pPr marL="0" indent="0">
              <a:lnSpc>
                <a:spcPct val="110000"/>
              </a:lnSpc>
              <a:spcBef>
                <a:spcPts val="0"/>
              </a:spcBef>
              <a:spcAft>
                <a:spcPts val="0"/>
              </a:spcAft>
              <a:buNone/>
              <a:defRPr lang="zh-CN" altLang="en-US">
                <a:latin typeface="Times New Roman"/>
                <a:ea typeface="SimHei"/>
                <a:cs typeface="Times New Roman"/>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4E6CCD-73EC-423B-8B08-13701A7AAC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lang="zh-CN" altLang="en-US">
                <a:solidFill>
                  <a:schemeClr val="tx1"/>
                </a:solidFill>
                <a:latin typeface="Times New Roman"/>
                <a:ea typeface="SimHei"/>
                <a:cs typeface="Times New Roman"/>
              </a:defRPr>
            </a:defPPr>
            <a:lvl1pPr marL="0" indent="0">
              <a:lnSpc>
                <a:spcPct val="110000"/>
              </a:lnSpc>
              <a:spcBef>
                <a:spcPts val="0"/>
              </a:spcBef>
              <a:spcAft>
                <a:spcPts val="0"/>
              </a:spcAft>
              <a:buNone/>
              <a:defRPr lang="zh-CN" altLang="en-US">
                <a:latin typeface="Times New Roman"/>
                <a:ea typeface="SimHei"/>
                <a:cs typeface="Times New Roman"/>
              </a:defRPr>
            </a:lvl1pPr>
            <a:lvl2pPr marL="0" indent="0">
              <a:lnSpc>
                <a:spcPct val="110000"/>
              </a:lnSpc>
              <a:spcBef>
                <a:spcPts val="0"/>
              </a:spcBef>
              <a:spcAft>
                <a:spcPts val="0"/>
              </a:spcAft>
              <a:buNone/>
              <a:defRPr lang="zh-CN" altLang="en-US">
                <a:latin typeface="Times New Roman"/>
                <a:ea typeface="SimHei"/>
                <a:cs typeface="Times New Roman"/>
              </a:defRPr>
            </a:lvl2pPr>
            <a:lvl3pPr marL="0" indent="0">
              <a:lnSpc>
                <a:spcPct val="110000"/>
              </a:lnSpc>
              <a:spcBef>
                <a:spcPts val="0"/>
              </a:spcBef>
              <a:spcAft>
                <a:spcPts val="0"/>
              </a:spcAft>
              <a:buNone/>
              <a:defRPr lang="zh-CN" altLang="en-US">
                <a:latin typeface="Times New Roman"/>
                <a:ea typeface="SimHei"/>
                <a:cs typeface="Times New Roman"/>
              </a:defRPr>
            </a:lvl3pPr>
            <a:lvl4pPr marL="0" indent="0">
              <a:lnSpc>
                <a:spcPct val="110000"/>
              </a:lnSpc>
              <a:spcBef>
                <a:spcPts val="0"/>
              </a:spcBef>
              <a:spcAft>
                <a:spcPts val="0"/>
              </a:spcAft>
              <a:buNone/>
              <a:defRPr lang="zh-CN" altLang="en-US">
                <a:latin typeface="Times New Roman"/>
                <a:ea typeface="SimHei"/>
                <a:cs typeface="Times New Roman"/>
              </a:defRPr>
            </a:lvl4pPr>
            <a:lvl5pPr marL="0" indent="0">
              <a:lnSpc>
                <a:spcPct val="110000"/>
              </a:lnSpc>
              <a:spcBef>
                <a:spcPts val="0"/>
              </a:spcBef>
              <a:spcAft>
                <a:spcPts val="0"/>
              </a:spcAft>
              <a:buNone/>
              <a:defRPr lang="zh-CN" altLang="en-US">
                <a:latin typeface="Times New Roman"/>
                <a:ea typeface="SimHei"/>
                <a:cs typeface="Times New Roman"/>
              </a:defRPr>
            </a:lvl5pPr>
            <a:lvl6pPr marL="0" indent="0">
              <a:lnSpc>
                <a:spcPct val="110000"/>
              </a:lnSpc>
              <a:spcBef>
                <a:spcPts val="0"/>
              </a:spcBef>
              <a:spcAft>
                <a:spcPts val="0"/>
              </a:spcAft>
              <a:buNone/>
              <a:defRPr lang="zh-CN" altLang="en-US">
                <a:latin typeface="Times New Roman"/>
                <a:ea typeface="SimHei"/>
                <a:cs typeface="Times New Roman"/>
              </a:defRPr>
            </a:lvl6pPr>
            <a:lvl7pPr marL="0" indent="0">
              <a:lnSpc>
                <a:spcPct val="110000"/>
              </a:lnSpc>
              <a:spcBef>
                <a:spcPts val="0"/>
              </a:spcBef>
              <a:spcAft>
                <a:spcPts val="0"/>
              </a:spcAft>
              <a:buNone/>
              <a:defRPr lang="zh-CN" altLang="en-US">
                <a:latin typeface="Times New Roman"/>
                <a:ea typeface="SimHei"/>
                <a:cs typeface="Times New Roman"/>
              </a:defRPr>
            </a:lvl7pPr>
            <a:lvl8pPr marL="0" indent="0">
              <a:lnSpc>
                <a:spcPct val="110000"/>
              </a:lnSpc>
              <a:spcBef>
                <a:spcPts val="0"/>
              </a:spcBef>
              <a:spcAft>
                <a:spcPts val="0"/>
              </a:spcAft>
              <a:buNone/>
              <a:defRPr lang="zh-CN" altLang="en-US">
                <a:latin typeface="Times New Roman"/>
                <a:ea typeface="SimHei"/>
                <a:cs typeface="Times New Roman"/>
              </a:defRPr>
            </a:lvl8pPr>
            <a:lvl9pPr marL="0" indent="0">
              <a:lnSpc>
                <a:spcPct val="110000"/>
              </a:lnSpc>
              <a:spcBef>
                <a:spcPts val="0"/>
              </a:spcBef>
              <a:spcAft>
                <a:spcPts val="0"/>
              </a:spcAft>
              <a:buNone/>
              <a:defRPr lang="zh-CN" altLang="en-US">
                <a:latin typeface="Times New Roman"/>
                <a:ea typeface="SimHei"/>
                <a:cs typeface="Times New Roman"/>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6546036-239B-4972-89FC-EAF64055E0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lang="zh-CN" altLang="en-US">
                <a:solidFill>
                  <a:schemeClr val="tx1"/>
                </a:solidFill>
                <a:latin typeface="Times New Roman"/>
                <a:ea typeface="SimHei"/>
                <a:cs typeface="Times New Roman"/>
              </a:defRPr>
            </a:defPPr>
            <a:lvl1pPr marL="228600" indent="-228600">
              <a:lnSpc>
                <a:spcPct val="110000"/>
              </a:lnSpc>
              <a:spcBef>
                <a:spcPts val="0"/>
              </a:spcBef>
              <a:spcAft>
                <a:spcPts val="1200"/>
              </a:spcAft>
              <a:buChar char="•"/>
              <a:defRPr lang="zh-CN" altLang="en-US">
                <a:latin typeface="Times New Roman"/>
                <a:ea typeface="SimHei"/>
                <a:cs typeface="Times New Roman"/>
              </a:defRPr>
            </a:lvl1pPr>
            <a:lvl2pPr marL="533400" indent="-228600">
              <a:lnSpc>
                <a:spcPct val="110000"/>
              </a:lnSpc>
              <a:spcBef>
                <a:spcPts val="0"/>
              </a:spcBef>
              <a:spcAft>
                <a:spcPts val="1200"/>
              </a:spcAft>
              <a:buChar char="•"/>
              <a:defRPr lang="zh-CN" altLang="en-US">
                <a:latin typeface="Times New Roman"/>
                <a:ea typeface="SimHei"/>
                <a:cs typeface="Times New Roman"/>
              </a:defRPr>
            </a:lvl2pPr>
            <a:lvl3pPr marL="838200" indent="-228600">
              <a:lnSpc>
                <a:spcPct val="110000"/>
              </a:lnSpc>
              <a:spcBef>
                <a:spcPts val="0"/>
              </a:spcBef>
              <a:spcAft>
                <a:spcPts val="1200"/>
              </a:spcAft>
              <a:buChar char="•"/>
              <a:defRPr lang="zh-CN" altLang="en-US">
                <a:latin typeface="Times New Roman"/>
                <a:ea typeface="SimHei"/>
                <a:cs typeface="Times New Roman"/>
              </a:defRPr>
            </a:lvl3pPr>
            <a:lvl4pPr marL="1143000" indent="-228600">
              <a:lnSpc>
                <a:spcPct val="110000"/>
              </a:lnSpc>
              <a:spcBef>
                <a:spcPts val="0"/>
              </a:spcBef>
              <a:spcAft>
                <a:spcPts val="1200"/>
              </a:spcAft>
              <a:buChar char="•"/>
              <a:defRPr lang="zh-CN" altLang="en-US">
                <a:latin typeface="Times New Roman"/>
                <a:ea typeface="SimHei"/>
                <a:cs typeface="Times New Roman"/>
              </a:defRPr>
            </a:lvl4pPr>
            <a:lvl5pPr marL="1447800" indent="-228600">
              <a:lnSpc>
                <a:spcPct val="110000"/>
              </a:lnSpc>
              <a:spcBef>
                <a:spcPts val="0"/>
              </a:spcBef>
              <a:spcAft>
                <a:spcPts val="1200"/>
              </a:spcAft>
              <a:buChar char="•"/>
              <a:defRPr lang="zh-CN" altLang="en-US">
                <a:latin typeface="Times New Roman"/>
                <a:ea typeface="SimHei"/>
                <a:cs typeface="Times New Roman"/>
              </a:defRPr>
            </a:lvl5pPr>
            <a:lvl6pPr marL="1752600" indent="-228600">
              <a:lnSpc>
                <a:spcPct val="110000"/>
              </a:lnSpc>
              <a:spcBef>
                <a:spcPts val="0"/>
              </a:spcBef>
              <a:spcAft>
                <a:spcPts val="1200"/>
              </a:spcAft>
              <a:buChar char="•"/>
              <a:defRPr lang="zh-CN" altLang="en-US">
                <a:latin typeface="Times New Roman"/>
                <a:ea typeface="SimHei"/>
                <a:cs typeface="Times New Roman"/>
              </a:defRPr>
            </a:lvl6pPr>
            <a:lvl7pPr marL="2057400" indent="-228600">
              <a:lnSpc>
                <a:spcPct val="110000"/>
              </a:lnSpc>
              <a:spcBef>
                <a:spcPts val="0"/>
              </a:spcBef>
              <a:spcAft>
                <a:spcPts val="1200"/>
              </a:spcAft>
              <a:buChar char="•"/>
              <a:defRPr lang="zh-CN" altLang="en-US">
                <a:latin typeface="Times New Roman"/>
                <a:ea typeface="SimHei"/>
                <a:cs typeface="Times New Roman"/>
              </a:defRPr>
            </a:lvl7pPr>
            <a:lvl8pPr marL="2362200" indent="-228600">
              <a:lnSpc>
                <a:spcPct val="110000"/>
              </a:lnSpc>
              <a:spcBef>
                <a:spcPts val="0"/>
              </a:spcBef>
              <a:spcAft>
                <a:spcPts val="1200"/>
              </a:spcAft>
              <a:buChar char="•"/>
              <a:defRPr lang="zh-CN" altLang="en-US">
                <a:latin typeface="Times New Roman"/>
                <a:ea typeface="SimHei"/>
                <a:cs typeface="Times New Roman"/>
              </a:defRPr>
            </a:lvl8pPr>
            <a:lvl9pPr marL="2667000" indent="-228600">
              <a:lnSpc>
                <a:spcPct val="110000"/>
              </a:lnSpc>
              <a:spcBef>
                <a:spcPts val="0"/>
              </a:spcBef>
              <a:spcAft>
                <a:spcPts val="1200"/>
              </a:spcAft>
              <a:buChar char="•"/>
              <a:defRPr lang="zh-CN" altLang="en-US">
                <a:latin typeface="Times New Roman"/>
                <a:ea typeface="SimHei"/>
                <a:cs typeface="Times New Roman"/>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F38FE2-61EE-4004-9A1A-5BF8BB907C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lang="zh-CN" altLang="en-US">
                <a:solidFill>
                  <a:schemeClr val="tx1"/>
                </a:solidFill>
                <a:latin typeface="Times New Roman"/>
                <a:ea typeface="SimHei"/>
                <a:cs typeface="Times New Roman"/>
              </a:defRPr>
            </a:defPPr>
            <a:lvl1pPr marL="0" indent="0">
              <a:lnSpc>
                <a:spcPct val="110000"/>
              </a:lnSpc>
              <a:spcBef>
                <a:spcPts val="0"/>
              </a:spcBef>
              <a:spcAft>
                <a:spcPts val="0"/>
              </a:spcAft>
              <a:buNone/>
              <a:defRPr lang="zh-CN" altLang="en-US">
                <a:latin typeface="Times New Roman"/>
                <a:ea typeface="SimHei"/>
                <a:cs typeface="Times New Roman"/>
              </a:defRPr>
            </a:lvl1pPr>
            <a:lvl2pPr marL="0" indent="0">
              <a:lnSpc>
                <a:spcPct val="110000"/>
              </a:lnSpc>
              <a:spcBef>
                <a:spcPts val="0"/>
              </a:spcBef>
              <a:spcAft>
                <a:spcPts val="0"/>
              </a:spcAft>
              <a:buNone/>
              <a:defRPr lang="zh-CN" altLang="en-US">
                <a:latin typeface="Times New Roman"/>
                <a:ea typeface="SimHei"/>
                <a:cs typeface="Times New Roman"/>
              </a:defRPr>
            </a:lvl2pPr>
            <a:lvl3pPr marL="0" indent="0">
              <a:lnSpc>
                <a:spcPct val="110000"/>
              </a:lnSpc>
              <a:spcBef>
                <a:spcPts val="0"/>
              </a:spcBef>
              <a:spcAft>
                <a:spcPts val="0"/>
              </a:spcAft>
              <a:buNone/>
              <a:defRPr lang="zh-CN" altLang="en-US">
                <a:latin typeface="Times New Roman"/>
                <a:ea typeface="SimHei"/>
                <a:cs typeface="Times New Roman"/>
              </a:defRPr>
            </a:lvl3pPr>
            <a:lvl4pPr marL="0" indent="0">
              <a:lnSpc>
                <a:spcPct val="110000"/>
              </a:lnSpc>
              <a:spcBef>
                <a:spcPts val="0"/>
              </a:spcBef>
              <a:spcAft>
                <a:spcPts val="0"/>
              </a:spcAft>
              <a:buNone/>
              <a:defRPr lang="zh-CN" altLang="en-US">
                <a:latin typeface="Times New Roman"/>
                <a:ea typeface="SimHei"/>
                <a:cs typeface="Times New Roman"/>
              </a:defRPr>
            </a:lvl4pPr>
            <a:lvl5pPr marL="0" indent="0">
              <a:lnSpc>
                <a:spcPct val="110000"/>
              </a:lnSpc>
              <a:spcBef>
                <a:spcPts val="0"/>
              </a:spcBef>
              <a:spcAft>
                <a:spcPts val="0"/>
              </a:spcAft>
              <a:buNone/>
              <a:defRPr lang="zh-CN" altLang="en-US">
                <a:latin typeface="Times New Roman"/>
                <a:ea typeface="SimHei"/>
                <a:cs typeface="Times New Roman"/>
              </a:defRPr>
            </a:lvl5pPr>
            <a:lvl6pPr marL="0" indent="0">
              <a:lnSpc>
                <a:spcPct val="110000"/>
              </a:lnSpc>
              <a:spcBef>
                <a:spcPts val="0"/>
              </a:spcBef>
              <a:spcAft>
                <a:spcPts val="0"/>
              </a:spcAft>
              <a:buNone/>
              <a:defRPr lang="zh-CN" altLang="en-US">
                <a:latin typeface="Times New Roman"/>
                <a:ea typeface="SimHei"/>
                <a:cs typeface="Times New Roman"/>
              </a:defRPr>
            </a:lvl6pPr>
            <a:lvl7pPr marL="0" indent="0">
              <a:lnSpc>
                <a:spcPct val="110000"/>
              </a:lnSpc>
              <a:spcBef>
                <a:spcPts val="0"/>
              </a:spcBef>
              <a:spcAft>
                <a:spcPts val="0"/>
              </a:spcAft>
              <a:buNone/>
              <a:defRPr lang="zh-CN" altLang="en-US">
                <a:latin typeface="Times New Roman"/>
                <a:ea typeface="SimHei"/>
                <a:cs typeface="Times New Roman"/>
              </a:defRPr>
            </a:lvl7pPr>
            <a:lvl8pPr marL="0" indent="0">
              <a:lnSpc>
                <a:spcPct val="110000"/>
              </a:lnSpc>
              <a:spcBef>
                <a:spcPts val="0"/>
              </a:spcBef>
              <a:spcAft>
                <a:spcPts val="0"/>
              </a:spcAft>
              <a:buNone/>
              <a:defRPr lang="zh-CN" altLang="en-US">
                <a:latin typeface="Times New Roman"/>
                <a:ea typeface="SimHei"/>
                <a:cs typeface="Times New Roman"/>
              </a:defRPr>
            </a:lvl8pPr>
            <a:lvl9pPr marL="0" indent="0">
              <a:lnSpc>
                <a:spcPct val="110000"/>
              </a:lnSpc>
              <a:spcBef>
                <a:spcPts val="0"/>
              </a:spcBef>
              <a:spcAft>
                <a:spcPts val="0"/>
              </a:spcAft>
              <a:buNone/>
              <a:defRPr lang="zh-CN" altLang="en-US">
                <a:latin typeface="Times New Roman"/>
                <a:ea typeface="SimHei"/>
                <a:cs typeface="Times New Roman"/>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1CE4DE-DBDA-4E95-B2DE-EFD23720B6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lang="zh-CN" altLang="en-US">
                <a:solidFill>
                  <a:schemeClr val="tx1"/>
                </a:solidFill>
                <a:latin typeface="Times New Roman"/>
                <a:ea typeface="SimHei"/>
                <a:cs typeface="Times New Roman"/>
              </a:defRPr>
            </a:defPPr>
            <a:lvl1pPr marL="228600" indent="-228600">
              <a:lnSpc>
                <a:spcPct val="110000"/>
              </a:lnSpc>
              <a:spcBef>
                <a:spcPts val="0"/>
              </a:spcBef>
              <a:spcAft>
                <a:spcPts val="1200"/>
              </a:spcAft>
              <a:buChar char="•"/>
              <a:defRPr lang="zh-CN" altLang="en-US">
                <a:latin typeface="Times New Roman"/>
                <a:ea typeface="SimHei"/>
                <a:cs typeface="Times New Roman"/>
              </a:defRPr>
            </a:lvl1pPr>
            <a:lvl2pPr marL="533400" indent="-228600">
              <a:lnSpc>
                <a:spcPct val="110000"/>
              </a:lnSpc>
              <a:spcBef>
                <a:spcPts val="0"/>
              </a:spcBef>
              <a:spcAft>
                <a:spcPts val="1200"/>
              </a:spcAft>
              <a:buChar char="•"/>
              <a:defRPr lang="zh-CN" altLang="en-US">
                <a:latin typeface="Times New Roman"/>
                <a:ea typeface="SimHei"/>
                <a:cs typeface="Times New Roman"/>
              </a:defRPr>
            </a:lvl2pPr>
            <a:lvl3pPr marL="838200" indent="-228600">
              <a:lnSpc>
                <a:spcPct val="110000"/>
              </a:lnSpc>
              <a:spcBef>
                <a:spcPts val="0"/>
              </a:spcBef>
              <a:spcAft>
                <a:spcPts val="1200"/>
              </a:spcAft>
              <a:buChar char="•"/>
              <a:defRPr lang="zh-CN" altLang="en-US">
                <a:latin typeface="Times New Roman"/>
                <a:ea typeface="SimHei"/>
                <a:cs typeface="Times New Roman"/>
              </a:defRPr>
            </a:lvl3pPr>
            <a:lvl4pPr marL="1143000" indent="-228600">
              <a:lnSpc>
                <a:spcPct val="110000"/>
              </a:lnSpc>
              <a:spcBef>
                <a:spcPts val="0"/>
              </a:spcBef>
              <a:spcAft>
                <a:spcPts val="1200"/>
              </a:spcAft>
              <a:buChar char="•"/>
              <a:defRPr lang="zh-CN" altLang="en-US">
                <a:latin typeface="Times New Roman"/>
                <a:ea typeface="SimHei"/>
                <a:cs typeface="Times New Roman"/>
              </a:defRPr>
            </a:lvl4pPr>
            <a:lvl5pPr marL="1447800" indent="-228600">
              <a:lnSpc>
                <a:spcPct val="110000"/>
              </a:lnSpc>
              <a:spcBef>
                <a:spcPts val="0"/>
              </a:spcBef>
              <a:spcAft>
                <a:spcPts val="1200"/>
              </a:spcAft>
              <a:buChar char="•"/>
              <a:defRPr lang="zh-CN" altLang="en-US">
                <a:latin typeface="Times New Roman"/>
                <a:ea typeface="SimHei"/>
                <a:cs typeface="Times New Roman"/>
              </a:defRPr>
            </a:lvl5pPr>
            <a:lvl6pPr marL="1752600" indent="-228600">
              <a:lnSpc>
                <a:spcPct val="110000"/>
              </a:lnSpc>
              <a:spcBef>
                <a:spcPts val="0"/>
              </a:spcBef>
              <a:spcAft>
                <a:spcPts val="1200"/>
              </a:spcAft>
              <a:buChar char="•"/>
              <a:defRPr lang="zh-CN" altLang="en-US">
                <a:latin typeface="Times New Roman"/>
                <a:ea typeface="SimHei"/>
                <a:cs typeface="Times New Roman"/>
              </a:defRPr>
            </a:lvl6pPr>
            <a:lvl7pPr marL="2057400" indent="-228600">
              <a:lnSpc>
                <a:spcPct val="110000"/>
              </a:lnSpc>
              <a:spcBef>
                <a:spcPts val="0"/>
              </a:spcBef>
              <a:spcAft>
                <a:spcPts val="1200"/>
              </a:spcAft>
              <a:buChar char="•"/>
              <a:defRPr lang="zh-CN" altLang="en-US">
                <a:latin typeface="Times New Roman"/>
                <a:ea typeface="SimHei"/>
                <a:cs typeface="Times New Roman"/>
              </a:defRPr>
            </a:lvl7pPr>
            <a:lvl8pPr marL="2362200" indent="-228600">
              <a:lnSpc>
                <a:spcPct val="110000"/>
              </a:lnSpc>
              <a:spcBef>
                <a:spcPts val="0"/>
              </a:spcBef>
              <a:spcAft>
                <a:spcPts val="1200"/>
              </a:spcAft>
              <a:buChar char="•"/>
              <a:defRPr lang="zh-CN" altLang="en-US">
                <a:latin typeface="Times New Roman"/>
                <a:ea typeface="SimHei"/>
                <a:cs typeface="Times New Roman"/>
              </a:defRPr>
            </a:lvl8pPr>
            <a:lvl9pPr marL="2667000" indent="-228600">
              <a:lnSpc>
                <a:spcPct val="110000"/>
              </a:lnSpc>
              <a:spcBef>
                <a:spcPts val="0"/>
              </a:spcBef>
              <a:spcAft>
                <a:spcPts val="1200"/>
              </a:spcAft>
              <a:buChar char="•"/>
              <a:defRPr lang="zh-CN" altLang="en-US">
                <a:latin typeface="Times New Roman"/>
                <a:ea typeface="SimHei"/>
                <a:cs typeface="Times New Roman"/>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670CE8-F8F3-49DC-B764-6374787099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lang="zh-CN" altLang="en-US">
                <a:solidFill>
                  <a:schemeClr val="tx1"/>
                </a:solidFill>
                <a:latin typeface="Times New Roman"/>
                <a:ea typeface="SimHei"/>
                <a:cs typeface="Times New Roman"/>
              </a:defRPr>
            </a:defPPr>
            <a:lvl1pPr marL="228600" indent="-228600">
              <a:lnSpc>
                <a:spcPct val="110000"/>
              </a:lnSpc>
              <a:spcBef>
                <a:spcPts val="0"/>
              </a:spcBef>
              <a:spcAft>
                <a:spcPts val="1200"/>
              </a:spcAft>
              <a:buChar char="•"/>
              <a:defRPr lang="zh-CN" altLang="en-US">
                <a:latin typeface="Times New Roman"/>
                <a:ea typeface="SimHei"/>
                <a:cs typeface="Times New Roman"/>
              </a:defRPr>
            </a:lvl1pPr>
            <a:lvl2pPr marL="533400" indent="-228600">
              <a:lnSpc>
                <a:spcPct val="110000"/>
              </a:lnSpc>
              <a:spcBef>
                <a:spcPts val="0"/>
              </a:spcBef>
              <a:spcAft>
                <a:spcPts val="1200"/>
              </a:spcAft>
              <a:buChar char="•"/>
              <a:defRPr lang="zh-CN" altLang="en-US">
                <a:latin typeface="Times New Roman"/>
                <a:ea typeface="SimHei"/>
                <a:cs typeface="Times New Roman"/>
              </a:defRPr>
            </a:lvl2pPr>
            <a:lvl3pPr marL="838200" indent="-228600">
              <a:lnSpc>
                <a:spcPct val="110000"/>
              </a:lnSpc>
              <a:spcBef>
                <a:spcPts val="0"/>
              </a:spcBef>
              <a:spcAft>
                <a:spcPts val="1200"/>
              </a:spcAft>
              <a:buChar char="•"/>
              <a:defRPr lang="zh-CN" altLang="en-US">
                <a:latin typeface="Times New Roman"/>
                <a:ea typeface="SimHei"/>
                <a:cs typeface="Times New Roman"/>
              </a:defRPr>
            </a:lvl3pPr>
            <a:lvl4pPr marL="1143000" indent="-228600">
              <a:lnSpc>
                <a:spcPct val="110000"/>
              </a:lnSpc>
              <a:spcBef>
                <a:spcPts val="0"/>
              </a:spcBef>
              <a:spcAft>
                <a:spcPts val="1200"/>
              </a:spcAft>
              <a:buChar char="•"/>
              <a:defRPr lang="zh-CN" altLang="en-US">
                <a:latin typeface="Times New Roman"/>
                <a:ea typeface="SimHei"/>
                <a:cs typeface="Times New Roman"/>
              </a:defRPr>
            </a:lvl4pPr>
            <a:lvl5pPr marL="1447800" indent="-228600">
              <a:lnSpc>
                <a:spcPct val="110000"/>
              </a:lnSpc>
              <a:spcBef>
                <a:spcPts val="0"/>
              </a:spcBef>
              <a:spcAft>
                <a:spcPts val="1200"/>
              </a:spcAft>
              <a:buChar char="•"/>
              <a:defRPr lang="zh-CN" altLang="en-US">
                <a:latin typeface="Times New Roman"/>
                <a:ea typeface="SimHei"/>
                <a:cs typeface="Times New Roman"/>
              </a:defRPr>
            </a:lvl5pPr>
            <a:lvl6pPr marL="1752600" indent="-228600">
              <a:lnSpc>
                <a:spcPct val="110000"/>
              </a:lnSpc>
              <a:spcBef>
                <a:spcPts val="0"/>
              </a:spcBef>
              <a:spcAft>
                <a:spcPts val="1200"/>
              </a:spcAft>
              <a:buChar char="•"/>
              <a:defRPr lang="zh-CN" altLang="en-US">
                <a:latin typeface="Times New Roman"/>
                <a:ea typeface="SimHei"/>
                <a:cs typeface="Times New Roman"/>
              </a:defRPr>
            </a:lvl6pPr>
            <a:lvl7pPr marL="2057400" indent="-228600">
              <a:lnSpc>
                <a:spcPct val="110000"/>
              </a:lnSpc>
              <a:spcBef>
                <a:spcPts val="0"/>
              </a:spcBef>
              <a:spcAft>
                <a:spcPts val="1200"/>
              </a:spcAft>
              <a:buChar char="•"/>
              <a:defRPr lang="zh-CN" altLang="en-US">
                <a:latin typeface="Times New Roman"/>
                <a:ea typeface="SimHei"/>
                <a:cs typeface="Times New Roman"/>
              </a:defRPr>
            </a:lvl7pPr>
            <a:lvl8pPr marL="2362200" indent="-228600">
              <a:lnSpc>
                <a:spcPct val="110000"/>
              </a:lnSpc>
              <a:spcBef>
                <a:spcPts val="0"/>
              </a:spcBef>
              <a:spcAft>
                <a:spcPts val="1200"/>
              </a:spcAft>
              <a:buChar char="•"/>
              <a:defRPr lang="zh-CN" altLang="en-US">
                <a:latin typeface="Times New Roman"/>
                <a:ea typeface="SimHei"/>
                <a:cs typeface="Times New Roman"/>
              </a:defRPr>
            </a:lvl8pPr>
            <a:lvl9pPr marL="2667000" indent="-228600">
              <a:lnSpc>
                <a:spcPct val="110000"/>
              </a:lnSpc>
              <a:spcBef>
                <a:spcPts val="0"/>
              </a:spcBef>
              <a:spcAft>
                <a:spcPts val="1200"/>
              </a:spcAft>
              <a:buChar char="•"/>
              <a:defRPr lang="zh-CN" altLang="en-US">
                <a:latin typeface="Times New Roman"/>
                <a:ea typeface="SimHei"/>
                <a:cs typeface="Times New Roman"/>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CF179E-C9F6-4578-9EA1-75E4980F2B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lang="zh-CN" altLang="en-US">
                <a:solidFill>
                  <a:schemeClr val="tx1"/>
                </a:solidFill>
                <a:latin typeface="Times New Roman"/>
                <a:ea typeface="SimHei"/>
                <a:cs typeface="Times New Roman"/>
              </a:defRPr>
            </a:defPPr>
            <a:lvl1pPr marL="0" indent="0">
              <a:lnSpc>
                <a:spcPct val="110000"/>
              </a:lnSpc>
              <a:spcBef>
                <a:spcPts val="0"/>
              </a:spcBef>
              <a:spcAft>
                <a:spcPts val="0"/>
              </a:spcAft>
              <a:buNone/>
              <a:defRPr lang="zh-CN" altLang="en-US">
                <a:latin typeface="Times New Roman"/>
                <a:ea typeface="SimHei"/>
                <a:cs typeface="Times New Roman"/>
              </a:defRPr>
            </a:lvl1pPr>
            <a:lvl2pPr marL="0" indent="0">
              <a:lnSpc>
                <a:spcPct val="110000"/>
              </a:lnSpc>
              <a:spcBef>
                <a:spcPts val="0"/>
              </a:spcBef>
              <a:spcAft>
                <a:spcPts val="0"/>
              </a:spcAft>
              <a:buNone/>
              <a:defRPr lang="zh-CN" altLang="en-US">
                <a:latin typeface="Times New Roman"/>
                <a:ea typeface="SimHei"/>
                <a:cs typeface="Times New Roman"/>
              </a:defRPr>
            </a:lvl2pPr>
            <a:lvl3pPr marL="0" indent="0">
              <a:lnSpc>
                <a:spcPct val="110000"/>
              </a:lnSpc>
              <a:spcBef>
                <a:spcPts val="0"/>
              </a:spcBef>
              <a:spcAft>
                <a:spcPts val="0"/>
              </a:spcAft>
              <a:buNone/>
              <a:defRPr lang="zh-CN" altLang="en-US">
                <a:latin typeface="Times New Roman"/>
                <a:ea typeface="SimHei"/>
                <a:cs typeface="Times New Roman"/>
              </a:defRPr>
            </a:lvl3pPr>
            <a:lvl4pPr marL="0" indent="0">
              <a:lnSpc>
                <a:spcPct val="110000"/>
              </a:lnSpc>
              <a:spcBef>
                <a:spcPts val="0"/>
              </a:spcBef>
              <a:spcAft>
                <a:spcPts val="0"/>
              </a:spcAft>
              <a:buNone/>
              <a:defRPr lang="zh-CN" altLang="en-US">
                <a:latin typeface="Times New Roman"/>
                <a:ea typeface="SimHei"/>
                <a:cs typeface="Times New Roman"/>
              </a:defRPr>
            </a:lvl4pPr>
            <a:lvl5pPr marL="0" indent="0">
              <a:lnSpc>
                <a:spcPct val="110000"/>
              </a:lnSpc>
              <a:spcBef>
                <a:spcPts val="0"/>
              </a:spcBef>
              <a:spcAft>
                <a:spcPts val="0"/>
              </a:spcAft>
              <a:buNone/>
              <a:defRPr lang="zh-CN" altLang="en-US">
                <a:latin typeface="Times New Roman"/>
                <a:ea typeface="SimHei"/>
                <a:cs typeface="Times New Roman"/>
              </a:defRPr>
            </a:lvl5pPr>
            <a:lvl6pPr marL="0" indent="0">
              <a:lnSpc>
                <a:spcPct val="110000"/>
              </a:lnSpc>
              <a:spcBef>
                <a:spcPts val="0"/>
              </a:spcBef>
              <a:spcAft>
                <a:spcPts val="0"/>
              </a:spcAft>
              <a:buNone/>
              <a:defRPr lang="zh-CN" altLang="en-US">
                <a:latin typeface="Times New Roman"/>
                <a:ea typeface="SimHei"/>
                <a:cs typeface="Times New Roman"/>
              </a:defRPr>
            </a:lvl6pPr>
            <a:lvl7pPr marL="0" indent="0">
              <a:lnSpc>
                <a:spcPct val="110000"/>
              </a:lnSpc>
              <a:spcBef>
                <a:spcPts val="0"/>
              </a:spcBef>
              <a:spcAft>
                <a:spcPts val="0"/>
              </a:spcAft>
              <a:buNone/>
              <a:defRPr lang="zh-CN" altLang="en-US">
                <a:latin typeface="Times New Roman"/>
                <a:ea typeface="SimHei"/>
                <a:cs typeface="Times New Roman"/>
              </a:defRPr>
            </a:lvl7pPr>
            <a:lvl8pPr marL="0" indent="0">
              <a:lnSpc>
                <a:spcPct val="110000"/>
              </a:lnSpc>
              <a:spcBef>
                <a:spcPts val="0"/>
              </a:spcBef>
              <a:spcAft>
                <a:spcPts val="0"/>
              </a:spcAft>
              <a:buNone/>
              <a:defRPr lang="zh-CN" altLang="en-US">
                <a:latin typeface="Times New Roman"/>
                <a:ea typeface="SimHei"/>
                <a:cs typeface="Times New Roman"/>
              </a:defRPr>
            </a:lvl8pPr>
            <a:lvl9pPr marL="0" indent="0">
              <a:lnSpc>
                <a:spcPct val="110000"/>
              </a:lnSpc>
              <a:spcBef>
                <a:spcPts val="0"/>
              </a:spcBef>
              <a:spcAft>
                <a:spcPts val="0"/>
              </a:spcAft>
              <a:buNone/>
              <a:defRPr lang="zh-CN" altLang="en-US">
                <a:latin typeface="Times New Roman"/>
                <a:ea typeface="SimHei"/>
                <a:cs typeface="Times New Roman"/>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3AC643-2B75-4F96-8075-2CBE862435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lang="zh-CN" altLang="en-US">
                <a:solidFill>
                  <a:schemeClr val="tx1"/>
                </a:solidFill>
                <a:latin typeface="Times New Roman"/>
                <a:ea typeface="SimHei"/>
                <a:cs typeface="Times New Roman"/>
              </a:defRPr>
            </a:defPPr>
            <a:lvl1pPr marL="228600" indent="-228600">
              <a:lnSpc>
                <a:spcPct val="110000"/>
              </a:lnSpc>
              <a:spcBef>
                <a:spcPts val="0"/>
              </a:spcBef>
              <a:spcAft>
                <a:spcPts val="1200"/>
              </a:spcAft>
              <a:buChar char="•"/>
              <a:defRPr lang="zh-CN" altLang="en-US">
                <a:latin typeface="Times New Roman"/>
                <a:ea typeface="SimHei"/>
                <a:cs typeface="Times New Roman"/>
              </a:defRPr>
            </a:lvl1pPr>
            <a:lvl2pPr marL="533400" indent="-228600">
              <a:lnSpc>
                <a:spcPct val="110000"/>
              </a:lnSpc>
              <a:spcBef>
                <a:spcPts val="0"/>
              </a:spcBef>
              <a:spcAft>
                <a:spcPts val="1200"/>
              </a:spcAft>
              <a:buChar char="•"/>
              <a:defRPr lang="zh-CN" altLang="en-US">
                <a:latin typeface="Times New Roman"/>
                <a:ea typeface="SimHei"/>
                <a:cs typeface="Times New Roman"/>
              </a:defRPr>
            </a:lvl2pPr>
            <a:lvl3pPr marL="838200" indent="-228600">
              <a:lnSpc>
                <a:spcPct val="110000"/>
              </a:lnSpc>
              <a:spcBef>
                <a:spcPts val="0"/>
              </a:spcBef>
              <a:spcAft>
                <a:spcPts val="1200"/>
              </a:spcAft>
              <a:buChar char="•"/>
              <a:defRPr lang="zh-CN" altLang="en-US">
                <a:latin typeface="Times New Roman"/>
                <a:ea typeface="SimHei"/>
                <a:cs typeface="Times New Roman"/>
              </a:defRPr>
            </a:lvl3pPr>
            <a:lvl4pPr marL="1143000" indent="-228600">
              <a:lnSpc>
                <a:spcPct val="110000"/>
              </a:lnSpc>
              <a:spcBef>
                <a:spcPts val="0"/>
              </a:spcBef>
              <a:spcAft>
                <a:spcPts val="1200"/>
              </a:spcAft>
              <a:buChar char="•"/>
              <a:defRPr lang="zh-CN" altLang="en-US">
                <a:latin typeface="Times New Roman"/>
                <a:ea typeface="SimHei"/>
                <a:cs typeface="Times New Roman"/>
              </a:defRPr>
            </a:lvl4pPr>
            <a:lvl5pPr marL="1447800" indent="-228600">
              <a:lnSpc>
                <a:spcPct val="110000"/>
              </a:lnSpc>
              <a:spcBef>
                <a:spcPts val="0"/>
              </a:spcBef>
              <a:spcAft>
                <a:spcPts val="1200"/>
              </a:spcAft>
              <a:buChar char="•"/>
              <a:defRPr lang="zh-CN" altLang="en-US">
                <a:latin typeface="Times New Roman"/>
                <a:ea typeface="SimHei"/>
                <a:cs typeface="Times New Roman"/>
              </a:defRPr>
            </a:lvl5pPr>
            <a:lvl6pPr marL="1752600" indent="-228600">
              <a:lnSpc>
                <a:spcPct val="110000"/>
              </a:lnSpc>
              <a:spcBef>
                <a:spcPts val="0"/>
              </a:spcBef>
              <a:spcAft>
                <a:spcPts val="1200"/>
              </a:spcAft>
              <a:buChar char="•"/>
              <a:defRPr lang="zh-CN" altLang="en-US">
                <a:latin typeface="Times New Roman"/>
                <a:ea typeface="SimHei"/>
                <a:cs typeface="Times New Roman"/>
              </a:defRPr>
            </a:lvl6pPr>
            <a:lvl7pPr marL="2057400" indent="-228600">
              <a:lnSpc>
                <a:spcPct val="110000"/>
              </a:lnSpc>
              <a:spcBef>
                <a:spcPts val="0"/>
              </a:spcBef>
              <a:spcAft>
                <a:spcPts val="1200"/>
              </a:spcAft>
              <a:buChar char="•"/>
              <a:defRPr lang="zh-CN" altLang="en-US">
                <a:latin typeface="Times New Roman"/>
                <a:ea typeface="SimHei"/>
                <a:cs typeface="Times New Roman"/>
              </a:defRPr>
            </a:lvl7pPr>
            <a:lvl8pPr marL="2362200" indent="-228600">
              <a:lnSpc>
                <a:spcPct val="110000"/>
              </a:lnSpc>
              <a:spcBef>
                <a:spcPts val="0"/>
              </a:spcBef>
              <a:spcAft>
                <a:spcPts val="1200"/>
              </a:spcAft>
              <a:buChar char="•"/>
              <a:defRPr lang="zh-CN" altLang="en-US">
                <a:latin typeface="Times New Roman"/>
                <a:ea typeface="SimHei"/>
                <a:cs typeface="Times New Roman"/>
              </a:defRPr>
            </a:lvl8pPr>
            <a:lvl9pPr marL="2667000" indent="-228600">
              <a:lnSpc>
                <a:spcPct val="110000"/>
              </a:lnSpc>
              <a:spcBef>
                <a:spcPts val="0"/>
              </a:spcBef>
              <a:spcAft>
                <a:spcPts val="1200"/>
              </a:spcAft>
              <a:buChar char="•"/>
              <a:defRPr lang="zh-CN" altLang="en-US">
                <a:latin typeface="Times New Roman"/>
                <a:ea typeface="SimHei"/>
                <a:cs typeface="Times New Roman"/>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52b3a42c9e43c2" /><Relationship Type="http://schemas.openxmlformats.org/officeDocument/2006/relationships/slideLayout" Target="/ppt/slideLayouts/slideLayout1.xml" Id="R92f80bd5f0294f0b" /><Relationship Type="http://schemas.openxmlformats.org/officeDocument/2006/relationships/slideLayout" Target="/ppt/slideLayouts/slideLayout2.xml" Id="Rd7384d70ab594f05" /><Relationship Type="http://schemas.openxmlformats.org/officeDocument/2006/relationships/slideLayout" Target="/ppt/slideLayouts/slideLayout3.xml" Id="R1366460c547e46ea" /><Relationship Type="http://schemas.openxmlformats.org/officeDocument/2006/relationships/slideLayout" Target="/ppt/slideLayouts/slideLayout4.xml" Id="Reb7a2f90ba3942c4" /><Relationship Type="http://schemas.openxmlformats.org/officeDocument/2006/relationships/slideLayout" Target="/ppt/slideLayouts/slideLayout5.xml" Id="R9bad44fba8e74461" /><Relationship Type="http://schemas.openxmlformats.org/officeDocument/2006/relationships/slideLayout" Target="/ppt/slideLayouts/slideLayout6.xml" Id="R81675dded61f4b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f80bd5f0294f0b"/>
    <p:sldLayoutId xmlns:r="http://schemas.openxmlformats.org/officeDocument/2006/relationships" id="2147483650" r:id="Rd7384d70ab594f05"/>
    <p:sldLayoutId xmlns:r="http://schemas.openxmlformats.org/officeDocument/2006/relationships" id="2147483651" r:id="R1366460c547e46ea"/>
    <p:sldLayoutId xmlns:r="http://schemas.openxmlformats.org/officeDocument/2006/relationships" id="2147483652" r:id="Reb7a2f90ba3942c4"/>
    <p:sldLayoutId xmlns:r="http://schemas.openxmlformats.org/officeDocument/2006/relationships" id="2147483653" r:id="R9bad44fba8e74461"/>
    <p:sldLayoutId xmlns:r="http://schemas.openxmlformats.org/officeDocument/2006/relationships" id="2147483654" r:id="R81675dded61f4b27"/>
  </p:sldLayoutIdLst>
  <p:txStyles>
    <p:titleStyle>
      <a:lvl1pPr xmlns:a="http://schemas.openxmlformats.org/drawingml/2006/main" algn="l">
        <a:lnSpc>
          <a:spcPct val="90000"/>
        </a:lnSpc>
        <a:spcBef>
          <a:spcPts val="0"/>
        </a:spcBef>
        <a:buNone/>
        <a:defRPr sz="4400" lang="zh-CN" altLang="en-US">
          <a:solidFill>
            <a:schemeClr val="tx1"/>
          </a:solidFill>
          <a:latin typeface="Times New Roman"/>
          <a:ea typeface="SimHei"/>
          <a:cs typeface="Times New Roman"/>
        </a:defRPr>
      </a:lvl1pPr>
    </p:titleStyle>
    <p:bodyStyle>
      <a:lvl1pPr xmlns:a="http://schemas.openxmlformats.org/drawingml/2006/main" marL="228600" indent="-228600" algn="l">
        <a:lnSpc>
          <a:spcPct val="90000"/>
        </a:lnSpc>
        <a:spcBef>
          <a:spcPts val="1000"/>
        </a:spcBef>
        <a:buChar char="•"/>
        <a:defRPr sz="2800" lang="zh-CN" altLang="en-US">
          <a:solidFill>
            <a:schemeClr val="tx1"/>
          </a:solidFill>
          <a:latin typeface="Times New Roman"/>
          <a:ea typeface="SimHei"/>
          <a:cs typeface="Times New Roman"/>
        </a:defRPr>
      </a:lvl1pPr>
      <a:lvl2pPr xmlns:a="http://schemas.openxmlformats.org/drawingml/2006/main" marL="685800" indent="-228600" algn="l">
        <a:lnSpc>
          <a:spcPct val="90000"/>
        </a:lnSpc>
        <a:spcBef>
          <a:spcPts val="500"/>
        </a:spcBef>
        <a:buChar char="•"/>
        <a:defRPr sz="2400" lang="zh-CN" altLang="en-US">
          <a:solidFill>
            <a:schemeClr val="tx1"/>
          </a:solidFill>
          <a:latin typeface="Times New Roman"/>
          <a:ea typeface="SimHei"/>
          <a:cs typeface="Times New Roman"/>
        </a:defRPr>
      </a:lvl2pPr>
      <a:lvl3pPr xmlns:a="http://schemas.openxmlformats.org/drawingml/2006/main" marL="1143000" indent="-228600" algn="l">
        <a:lnSpc>
          <a:spcPct val="90000"/>
        </a:lnSpc>
        <a:spcBef>
          <a:spcPts val="500"/>
        </a:spcBef>
        <a:buChar char="•"/>
        <a:defRPr sz="2000" lang="zh-CN" altLang="en-US">
          <a:solidFill>
            <a:schemeClr val="tx1"/>
          </a:solidFill>
          <a:latin typeface="Times New Roman"/>
          <a:ea typeface="SimHei"/>
          <a:cs typeface="Times New Roman"/>
        </a:defRPr>
      </a:lvl3pPr>
      <a:lvl4pPr xmlns:a="http://schemas.openxmlformats.org/drawingml/2006/main" marL="1600200" indent="-228600" algn="l">
        <a:lnSpc>
          <a:spcPct val="90000"/>
        </a:lnSpc>
        <a:spcBef>
          <a:spcPts val="500"/>
        </a:spcBef>
        <a:buChar char="•"/>
        <a:defRPr sz="1800" lang="zh-CN" altLang="en-US">
          <a:solidFill>
            <a:schemeClr val="tx1"/>
          </a:solidFill>
          <a:latin typeface="Times New Roman"/>
          <a:ea typeface="SimHei"/>
          <a:cs typeface="Times New Roman"/>
        </a:defRPr>
      </a:lvl4pPr>
      <a:lvl5pPr xmlns:a="http://schemas.openxmlformats.org/drawingml/2006/main" marL="2057400" indent="-228600" algn="l">
        <a:lnSpc>
          <a:spcPct val="90000"/>
        </a:lnSpc>
        <a:spcBef>
          <a:spcPts val="500"/>
        </a:spcBef>
        <a:buChar char="•"/>
        <a:defRPr sz="1800" lang="zh-CN" altLang="en-US">
          <a:solidFill>
            <a:schemeClr val="tx1"/>
          </a:solidFill>
          <a:latin typeface="Times New Roman"/>
          <a:ea typeface="SimHei"/>
          <a:cs typeface="Times New Roman"/>
        </a:defRPr>
      </a:lvl5pPr>
      <a:lvl6pPr xmlns:a="http://schemas.openxmlformats.org/drawingml/2006/main" marL="2514600" indent="-228600" algn="l">
        <a:lnSpc>
          <a:spcPct val="90000"/>
        </a:lnSpc>
        <a:spcBef>
          <a:spcPts val="500"/>
        </a:spcBef>
        <a:buChar char="•"/>
        <a:defRPr sz="1800" lang="zh-CN" altLang="en-US">
          <a:solidFill>
            <a:schemeClr val="tx1"/>
          </a:solidFill>
          <a:latin typeface="Times New Roman"/>
          <a:ea typeface="SimHei"/>
          <a:cs typeface="Times New Roman"/>
        </a:defRPr>
      </a:lvl6pPr>
      <a:lvl7pPr xmlns:a="http://schemas.openxmlformats.org/drawingml/2006/main" marL="2971800" indent="-228600" algn="l">
        <a:lnSpc>
          <a:spcPct val="90000"/>
        </a:lnSpc>
        <a:spcBef>
          <a:spcPts val="500"/>
        </a:spcBef>
        <a:buChar char="•"/>
        <a:defRPr sz="1800" lang="zh-CN" altLang="en-US">
          <a:solidFill>
            <a:schemeClr val="tx1"/>
          </a:solidFill>
          <a:latin typeface="Times New Roman"/>
          <a:ea typeface="SimHei"/>
          <a:cs typeface="Times New Roman"/>
        </a:defRPr>
      </a:lvl7pPr>
      <a:lvl8pPr xmlns:a="http://schemas.openxmlformats.org/drawingml/2006/main" marL="3429000" indent="-228600" algn="l">
        <a:lnSpc>
          <a:spcPct val="90000"/>
        </a:lnSpc>
        <a:spcBef>
          <a:spcPts val="500"/>
        </a:spcBef>
        <a:buChar char="•"/>
        <a:defRPr sz="1800" lang="zh-CN" altLang="en-US">
          <a:solidFill>
            <a:schemeClr val="tx1"/>
          </a:solidFill>
          <a:latin typeface="Times New Roman"/>
          <a:ea typeface="SimHei"/>
          <a:cs typeface="Times New Roman"/>
        </a:defRPr>
      </a:lvl8pPr>
      <a:lvl9pPr xmlns:a="http://schemas.openxmlformats.org/drawingml/2006/main" marL="3886200" indent="-228600" algn="l">
        <a:lnSpc>
          <a:spcPct val="90000"/>
        </a:lnSpc>
        <a:spcBef>
          <a:spcPts val="500"/>
        </a:spcBef>
        <a:buChar char="•"/>
        <a:defRPr sz="1800" lang="zh-CN" altLang="en-US">
          <a:solidFill>
            <a:schemeClr val="tx1"/>
          </a:solidFill>
          <a:latin typeface="Times New Roman"/>
          <a:ea typeface="SimHei"/>
          <a:cs typeface="Times New Roman"/>
        </a:defRPr>
      </a:lvl9pPr>
    </p:bodyStyle>
    <p:otherStyle>
      <a:lvl1pPr xmlns:a="http://schemas.openxmlformats.org/drawingml/2006/main" marL="0" algn="l">
        <a:buNone/>
        <a:defRPr sz="1800" lang="zh-CN" altLang="en-US">
          <a:solidFill>
            <a:schemeClr val="tx1"/>
          </a:solidFill>
          <a:latin typeface="Times New Roman"/>
          <a:ea typeface="SimHei"/>
          <a:cs typeface="Times New Roman"/>
        </a:defRPr>
      </a:lvl1pPr>
      <a:lvl2pPr xmlns:a="http://schemas.openxmlformats.org/drawingml/2006/main" marL="457200" algn="l">
        <a:buNone/>
        <a:defRPr sz="1800" lang="zh-CN" altLang="en-US">
          <a:solidFill>
            <a:schemeClr val="tx1"/>
          </a:solidFill>
          <a:latin typeface="Times New Roman"/>
          <a:ea typeface="SimHei"/>
          <a:cs typeface="Times New Roman"/>
        </a:defRPr>
      </a:lvl2pPr>
      <a:lvl3pPr xmlns:a="http://schemas.openxmlformats.org/drawingml/2006/main" marL="914400" algn="l">
        <a:buNone/>
        <a:defRPr sz="1800" lang="zh-CN" altLang="en-US">
          <a:solidFill>
            <a:schemeClr val="tx1"/>
          </a:solidFill>
          <a:latin typeface="Times New Roman"/>
          <a:ea typeface="SimHei"/>
          <a:cs typeface="Times New Roman"/>
        </a:defRPr>
      </a:lvl3pPr>
      <a:lvl4pPr xmlns:a="http://schemas.openxmlformats.org/drawingml/2006/main" marL="1371600" algn="l">
        <a:buNone/>
        <a:defRPr sz="1800" lang="zh-CN" altLang="en-US">
          <a:solidFill>
            <a:schemeClr val="tx1"/>
          </a:solidFill>
          <a:latin typeface="Times New Roman"/>
          <a:ea typeface="SimHei"/>
          <a:cs typeface="Times New Roman"/>
        </a:defRPr>
      </a:lvl4pPr>
      <a:lvl5pPr xmlns:a="http://schemas.openxmlformats.org/drawingml/2006/main" marL="1828800" algn="l">
        <a:buNone/>
        <a:defRPr sz="1800" lang="zh-CN" altLang="en-US">
          <a:solidFill>
            <a:schemeClr val="tx1"/>
          </a:solidFill>
          <a:latin typeface="Times New Roman"/>
          <a:ea typeface="SimHei"/>
          <a:cs typeface="Times New Roman"/>
        </a:defRPr>
      </a:lvl5pPr>
      <a:lvl6pPr xmlns:a="http://schemas.openxmlformats.org/drawingml/2006/main" marL="2286000" algn="l">
        <a:buNone/>
        <a:defRPr sz="1800" lang="zh-CN" altLang="en-US">
          <a:solidFill>
            <a:schemeClr val="tx1"/>
          </a:solidFill>
          <a:latin typeface="Times New Roman"/>
          <a:ea typeface="SimHei"/>
          <a:cs typeface="Times New Roman"/>
        </a:defRPr>
      </a:lvl6pPr>
      <a:lvl7pPr xmlns:a="http://schemas.openxmlformats.org/drawingml/2006/main" marL="2743200" algn="l">
        <a:buNone/>
        <a:defRPr sz="1800" lang="zh-CN" altLang="en-US">
          <a:solidFill>
            <a:schemeClr val="tx1"/>
          </a:solidFill>
          <a:latin typeface="Times New Roman"/>
          <a:ea typeface="SimHei"/>
          <a:cs typeface="Times New Roman"/>
        </a:defRPr>
      </a:lvl7pPr>
      <a:lvl8pPr xmlns:a="http://schemas.openxmlformats.org/drawingml/2006/main" marL="3200400" algn="l">
        <a:buNone/>
        <a:defRPr sz="1800" lang="zh-CN" altLang="en-US">
          <a:solidFill>
            <a:schemeClr val="tx1"/>
          </a:solidFill>
          <a:latin typeface="Times New Roman"/>
          <a:ea typeface="SimHei"/>
          <a:cs typeface="Times New Roman"/>
        </a:defRPr>
      </a:lvl8pPr>
      <a:lvl9pPr xmlns:a="http://schemas.openxmlformats.org/drawingml/2006/main" marL="3657600" algn="l">
        <a:buNone/>
        <a:defRPr sz="1800" lang="zh-CN" altLang="en-US">
          <a:solidFill>
            <a:schemeClr val="tx1"/>
          </a:solidFill>
          <a:latin typeface="Times New Roman"/>
          <a:ea typeface="SimHei"/>
          <a:cs typeface="Times New Roman"/>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SimHei"/>
        <a:cs typeface="Times New Roman"/>
      </a:majorFont>
      <a:minorFont>
        <a:latin typeface="Times New Roman"/>
        <a:ea typeface="SimHei"/>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0fa8f13c740f4723"/><Relationship Type="http://schemas.openxmlformats.org/officeDocument/2006/relationships/notesSlide" Target="/ppt/notesSlides/notesSlide1.xml" Id="R4b220be4d0214f85"/><Relationship Id="rId1" Type="http://schemas.openxmlformats.org/officeDocument/2006/relationships/image" Target="../media/h_image1.png"/><Relationship Id="rId2" Type="http://schemas.openxmlformats.org/officeDocument/2006/relationships/image" Target="../media/h_image2.png"/></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3c014241dc354b8e"/><Relationship Type="http://schemas.openxmlformats.org/officeDocument/2006/relationships/notesSlide" Target="/ppt/notesSlides/notesSlide2.xml" Id="R24dd11d681124208"/><Relationship Id="rId1" Type="http://schemas.openxmlformats.org/officeDocument/2006/relationships/tags" Target="../tags/h_tag64.xml"/><Relationship Id="rId2" Type="http://schemas.openxmlformats.org/officeDocument/2006/relationships/tags" Target="../tags/h_tag80.xml"/><Relationship Id="rId3" Type="http://schemas.openxmlformats.org/officeDocument/2006/relationships/tags" Target="../tags/h_tag81.xml"/><Relationship Id="rId4" Type="http://schemas.openxmlformats.org/officeDocument/2006/relationships/tags" Target="../tags/h_tag82.xml"/><Relationship Id="rId5" Type="http://schemas.openxmlformats.org/officeDocument/2006/relationships/tags" Target="../tags/h_tag65.xml"/><Relationship Id="rId6" Type="http://schemas.openxmlformats.org/officeDocument/2006/relationships/tags" Target="../tags/h_tag77.xml"/><Relationship Id="rId7" Type="http://schemas.openxmlformats.org/officeDocument/2006/relationships/tags" Target="../tags/h_tag78.xml"/><Relationship Id="rId8" Type="http://schemas.openxmlformats.org/officeDocument/2006/relationships/tags" Target="../tags/h_tag79.xml"/><Relationship Id="rId9" Type="http://schemas.openxmlformats.org/officeDocument/2006/relationships/tags" Target="../tags/h_tag66.xml"/><Relationship Id="rId10" Type="http://schemas.openxmlformats.org/officeDocument/2006/relationships/tags" Target="../tags/h_tag74.xml"/><Relationship Id="rId11" Type="http://schemas.openxmlformats.org/officeDocument/2006/relationships/tags" Target="../tags/h_tag75.xml"/><Relationship Id="rId12" Type="http://schemas.openxmlformats.org/officeDocument/2006/relationships/tags" Target="../tags/h_tag76.xml"/><Relationship Id="rId13" Type="http://schemas.openxmlformats.org/officeDocument/2006/relationships/tags" Target="../tags/h_tag67.xml"/><Relationship Id="rId14" Type="http://schemas.openxmlformats.org/officeDocument/2006/relationships/tags" Target="../tags/h_tag71.xml"/><Relationship Id="rId15" Type="http://schemas.openxmlformats.org/officeDocument/2006/relationships/tags" Target="../tags/h_tag72.xml"/><Relationship Id="rId16" Type="http://schemas.openxmlformats.org/officeDocument/2006/relationships/tags" Target="../tags/h_tag73.xml"/><Relationship Id="rId17" Type="http://schemas.openxmlformats.org/officeDocument/2006/relationships/tags" Target="../tags/h_tag68.xml"/><Relationship Id="rId18" Type="http://schemas.openxmlformats.org/officeDocument/2006/relationships/tags" Target="../tags/h_tag69.xml"/><Relationship Id="rId19" Type="http://schemas.openxmlformats.org/officeDocument/2006/relationships/tags" Target="../tags/h_tag70.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410bdc3f85d84dbe"/><Relationship Type="http://schemas.openxmlformats.org/officeDocument/2006/relationships/notesSlide" Target="/ppt/notesSlides/notesSlide3.xml" Id="R7b715d06ca064ec3"/><Relationship Id="rId1" Type="http://schemas.openxmlformats.org/officeDocument/2006/relationships/image" Target="../media/h_image4.png"/></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d29e04a08291405a"/><Relationship Type="http://schemas.openxmlformats.org/officeDocument/2006/relationships/notesSlide" Target="/ppt/notesSlides/notesSlide4.xml" Id="R8263818968ec4506"/><Relationship Id="rId1" Type="http://schemas.openxmlformats.org/officeDocument/2006/relationships/image" Target="../media/h_image4.png"/></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bb922012b15f411d"/><Relationship Type="http://schemas.openxmlformats.org/officeDocument/2006/relationships/notesSlide" Target="/ppt/notesSlides/notesSlide5.xml" Id="Rc6e3a4d3dbd447ae"/><Relationship Id="rId1" Type="http://schemas.openxmlformats.org/officeDocument/2006/relationships/image" Target="../media/h_image4.png"/></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a4180d559438428c"/><Relationship Type="http://schemas.openxmlformats.org/officeDocument/2006/relationships/notesSlide" Target="/ppt/notesSlides/notesSlide6.xml" Id="Red9dff1df85d4d05"/><Relationship Id="rId1" Type="http://schemas.openxmlformats.org/officeDocument/2006/relationships/image" Target="../media/h_image4.png"/></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024ffbce8b8f4197"/><Relationship Type="http://schemas.openxmlformats.org/officeDocument/2006/relationships/notesSlide" Target="/ppt/notesSlides/notesSlide7.xml" Id="R4769549710724084"/><Relationship Id="rId1" Type="http://schemas.openxmlformats.org/officeDocument/2006/relationships/image" Target="../media/h_image4.png"/></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3523a80bee9142c5"/><Relationship Type="http://schemas.openxmlformats.org/officeDocument/2006/relationships/notesSlide" Target="/ppt/notesSlides/notesSlide8.xml" Id="R66021e39ae834042"/><Relationship Id="rId1" Type="http://schemas.openxmlformats.org/officeDocument/2006/relationships/image" Target="../media/h_image4.png"/></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cc61c6daf78e44bb"/><Relationship Type="http://schemas.openxmlformats.org/officeDocument/2006/relationships/notesSlide" Target="/ppt/notesSlides/notesSlide9.xml" Id="Rd81caafe486f4db9"/><Relationship Id="rId1" Type="http://schemas.openxmlformats.org/officeDocument/2006/relationships/image" Target="../media/h_image4.png"/></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01cd93212afb4ff5"/><Relationship Type="http://schemas.openxmlformats.org/officeDocument/2006/relationships/notesSlide" Target="/ppt/notesSlides/notesSlide11.xml" Id="R2b5c8e279bde4566"/><Relationship Id="rId1" Type="http://schemas.openxmlformats.org/officeDocument/2006/relationships/image" Target="../media/h_image4.png"/></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147857a8c9374066"/><Relationship Type="http://schemas.openxmlformats.org/officeDocument/2006/relationships/notesSlide" Target="/ppt/notesSlides/notesSlide12.xml" Id="Ra64edf768ed64cd8"/><Relationship Id="rId1" Type="http://schemas.openxmlformats.org/officeDocument/2006/relationships/image" Target="../media/h_image4.png"/></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e60578d4a94e4a1e"/><Relationship Type="http://schemas.openxmlformats.org/officeDocument/2006/relationships/notesSlide" Target="/ppt/notesSlides/notesSlide13.xml" Id="Rb9463fbcce89408b"/><Relationship Id="rId1" Type="http://schemas.openxmlformats.org/officeDocument/2006/relationships/image" Target="../media/h_image4.png"/></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7d0aa06ff5264b62"/><Relationship Type="http://schemas.openxmlformats.org/officeDocument/2006/relationships/notesSlide" Target="/ppt/notesSlides/notesSlide14.xml" Id="R7d0d5f32429a4b54"/><Relationship Id="rId1" Type="http://schemas.openxmlformats.org/officeDocument/2006/relationships/image" Target="../media/h_image4.png"/></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a4455c813e314187"/><Relationship Type="http://schemas.openxmlformats.org/officeDocument/2006/relationships/notesSlide" Target="/ppt/notesSlides/notesSlide15.xml" Id="Rf9f1c323f0d745d5"/><Relationship Id="rId1" Type="http://schemas.openxmlformats.org/officeDocument/2006/relationships/image" Target="../media/h_image4.png"/></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4455f604872e4d3c"/><Relationship Type="http://schemas.openxmlformats.org/officeDocument/2006/relationships/notesSlide" Target="/ppt/notesSlides/notesSlide16.xml" Id="Ra422200df3a04a1b"/><Relationship Id="rId1" Type="http://schemas.openxmlformats.org/officeDocument/2006/relationships/image" Target="../media/h_image1.png"/><Relationship Id="rId2" Type="http://schemas.openxmlformats.org/officeDocument/2006/relationships/image" Target="../media/h_image2.png"/></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2ecdf2f3c33c4aa6"/><Relationship Type="http://schemas.openxmlformats.org/officeDocument/2006/relationships/notesSlide" Target="/ppt/notesSlides/notesSlide17.xml" Id="R0f635d1f7b2647d9"/><Relationship Id="rId1" Type="http://schemas.openxmlformats.org/officeDocument/2006/relationships/image" Target="../media/h_image4.png"/></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7fd34f6fe6794626"/><Relationship Type="http://schemas.openxmlformats.org/officeDocument/2006/relationships/notesSlide" Target="/ppt/notesSlides/notesSlide18.xml" Id="Rbbf2c8fcad17409c"/><Relationship Id="rId1" Type="http://schemas.openxmlformats.org/officeDocument/2006/relationships/image" Target="../media/h_image4.png"/></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矩形 4"/>
          <p:cNvSpPr/>
          <p:nvPr/>
        </p:nvSpPr>
        <p:spPr>
          <a:xfrm>
            <a:off x="2081" y="1990089"/>
            <a:ext cx="12189743" cy="3079121"/>
          </a:xfrm>
          <a:prstGeom prst="rect">
            <a:avLst/>
          </a:prstGeom>
          <a:ln>
            <a:noFill/>
          </a:ln>
        </p:spPr>
        <p:style>
          <a:lnRef idx="2">
            <a:srgbClr val="4874CB">
              <a:shade val="50000"/>
            </a:srgbClr>
          </a:lnRef>
          <a:fillRef idx="1">
            <a:srgbClr val="4874CB"/>
          </a:fillRef>
          <a:effectRef idx="0">
            <a:srgbClr val="4874CB"/>
          </a:effectRef>
          <a:fontRef idx="minor">
            <a:srgbClr val="FFFFFF"/>
          </a:fontRef>
        </p:style>
        <p:txBody>
          <a:bodyPr rtlCol="0" anchor="ctr"/>
          <a:lstStyle/>
          <a:p>
            <a:pPr algn="ctr"/>
            <a:endParaRPr kumimoji="1" lang="zh-CN" altLang="en-US">
              <a:latin typeface="Times New Roman" panose="020B0503020204020204" charset="-122"/>
              <a:ea typeface="SimHei" panose="020B0503020204020204" charset="-122"/>
              <a:cs typeface="Times New Roman"/>
            </a:endParaRPr>
          </a:p>
        </p:txBody>
      </p:sp>
      <p:sp xmlns:a="http://schemas.openxmlformats.org/drawingml/2006/main">
        <p:nvSpPr>
          <p:cNvPr id="3" name="文本框 7"/>
          <p:cNvSpPr txBox="1"/>
          <p:nvPr/>
        </p:nvSpPr>
        <p:spPr>
          <a:xfrm>
            <a:off x="171450" y="1990725"/>
            <a:ext cx="11849100" cy="2895600"/>
          </a:xfrm>
          <a:prstGeom prst="rect">
            <a:avLst/>
          </a:prstGeom>
          <a:noFill/>
        </p:spPr>
        <p:txBody>
          <a:bodyPr wrap="square" rtlCol="0" anchor="ctr" anchorCtr="0">
            <a:noAutofit/>
          </a:bodyPr>
          <a:lstStyle/>
          <a:p>
            <a:pPr algn="ctr">
              <a:lnSpc>
                <a:spcPct val="125000"/>
              </a:lnSpc>
            </a:pPr>
            <a:r>
              <a:rPr lang="zh-CN" altLang="en-US" sz="4800" b="1" dirty="0">
                <a:solidFill>
                  <a:srgbClr val="FFFFFF"/>
                </a:solidFill>
                <a:latin typeface="Times New Roman"/>
                <a:ea typeface="SimHei"/>
                <a:cs typeface="Times New Roman"/>
              </a:rPr>
              <a:t>基于图表示学习与强化学习的</a:t>
            </a:r>
          </a:p>
          <a:p>
            <a:pPr algn="ctr">
              <a:lnSpc>
                <a:spcPct val="125000"/>
              </a:lnSpc>
            </a:pPr>
            <a:r>
              <a:rPr lang="zh-CN" altLang="en-US" sz="4800" b="1" dirty="0">
                <a:solidFill>
                  <a:srgbClr val="FFFFFF"/>
                </a:solidFill>
                <a:latin typeface="Times New Roman"/>
                <a:ea typeface="SimHei"/>
                <a:cs typeface="Times New Roman"/>
              </a:rPr>
              <a:t>飞机脉动装配线调度方法研究</a:t>
            </a:r>
          </a:p>
        </p:txBody>
      </p:sp>
      <p:grpSp xmlns:a="http://schemas.openxmlformats.org/drawingml/2006/main" xmlns:r="http://schemas.openxmlformats.org/officeDocument/2006/relationships">
        <p:nvGrpSpPr>
          <p:cNvPr id="4" name="组合 18"/>
          <p:cNvGrpSpPr/>
          <p:nvPr/>
        </p:nvGrpSpPr>
        <p:grpSpPr>
          <a:xfrm>
            <a:off x="4552253" y="926274"/>
            <a:ext cx="3087810" cy="816709"/>
            <a:chOff x="4632728" y="981012"/>
            <a:chExt cx="3088382" cy="816860"/>
          </a:xfrm>
        </p:grpSpPr>
        <p:pic>
          <p:nvPicPr>
            <p:cNvPr id="5" name="Picture 2" descr="C:\Users\Asaskaa\Desktop\1.png"/>
            <p:cNvPicPr>
              <a:picLocks noChangeAspect="1" noChangeArrowheads="1"/>
            </p:cNvPicPr>
            <p:nvPr/>
          </p:nvPicPr>
          <p:blipFill rotWithShape="1">
            <a:blip r:embed="rId1" cstate="print"/>
            <a:srcRect l="13505" r="13805"/>
            <a:stretch>
              <a:fillRect/>
            </a:stretch>
          </p:blipFill>
          <p:spPr bwMode="auto">
            <a:xfrm>
              <a:off x="4632728" y="1053530"/>
              <a:ext cx="865967" cy="744342"/>
            </a:xfrm>
            <a:prstGeom prst="rect">
              <a:avLst/>
            </a:prstGeom>
            <a:noFill/>
          </p:spPr>
        </p:pic>
        <p:pic>
          <p:nvPicPr>
            <p:cNvPr id="6" name="Picture 3" descr="C:\Users\Asaskaa\Desktop\3.png"/>
            <p:cNvPicPr>
              <a:picLocks noChangeAspect="1" noChangeArrowheads="1"/>
            </p:cNvPicPr>
            <p:nvPr/>
          </p:nvPicPr>
          <p:blipFill rotWithShape="1">
            <a:blip r:embed="rId2" cstate="print"/>
            <a:srcRect l="31933" t="22857" r="9687" b="25687"/>
            <a:stretch>
              <a:fillRect/>
            </a:stretch>
          </p:blipFill>
          <p:spPr bwMode="auto">
            <a:xfrm>
              <a:off x="5498695" y="981012"/>
              <a:ext cx="2222415" cy="816860"/>
            </a:xfrm>
            <a:prstGeom prst="rect">
              <a:avLst/>
            </a:prstGeom>
            <a:noFill/>
          </p:spPr>
        </p:pic>
      </p:grpSp>
      <p:sp>
        <p:nvSpPr>
          <p:cNvPr id="7" name="cover-caption">
            <a:extLst xmlns:a="http://schemas.openxmlformats.org/drawingml/2006/main">
              <a:ext uri="{FF2B5EF4-FFF2-40B4-BE49-F238E27FC236}">
                <a16:creationId xmlns:a16="http://schemas.microsoft.com/office/drawing/2014/main" id="{95E8B047-E720-46A7-AC5C-DDFEBD1DC4B1}"/>
              </a:ext>
            </a:extLst>
          </p:cNvPr>
          <p:cNvSpPr>
            <a:spLocks xmlns:a="http://schemas.openxmlformats.org/drawingml/2006/main" noGrp="1"/>
          </p:cNvSpPr>
          <p:nvPr/>
        </p:nvSpPr>
        <p:spPr>
          <a:xfrm xmlns:a="http://schemas.openxmlformats.org/drawingml/2006/main">
            <a:off x="2667000" y="4191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0" lang="zh-CN" altLang="en-US">
                <a:solidFill>
                  <a:srgbClr val="4674CD"/>
                </a:solidFill>
                <a:latin typeface="Times New Roman"/>
                <a:ea typeface="SimHei"/>
                <a:cs typeface="Times New Roman"/>
              </a:defRPr>
            </a:defPPr>
          </a:lstStyle>
          <a:p xmlns:a="http://schemas.openxmlformats.org/drawingml/2006/main">
            <a:pPr algn="ctr">
              <a:defRPr sz="1800" b="0" lang="zh-CN" altLang="en-US">
                <a:solidFill>
                  <a:srgbClr val="4674CD"/>
                </a:solidFill>
                <a:latin typeface="Times New Roman"/>
                <a:ea typeface="SimHei"/>
                <a:cs typeface="Times New Roman"/>
              </a:defRPr>
            </a:pPr>
            <a:r>
              <a:rPr sz="1800" b="0" lang="zh-CN" altLang="en-US">
                <a:solidFill>
                  <a:srgbClr val="4674CD"/>
                </a:solidFill>
                <a:latin typeface="Times New Roman"/>
                <a:ea typeface="SimHei"/>
                <a:cs typeface="Times New Roman"/>
              </a:rPr>
              <a:t>硕士学位论文开题报告</a:t>
            </a:r>
          </a:p>
        </p:txBody>
      </p:sp>
      <p:sp>
        <p:nvSpPr>
          <p:cNvPr id="8" name="cover-discipline-date">
            <a:extLst xmlns:a="http://schemas.openxmlformats.org/drawingml/2006/main">
              <a:ext uri="{FF2B5EF4-FFF2-40B4-BE49-F238E27FC236}">
                <a16:creationId xmlns:a16="http://schemas.microsoft.com/office/drawing/2014/main" id="{A33DC96B-EE51-4E20-B2CE-155613372E26}"/>
              </a:ext>
            </a:extLst>
          </p:cNvPr>
          <p:cNvSpPr>
            <a:spLocks xmlns:a="http://schemas.openxmlformats.org/drawingml/2006/main" noGrp="1"/>
          </p:cNvSpPr>
          <p:nvPr/>
        </p:nvSpPr>
        <p:spPr>
          <a:xfrm xmlns:a="http://schemas.openxmlformats.org/drawingml/2006/main">
            <a:off x="2476500" y="538162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0" lang="zh-CN" altLang="en-US">
                <a:solidFill>
                  <a:srgbClr val="4674CD"/>
                </a:solidFill>
                <a:latin typeface="Times New Roman"/>
                <a:ea typeface="SimHei"/>
                <a:cs typeface="Times New Roman"/>
              </a:defRPr>
            </a:defPPr>
          </a:lstStyle>
          <a:p xmlns:a="http://schemas.openxmlformats.org/drawingml/2006/main">
            <a:pPr algn="ctr">
              <a:defRPr sz="1800" b="0" lang="zh-CN" altLang="en-US">
                <a:solidFill>
                  <a:srgbClr val="4674CD"/>
                </a:solidFill>
                <a:latin typeface="Times New Roman"/>
                <a:ea typeface="SimHei"/>
                <a:cs typeface="Times New Roman"/>
              </a:defRPr>
            </a:pPr>
            <a:r>
              <a:rPr sz="1800" b="0" lang="zh-CN" altLang="en-US">
                <a:solidFill>
                  <a:srgbClr val="4674CD"/>
                </a:solidFill>
                <a:latin typeface="Times New Roman"/>
                <a:ea typeface="SimHei"/>
                <a:cs typeface="Times New Roman"/>
              </a:rPr>
              <a:t>控制科学与工程   2026年10月</a:t>
            </a:r>
          </a:p>
        </p:txBody>
      </p:sp>
    </p:spTree>
    <p:extLst>
      <p:ext uri="{BB962C8B-B14F-4D97-AF65-F5344CB8AC3E}">
        <p14:creationId xmlns:p14="http://schemas.microsoft.com/office/powerpoint/2010/main" val="6744325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pSp xmlns:a="http://schemas.openxmlformats.org/drawingml/2006/main">
        <p:nvGrpSpPr>
          <p:cNvPr id="2" name="组合 13"/>
          <p:cNvGrpSpPr/>
          <p:nvPr/>
        </p:nvGrpSpPr>
        <p:grpSpPr>
          <a:xfrm>
            <a:off x="0" y="0"/>
            <a:ext cx="4651513" cy="6858000"/>
            <a:chOff x="0" y="0"/>
            <a:chExt cx="4651513" cy="6858000"/>
          </a:xfrm>
          <a:solidFill>
            <a:srgbClr val="005BAE"/>
          </a:solidFill>
        </p:grpSpPr>
        <p:grpSp>
          <p:nvGrpSpPr>
            <p:cNvPr id="3" name="组合 12"/>
            <p:cNvGrpSpPr/>
            <p:nvPr/>
          </p:nvGrpSpPr>
          <p:grpSpPr>
            <a:xfrm>
              <a:off x="0" y="0"/>
              <a:ext cx="4651513" cy="6858000"/>
              <a:chOff x="0" y="0"/>
              <a:chExt cx="4651513" cy="6858000"/>
            </a:xfrm>
            <a:grpFill/>
          </p:grpSpPr>
          <p:sp>
            <p:nvSpPr>
              <p:cNvPr id="4" name="矩形 4"/>
              <p:cNvSpPr/>
              <p:nvPr/>
            </p:nvSpPr>
            <p:spPr>
              <a:xfrm>
                <a:off x="0" y="0"/>
                <a:ext cx="4651513" cy="6858000"/>
              </a:xfrm>
              <a:prstGeom prst="rect">
                <a:avLst/>
              </a:prstGeom>
              <a:grpFill/>
              <a:ln>
                <a:noFill/>
              </a:ln>
            </p:spPr>
            <p:style>
              <a:lnRef idx="2">
                <a:srgbClr val="4874CB">
                  <a:shade val="50000"/>
                </a:srgbClr>
              </a:lnRef>
              <a:fillRef idx="1">
                <a:srgbClr val="4874CB"/>
              </a:fillRef>
              <a:effectRef idx="0">
                <a:srgbClr val="4874CB"/>
              </a:effectRef>
              <a:fontRef idx="minor">
                <a:srgbClr val="FFFFFF"/>
              </a:fontRef>
            </p:style>
            <p:txBody>
              <a:bodyPr rtlCol="0" anchor="ctr"/>
              <a:lstStyle/>
              <a:p>
                <a:pPr algn="ctr"/>
                <a:endParaRPr lang="zh-CN" altLang="en-US" dirty="0">
                  <a:latin typeface="Times New Roman"/>
                  <a:ea typeface="SimHei"/>
                  <a:cs typeface="Times New Roman"/>
                </a:endParaRPr>
              </a:p>
            </p:txBody>
          </p:sp>
          <p:sp>
            <p:nvSpPr>
              <p:cNvPr id="5" name="文本框 8"/>
              <p:cNvSpPr txBox="1"/>
              <p:nvPr/>
            </p:nvSpPr>
            <p:spPr>
              <a:xfrm>
                <a:off x="3536013" y="4081670"/>
                <a:ext cx="982979" cy="2544418"/>
              </a:xfrm>
              <a:prstGeom prst="rect">
                <a:avLst/>
              </a:prstGeom>
              <a:grpFill/>
            </p:spPr>
            <p:txBody>
              <a:bodyPr vert="eaVert" wrap="square" rtlCol="0">
                <a:spAutoFit/>
              </a:bodyPr>
              <a:lstStyle/>
              <a:p>
                <a:pPr algn="ctr"/>
                <a:r>
                  <a:rPr lang="zh-CN" altLang="en-US" sz="4800" b="1" dirty="0">
                    <a:solidFill>
                      <a:srgbClr val="FFFFFF"/>
                    </a:solidFill>
                    <a:latin typeface="Times New Roman"/>
                    <a:ea typeface="SimHei"/>
                    <a:cs typeface="Times New Roman"/>
                  </a:rPr>
                  <a:t>Content</a:t>
                </a:r>
                <a:endParaRPr lang="zh-CN" altLang="en-US" sz="4800" b="1" dirty="0">
                  <a:solidFill>
                    <a:srgbClr val="FFFFFF"/>
                  </a:solidFill>
                  <a:latin typeface="Times New Roman"/>
                  <a:ea typeface="SimHei"/>
                  <a:cs typeface="Times New Roman"/>
                </a:endParaRPr>
              </a:p>
            </p:txBody>
          </p:sp>
        </p:grpSp>
        <p:sp>
          <p:nvSpPr>
            <p:cNvPr id="6" name="矩形 6"/>
            <p:cNvSpPr/>
            <p:nvPr/>
          </p:nvSpPr>
          <p:spPr>
            <a:xfrm>
              <a:off x="808382" y="1782419"/>
              <a:ext cx="3045613" cy="1646581"/>
            </a:xfrm>
            <a:prstGeom prst="rect">
              <a:avLst/>
            </a:prstGeom>
            <a:grpFill/>
            <a:ln w="76200">
              <a:solidFill>
                <a:srgbClr val="FFFFFF"/>
              </a:solidFill>
            </a:ln>
          </p:spPr>
          <p:style>
            <a:lnRef idx="2">
              <a:srgbClr val="4874CB">
                <a:shade val="50000"/>
              </a:srgbClr>
            </a:lnRef>
            <a:fillRef idx="1">
              <a:srgbClr val="4874CB"/>
            </a:fillRef>
            <a:effectRef idx="0">
              <a:srgbClr val="4874CB"/>
            </a:effectRef>
            <a:fontRef idx="minor">
              <a:srgbClr val="FFFFFF"/>
            </a:fontRef>
          </p:style>
          <p:txBody>
            <a:bodyPr rtlCol="0" anchor="ctr"/>
            <a:lstStyle/>
            <a:p>
              <a:pPr algn="ctr"/>
              <a:r>
                <a:rPr lang="zh-CN" altLang="en-US" sz="7200" b="1" dirty="0">
                  <a:latin typeface="Times New Roman"/>
                  <a:ea typeface="SimHei"/>
                  <a:cs typeface="Times New Roman"/>
                </a:rPr>
                <a:t>目录</a:t>
              </a:r>
            </a:p>
          </p:txBody>
        </p:sp>
      </p:grpSp>
      <p:grpSp xmlns:r="http://schemas.openxmlformats.org/officeDocument/2006/relationships" xmlns:a="http://schemas.openxmlformats.org/drawingml/2006/main">
        <p:nvGrpSpPr>
          <p:cNvPr id="7" name="组合 31"/>
          <p:cNvGrpSpPr/>
          <p:nvPr>
            <p:custDataLst>
              <p:tags r:id="rId1"/>
            </p:custDataLst>
          </p:nvPr>
        </p:nvGrpSpPr>
        <p:grpSpPr>
          <a:xfrm>
            <a:off x="5271511" y="1640262"/>
            <a:ext cx="3438937" cy="461665"/>
            <a:chOff x="5247396" y="2156695"/>
            <a:chExt cx="3438937" cy="461665"/>
          </a:xfrm>
        </p:grpSpPr>
        <p:sp>
          <p:nvSpPr>
            <p:cNvPr id="8" name="椭圆 18"/>
            <p:cNvSpPr/>
            <p:nvPr>
              <p:custDataLst>
                <p:tags r:id="rId2"/>
              </p:custDataLst>
            </p:nvPr>
          </p:nvSpPr>
          <p:spPr>
            <a:xfrm>
              <a:off x="6408565" y="2292623"/>
              <a:ext cx="145774" cy="145774"/>
            </a:xfrm>
            <a:prstGeom prst="ellipse">
              <a:avLst/>
            </a:prstGeom>
            <a:solidFill>
              <a:srgbClr val="0054A6"/>
            </a:solidFill>
            <a:ln>
              <a:solidFill>
                <a:srgbClr val="0054A6"/>
              </a:solidFill>
            </a:ln>
          </p:spPr>
          <p:style>
            <a:lnRef idx="2">
              <a:srgbClr val="4874CB">
                <a:shade val="50000"/>
              </a:srgbClr>
            </a:lnRef>
            <a:fillRef idx="1">
              <a:srgbClr val="4874CB"/>
            </a:fillRef>
            <a:effectRef idx="0">
              <a:srgbClr val="4874CB"/>
            </a:effectRef>
            <a:fontRef idx="minor">
              <a:srgbClr val="FFFFFF"/>
            </a:fontRef>
          </p:style>
          <p:txBody>
            <a:bodyPr rtlCol="0" anchor="ctr"/>
            <a:lstStyle/>
            <a:p>
              <a:pPr algn="ctr"/>
              <a:endParaRPr lang="zh-CN" altLang="en-US">
                <a:latin typeface="Times New Roman"/>
                <a:ea typeface="SimHei"/>
                <a:cs typeface="Times New Roman"/>
              </a:endParaRPr>
            </a:p>
          </p:txBody>
        </p:sp>
        <p:sp>
          <p:nvSpPr>
            <p:cNvPr id="9" name="文本框 23"/>
            <p:cNvSpPr txBox="1"/>
            <p:nvPr>
              <p:custDataLst>
                <p:tags r:id="rId3"/>
              </p:custDataLst>
            </p:nvPr>
          </p:nvSpPr>
          <p:spPr>
            <a:xfrm>
              <a:off x="5247396" y="2156695"/>
              <a:ext cx="893381" cy="461665"/>
            </a:xfrm>
            <a:prstGeom prst="rect">
              <a:avLst/>
            </a:prstGeom>
            <a:noFill/>
          </p:spPr>
          <p:txBody>
            <a:bodyPr wrap="square" rtlCol="0">
              <a:spAutoFit/>
            </a:bodyPr>
            <a:lstStyle/>
            <a:p>
              <a:pPr algn="ctr"/>
              <a:r>
                <a:rPr lang="zh-CN" altLang="en-US" sz="2400" b="1" dirty="0">
                  <a:solidFill>
                    <a:srgbClr val="0054A6"/>
                  </a:solidFill>
                  <a:latin typeface="Times New Roman"/>
                  <a:ea typeface="SimHei"/>
                  <a:cs typeface="Times New Roman"/>
                </a:rPr>
                <a:t>01</a:t>
              </a:r>
              <a:endParaRPr lang="zh-CN" altLang="en-US" sz="2400" b="1" dirty="0">
                <a:solidFill>
                  <a:srgbClr val="0054A6"/>
                </a:solidFill>
                <a:latin typeface="Times New Roman"/>
                <a:ea typeface="SimHei"/>
                <a:cs typeface="Times New Roman"/>
              </a:endParaRPr>
            </a:p>
          </p:txBody>
        </p:sp>
        <p:sp>
          <p:nvSpPr>
            <p:cNvPr id="10" name="文本框 27"/>
            <p:cNvSpPr txBox="1"/>
            <p:nvPr>
              <p:custDataLst>
                <p:tags r:id="rId4"/>
              </p:custDataLst>
            </p:nvPr>
          </p:nvSpPr>
          <p:spPr>
            <a:xfrm>
              <a:off x="7168391" y="2156695"/>
              <a:ext cx="1517942" cy="461665"/>
            </a:xfrm>
            <a:prstGeom prst="rect">
              <a:avLst/>
            </a:prstGeom>
            <a:noFill/>
          </p:spPr>
          <p:txBody>
            <a:bodyPr wrap="square" rtlCol="0">
              <a:spAutoFit/>
            </a:bodyPr>
            <a:lstStyle/>
            <a:p>
              <a:r>
                <a:rPr lang="zh-CN" altLang="en-US" sz="2400" b="1" dirty="0">
                  <a:solidFill>
                    <a:srgbClr val="0054A6"/>
                  </a:solidFill>
                  <a:latin typeface="Times New Roman"/>
                  <a:ea typeface="SimHei"/>
                  <a:cs typeface="Times New Roman"/>
                </a:rPr>
                <a:t>研究背景</a:t>
              </a:r>
            </a:p>
          </p:txBody>
        </p:sp>
      </p:grpSp>
      <p:grpSp xmlns:r="http://schemas.openxmlformats.org/officeDocument/2006/relationships" xmlns:a="http://schemas.openxmlformats.org/drawingml/2006/main">
        <p:nvGrpSpPr>
          <p:cNvPr id="11" name="组合 32"/>
          <p:cNvGrpSpPr/>
          <p:nvPr>
            <p:custDataLst>
              <p:tags r:id="rId5"/>
            </p:custDataLst>
          </p:nvPr>
        </p:nvGrpSpPr>
        <p:grpSpPr>
          <a:xfrm>
            <a:off x="5271045" y="2523073"/>
            <a:ext cx="5473607" cy="461666"/>
            <a:chOff x="5247397" y="3051218"/>
            <a:chExt cx="5473607" cy="461666"/>
          </a:xfrm>
        </p:grpSpPr>
        <p:sp>
          <p:nvSpPr>
            <p:cNvPr id="12" name="椭圆 19"/>
            <p:cNvSpPr/>
            <p:nvPr>
              <p:custDataLst>
                <p:tags r:id="rId6"/>
              </p:custDataLst>
            </p:nvPr>
          </p:nvSpPr>
          <p:spPr>
            <a:xfrm>
              <a:off x="6408565" y="3209165"/>
              <a:ext cx="145774" cy="145774"/>
            </a:xfrm>
            <a:prstGeom prst="ellipse">
              <a:avLst/>
            </a:prstGeom>
            <a:solidFill>
              <a:srgbClr val="0054A6"/>
            </a:solidFill>
            <a:ln>
              <a:solidFill>
                <a:srgbClr val="005BAE"/>
              </a:solidFill>
            </a:ln>
          </p:spPr>
          <p:style>
            <a:lnRef idx="2">
              <a:srgbClr val="4874CB">
                <a:shade val="50000"/>
              </a:srgbClr>
            </a:lnRef>
            <a:fillRef idx="1">
              <a:srgbClr val="4874CB"/>
            </a:fillRef>
            <a:effectRef idx="0">
              <a:srgbClr val="4874CB"/>
            </a:effectRef>
            <a:fontRef idx="minor">
              <a:srgbClr val="FFFFFF"/>
            </a:fontRef>
          </p:style>
          <p:txBody>
            <a:bodyPr rtlCol="0" anchor="ctr"/>
            <a:lstStyle/>
            <a:p>
              <a:pPr algn="ctr"/>
              <a:endParaRPr lang="zh-CN" altLang="en-US">
                <a:latin typeface="Times New Roman"/>
                <a:ea typeface="SimHei"/>
                <a:cs typeface="Times New Roman"/>
              </a:endParaRPr>
            </a:p>
          </p:txBody>
        </p:sp>
        <p:sp>
          <p:nvSpPr>
            <p:cNvPr id="13" name="文本框 24"/>
            <p:cNvSpPr txBox="1"/>
            <p:nvPr>
              <p:custDataLst>
                <p:tags r:id="rId7"/>
              </p:custDataLst>
            </p:nvPr>
          </p:nvSpPr>
          <p:spPr>
            <a:xfrm>
              <a:off x="5247397" y="3051219"/>
              <a:ext cx="893381" cy="461665"/>
            </a:xfrm>
            <a:prstGeom prst="rect">
              <a:avLst/>
            </a:prstGeom>
            <a:noFill/>
          </p:spPr>
          <p:txBody>
            <a:bodyPr wrap="square" rtlCol="0">
              <a:spAutoFit/>
            </a:bodyPr>
            <a:lstStyle/>
            <a:p>
              <a:pPr algn="ctr"/>
              <a:r>
                <a:rPr lang="zh-CN" altLang="en-US" sz="2400" b="1" dirty="0">
                  <a:solidFill>
                    <a:srgbClr val="0054A6"/>
                  </a:solidFill>
                  <a:latin typeface="Times New Roman"/>
                  <a:ea typeface="SimHei"/>
                  <a:cs typeface="Times New Roman"/>
                </a:rPr>
                <a:t>02</a:t>
              </a:r>
              <a:endParaRPr lang="zh-CN" altLang="en-US" sz="2400" b="1" dirty="0">
                <a:solidFill>
                  <a:srgbClr val="0054A6"/>
                </a:solidFill>
                <a:latin typeface="Times New Roman"/>
                <a:ea typeface="SimHei"/>
                <a:cs typeface="Times New Roman"/>
              </a:endParaRPr>
            </a:p>
          </p:txBody>
        </p:sp>
        <p:sp>
          <p:nvSpPr>
            <p:cNvPr id="14" name="文本框 28"/>
            <p:cNvSpPr txBox="1"/>
            <p:nvPr>
              <p:custDataLst>
                <p:tags r:id="rId8"/>
              </p:custDataLst>
            </p:nvPr>
          </p:nvSpPr>
          <p:spPr>
            <a:xfrm>
              <a:off x="7168390" y="3051218"/>
              <a:ext cx="3552614" cy="461665"/>
            </a:xfrm>
            <a:prstGeom prst="rect">
              <a:avLst/>
            </a:prstGeom>
            <a:noFill/>
          </p:spPr>
          <p:txBody>
            <a:bodyPr wrap="square" rtlCol="0">
              <a:spAutoFit/>
            </a:bodyPr>
            <a:lstStyle/>
            <a:p>
              <a:r>
                <a:rPr lang="zh-CN" altLang="en-US" sz="2400" b="1" dirty="0">
                  <a:solidFill>
                    <a:srgbClr val="0054A6"/>
                  </a:solidFill>
                  <a:latin typeface="Times New Roman"/>
                  <a:ea typeface="SimHei"/>
                  <a:cs typeface="Times New Roman"/>
                </a:rPr>
                <a:t>文献综述</a:t>
              </a:r>
            </a:p>
          </p:txBody>
        </p:sp>
      </p:grpSp>
      <p:grpSp xmlns:r="http://schemas.openxmlformats.org/officeDocument/2006/relationships" xmlns:a="http://schemas.openxmlformats.org/drawingml/2006/main">
        <p:nvGrpSpPr>
          <p:cNvPr id="15" name="组合 33"/>
          <p:cNvGrpSpPr/>
          <p:nvPr>
            <p:custDataLst>
              <p:tags r:id="rId9"/>
            </p:custDataLst>
          </p:nvPr>
        </p:nvGrpSpPr>
        <p:grpSpPr>
          <a:xfrm>
            <a:off x="5259503" y="3417598"/>
            <a:ext cx="5485149" cy="461665"/>
            <a:chOff x="5235855" y="3945743"/>
            <a:chExt cx="5485149" cy="461665"/>
          </a:xfrm>
        </p:grpSpPr>
        <p:sp>
          <p:nvSpPr>
            <p:cNvPr id="16" name="椭圆 20"/>
            <p:cNvSpPr/>
            <p:nvPr>
              <p:custDataLst>
                <p:tags r:id="rId10"/>
              </p:custDataLst>
            </p:nvPr>
          </p:nvSpPr>
          <p:spPr>
            <a:xfrm>
              <a:off x="6408565" y="4103689"/>
              <a:ext cx="145774" cy="145774"/>
            </a:xfrm>
            <a:prstGeom prst="ellipse">
              <a:avLst/>
            </a:prstGeom>
            <a:solidFill>
              <a:srgbClr val="0054A6"/>
            </a:solidFill>
            <a:ln>
              <a:solidFill>
                <a:srgbClr val="005BAE"/>
              </a:solidFill>
            </a:ln>
          </p:spPr>
          <p:style>
            <a:lnRef idx="2">
              <a:srgbClr val="4874CB">
                <a:shade val="50000"/>
              </a:srgbClr>
            </a:lnRef>
            <a:fillRef idx="1">
              <a:srgbClr val="4874CB"/>
            </a:fillRef>
            <a:effectRef idx="0">
              <a:srgbClr val="4874CB"/>
            </a:effectRef>
            <a:fontRef idx="minor">
              <a:srgbClr val="FFFFFF"/>
            </a:fontRef>
          </p:style>
          <p:txBody>
            <a:bodyPr rtlCol="0" anchor="ctr"/>
            <a:lstStyle/>
            <a:p>
              <a:pPr algn="ctr"/>
              <a:endParaRPr lang="zh-CN" altLang="en-US">
                <a:latin typeface="Times New Roman"/>
                <a:ea typeface="SimHei"/>
                <a:cs typeface="Times New Roman"/>
              </a:endParaRPr>
            </a:p>
          </p:txBody>
        </p:sp>
        <p:sp>
          <p:nvSpPr>
            <p:cNvPr id="17" name="文本框 25"/>
            <p:cNvSpPr txBox="1"/>
            <p:nvPr>
              <p:custDataLst>
                <p:tags r:id="rId11"/>
              </p:custDataLst>
            </p:nvPr>
          </p:nvSpPr>
          <p:spPr>
            <a:xfrm>
              <a:off x="5235855" y="3945743"/>
              <a:ext cx="893381" cy="461665"/>
            </a:xfrm>
            <a:prstGeom prst="rect">
              <a:avLst/>
            </a:prstGeom>
            <a:noFill/>
          </p:spPr>
          <p:txBody>
            <a:bodyPr wrap="square" rtlCol="0">
              <a:spAutoFit/>
            </a:bodyPr>
            <a:lstStyle/>
            <a:p>
              <a:pPr algn="ctr"/>
              <a:r>
                <a:rPr lang="zh-CN" altLang="en-US" sz="2400" b="1" dirty="0">
                  <a:solidFill>
                    <a:srgbClr val="0054A6"/>
                  </a:solidFill>
                  <a:latin typeface="Times New Roman"/>
                  <a:ea typeface="SimHei"/>
                  <a:cs typeface="Times New Roman"/>
                </a:rPr>
                <a:t>03</a:t>
              </a:r>
              <a:endParaRPr lang="zh-CN" altLang="en-US" sz="2400" b="1" dirty="0">
                <a:solidFill>
                  <a:srgbClr val="0054A6"/>
                </a:solidFill>
                <a:latin typeface="Times New Roman"/>
                <a:ea typeface="SimHei"/>
                <a:cs typeface="Times New Roman"/>
              </a:endParaRPr>
            </a:p>
          </p:txBody>
        </p:sp>
        <p:sp>
          <p:nvSpPr>
            <p:cNvPr id="18" name="文本框 29"/>
            <p:cNvSpPr txBox="1"/>
            <p:nvPr>
              <p:custDataLst>
                <p:tags r:id="rId12"/>
              </p:custDataLst>
            </p:nvPr>
          </p:nvSpPr>
          <p:spPr>
            <a:xfrm>
              <a:off x="7168390" y="3945743"/>
              <a:ext cx="3552614" cy="461665"/>
            </a:xfrm>
            <a:prstGeom prst="rect">
              <a:avLst/>
            </a:prstGeom>
            <a:noFill/>
          </p:spPr>
          <p:txBody>
            <a:bodyPr wrap="square" rtlCol="0">
              <a:spAutoFit/>
            </a:bodyPr>
            <a:lstStyle/>
            <a:p>
              <a:r>
                <a:rPr lang="zh-CN" altLang="en-US" sz="2400" b="1" dirty="0">
                  <a:solidFill>
                    <a:srgbClr val="0054A6"/>
                  </a:solidFill>
                  <a:latin typeface="Times New Roman"/>
                  <a:ea typeface="SimHei"/>
                  <a:cs typeface="Times New Roman"/>
                </a:rPr>
                <a:t>研究内容</a:t>
              </a:r>
            </a:p>
          </p:txBody>
        </p:sp>
      </p:grpSp>
      <p:grpSp xmlns:r="http://schemas.openxmlformats.org/officeDocument/2006/relationships" xmlns:a="http://schemas.openxmlformats.org/drawingml/2006/main">
        <p:nvGrpSpPr>
          <p:cNvPr id="19" name="组合 34"/>
          <p:cNvGrpSpPr/>
          <p:nvPr>
            <p:custDataLst>
              <p:tags r:id="rId13"/>
            </p:custDataLst>
          </p:nvPr>
        </p:nvGrpSpPr>
        <p:grpSpPr>
          <a:xfrm>
            <a:off x="5271044" y="4312122"/>
            <a:ext cx="5473608" cy="461665"/>
            <a:chOff x="5247396" y="4840267"/>
            <a:chExt cx="5473608" cy="461665"/>
          </a:xfrm>
        </p:grpSpPr>
        <p:sp>
          <p:nvSpPr>
            <p:cNvPr id="20" name="椭圆 21"/>
            <p:cNvSpPr/>
            <p:nvPr>
              <p:custDataLst>
                <p:tags r:id="rId14"/>
              </p:custDataLst>
            </p:nvPr>
          </p:nvSpPr>
          <p:spPr>
            <a:xfrm>
              <a:off x="6408565" y="4976190"/>
              <a:ext cx="145774" cy="145774"/>
            </a:xfrm>
            <a:prstGeom prst="ellipse">
              <a:avLst/>
            </a:prstGeom>
            <a:solidFill>
              <a:srgbClr val="0054A6"/>
            </a:solidFill>
            <a:ln>
              <a:solidFill>
                <a:srgbClr val="005BAE"/>
              </a:solidFill>
            </a:ln>
          </p:spPr>
          <p:style>
            <a:lnRef idx="2">
              <a:srgbClr val="4874CB">
                <a:shade val="50000"/>
              </a:srgbClr>
            </a:lnRef>
            <a:fillRef idx="1">
              <a:srgbClr val="4874CB"/>
            </a:fillRef>
            <a:effectRef idx="0">
              <a:srgbClr val="4874CB"/>
            </a:effectRef>
            <a:fontRef idx="minor">
              <a:srgbClr val="FFFFFF"/>
            </a:fontRef>
          </p:style>
          <p:txBody>
            <a:bodyPr rtlCol="0" anchor="ctr"/>
            <a:lstStyle/>
            <a:p>
              <a:pPr algn="ctr"/>
              <a:endParaRPr lang="zh-CN" altLang="en-US">
                <a:latin typeface="Times New Roman"/>
                <a:ea typeface="SimHei"/>
                <a:cs typeface="Times New Roman"/>
              </a:endParaRPr>
            </a:p>
          </p:txBody>
        </p:sp>
        <p:sp>
          <p:nvSpPr>
            <p:cNvPr id="21" name="文本框 26"/>
            <p:cNvSpPr txBox="1"/>
            <p:nvPr>
              <p:custDataLst>
                <p:tags r:id="rId15"/>
              </p:custDataLst>
            </p:nvPr>
          </p:nvSpPr>
          <p:spPr>
            <a:xfrm>
              <a:off x="5247396" y="4840267"/>
              <a:ext cx="893381" cy="461665"/>
            </a:xfrm>
            <a:prstGeom prst="rect">
              <a:avLst/>
            </a:prstGeom>
            <a:noFill/>
          </p:spPr>
          <p:txBody>
            <a:bodyPr wrap="square" rtlCol="0">
              <a:spAutoFit/>
            </a:bodyPr>
            <a:lstStyle/>
            <a:p>
              <a:pPr algn="ctr"/>
              <a:r>
                <a:rPr lang="zh-CN" altLang="en-US" sz="2400" b="1" dirty="0">
                  <a:solidFill>
                    <a:srgbClr val="0054A6"/>
                  </a:solidFill>
                  <a:latin typeface="Times New Roman"/>
                  <a:ea typeface="SimHei"/>
                  <a:cs typeface="Times New Roman"/>
                </a:rPr>
                <a:t>04</a:t>
              </a:r>
              <a:endParaRPr lang="zh-CN" altLang="en-US" sz="2400" b="1" dirty="0">
                <a:solidFill>
                  <a:srgbClr val="0054A6"/>
                </a:solidFill>
                <a:latin typeface="Times New Roman"/>
                <a:ea typeface="SimHei"/>
                <a:cs typeface="Times New Roman"/>
              </a:endParaRPr>
            </a:p>
          </p:txBody>
        </p:sp>
        <p:sp>
          <p:nvSpPr>
            <p:cNvPr id="22" name="文本框 30"/>
            <p:cNvSpPr txBox="1"/>
            <p:nvPr>
              <p:custDataLst>
                <p:tags r:id="rId16"/>
              </p:custDataLst>
            </p:nvPr>
          </p:nvSpPr>
          <p:spPr>
            <a:xfrm>
              <a:off x="7168390" y="4840267"/>
              <a:ext cx="3552614" cy="461665"/>
            </a:xfrm>
            <a:prstGeom prst="rect">
              <a:avLst/>
            </a:prstGeom>
            <a:noFill/>
          </p:spPr>
          <p:txBody>
            <a:bodyPr wrap="square" rtlCol="0">
              <a:spAutoFit/>
            </a:bodyPr>
            <a:lstStyle/>
            <a:p>
              <a:r>
                <a:rPr lang="zh-CN" altLang="en-US" sz="2400" b="1" dirty="0">
                  <a:solidFill>
                    <a:srgbClr val="0054A6"/>
                  </a:solidFill>
                  <a:latin typeface="Times New Roman"/>
                  <a:ea typeface="SimHei"/>
                  <a:cs typeface="Times New Roman"/>
                </a:rPr>
                <a:t>技术路线</a:t>
              </a:r>
            </a:p>
          </p:txBody>
        </p:sp>
      </p:grpSp>
      <p:sp xmlns:r="http://schemas.openxmlformats.org/officeDocument/2006/relationships" xmlns:a="http://schemas.openxmlformats.org/drawingml/2006/main">
        <p:nvSpPr>
          <p:cNvPr id="23" name="椭圆 21"/>
          <p:cNvSpPr/>
          <p:nvPr>
            <p:custDataLst>
              <p:tags r:id="rId17"/>
            </p:custDataLst>
          </p:nvPr>
        </p:nvSpPr>
        <p:spPr>
          <a:xfrm>
            <a:off x="6432213" y="5320546"/>
            <a:ext cx="145774" cy="145774"/>
          </a:xfrm>
          <a:prstGeom prst="ellipse">
            <a:avLst/>
          </a:prstGeom>
          <a:solidFill>
            <a:srgbClr val="0054A6"/>
          </a:solidFill>
          <a:ln>
            <a:solidFill>
              <a:srgbClr val="005BAE"/>
            </a:solidFill>
          </a:ln>
        </p:spPr>
        <p:style>
          <a:lnRef idx="2">
            <a:srgbClr val="4874CB">
              <a:shade val="50000"/>
            </a:srgbClr>
          </a:lnRef>
          <a:fillRef idx="1">
            <a:srgbClr val="4874CB"/>
          </a:fillRef>
          <a:effectRef idx="0">
            <a:srgbClr val="4874CB"/>
          </a:effectRef>
          <a:fontRef idx="minor">
            <a:srgbClr val="FFFFFF"/>
          </a:fontRef>
        </p:style>
        <p:txBody>
          <a:bodyPr rtlCol="0" anchor="ctr"/>
          <a:lstStyle/>
          <a:p>
            <a:pPr algn="ctr"/>
            <a:endParaRPr lang="zh-CN" altLang="en-US">
              <a:latin typeface="Times New Roman"/>
              <a:ea typeface="SimHei"/>
              <a:cs typeface="Times New Roman"/>
            </a:endParaRPr>
          </a:p>
        </p:txBody>
      </p:sp>
      <p:sp xmlns:r="http://schemas.openxmlformats.org/officeDocument/2006/relationships" xmlns:a="http://schemas.openxmlformats.org/drawingml/2006/main">
        <p:nvSpPr>
          <p:cNvPr id="24" name="文本框 26"/>
          <p:cNvSpPr txBox="1"/>
          <p:nvPr>
            <p:custDataLst>
              <p:tags r:id="rId18"/>
            </p:custDataLst>
          </p:nvPr>
        </p:nvSpPr>
        <p:spPr>
          <a:xfrm>
            <a:off x="5271044" y="5162600"/>
            <a:ext cx="893381" cy="461665"/>
          </a:xfrm>
          <a:prstGeom prst="rect">
            <a:avLst/>
          </a:prstGeom>
          <a:noFill/>
        </p:spPr>
        <p:txBody>
          <a:bodyPr wrap="square" rtlCol="0">
            <a:spAutoFit/>
          </a:bodyPr>
          <a:lstStyle/>
          <a:p>
            <a:pPr algn="ctr"/>
            <a:r>
              <a:rPr lang="zh-CN" altLang="en-US" sz="2400" b="1" dirty="0">
                <a:solidFill>
                  <a:srgbClr val="0054A6"/>
                </a:solidFill>
                <a:latin typeface="Times New Roman"/>
                <a:ea typeface="SimHei"/>
                <a:cs typeface="Times New Roman"/>
              </a:rPr>
              <a:t>05</a:t>
            </a:r>
            <a:endParaRPr lang="zh-CN" altLang="en-US" sz="2400" b="1" dirty="0">
              <a:solidFill>
                <a:srgbClr val="0054A6"/>
              </a:solidFill>
              <a:latin typeface="Times New Roman"/>
              <a:ea typeface="SimHei"/>
              <a:cs typeface="Times New Roman"/>
            </a:endParaRPr>
          </a:p>
        </p:txBody>
      </p:sp>
      <p:sp xmlns:r="http://schemas.openxmlformats.org/officeDocument/2006/relationships" xmlns:a="http://schemas.openxmlformats.org/drawingml/2006/main">
        <p:nvSpPr>
          <p:cNvPr id="25" name="文本框 29"/>
          <p:cNvSpPr txBox="1"/>
          <p:nvPr>
            <p:custDataLst>
              <p:tags r:id="rId19"/>
            </p:custDataLst>
          </p:nvPr>
        </p:nvSpPr>
        <p:spPr>
          <a:xfrm>
            <a:off x="7192038" y="5162599"/>
            <a:ext cx="3552614" cy="461665"/>
          </a:xfrm>
          <a:prstGeom prst="rect">
            <a:avLst/>
          </a:prstGeom>
          <a:noFill/>
        </p:spPr>
        <p:txBody>
          <a:bodyPr wrap="square" rtlCol="0">
            <a:spAutoFit/>
          </a:bodyPr>
          <a:lstStyle/>
          <a:p>
            <a:r>
              <a:rPr lang="zh-CN" altLang="en-US" sz="2400" b="1" dirty="0">
                <a:solidFill>
                  <a:srgbClr val="0054A6"/>
                </a:solidFill>
                <a:latin typeface="Times New Roman"/>
                <a:ea typeface="SimHei"/>
                <a:cs typeface="Times New Roman"/>
              </a:rPr>
              <a:t>工作计划</a:t>
            </a:r>
          </a:p>
        </p:txBody>
      </p:sp>
    </p:spTree>
    <p:extLst>
      <p:ext uri="{BB962C8B-B14F-4D97-AF65-F5344CB8AC3E}">
        <p14:creationId xmlns:p14="http://schemas.microsoft.com/office/powerpoint/2010/main" val="12997951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4963E3E9-7CA4-4245-9893-FD13A8C01A15}"/>
              </a:ext>
            </a:extLst>
          </p:cNvPr>
          <p:cNvCxnSpPr>
            <a:stCxn xmlns:a="http://schemas.openxmlformats.org/drawingml/2006/main" id="22" idx="3"/>
            <a:endCxn xmlns:a="http://schemas.openxmlformats.org/drawingml/2006/main" id="24" idx="1"/>
          </p:cNvCxnSpPr>
          <p:nvPr/>
        </p:nvCxnSpPr>
        <p:spPr>
          <a:xfrm xmlns:a="http://schemas.openxmlformats.org/drawingml/2006/main">
            <a:off x="10487025" y="2233613"/>
            <a:ext cx="85725" cy="0"/>
          </a:xfrm>
          <a:prstGeom xmlns:a="http://schemas.openxmlformats.org/drawingml/2006/main" prst="straightConnector1">
            <a:avLst/>
          </a:prstGeom>
          <a:ln xmlns:a="http://schemas.openxmlformats.org/drawingml/2006/main" w="14288">
            <a:solidFill>
              <a:srgbClr val="000000"/>
            </a:solidFill>
            <a:tailEnd type="triangle" w="sm" len="sm"/>
          </a:ln>
        </p:spPr>
      </p:cxnSp>
      <p:cxnSp>
        <p:nvCxnSpPr>
          <p:cNvPr id="3" name="">
            <a:extLst xmlns:a="http://schemas.openxmlformats.org/drawingml/2006/main">
              <a:ext uri="{FF2B5EF4-FFF2-40B4-BE49-F238E27FC236}">
                <a16:creationId xmlns:a16="http://schemas.microsoft.com/office/drawing/2014/main" id="{3A0E91A4-B352-4BD3-9D5E-84A869E293D5}"/>
              </a:ext>
            </a:extLst>
          </p:cNvPr>
          <p:cNvCxnSpPr>
            <a:stCxn xmlns:a="http://schemas.openxmlformats.org/drawingml/2006/main" id="20" idx="3"/>
            <a:endCxn xmlns:a="http://schemas.openxmlformats.org/drawingml/2006/main" id="22" idx="1"/>
          </p:cNvCxnSpPr>
          <p:nvPr/>
        </p:nvCxnSpPr>
        <p:spPr>
          <a:xfrm xmlns:a="http://schemas.openxmlformats.org/drawingml/2006/main">
            <a:off x="9420225" y="2233613"/>
            <a:ext cx="85725" cy="0"/>
          </a:xfrm>
          <a:prstGeom xmlns:a="http://schemas.openxmlformats.org/drawingml/2006/main" prst="straightConnector1">
            <a:avLst/>
          </a:prstGeom>
          <a:ln xmlns:a="http://schemas.openxmlformats.org/drawingml/2006/main" w="14288">
            <a:solidFill>
              <a:srgbClr val="000000"/>
            </a:solidFill>
            <a:tailEnd type="triangle" w="sm" len="sm"/>
          </a:ln>
        </p:spPr>
      </p:cxnSp>
      <p:cxnSp>
        <p:nvCxnSpPr>
          <p:cNvPr id="4" name="">
            <a:extLst xmlns:a="http://schemas.openxmlformats.org/drawingml/2006/main">
              <a:ext uri="{FF2B5EF4-FFF2-40B4-BE49-F238E27FC236}">
                <a16:creationId xmlns:a16="http://schemas.microsoft.com/office/drawing/2014/main" id="{A3B3D751-F9B8-4688-AD05-B624B4B7D989}"/>
              </a:ext>
            </a:extLst>
          </p:cNvPr>
          <p:cNvCxnSpPr>
            <a:stCxn xmlns:a="http://schemas.openxmlformats.org/drawingml/2006/main" id="18" idx="3"/>
            <a:endCxn xmlns:a="http://schemas.openxmlformats.org/drawingml/2006/main" id="20" idx="1"/>
          </p:cNvCxnSpPr>
          <p:nvPr/>
        </p:nvCxnSpPr>
        <p:spPr>
          <a:xfrm xmlns:a="http://schemas.openxmlformats.org/drawingml/2006/main">
            <a:off x="8353425" y="2233613"/>
            <a:ext cx="85725" cy="0"/>
          </a:xfrm>
          <a:prstGeom xmlns:a="http://schemas.openxmlformats.org/drawingml/2006/main" prst="straightConnector1">
            <a:avLst/>
          </a:prstGeom>
          <a:ln xmlns:a="http://schemas.openxmlformats.org/drawingml/2006/main" w="14288">
            <a:solidFill>
              <a:srgbClr val="000000"/>
            </a:solidFill>
            <a:tailEnd type="triangle" w="sm" len="sm"/>
          </a:ln>
        </p:spPr>
      </p:cxnSp>
      <p:cxnSp>
        <p:nvCxnSpPr>
          <p:cNvPr id="5" name="">
            <a:extLst xmlns:a="http://schemas.openxmlformats.org/drawingml/2006/main">
              <a:ext uri="{FF2B5EF4-FFF2-40B4-BE49-F238E27FC236}">
                <a16:creationId xmlns:a16="http://schemas.microsoft.com/office/drawing/2014/main" id="{A16A5A35-4A39-474C-B0A6-6903D46B4477}"/>
              </a:ext>
            </a:extLst>
          </p:cNvPr>
          <p:cNvCxnSpPr>
            <a:stCxn xmlns:a="http://schemas.openxmlformats.org/drawingml/2006/main" id="16" idx="3"/>
            <a:endCxn xmlns:a="http://schemas.openxmlformats.org/drawingml/2006/main" id="18" idx="1"/>
          </p:cNvCxnSpPr>
          <p:nvPr/>
        </p:nvCxnSpPr>
        <p:spPr>
          <a:xfrm xmlns:a="http://schemas.openxmlformats.org/drawingml/2006/main">
            <a:off x="7286625" y="2233613"/>
            <a:ext cx="85725" cy="0"/>
          </a:xfrm>
          <a:prstGeom xmlns:a="http://schemas.openxmlformats.org/drawingml/2006/main" prst="straightConnector1">
            <a:avLst/>
          </a:prstGeom>
          <a:ln xmlns:a="http://schemas.openxmlformats.org/drawingml/2006/main" w="14288">
            <a:solidFill>
              <a:srgbClr val="000000"/>
            </a:solidFill>
            <a:tailEnd type="triangle" w="sm" len="sm"/>
          </a:ln>
        </p:spPr>
      </p:cxnSp>
      <p:sp>
        <p:nvSpPr>
          <p:cNvPr id="6" name="revision-text-1006">
            <a:extLst xmlns:a="http://schemas.openxmlformats.org/drawingml/2006/main">
              <a:ext uri="{FF2B5EF4-FFF2-40B4-BE49-F238E27FC236}">
                <a16:creationId xmlns:a16="http://schemas.microsoft.com/office/drawing/2014/main" id="{C8CAA4B3-F435-47F2-B805-4779F614BA7B}"/>
              </a:ext>
            </a:extLst>
          </p:cNvPr>
          <p:cNvSpPr>
            <a:spLocks xmlns:a="http://schemas.openxmlformats.org/drawingml/2006/main" noGrp="1"/>
          </p:cNvSpPr>
          <p:nvPr/>
        </p:nvSpPr>
        <p:spPr>
          <a:xfrm xmlns:a="http://schemas.openxmlformats.org/drawingml/2006/main">
            <a:off x="619125" y="1104900"/>
            <a:ext cx="5000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lang="zh-CN" altLang="en-US">
                <a:solidFill>
                  <a:srgbClr val="000000"/>
                </a:solidFill>
                <a:latin typeface="Times New Roman"/>
                <a:ea typeface="SimHei"/>
                <a:cs typeface="Times New Roman"/>
              </a:defRPr>
            </a:defPPr>
          </a:lstStyle>
          <a:p xmlns:a="http://schemas.openxmlformats.org/drawingml/2006/main">
            <a:pPr algn="l">
              <a:defRPr sz="2175" b="1" lang="zh-CN" altLang="en-US">
                <a:solidFill>
                  <a:srgbClr val="000000"/>
                </a:solidFill>
                <a:latin typeface="Times New Roman"/>
                <a:ea typeface="SimHei"/>
                <a:cs typeface="Times New Roman"/>
              </a:defRPr>
            </a:pPr>
            <a:r>
              <a:rPr b="1" lang="zh-CN" altLang="en-US">
                <a:latin typeface="Times New Roman"/>
                <a:ea typeface="SimHei"/>
                <a:cs typeface="Times New Roman"/>
              </a:rPr>
              <a:t>大飞机产业发展与装配需求</a:t>
            </a:r>
          </a:p>
        </p:txBody>
      </p:sp>
      <p:sp>
        <p:nvSpPr>
          <p:cNvPr id="7" name="revision-text-1007">
            <a:extLst xmlns:a="http://schemas.openxmlformats.org/drawingml/2006/main">
              <a:ext uri="{FF2B5EF4-FFF2-40B4-BE49-F238E27FC236}">
                <a16:creationId xmlns:a16="http://schemas.microsoft.com/office/drawing/2014/main" id="{1E360554-F16B-471C-9421-EE3BDACC82AC}"/>
              </a:ext>
            </a:extLst>
          </p:cNvPr>
          <p:cNvSpPr>
            <a:spLocks xmlns:a="http://schemas.openxmlformats.org/drawingml/2006/main" noGrp="1"/>
          </p:cNvSpPr>
          <p:nvPr/>
        </p:nvSpPr>
        <p:spPr>
          <a:xfrm xmlns:a="http://schemas.openxmlformats.org/drawingml/2006/main">
            <a:off x="619125" y="1685925"/>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lang="zh-CN" altLang="en-US">
                <a:solidFill>
                  <a:srgbClr val="000000"/>
                </a:solidFill>
                <a:latin typeface="Times New Roman"/>
                <a:ea typeface="SimHei"/>
                <a:cs typeface="Times New Roman"/>
              </a:defRPr>
            </a:defPPr>
          </a:lstStyle>
          <a:p xmlns:a="http://schemas.openxmlformats.org/drawingml/2006/main">
            <a:pPr algn="l">
              <a:defRPr sz="1875" b="1" lang="zh-CN" altLang="en-US">
                <a:solidFill>
                  <a:srgbClr val="000000"/>
                </a:solidFill>
                <a:latin typeface="Times New Roman"/>
                <a:ea typeface="SimHei"/>
                <a:cs typeface="Times New Roman"/>
              </a:defRPr>
            </a:pPr>
            <a:r>
              <a:rPr b="1" lang="zh-CN" altLang="en-US">
                <a:latin typeface="Times New Roman"/>
                <a:ea typeface="SimHei"/>
                <a:cs typeface="Times New Roman"/>
              </a:rPr>
              <a:t>国家战略与规模化发展</a:t>
            </a:r>
          </a:p>
        </p:txBody>
      </p:sp>
      <p:sp>
        <p:nvSpPr>
          <p:cNvPr id="8" name="revision-text-1008">
            <a:extLst xmlns:a="http://schemas.openxmlformats.org/drawingml/2006/main">
              <a:ext uri="{FF2B5EF4-FFF2-40B4-BE49-F238E27FC236}">
                <a16:creationId xmlns:a16="http://schemas.microsoft.com/office/drawing/2014/main" id="{EF677BD6-65B5-4F43-91EF-C6EECD062987}"/>
              </a:ext>
            </a:extLst>
          </p:cNvPr>
          <p:cNvSpPr>
            <a:spLocks xmlns:a="http://schemas.openxmlformats.org/drawingml/2006/main" noGrp="1"/>
          </p:cNvSpPr>
          <p:nvPr/>
        </p:nvSpPr>
        <p:spPr>
          <a:xfrm xmlns:a="http://schemas.openxmlformats.org/drawingml/2006/main">
            <a:off x="619125" y="2085975"/>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lang="zh-CN" altLang="en-US">
                <a:solidFill>
                  <a:srgbClr val="000000"/>
                </a:solidFill>
                <a:latin typeface="Times New Roman"/>
                <a:ea typeface="SimHei"/>
                <a:cs typeface="Times New Roman"/>
              </a:defRPr>
            </a:defPPr>
          </a:lstStyle>
          <a:p xmlns:a="http://schemas.openxmlformats.org/drawingml/2006/main">
            <a:pPr algn="l">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“十五五”规划将航空航天列为战略性新兴产业，推进国产大飞机规模化、系列化发展。</a:t>
            </a:r>
            <a:r>
              <a:rPr b="0" lang="zh-CN" altLang="en-US">
                <a:latin typeface="Times New Roman"/>
                <a:ea typeface="SimHei"/>
                <a:cs typeface="Times New Roman"/>
              </a:rPr>
              <a:t>[1]</a:t>
            </a:r>
          </a:p>
        </p:txBody>
      </p:sp>
      <p:sp>
        <p:nvSpPr>
          <p:cNvPr id="9" name="revision-text-1009">
            <a:extLst xmlns:a="http://schemas.openxmlformats.org/drawingml/2006/main">
              <a:ext uri="{FF2B5EF4-FFF2-40B4-BE49-F238E27FC236}">
                <a16:creationId xmlns:a16="http://schemas.microsoft.com/office/drawing/2014/main" id="{29B2D043-5079-4B80-9C37-822F77ADADD6}"/>
              </a:ext>
            </a:extLst>
          </p:cNvPr>
          <p:cNvSpPr>
            <a:spLocks xmlns:a="http://schemas.openxmlformats.org/drawingml/2006/main" noGrp="1"/>
          </p:cNvSpPr>
          <p:nvPr/>
        </p:nvSpPr>
        <p:spPr>
          <a:xfrm xmlns:a="http://schemas.openxmlformats.org/drawingml/2006/main">
            <a:off x="619125" y="3209925"/>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lang="zh-CN" altLang="en-US">
                <a:solidFill>
                  <a:srgbClr val="000000"/>
                </a:solidFill>
                <a:latin typeface="Times New Roman"/>
                <a:ea typeface="SimHei"/>
                <a:cs typeface="Times New Roman"/>
              </a:defRPr>
            </a:defPPr>
          </a:lstStyle>
          <a:p xmlns:a="http://schemas.openxmlformats.org/drawingml/2006/main">
            <a:pPr algn="l">
              <a:defRPr sz="1875" b="1" lang="zh-CN" altLang="en-US">
                <a:solidFill>
                  <a:srgbClr val="000000"/>
                </a:solidFill>
                <a:latin typeface="Times New Roman"/>
                <a:ea typeface="SimHei"/>
                <a:cs typeface="Times New Roman"/>
              </a:defRPr>
            </a:pPr>
            <a:r>
              <a:rPr b="1" lang="zh-CN" altLang="en-US">
                <a:latin typeface="Times New Roman"/>
                <a:ea typeface="SimHei"/>
                <a:cs typeface="Times New Roman"/>
              </a:rPr>
              <a:t>总装制造能力建设</a:t>
            </a:r>
          </a:p>
        </p:txBody>
      </p:sp>
      <p:sp>
        <p:nvSpPr>
          <p:cNvPr id="10" name="revision-text-1010">
            <a:extLst xmlns:a="http://schemas.openxmlformats.org/drawingml/2006/main">
              <a:ext uri="{FF2B5EF4-FFF2-40B4-BE49-F238E27FC236}">
                <a16:creationId xmlns:a16="http://schemas.microsoft.com/office/drawing/2014/main" id="{7E6A7780-CEEB-4FB2-BFC0-70D4F60A4145}"/>
              </a:ext>
            </a:extLst>
          </p:cNvPr>
          <p:cNvSpPr>
            <a:spLocks xmlns:a="http://schemas.openxmlformats.org/drawingml/2006/main" noGrp="1"/>
          </p:cNvSpPr>
          <p:nvPr/>
        </p:nvSpPr>
        <p:spPr>
          <a:xfrm xmlns:a="http://schemas.openxmlformats.org/drawingml/2006/main">
            <a:off x="619125" y="3609975"/>
            <a:ext cx="4953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lang="zh-CN" altLang="en-US">
                <a:solidFill>
                  <a:srgbClr val="000000"/>
                </a:solidFill>
                <a:latin typeface="Times New Roman"/>
                <a:ea typeface="SimHei"/>
                <a:cs typeface="Times New Roman"/>
              </a:defRPr>
            </a:defPPr>
          </a:lstStyle>
          <ns0:p xmlns:ns0="http://schemas.openxmlformats.org/drawingml/2006/main">
            <ns0:pPr algn="l">
              <ns0:defRPr sz="1800" b="0" lang="zh-CN" altLang="en-US">
                <ns0:solidFill>
                  <ns0:srgbClr val="000000"/>
                </ns0:solidFill>
                <ns0:latin typeface="Times New Roman"/>
                <ns0:ea typeface="SimHei"/>
                <ns0:cs typeface="Times New Roman"/>
              </ns0:defRPr>
            </ns0:pPr>
            <ns0:r>
              <ns0:rPr b="0" lang="zh-CN" altLang="en-US">
                <ns0:latin typeface="Times New Roman"/>
                <ns0:ea typeface="SimHei"/>
                <ns0:cs typeface="Times New Roman"/>
              </ns0:rPr>
              <ns0:t>规模化生产需要相应的总装能力。</ns0:t>
            </ns0:r>
          </ns0:p>
          <ns1:p xmlns:ns1="http://schemas.openxmlformats.org/drawingml/2006/main">
            <ns1:pPr algn="l">
              <ns1:defRPr sz="1800" b="0" lang="zh-CN" altLang="en-US">
                <ns1:solidFill>
                  <ns1:srgbClr val="000000"/>
                </ns1:solidFill>
                <ns1:latin typeface="Times New Roman"/>
                <ns1:ea typeface="SimHei"/>
                <ns1:cs typeface="Times New Roman"/>
              </ns1:defRPr>
            </ns1:pPr>
            <ns1:r>
              <ns1:rPr b="0" lang="zh-CN" altLang="en-US">
                <ns1:latin typeface="Times New Roman"/>
                <ns1:ea typeface="SimHei"/>
                <ns1:cs typeface="Times New Roman"/>
              </ns1:rPr>
              <ns1:t>上飞公司围绕规模化系列化发展，</ns1:t>
            </ns1:r>
          </ns1:p>
          <ns2:p xmlns:ns2="http://schemas.openxmlformats.org/drawingml/2006/main">
            <ns2:pPr algn="l">
              <ns2:defRPr sz="1800" b="0" lang="zh-CN" altLang="en-US">
                <ns2:solidFill>
                  <ns2:srgbClr val="000000"/>
                </ns2:solidFill>
                <ns2:latin typeface="Times New Roman"/>
                <ns2:ea typeface="SimHei"/>
                <ns2:cs typeface="Times New Roman"/>
              </ns2:defRPr>
            </ns2:pPr>
            <ns2:r>
              <ns2:rPr b="0" lang="zh-CN" altLang="en-US">
                <ns2:latin typeface="Times New Roman"/>
                <ns2:ea typeface="SimHei"/>
                <ns2:cs typeface="Times New Roman"/>
              </ns2:rPr>
              <ns2:t>推进产能提升和总装能力建设。[3]</ns2:t>
            </ns2:r>
          </ns2:p>
        </p:txBody>
      </p:sp>
      <p:sp>
        <p:nvSpPr>
          <p:cNvPr id="11" name="revision-text-1011">
            <a:extLst xmlns:a="http://schemas.openxmlformats.org/drawingml/2006/main">
              <a:ext uri="{FF2B5EF4-FFF2-40B4-BE49-F238E27FC236}">
                <a16:creationId xmlns:a16="http://schemas.microsoft.com/office/drawing/2014/main" id="{E515B910-2217-4703-ACDC-679156F38B5A}"/>
              </a:ext>
            </a:extLst>
          </p:cNvPr>
          <p:cNvSpPr>
            <a:spLocks xmlns:a="http://schemas.openxmlformats.org/drawingml/2006/main" noGrp="1"/>
          </p:cNvSpPr>
          <p:nvPr/>
        </p:nvSpPr>
        <p:spPr>
          <a:xfrm xmlns:a="http://schemas.openxmlformats.org/drawingml/2006/main">
            <a:off x="619125" y="4591050"/>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lang="zh-CN" altLang="en-US">
                <a:solidFill>
                  <a:srgbClr val="000000"/>
                </a:solidFill>
                <a:latin typeface="Times New Roman"/>
                <a:ea typeface="SimHei"/>
                <a:cs typeface="Times New Roman"/>
              </a:defRPr>
            </a:defPPr>
          </a:lstStyle>
          <a:p xmlns:a="http://schemas.openxmlformats.org/drawingml/2006/main">
            <a:pPr algn="l">
              <a:defRPr sz="1875" b="1" lang="zh-CN" altLang="en-US">
                <a:solidFill>
                  <a:srgbClr val="000000"/>
                </a:solidFill>
                <a:latin typeface="Times New Roman"/>
                <a:ea typeface="SimHei"/>
                <a:cs typeface="Times New Roman"/>
              </a:defRPr>
            </a:pPr>
            <a:r>
              <a:rPr b="1" lang="zh-CN" altLang="en-US">
                <a:latin typeface="Times New Roman"/>
                <a:ea typeface="SimHei"/>
                <a:cs typeface="Times New Roman"/>
              </a:rPr>
              <a:t>制造过程智能化</a:t>
            </a:r>
          </a:p>
        </p:txBody>
      </p:sp>
      <p:sp>
        <p:nvSpPr>
          <p:cNvPr id="12" name="revision-text-1012">
            <a:extLst xmlns:a="http://schemas.openxmlformats.org/drawingml/2006/main">
              <a:ext uri="{FF2B5EF4-FFF2-40B4-BE49-F238E27FC236}">
                <a16:creationId xmlns:a16="http://schemas.microsoft.com/office/drawing/2014/main" id="{BBAE1FB7-79A4-4564-B856-96B777340416}"/>
              </a:ext>
            </a:extLst>
          </p:cNvPr>
          <p:cNvSpPr>
            <a:spLocks xmlns:a="http://schemas.openxmlformats.org/drawingml/2006/main" noGrp="1"/>
          </p:cNvSpPr>
          <p:nvPr/>
        </p:nvSpPr>
        <p:spPr>
          <a:xfrm xmlns:a="http://schemas.openxmlformats.org/drawingml/2006/main">
            <a:off x="619125" y="499110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lang="zh-CN" altLang="en-US">
                <a:solidFill>
                  <a:srgbClr val="000000"/>
                </a:solidFill>
                <a:latin typeface="Times New Roman"/>
                <a:ea typeface="SimHei"/>
                <a:cs typeface="Times New Roman"/>
              </a:defRPr>
            </a:defPPr>
          </a:lstStyle>
          <a:p xmlns:a="http://schemas.openxmlformats.org/drawingml/2006/main">
            <a:pPr algn="l">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专项行动提出航空航天智能化制造，</a:t>
            </a:r>
          </a:p>
          <a:p xmlns:a="http://schemas.openxmlformats.org/drawingml/2006/main">
            <a:pPr algn="l">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将排产调度列为人工智能应用环节。</a:t>
            </a:r>
            <a:r>
              <a:rPr b="0" lang="zh-CN" altLang="en-US">
                <a:latin typeface="Times New Roman"/>
                <a:ea typeface="SimHei"/>
                <a:cs typeface="Times New Roman"/>
              </a:rPr>
              <a:t>[2]</a:t>
            </a:r>
          </a:p>
        </p:txBody>
      </p:sp>
      <p:sp>
        <p:nvSpPr>
          <p:cNvPr id="13" name="revision-line-1013">
            <a:extLst xmlns:a="http://schemas.openxmlformats.org/drawingml/2006/main">
              <a:ext uri="{FF2B5EF4-FFF2-40B4-BE49-F238E27FC236}">
                <a16:creationId xmlns:a16="http://schemas.microsoft.com/office/drawing/2014/main" id="{4A616639-5A86-4563-A493-790B259ABB5D}"/>
              </a:ext>
            </a:extLst>
          </p:cNvPr>
          <p:cNvSpPr>
            <a:spLocks xmlns:a="http://schemas.openxmlformats.org/drawingml/2006/main" noGrp="1"/>
          </p:cNvSpPr>
          <p:nvPr/>
        </p:nvSpPr>
        <p:spPr>
          <a:xfrm xmlns:a="http://schemas.openxmlformats.org/drawingml/2006/main">
            <a:off x="5905500" y="1190625"/>
            <a:ext cx="0" cy="4524375"/>
          </a:xfrm>
          <a:prstGeom xmlns:a="http://schemas.openxmlformats.org/drawingml/2006/main" prst="line">
            <a:avLst/>
          </a:prstGeom>
          <a:noFill xmlns:a="http://schemas.openxmlformats.org/drawingml/2006/main"/>
          <a:ln xmlns:a="http://schemas.openxmlformats.org/drawingml/2006/main" w="7620">
            <a:solidFill>
              <a:srgbClr val="000000"/>
            </a:solidFill>
          </a:ln>
        </p:spPr>
      </p:sp>
      <p:sp>
        <p:nvSpPr>
          <p:cNvPr id="14" name="revision-text-1014">
            <a:extLst xmlns:a="http://schemas.openxmlformats.org/drawingml/2006/main">
              <a:ext uri="{FF2B5EF4-FFF2-40B4-BE49-F238E27FC236}">
                <a16:creationId xmlns:a16="http://schemas.microsoft.com/office/drawing/2014/main" id="{15FF50C0-B2FD-4553-9276-292C18635A0E}"/>
              </a:ext>
            </a:extLst>
          </p:cNvPr>
          <p:cNvSpPr>
            <a:spLocks xmlns:a="http://schemas.openxmlformats.org/drawingml/2006/main" noGrp="1"/>
          </p:cNvSpPr>
          <p:nvPr/>
        </p:nvSpPr>
        <p:spPr>
          <a:xfrm xmlns:a="http://schemas.openxmlformats.org/drawingml/2006/main">
            <a:off x="6305550" y="1104900"/>
            <a:ext cx="5257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lang="zh-CN" altLang="en-US">
                <a:solidFill>
                  <a:srgbClr val="000000"/>
                </a:solidFill>
                <a:latin typeface="Times New Roman"/>
                <a:ea typeface="SimHei"/>
                <a:cs typeface="Times New Roman"/>
              </a:defRPr>
            </a:defPPr>
          </a:lstStyle>
          <a:p xmlns:a="http://schemas.openxmlformats.org/drawingml/2006/main">
            <a:pPr algn="l">
              <a:defRPr sz="2175" b="1" lang="zh-CN" altLang="en-US">
                <a:solidFill>
                  <a:srgbClr val="000000"/>
                </a:solidFill>
                <a:latin typeface="Times New Roman"/>
                <a:ea typeface="SimHei"/>
                <a:cs typeface="Times New Roman"/>
              </a:defRPr>
            </a:pPr>
            <a:r>
              <a:rPr b="1" lang="zh-CN" altLang="en-US">
                <a:latin typeface="Times New Roman"/>
                <a:ea typeface="SimHei"/>
                <a:cs typeface="Times New Roman"/>
              </a:rPr>
              <a:t>飞机脉动装配线的生产特点</a:t>
            </a:r>
          </a:p>
        </p:txBody>
      </p:sp>
      <p:sp>
        <p:nvSpPr>
          <p:cNvPr id="15" name="revision-box-1015">
            <a:extLst xmlns:a="http://schemas.openxmlformats.org/drawingml/2006/main">
              <a:ext uri="{FF2B5EF4-FFF2-40B4-BE49-F238E27FC236}">
                <a16:creationId xmlns:a16="http://schemas.microsoft.com/office/drawing/2014/main" id="{A618B3AB-1048-4BB6-998C-2397D5853421}"/>
              </a:ext>
            </a:extLst>
          </p:cNvPr>
          <p:cNvSpPr>
            <a:spLocks xmlns:a="http://schemas.openxmlformats.org/drawingml/2006/main" noGrp="1"/>
          </p:cNvSpPr>
          <p:nvPr/>
        </p:nvSpPr>
        <p:spPr>
          <a:xfrm xmlns:a="http://schemas.openxmlformats.org/drawingml/2006/main">
            <a:off x="6305550" y="1619250"/>
            <a:ext cx="981075" cy="29527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00" b="1" lang="zh-CN" altLang="en-US">
                <a:solidFill>
                  <a:srgbClr val="000000"/>
                </a:solidFill>
                <a:latin typeface="Times New Roman"/>
                <a:ea typeface="SimHei"/>
                <a:cs typeface="Times New Roman"/>
              </a:defRPr>
            </a:defPPr>
          </a:lstStyle>
          <a:p xmlns:a="http://schemas.openxmlformats.org/drawingml/2006/main">
            <a:pPr algn="ctr">
              <a:defRPr sz="1500" b="1" lang="zh-CN" altLang="en-US">
                <a:solidFill>
                  <a:srgbClr val="000000"/>
                </a:solidFill>
                <a:latin typeface="Times New Roman"/>
                <a:ea typeface="SimHei"/>
                <a:cs typeface="Times New Roman"/>
              </a:defRPr>
            </a:pPr>
            <a:r>
              <a:rPr b="1" lang="zh-CN" altLang="en-US">
                <a:latin typeface="Times New Roman"/>
                <a:ea typeface="SimHei"/>
                <a:cs typeface="Times New Roman"/>
              </a:rPr>
              <a:t>站位</a:t>
            </a:r>
            <a:r>
              <a:rPr b="1" lang="zh-CN" altLang="en-US">
                <a:latin typeface="Times New Roman"/>
                <a:ea typeface="SimHei"/>
                <a:cs typeface="Times New Roman"/>
              </a:rPr>
              <a:t>1</a:t>
            </a:r>
          </a:p>
        </p:txBody>
      </p:sp>
      <p:sp>
        <p:nvSpPr>
          <p:cNvPr id="16" name="revision-box-1016">
            <a:extLst xmlns:a="http://schemas.openxmlformats.org/drawingml/2006/main">
              <a:ext uri="{FF2B5EF4-FFF2-40B4-BE49-F238E27FC236}">
                <a16:creationId xmlns:a16="http://schemas.microsoft.com/office/drawing/2014/main" id="{781831FD-88C7-4A95-B9A5-B466CE6E2A2F}"/>
              </a:ext>
            </a:extLst>
          </p:cNvPr>
          <p:cNvSpPr>
            <a:spLocks xmlns:a="http://schemas.openxmlformats.org/drawingml/2006/main" noGrp="1"/>
          </p:cNvSpPr>
          <p:nvPr/>
        </p:nvSpPr>
        <p:spPr>
          <a:xfrm xmlns:a="http://schemas.openxmlformats.org/drawingml/2006/main">
            <a:off x="6305550" y="2019300"/>
            <a:ext cx="981075" cy="42862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飞机</a:t>
            </a:r>
            <a:r>
              <a:rPr b="0" lang="zh-CN" altLang="en-US">
                <a:latin typeface="Times New Roman"/>
                <a:ea typeface="SimHei"/>
                <a:cs typeface="Times New Roman"/>
              </a:rPr>
              <a:t>5</a:t>
            </a:r>
          </a:p>
        </p:txBody>
      </p:sp>
      <p:sp>
        <p:nvSpPr>
          <p:cNvPr id="17" name="revision-box-1017">
            <a:extLst xmlns:a="http://schemas.openxmlformats.org/drawingml/2006/main">
              <a:ext uri="{FF2B5EF4-FFF2-40B4-BE49-F238E27FC236}">
                <a16:creationId xmlns:a16="http://schemas.microsoft.com/office/drawing/2014/main" id="{42978958-666E-4DDB-BD4E-036EC1363135}"/>
              </a:ext>
            </a:extLst>
          </p:cNvPr>
          <p:cNvSpPr>
            <a:spLocks xmlns:a="http://schemas.openxmlformats.org/drawingml/2006/main" noGrp="1"/>
          </p:cNvSpPr>
          <p:nvPr/>
        </p:nvSpPr>
        <p:spPr>
          <a:xfrm xmlns:a="http://schemas.openxmlformats.org/drawingml/2006/main">
            <a:off x="7372350" y="1619250"/>
            <a:ext cx="981075" cy="29527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00" b="1" lang="zh-CN" altLang="en-US">
                <a:solidFill>
                  <a:srgbClr val="000000"/>
                </a:solidFill>
                <a:latin typeface="Times New Roman"/>
                <a:ea typeface="SimHei"/>
                <a:cs typeface="Times New Roman"/>
              </a:defRPr>
            </a:defPPr>
          </a:lstStyle>
          <a:p xmlns:a="http://schemas.openxmlformats.org/drawingml/2006/main">
            <a:pPr algn="ctr">
              <a:defRPr sz="1500" b="1" lang="zh-CN" altLang="en-US">
                <a:solidFill>
                  <a:srgbClr val="000000"/>
                </a:solidFill>
                <a:latin typeface="Times New Roman"/>
                <a:ea typeface="SimHei"/>
                <a:cs typeface="Times New Roman"/>
              </a:defRPr>
            </a:pPr>
            <a:r>
              <a:rPr b="1" lang="zh-CN" altLang="en-US">
                <a:latin typeface="Times New Roman"/>
                <a:ea typeface="SimHei"/>
                <a:cs typeface="Times New Roman"/>
              </a:rPr>
              <a:t>站位</a:t>
            </a:r>
            <a:r>
              <a:rPr b="1" lang="zh-CN" altLang="en-US">
                <a:latin typeface="Times New Roman"/>
                <a:ea typeface="SimHei"/>
                <a:cs typeface="Times New Roman"/>
              </a:rPr>
              <a:t>2</a:t>
            </a:r>
          </a:p>
        </p:txBody>
      </p:sp>
      <p:sp>
        <p:nvSpPr>
          <p:cNvPr id="18" name="revision-box-1018">
            <a:extLst xmlns:a="http://schemas.openxmlformats.org/drawingml/2006/main">
              <a:ext uri="{FF2B5EF4-FFF2-40B4-BE49-F238E27FC236}">
                <a16:creationId xmlns:a16="http://schemas.microsoft.com/office/drawing/2014/main" id="{FD326B26-EA17-40A3-BBF5-E81032D39B60}"/>
              </a:ext>
            </a:extLst>
          </p:cNvPr>
          <p:cNvSpPr>
            <a:spLocks xmlns:a="http://schemas.openxmlformats.org/drawingml/2006/main" noGrp="1"/>
          </p:cNvSpPr>
          <p:nvPr/>
        </p:nvSpPr>
        <p:spPr>
          <a:xfrm xmlns:a="http://schemas.openxmlformats.org/drawingml/2006/main">
            <a:off x="7372350" y="2019300"/>
            <a:ext cx="981075" cy="42862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飞机</a:t>
            </a:r>
            <a:r>
              <a:rPr b="0" lang="zh-CN" altLang="en-US">
                <a:latin typeface="Times New Roman"/>
                <a:ea typeface="SimHei"/>
                <a:cs typeface="Times New Roman"/>
              </a:rPr>
              <a:t>4</a:t>
            </a:r>
          </a:p>
        </p:txBody>
      </p:sp>
      <p:sp>
        <p:nvSpPr>
          <p:cNvPr id="19" name="revision-box-1019">
            <a:extLst xmlns:a="http://schemas.openxmlformats.org/drawingml/2006/main">
              <a:ext uri="{FF2B5EF4-FFF2-40B4-BE49-F238E27FC236}">
                <a16:creationId xmlns:a16="http://schemas.microsoft.com/office/drawing/2014/main" id="{B864930A-779F-42D0-8F13-A1A1B737D504}"/>
              </a:ext>
            </a:extLst>
          </p:cNvPr>
          <p:cNvSpPr>
            <a:spLocks xmlns:a="http://schemas.openxmlformats.org/drawingml/2006/main" noGrp="1"/>
          </p:cNvSpPr>
          <p:nvPr/>
        </p:nvSpPr>
        <p:spPr>
          <a:xfrm xmlns:a="http://schemas.openxmlformats.org/drawingml/2006/main">
            <a:off x="8439150" y="1619250"/>
            <a:ext cx="981075" cy="29527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00" b="1" lang="zh-CN" altLang="en-US">
                <a:solidFill>
                  <a:srgbClr val="000000"/>
                </a:solidFill>
                <a:latin typeface="Times New Roman"/>
                <a:ea typeface="SimHei"/>
                <a:cs typeface="Times New Roman"/>
              </a:defRPr>
            </a:defPPr>
          </a:lstStyle>
          <a:p xmlns:a="http://schemas.openxmlformats.org/drawingml/2006/main">
            <a:pPr algn="ctr">
              <a:defRPr sz="1500" b="1" lang="zh-CN" altLang="en-US">
                <a:solidFill>
                  <a:srgbClr val="000000"/>
                </a:solidFill>
                <a:latin typeface="Times New Roman"/>
                <a:ea typeface="SimHei"/>
                <a:cs typeface="Times New Roman"/>
              </a:defRPr>
            </a:pPr>
            <a:r>
              <a:rPr b="1" lang="zh-CN" altLang="en-US">
                <a:latin typeface="Times New Roman"/>
                <a:ea typeface="SimHei"/>
                <a:cs typeface="Times New Roman"/>
              </a:rPr>
              <a:t>站位</a:t>
            </a:r>
            <a:r>
              <a:rPr b="1" lang="zh-CN" altLang="en-US">
                <a:latin typeface="Times New Roman"/>
                <a:ea typeface="SimHei"/>
                <a:cs typeface="Times New Roman"/>
              </a:rPr>
              <a:t>3</a:t>
            </a:r>
          </a:p>
        </p:txBody>
      </p:sp>
      <p:sp>
        <p:nvSpPr>
          <p:cNvPr id="20" name="revision-box-1020">
            <a:extLst xmlns:a="http://schemas.openxmlformats.org/drawingml/2006/main">
              <a:ext uri="{FF2B5EF4-FFF2-40B4-BE49-F238E27FC236}">
                <a16:creationId xmlns:a16="http://schemas.microsoft.com/office/drawing/2014/main" id="{CE2D1D94-743F-4F59-8D65-F1AB3F34A034}"/>
              </a:ext>
            </a:extLst>
          </p:cNvPr>
          <p:cNvSpPr>
            <a:spLocks xmlns:a="http://schemas.openxmlformats.org/drawingml/2006/main" noGrp="1"/>
          </p:cNvSpPr>
          <p:nvPr/>
        </p:nvSpPr>
        <p:spPr>
          <a:xfrm xmlns:a="http://schemas.openxmlformats.org/drawingml/2006/main">
            <a:off x="8439150" y="2019300"/>
            <a:ext cx="981075" cy="42862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飞机</a:t>
            </a:r>
            <a:r>
              <a:rPr b="0" lang="zh-CN" altLang="en-US">
                <a:latin typeface="Times New Roman"/>
                <a:ea typeface="SimHei"/>
                <a:cs typeface="Times New Roman"/>
              </a:rPr>
              <a:t>3</a:t>
            </a:r>
          </a:p>
        </p:txBody>
      </p:sp>
      <p:sp>
        <p:nvSpPr>
          <p:cNvPr id="21" name="revision-box-1021">
            <a:extLst xmlns:a="http://schemas.openxmlformats.org/drawingml/2006/main">
              <a:ext uri="{FF2B5EF4-FFF2-40B4-BE49-F238E27FC236}">
                <a16:creationId xmlns:a16="http://schemas.microsoft.com/office/drawing/2014/main" id="{E5EC358F-7948-4658-B996-C95940231AF7}"/>
              </a:ext>
            </a:extLst>
          </p:cNvPr>
          <p:cNvSpPr>
            <a:spLocks xmlns:a="http://schemas.openxmlformats.org/drawingml/2006/main" noGrp="1"/>
          </p:cNvSpPr>
          <p:nvPr/>
        </p:nvSpPr>
        <p:spPr>
          <a:xfrm xmlns:a="http://schemas.openxmlformats.org/drawingml/2006/main">
            <a:off x="9505950" y="1619250"/>
            <a:ext cx="981075" cy="29527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00" b="1" lang="zh-CN" altLang="en-US">
                <a:solidFill>
                  <a:srgbClr val="000000"/>
                </a:solidFill>
                <a:latin typeface="Times New Roman"/>
                <a:ea typeface="SimHei"/>
                <a:cs typeface="Times New Roman"/>
              </a:defRPr>
            </a:defPPr>
          </a:lstStyle>
          <a:p xmlns:a="http://schemas.openxmlformats.org/drawingml/2006/main">
            <a:pPr algn="ctr">
              <a:defRPr sz="1500" b="1" lang="zh-CN" altLang="en-US">
                <a:solidFill>
                  <a:srgbClr val="000000"/>
                </a:solidFill>
                <a:latin typeface="Times New Roman"/>
                <a:ea typeface="SimHei"/>
                <a:cs typeface="Times New Roman"/>
              </a:defRPr>
            </a:pPr>
            <a:r>
              <a:rPr b="1" lang="zh-CN" altLang="en-US">
                <a:latin typeface="Times New Roman"/>
                <a:ea typeface="SimHei"/>
                <a:cs typeface="Times New Roman"/>
              </a:rPr>
              <a:t>站位</a:t>
            </a:r>
            <a:r>
              <a:rPr b="1" lang="zh-CN" altLang="en-US">
                <a:latin typeface="Times New Roman"/>
                <a:ea typeface="SimHei"/>
                <a:cs typeface="Times New Roman"/>
              </a:rPr>
              <a:t>4</a:t>
            </a:r>
          </a:p>
        </p:txBody>
      </p:sp>
      <p:sp>
        <p:nvSpPr>
          <p:cNvPr id="22" name="revision-box-1022">
            <a:extLst xmlns:a="http://schemas.openxmlformats.org/drawingml/2006/main">
              <a:ext uri="{FF2B5EF4-FFF2-40B4-BE49-F238E27FC236}">
                <a16:creationId xmlns:a16="http://schemas.microsoft.com/office/drawing/2014/main" id="{52F75C95-F534-4BE3-BC4F-F6FE6D6F7F7D}"/>
              </a:ext>
            </a:extLst>
          </p:cNvPr>
          <p:cNvSpPr>
            <a:spLocks xmlns:a="http://schemas.openxmlformats.org/drawingml/2006/main" noGrp="1"/>
          </p:cNvSpPr>
          <p:nvPr/>
        </p:nvSpPr>
        <p:spPr>
          <a:xfrm xmlns:a="http://schemas.openxmlformats.org/drawingml/2006/main">
            <a:off x="9505950" y="2019300"/>
            <a:ext cx="981075" cy="42862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飞机</a:t>
            </a:r>
            <a:r>
              <a:rPr b="0" lang="zh-CN" altLang="en-US">
                <a:latin typeface="Times New Roman"/>
                <a:ea typeface="SimHei"/>
                <a:cs typeface="Times New Roman"/>
              </a:rPr>
              <a:t>2</a:t>
            </a:r>
          </a:p>
        </p:txBody>
      </p:sp>
      <p:sp>
        <p:nvSpPr>
          <p:cNvPr id="23" name="revision-box-1023">
            <a:extLst xmlns:a="http://schemas.openxmlformats.org/drawingml/2006/main">
              <a:ext uri="{FF2B5EF4-FFF2-40B4-BE49-F238E27FC236}">
                <a16:creationId xmlns:a16="http://schemas.microsoft.com/office/drawing/2014/main" id="{49C718EC-3731-4507-BC99-F01640820A3C}"/>
              </a:ext>
            </a:extLst>
          </p:cNvPr>
          <p:cNvSpPr>
            <a:spLocks xmlns:a="http://schemas.openxmlformats.org/drawingml/2006/main" noGrp="1"/>
          </p:cNvSpPr>
          <p:nvPr/>
        </p:nvSpPr>
        <p:spPr>
          <a:xfrm xmlns:a="http://schemas.openxmlformats.org/drawingml/2006/main">
            <a:off x="10572750" y="1619250"/>
            <a:ext cx="981075" cy="29527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00" b="1" lang="zh-CN" altLang="en-US">
                <a:solidFill>
                  <a:srgbClr val="000000"/>
                </a:solidFill>
                <a:latin typeface="Times New Roman"/>
                <a:ea typeface="SimHei"/>
                <a:cs typeface="Times New Roman"/>
              </a:defRPr>
            </a:defPPr>
          </a:lstStyle>
          <a:p xmlns:a="http://schemas.openxmlformats.org/drawingml/2006/main">
            <a:pPr algn="ctr">
              <a:defRPr sz="1500" b="1" lang="zh-CN" altLang="en-US">
                <a:solidFill>
                  <a:srgbClr val="000000"/>
                </a:solidFill>
                <a:latin typeface="Times New Roman"/>
                <a:ea typeface="SimHei"/>
                <a:cs typeface="Times New Roman"/>
              </a:defRPr>
            </a:pPr>
            <a:r>
              <a:rPr b="1" lang="zh-CN" altLang="en-US">
                <a:latin typeface="Times New Roman"/>
                <a:ea typeface="SimHei"/>
                <a:cs typeface="Times New Roman"/>
              </a:rPr>
              <a:t>站位</a:t>
            </a:r>
            <a:r>
              <a:rPr b="1" lang="zh-CN" altLang="en-US">
                <a:latin typeface="Times New Roman"/>
                <a:ea typeface="SimHei"/>
                <a:cs typeface="Times New Roman"/>
              </a:rPr>
              <a:t>5</a:t>
            </a:r>
          </a:p>
        </p:txBody>
      </p:sp>
      <p:sp>
        <p:nvSpPr>
          <p:cNvPr id="24" name="revision-box-1024">
            <a:extLst xmlns:a="http://schemas.openxmlformats.org/drawingml/2006/main">
              <a:ext uri="{FF2B5EF4-FFF2-40B4-BE49-F238E27FC236}">
                <a16:creationId xmlns:a16="http://schemas.microsoft.com/office/drawing/2014/main" id="{55A2A1E1-9505-4728-8118-5D36132D6B09}"/>
              </a:ext>
            </a:extLst>
          </p:cNvPr>
          <p:cNvSpPr>
            <a:spLocks xmlns:a="http://schemas.openxmlformats.org/drawingml/2006/main" noGrp="1"/>
          </p:cNvSpPr>
          <p:nvPr/>
        </p:nvSpPr>
        <p:spPr>
          <a:xfrm xmlns:a="http://schemas.openxmlformats.org/drawingml/2006/main">
            <a:off x="10572750" y="2019300"/>
            <a:ext cx="981075" cy="42862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飞机</a:t>
            </a:r>
            <a:r>
              <a:rPr b="0" lang="zh-CN" altLang="en-US">
                <a:latin typeface="Times New Roman"/>
                <a:ea typeface="SimHei"/>
                <a:cs typeface="Times New Roman"/>
              </a:rPr>
              <a:t>1</a:t>
            </a:r>
          </a:p>
        </p:txBody>
      </p:sp>
      <p:sp>
        <p:nvSpPr>
          <p:cNvPr id="25" name="revision-text-1025">
            <a:extLst xmlns:a="http://schemas.openxmlformats.org/drawingml/2006/main">
              <a:ext uri="{FF2B5EF4-FFF2-40B4-BE49-F238E27FC236}">
                <a16:creationId xmlns:a16="http://schemas.microsoft.com/office/drawing/2014/main" id="{0E21FE59-9849-463A-9462-047B02CD5E74}"/>
              </a:ext>
            </a:extLst>
          </p:cNvPr>
          <p:cNvSpPr>
            <a:spLocks xmlns:a="http://schemas.openxmlformats.org/drawingml/2006/main" noGrp="1"/>
          </p:cNvSpPr>
          <p:nvPr/>
        </p:nvSpPr>
        <p:spPr>
          <a:xfrm xmlns:a="http://schemas.openxmlformats.org/drawingml/2006/main">
            <a:off x="6324600" y="2495550"/>
            <a:ext cx="523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lang="zh-CN" altLang="en-US">
                <a:solidFill>
                  <a:srgbClr val="000000"/>
                </a:solidFill>
                <a:latin typeface="Times New Roman"/>
                <a:ea typeface="SimHei"/>
                <a:cs typeface="Times New Roman"/>
              </a:defRPr>
            </a:defPPr>
          </a:lstStyle>
          <a:p xmlns:a="http://schemas.openxmlformats.org/drawingml/2006/main">
            <a:pPr algn="l">
              <a:defRPr sz="1275" b="0" lang="zh-CN" altLang="en-US">
                <a:solidFill>
                  <a:srgbClr val="000000"/>
                </a:solidFill>
                <a:latin typeface="Times New Roman"/>
                <a:ea typeface="SimHei"/>
                <a:cs typeface="Times New Roman"/>
              </a:defRPr>
            </a:pPr>
            <a:r>
              <a:rPr b="0" lang="zh-CN" altLang="en-US">
                <a:latin typeface="Times New Roman"/>
                <a:ea typeface="SimHei"/>
                <a:cs typeface="Times New Roman"/>
              </a:rPr>
              <a:t>五站位生产组织示意（本研究设置）</a:t>
            </a:r>
          </a:p>
        </p:txBody>
      </p:sp>
      <p:sp>
        <p:nvSpPr>
          <p:cNvPr id="26" name="revision-text-1026">
            <a:extLst xmlns:a="http://schemas.openxmlformats.org/drawingml/2006/main">
              <a:ext uri="{FF2B5EF4-FFF2-40B4-BE49-F238E27FC236}">
                <a16:creationId xmlns:a16="http://schemas.microsoft.com/office/drawing/2014/main" id="{70A633A5-3149-469D-BE99-185D8554A9A7}"/>
              </a:ext>
            </a:extLst>
          </p:cNvPr>
          <p:cNvSpPr>
            <a:spLocks xmlns:a="http://schemas.openxmlformats.org/drawingml/2006/main" noGrp="1"/>
          </p:cNvSpPr>
          <p:nvPr/>
        </p:nvSpPr>
        <p:spPr>
          <a:xfrm xmlns:a="http://schemas.openxmlformats.org/drawingml/2006/main">
            <a:off x="6305550" y="2828925"/>
            <a:ext cx="5248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lang="zh-CN" altLang="en-US">
                <a:solidFill>
                  <a:srgbClr val="000000"/>
                </a:solidFill>
                <a:latin typeface="Times New Roman"/>
                <a:ea typeface="SimHei"/>
                <a:cs typeface="Times New Roman"/>
              </a:defRPr>
            </a:defPPr>
          </a:lstStyle>
          <a:p xmlns:a="http://schemas.openxmlformats.org/drawingml/2006/main">
            <a:pPr algn="l">
              <a:defRPr sz="1800" b="1" lang="zh-CN" altLang="en-US">
                <a:solidFill>
                  <a:srgbClr val="000000"/>
                </a:solidFill>
                <a:latin typeface="Times New Roman"/>
                <a:ea typeface="SimHei"/>
                <a:cs typeface="Times New Roman"/>
              </a:defRPr>
            </a:pPr>
            <a:r>
              <a:rPr b="1" lang="zh-CN" altLang="en-US">
                <a:latin typeface="Times New Roman"/>
                <a:ea typeface="SimHei"/>
                <a:cs typeface="Times New Roman"/>
              </a:rPr>
              <a:t>驻站期间装配，完成后同步转站</a:t>
            </a:r>
          </a:p>
        </p:txBody>
      </p:sp>
      <p:sp>
        <p:nvSpPr>
          <p:cNvPr id="27" name="revision-text-1027">
            <a:extLst xmlns:a="http://schemas.openxmlformats.org/drawingml/2006/main">
              <a:ext uri="{FF2B5EF4-FFF2-40B4-BE49-F238E27FC236}">
                <a16:creationId xmlns:a16="http://schemas.microsoft.com/office/drawing/2014/main" id="{1DF3B2BD-65BC-4AA8-A969-62655889F5F1}"/>
              </a:ext>
            </a:extLst>
          </p:cNvPr>
          <p:cNvSpPr>
            <a:spLocks xmlns:a="http://schemas.openxmlformats.org/drawingml/2006/main" noGrp="1"/>
          </p:cNvSpPr>
          <p:nvPr/>
        </p:nvSpPr>
        <p:spPr>
          <a:xfrm xmlns:a="http://schemas.openxmlformats.org/drawingml/2006/main">
            <a:off x="6305550" y="3333750"/>
            <a:ext cx="5238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lang="zh-CN" altLang="en-US">
                <a:solidFill>
                  <a:srgbClr val="000000"/>
                </a:solidFill>
                <a:latin typeface="Times New Roman"/>
                <a:ea typeface="SimHei"/>
                <a:cs typeface="Times New Roman"/>
              </a:defRPr>
            </a:defPPr>
          </a:lstStyle>
          <a:p xmlns:a="http://schemas.openxmlformats.org/drawingml/2006/main">
            <a:pPr algn="l">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工艺关系：任务之间存在前序关系，</a:t>
            </a:r>
          </a:p>
          <a:p xmlns:a="http://schemas.openxmlformats.org/drawingml/2006/main">
            <a:pPr algn="l">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部分任务可并行</a:t>
            </a:r>
          </a:p>
        </p:txBody>
      </p:sp>
      <p:sp>
        <p:nvSpPr>
          <p:cNvPr id="28" name="revision-text-1028">
            <a:extLst xmlns:a="http://schemas.openxmlformats.org/drawingml/2006/main">
              <a:ext uri="{FF2B5EF4-FFF2-40B4-BE49-F238E27FC236}">
                <a16:creationId xmlns:a16="http://schemas.microsoft.com/office/drawing/2014/main" id="{2C2D34BA-A031-4998-A348-3ECE55604FBF}"/>
              </a:ext>
            </a:extLst>
          </p:cNvPr>
          <p:cNvSpPr>
            <a:spLocks xmlns:a="http://schemas.openxmlformats.org/drawingml/2006/main" noGrp="1"/>
          </p:cNvSpPr>
          <p:nvPr/>
        </p:nvSpPr>
        <p:spPr>
          <a:xfrm xmlns:a="http://schemas.openxmlformats.org/drawingml/2006/main">
            <a:off x="6305550" y="3933825"/>
            <a:ext cx="5238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lang="zh-CN" altLang="en-US">
                <a:solidFill>
                  <a:srgbClr val="000000"/>
                </a:solidFill>
                <a:latin typeface="Times New Roman"/>
                <a:ea typeface="SimHei"/>
                <a:cs typeface="Times New Roman"/>
              </a:defRPr>
            </a:defPPr>
          </a:lstStyle>
          <a:p xmlns:a="http://schemas.openxmlformats.org/drawingml/2006/main">
            <a:pPr algn="l">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人员条件：需求人数给定，</a:t>
            </a:r>
          </a:p>
          <a:p xmlns:a="http://schemas.openxmlformats.org/drawingml/2006/main">
            <a:pPr algn="l">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团队资格与效率影响执行</a:t>
            </a:r>
          </a:p>
        </p:txBody>
      </p:sp>
      <p:sp>
        <p:nvSpPr>
          <p:cNvPr id="29" name="revision-text-1029">
            <a:extLst xmlns:a="http://schemas.openxmlformats.org/drawingml/2006/main">
              <a:ext uri="{FF2B5EF4-FFF2-40B4-BE49-F238E27FC236}">
                <a16:creationId xmlns:a16="http://schemas.microsoft.com/office/drawing/2014/main" id="{5C85D45F-A4EE-4843-83A3-6140994C59DB}"/>
              </a:ext>
            </a:extLst>
          </p:cNvPr>
          <p:cNvSpPr>
            <a:spLocks xmlns:a="http://schemas.openxmlformats.org/drawingml/2006/main" noGrp="1"/>
          </p:cNvSpPr>
          <p:nvPr/>
        </p:nvSpPr>
        <p:spPr>
          <a:xfrm xmlns:a="http://schemas.openxmlformats.org/drawingml/2006/main">
            <a:off x="6305550" y="4533900"/>
            <a:ext cx="5238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lang="zh-CN" altLang="en-US">
                <a:solidFill>
                  <a:srgbClr val="000000"/>
                </a:solidFill>
                <a:latin typeface="Times New Roman"/>
                <a:ea typeface="SimHei"/>
                <a:cs typeface="Times New Roman"/>
              </a:defRPr>
            </a:defPPr>
          </a:lstStyle>
          <a:p xmlns:a="http://schemas.openxmlformats.org/drawingml/2006/main">
            <a:pPr algn="l">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站位联系：不同飞机驻留不同站位，</a:t>
            </a:r>
          </a:p>
          <a:p xmlns:a="http://schemas.openxmlformats.org/drawingml/2006/main">
            <a:pPr algn="l">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沿工艺顺序流动</a:t>
            </a:r>
          </a:p>
        </p:txBody>
      </p:sp>
      <p:sp>
        <p:nvSpPr>
          <p:cNvPr id="30" name="revision-text-1030">
            <a:extLst xmlns:a="http://schemas.openxmlformats.org/drawingml/2006/main">
              <a:ext uri="{FF2B5EF4-FFF2-40B4-BE49-F238E27FC236}">
                <a16:creationId xmlns:a16="http://schemas.microsoft.com/office/drawing/2014/main" id="{0140148F-0EFC-4EAE-959D-B25E56455F84}"/>
              </a:ext>
            </a:extLst>
          </p:cNvPr>
          <p:cNvSpPr>
            <a:spLocks xmlns:a="http://schemas.openxmlformats.org/drawingml/2006/main" noGrp="1"/>
          </p:cNvSpPr>
          <p:nvPr/>
        </p:nvSpPr>
        <p:spPr>
          <a:xfrm xmlns:a="http://schemas.openxmlformats.org/drawingml/2006/main">
            <a:off x="6305550" y="5133975"/>
            <a:ext cx="5238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lang="zh-CN" altLang="en-US">
                <a:solidFill>
                  <a:srgbClr val="000000"/>
                </a:solidFill>
                <a:latin typeface="Times New Roman"/>
                <a:ea typeface="SimHei"/>
                <a:cs typeface="Times New Roman"/>
              </a:defRPr>
            </a:defPPr>
          </a:lstStyle>
          <a:p xmlns:a="http://schemas.openxmlformats.org/drawingml/2006/main">
            <a:pPr algn="l">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同步脉动：先完成的站位需要等待，</a:t>
            </a:r>
          </a:p>
          <a:p xmlns:a="http://schemas.openxmlformats.org/drawingml/2006/main">
            <a:pPr algn="l">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各站进度影响共同转站</a:t>
            </a:r>
          </a:p>
        </p:txBody>
      </p:sp>
      <p:sp>
        <p:nvSpPr>
          <p:cNvPr id="31" name="revision-text-1031">
            <a:extLst xmlns:a="http://schemas.openxmlformats.org/drawingml/2006/main">
              <a:ext uri="{FF2B5EF4-FFF2-40B4-BE49-F238E27FC236}">
                <a16:creationId xmlns:a16="http://schemas.microsoft.com/office/drawing/2014/main" id="{BDB2C121-912A-47C5-983C-D168C0619CE5}"/>
              </a:ext>
            </a:extLst>
          </p:cNvPr>
          <p:cNvSpPr>
            <a:spLocks xmlns:a="http://schemas.openxmlformats.org/drawingml/2006/main" noGrp="1"/>
          </p:cNvSpPr>
          <p:nvPr/>
        </p:nvSpPr>
        <p:spPr>
          <a:xfrm xmlns:a="http://schemas.openxmlformats.org/drawingml/2006/main">
            <a:off x="619125" y="58864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lang="zh-CN" altLang="en-US">
                <a:solidFill>
                  <a:srgbClr val="000000"/>
                </a:solidFill>
                <a:latin typeface="Times New Roman"/>
                <a:ea typeface="SimHei"/>
                <a:cs typeface="Times New Roman"/>
              </a:defRPr>
            </a:defPPr>
          </a:lstStyle>
          <a:p xmlns:a="http://schemas.openxmlformats.org/drawingml/2006/main">
            <a:pPr algn="l">
              <a:defRPr sz="1875" b="1" lang="zh-CN" altLang="en-US">
                <a:solidFill>
                  <a:srgbClr val="000000"/>
                </a:solidFill>
                <a:latin typeface="Times New Roman"/>
                <a:ea typeface="SimHei"/>
                <a:cs typeface="Times New Roman"/>
              </a:defRPr>
            </a:pPr>
            <a:r>
              <a:rPr b="1" lang="zh-CN" altLang="en-US">
                <a:latin typeface="Times New Roman"/>
                <a:ea typeface="SimHei"/>
                <a:cs typeface="Times New Roman"/>
              </a:rPr>
              <a:t>装配调度需要同时考虑工艺条件、人员安排和各站进度。</a:t>
            </a:r>
          </a:p>
        </p:txBody>
      </p:sp>
      <p:sp xmlns:a="http://schemas.openxmlformats.org/drawingml/2006/main">
        <p:nvSpPr>
          <p:cNvPr id="32"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33"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34"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1 研究背景</a:t>
            </a:r>
          </a:p>
        </p:txBody>
      </p:sp>
      <p:sp>
        <p:nvSpPr>
          <p:cNvPr id="35"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lang="zh-CN" altLang="en-US">
                <a:solidFill>
                  <a:srgbClr val="000000"/>
                </a:solidFill>
                <a:latin typeface="Times New Roman"/>
                <a:ea typeface="SimHei"/>
                <a:cs typeface="Times New Roman"/>
              </a:defRPr>
            </a:defPPr>
          </a:lstStyle>
          <ns0:p xmlns:ns0="http://schemas.openxmlformats.org/drawingml/2006/main">
            <ns0:pPr algn="l">
              <ns0:defRPr sz="2850" b="1" lang="zh-CN" altLang="en-US">
                <ns0:solidFill>
                  <ns0:srgbClr val="000000"/>
                </ns0:solidFill>
                <ns0:latin typeface="Times New Roman"/>
                <ns0:ea typeface="SimHei"/>
                <ns0:cs typeface="Times New Roman"/>
              </ns0:defRPr>
            </ns0:pPr>
            <ns0:r>
              <ns0:rPr b="1" sz="2400" lang="zh-CN" altLang="en-US">
                <ns0:solidFill>
                  <ns0:srgbClr val="315CA9"/>
                </ns0:solidFill>
                <ns0:latin typeface="Times New Roman"/>
                <ns0:ea typeface="SimHei"/>
                <ns0:cs typeface="Times New Roman"/>
              </ns0:rPr>
              <ns0:t>飞机制造与脉动装配</ns0:t>
            </ns0:r>
          </ns0:p>
        </p:txBody>
      </p:sp>
      <p:sp>
        <p:nvSpPr>
          <p:cNvPr id="36"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1:p xmlns:ns1="http://schemas.openxmlformats.org/drawingml/2006/main">
            <ns1:pPr algn="r">
              <ns1:defRPr sz="1350" b="0" lang="zh-CN" altLang="en-US">
                <ns1:solidFill>
                  <ns1:srgbClr val="000000"/>
                </ns1:solidFill>
                <ns1:latin typeface="Times New Roman"/>
                <ns1:ea typeface="SimHei"/>
                <ns1:cs typeface="Times New Roman"/>
              </ns1:defRPr>
            </ns1:pPr>
            <ns1:r>
              <ns1:rPr b="0" sz="1200" lang="zh-CN" altLang="en-US">
                <ns1:solidFill>
                  <ns1:srgbClr val="666666"/>
                </ns1:solidFill>
                <ns1:latin typeface="Times New Roman"/>
                <ns1:ea typeface="SimHei"/>
                <ns1:cs typeface="Times New Roman"/>
              </ns1:rPr>
              <ns1:t>03</ns1:t>
            </ns1:r>
          </ns1:p>
        </p:txBody>
      </p:sp>
    </p:spTree>
    <p:extLst>
      <p:ext uri="{BB962C8B-B14F-4D97-AF65-F5344CB8AC3E}">
        <p14:creationId xmlns:p14="http://schemas.microsoft.com/office/powerpoint/2010/main" val="17057917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upled-operation">
            <a:extLst xmlns:a="http://schemas.openxmlformats.org/drawingml/2006/main">
              <a:ext uri="{FF2B5EF4-FFF2-40B4-BE49-F238E27FC236}">
                <a16:creationId xmlns:a16="http://schemas.microsoft.com/office/drawing/2014/main" id="{8664F224-FFF8-46CC-BDA6-CD3A37DAF82B}"/>
              </a:ext>
            </a:extLst>
          </p:cNvPr>
          <p:cNvSpPr>
            <a:spLocks xmlns:a="http://schemas.openxmlformats.org/drawingml/2006/main" noGrp="1"/>
          </p:cNvSpPr>
          <p:nvPr/>
        </p:nvSpPr>
        <p:spPr>
          <a:xfrm xmlns:a="http://schemas.openxmlformats.org/drawingml/2006/main">
            <a:off x="571500" y="1381125"/>
            <a:ext cx="1857375"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11111"/>
            </a:solidFill>
            <a:prstDash val="solid"/>
          </a:ln>
        </p:spPr>
        <p:txBody>
          <a:bodyPr xmlns:a="http://schemas.openxmlformats.org/drawingml/2006/main" anchor="ctr"/>
          <a:lstStyle xmlns:a="http://schemas.openxmlformats.org/drawingml/2006/main">
            <a:defPPr algn="ctr">
              <a:defRPr sz="2025" b="1" lang="zh-CN" altLang="en-US">
                <a:solidFill>
                  <a:srgbClr val="111111"/>
                </a:solidFill>
                <a:latin typeface="Times New Roman"/>
                <a:ea typeface="SimHei"/>
                <a:cs typeface="Times New Roman"/>
              </a:defRPr>
            </a:defPPr>
          </a:lstStyle>
          <a:p xmlns:a="http://schemas.openxmlformats.org/drawingml/2006/main">
            <a:pPr algn="ctr">
              <a:defRPr sz="2025" b="1" lang="zh-CN" altLang="en-US">
                <a:solidFill>
                  <a:srgbClr val="111111"/>
                </a:solidFill>
                <a:latin typeface="Times New Roman"/>
                <a:ea typeface="SimHei"/>
                <a:cs typeface="Times New Roman"/>
              </a:defRPr>
            </a:pPr>
            <a:r>
              <a:rPr sz="2025" b="1" lang="zh-CN" altLang="en-US">
                <a:solidFill>
                  <a:srgbClr val="111111"/>
                </a:solidFill>
                <a:latin typeface="Times New Roman"/>
                <a:ea typeface="SimHei"/>
                <a:cs typeface="Times New Roman"/>
              </a:rPr>
              <a:t>工序选择</a:t>
            </a:r>
          </a:p>
        </p:txBody>
      </p:sp>
      <p:sp>
        <p:nvSpPr>
          <p:cNvPr id="3" name="coupled-station">
            <a:extLst xmlns:a="http://schemas.openxmlformats.org/drawingml/2006/main">
              <a:ext uri="{FF2B5EF4-FFF2-40B4-BE49-F238E27FC236}">
                <a16:creationId xmlns:a16="http://schemas.microsoft.com/office/drawing/2014/main" id="{146ADACD-D743-4BC5-B3CB-59BA98823F06}"/>
              </a:ext>
            </a:extLst>
          </p:cNvPr>
          <p:cNvSpPr>
            <a:spLocks xmlns:a="http://schemas.openxmlformats.org/drawingml/2006/main" noGrp="1"/>
          </p:cNvSpPr>
          <p:nvPr/>
        </p:nvSpPr>
        <p:spPr>
          <a:xfrm xmlns:a="http://schemas.openxmlformats.org/drawingml/2006/main">
            <a:off x="5162550" y="1381125"/>
            <a:ext cx="1857375"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11111"/>
            </a:solidFill>
            <a:prstDash val="solid"/>
          </a:ln>
        </p:spPr>
        <p:txBody>
          <a:bodyPr xmlns:a="http://schemas.openxmlformats.org/drawingml/2006/main" anchor="ctr"/>
          <a:lstStyle xmlns:a="http://schemas.openxmlformats.org/drawingml/2006/main">
            <a:defPPr algn="ctr">
              <a:defRPr sz="2025" b="1" lang="zh-CN" altLang="en-US">
                <a:solidFill>
                  <a:srgbClr val="111111"/>
                </a:solidFill>
                <a:latin typeface="Times New Roman"/>
                <a:ea typeface="SimHei"/>
                <a:cs typeface="Times New Roman"/>
              </a:defRPr>
            </a:defPPr>
          </a:lstStyle>
          <a:p xmlns:a="http://schemas.openxmlformats.org/drawingml/2006/main">
            <a:pPr algn="ctr">
              <a:defRPr sz="2025" b="1" lang="zh-CN" altLang="en-US">
                <a:solidFill>
                  <a:srgbClr val="111111"/>
                </a:solidFill>
                <a:latin typeface="Times New Roman"/>
                <a:ea typeface="SimHei"/>
                <a:cs typeface="Times New Roman"/>
              </a:defRPr>
            </a:pPr>
            <a:r>
              <a:rPr sz="2025" b="1" lang="zh-CN" altLang="en-US">
                <a:solidFill>
                  <a:srgbClr val="111111"/>
                </a:solidFill>
                <a:latin typeface="Times New Roman"/>
                <a:ea typeface="SimHei"/>
                <a:cs typeface="Times New Roman"/>
              </a:rPr>
              <a:t>站位安排</a:t>
            </a:r>
          </a:p>
        </p:txBody>
      </p:sp>
      <p:sp>
        <p:nvSpPr>
          <p:cNvPr id="4" name="coupled-worker">
            <a:extLst xmlns:a="http://schemas.openxmlformats.org/drawingml/2006/main">
              <a:ext uri="{FF2B5EF4-FFF2-40B4-BE49-F238E27FC236}">
                <a16:creationId xmlns:a16="http://schemas.microsoft.com/office/drawing/2014/main" id="{D42C93CE-9703-456D-9F0B-CEE6EB8552D7}"/>
              </a:ext>
            </a:extLst>
          </p:cNvPr>
          <p:cNvSpPr>
            <a:spLocks xmlns:a="http://schemas.openxmlformats.org/drawingml/2006/main" noGrp="1"/>
          </p:cNvSpPr>
          <p:nvPr/>
        </p:nvSpPr>
        <p:spPr>
          <a:xfrm xmlns:a="http://schemas.openxmlformats.org/drawingml/2006/main">
            <a:off x="9715500" y="1381125"/>
            <a:ext cx="1857375"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11111"/>
            </a:solidFill>
            <a:prstDash val="solid"/>
          </a:ln>
        </p:spPr>
        <p:txBody>
          <a:bodyPr xmlns:a="http://schemas.openxmlformats.org/drawingml/2006/main" anchor="ctr"/>
          <a:lstStyle xmlns:a="http://schemas.openxmlformats.org/drawingml/2006/main">
            <a:defPPr algn="ctr">
              <a:defRPr sz="2025" b="1" lang="zh-CN" altLang="en-US">
                <a:solidFill>
                  <a:srgbClr val="111111"/>
                </a:solidFill>
                <a:latin typeface="Times New Roman"/>
                <a:ea typeface="SimHei"/>
                <a:cs typeface="Times New Roman"/>
              </a:defRPr>
            </a:defPPr>
          </a:lstStyle>
          <a:p xmlns:a="http://schemas.openxmlformats.org/drawingml/2006/main">
            <a:pPr algn="ctr">
              <a:defRPr sz="2025" b="1" lang="zh-CN" altLang="en-US">
                <a:solidFill>
                  <a:srgbClr val="111111"/>
                </a:solidFill>
                <a:latin typeface="Times New Roman"/>
                <a:ea typeface="SimHei"/>
                <a:cs typeface="Times New Roman"/>
              </a:defRPr>
            </a:pPr>
            <a:r>
              <a:rPr sz="2025" b="1" lang="zh-CN" altLang="en-US">
                <a:solidFill>
                  <a:srgbClr val="111111"/>
                </a:solidFill>
                <a:latin typeface="Times New Roman"/>
                <a:ea typeface="SimHei"/>
                <a:cs typeface="Times New Roman"/>
              </a:rPr>
              <a:t>人员选择</a:t>
            </a:r>
          </a:p>
        </p:txBody>
      </p:sp>
      <p:sp>
        <p:nvSpPr>
          <p:cNvPr id="5" name="precedence-station-link">
            <a:extLst xmlns:a="http://schemas.openxmlformats.org/drawingml/2006/main">
              <a:ext uri="{FF2B5EF4-FFF2-40B4-BE49-F238E27FC236}">
                <a16:creationId xmlns:a16="http://schemas.microsoft.com/office/drawing/2014/main" id="{7ED2C0E0-A3B2-4CFB-87BE-B53652BE25AE}"/>
              </a:ext>
            </a:extLst>
          </p:cNvPr>
          <p:cNvSpPr>
            <a:spLocks xmlns:a="http://schemas.openxmlformats.org/drawingml/2006/main" noGrp="1"/>
          </p:cNvSpPr>
          <p:nvPr/>
        </p:nvSpPr>
        <p:spPr>
          <a:xfrm xmlns:a="http://schemas.openxmlformats.org/drawingml/2006/main">
            <a:off x="2619375" y="1552575"/>
            <a:ext cx="2362200" cy="95250"/>
          </a:xfrm>
          <a:prstGeom xmlns:a="http://schemas.openxmlformats.org/drawingml/2006/main" prst="leftRightArrow">
            <a:avLst/>
          </a:prstGeom>
          <a:solidFill xmlns:a="http://schemas.openxmlformats.org/drawingml/2006/main">
            <a:srgbClr val="111111"/>
          </a:solidFill>
          <a:ln xmlns:a="http://schemas.openxmlformats.org/drawingml/2006/main" w="0">
            <a:noFill/>
          </a:ln>
        </p:spPr>
      </p:sp>
      <p:sp>
        <p:nvSpPr>
          <p:cNvPr id="6" name="station-worker-link">
            <a:extLst xmlns:a="http://schemas.openxmlformats.org/drawingml/2006/main">
              <a:ext uri="{FF2B5EF4-FFF2-40B4-BE49-F238E27FC236}">
                <a16:creationId xmlns:a16="http://schemas.microsoft.com/office/drawing/2014/main" id="{E30D4510-7E49-4483-B6F1-D6A341FA093C}"/>
              </a:ext>
            </a:extLst>
          </p:cNvPr>
          <p:cNvSpPr>
            <a:spLocks xmlns:a="http://schemas.openxmlformats.org/drawingml/2006/main" noGrp="1"/>
          </p:cNvSpPr>
          <p:nvPr/>
        </p:nvSpPr>
        <p:spPr>
          <a:xfrm xmlns:a="http://schemas.openxmlformats.org/drawingml/2006/main">
            <a:off x="7219950" y="1552575"/>
            <a:ext cx="2305050" cy="95250"/>
          </a:xfrm>
          <a:prstGeom xmlns:a="http://schemas.openxmlformats.org/drawingml/2006/main" prst="leftRightArrow">
            <a:avLst/>
          </a:prstGeom>
          <a:solidFill xmlns:a="http://schemas.openxmlformats.org/drawingml/2006/main">
            <a:srgbClr val="111111"/>
          </a:solidFill>
          <a:ln xmlns:a="http://schemas.openxmlformats.org/drawingml/2006/main" w="0">
            <a:noFill/>
          </a:ln>
        </p:spPr>
      </p:sp>
      <p:sp>
        <p:nvSpPr>
          <p:cNvPr id="7" name="precedence-station-label">
            <a:extLst xmlns:a="http://schemas.openxmlformats.org/drawingml/2006/main">
              <a:ext uri="{FF2B5EF4-FFF2-40B4-BE49-F238E27FC236}">
                <a16:creationId xmlns:a16="http://schemas.microsoft.com/office/drawing/2014/main" id="{B6586F00-01A0-42A2-9DA5-9AA8692D0B48}"/>
              </a:ext>
            </a:extLst>
          </p:cNvPr>
          <p:cNvSpPr>
            <a:spLocks xmlns:a="http://schemas.openxmlformats.org/drawingml/2006/main" noGrp="1"/>
          </p:cNvSpPr>
          <p:nvPr/>
        </p:nvSpPr>
        <p:spPr>
          <a:xfrm xmlns:a="http://schemas.openxmlformats.org/drawingml/2006/main">
            <a:off x="2562225" y="1866900"/>
            <a:ext cx="25431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0" lang="zh-CN" altLang="en-US">
                <a:solidFill>
                  <a:srgbClr val="111111"/>
                </a:solidFill>
                <a:latin typeface="Times New Roman"/>
                <a:ea typeface="SimHei"/>
                <a:cs typeface="Times New Roman"/>
              </a:defRPr>
            </a:defPPr>
          </a:lstStyle>
          <a:p xmlns:a="http://schemas.openxmlformats.org/drawingml/2006/main">
            <a:pPr algn="ctr">
              <a:defRPr sz="1575" b="0" lang="zh-CN" altLang="en-US">
                <a:solidFill>
                  <a:srgbClr val="111111"/>
                </a:solidFill>
                <a:latin typeface="Times New Roman"/>
                <a:ea typeface="SimHei"/>
                <a:cs typeface="Times New Roman"/>
              </a:defRPr>
            </a:pPr>
            <a:r>
              <a:rPr sz="1575" b="0" lang="zh-CN" altLang="en-US">
                <a:solidFill>
                  <a:srgbClr val="111111"/>
                </a:solidFill>
                <a:latin typeface="Times New Roman"/>
                <a:ea typeface="SimHei"/>
                <a:cs typeface="Times New Roman"/>
              </a:rPr>
              <a:t>前序关系与单向流动</a:t>
            </a:r>
          </a:p>
        </p:txBody>
      </p:sp>
      <p:sp>
        <p:nvSpPr>
          <p:cNvPr id="8" name="station-worker-label">
            <a:extLst xmlns:a="http://schemas.openxmlformats.org/drawingml/2006/main">
              <a:ext uri="{FF2B5EF4-FFF2-40B4-BE49-F238E27FC236}">
                <a16:creationId xmlns:a16="http://schemas.microsoft.com/office/drawing/2014/main" id="{AFEF0EE4-9D7D-4FDB-B63B-87FEA2963251}"/>
              </a:ext>
            </a:extLst>
          </p:cNvPr>
          <p:cNvSpPr>
            <a:spLocks xmlns:a="http://schemas.openxmlformats.org/drawingml/2006/main" noGrp="1"/>
          </p:cNvSpPr>
          <p:nvPr/>
        </p:nvSpPr>
        <p:spPr>
          <a:xfrm xmlns:a="http://schemas.openxmlformats.org/drawingml/2006/main">
            <a:off x="7162800" y="1866900"/>
            <a:ext cx="2495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0" lang="zh-CN" altLang="en-US">
                <a:solidFill>
                  <a:srgbClr val="111111"/>
                </a:solidFill>
                <a:latin typeface="Times New Roman"/>
                <a:ea typeface="SimHei"/>
                <a:cs typeface="Times New Roman"/>
              </a:defRPr>
            </a:defPPr>
          </a:lstStyle>
          <a:p xmlns:a="http://schemas.openxmlformats.org/drawingml/2006/main">
            <a:pPr algn="ctr">
              <a:defRPr sz="1575" b="0" lang="zh-CN" altLang="en-US">
                <a:solidFill>
                  <a:srgbClr val="111111"/>
                </a:solidFill>
                <a:latin typeface="Times New Roman"/>
                <a:ea typeface="SimHei"/>
                <a:cs typeface="Times New Roman"/>
              </a:defRPr>
            </a:pPr>
            <a:r>
              <a:rPr sz="1575" b="0" lang="zh-CN" altLang="en-US">
                <a:solidFill>
                  <a:srgbClr val="111111"/>
                </a:solidFill>
                <a:latin typeface="Times New Roman"/>
                <a:ea typeface="SimHei"/>
                <a:cs typeface="Times New Roman"/>
              </a:rPr>
              <a:t>站位归属与可用人员</a:t>
            </a:r>
          </a:p>
        </p:txBody>
      </p:sp>
      <p:sp>
        <p:nvSpPr>
          <p:cNvPr id="9" name="left-coupling-connection">
            <a:extLst xmlns:a="http://schemas.openxmlformats.org/drawingml/2006/main">
              <a:ext uri="{FF2B5EF4-FFF2-40B4-BE49-F238E27FC236}">
                <a16:creationId xmlns:a16="http://schemas.microsoft.com/office/drawing/2014/main" id="{9AB5A972-6A32-4AD0-80B4-1850D4C420C4}"/>
              </a:ext>
            </a:extLst>
          </p:cNvPr>
          <p:cNvSpPr>
            <a:spLocks xmlns:a="http://schemas.openxmlformats.org/drawingml/2006/main" noGrp="1"/>
          </p:cNvSpPr>
          <p:nvPr/>
        </p:nvSpPr>
        <p:spPr>
          <a:xfrm xmlns:a="http://schemas.openxmlformats.org/drawingml/2006/main">
            <a:off x="1495425" y="1847850"/>
            <a:ext cx="0" cy="666750"/>
          </a:xfrm>
          <a:prstGeom xmlns:a="http://schemas.openxmlformats.org/drawingml/2006/main" prst="line">
            <a:avLst/>
          </a:prstGeom>
          <a:noFill xmlns:a="http://schemas.openxmlformats.org/drawingml/2006/main"/>
          <a:ln xmlns:a="http://schemas.openxmlformats.org/drawingml/2006/main" w="11430">
            <a:solidFill>
              <a:srgbClr val="111111"/>
            </a:solidFill>
            <a:prstDash val="solid"/>
          </a:ln>
        </p:spPr>
        <p:txBody>
          <a:bodyPr xmlns:a="http://schemas.openxmlformats.org/drawingml/2006/main" anchor="ctr"/>
          <a:lstStyle xmlns:a="http://schemas.openxmlformats.org/drawingml/2006/main">
            <a:defPPr algn="l">
              <a:defRPr sz="1500" b="0" lang="zh-CN" altLang="en-US">
                <a:solidFill>
                  <a:srgbClr val="111111"/>
                </a:solidFill>
                <a:latin typeface="Times New Roman"/>
                <a:ea typeface="SimHei"/>
                <a:cs typeface="Times New Roman"/>
              </a:defRPr>
            </a:defPPr>
          </a:lstStyle>
          <a:p xmlns:a="http://schemas.openxmlformats.org/drawingml/2006/main">
            <a:r>
              <a:t/>
            </a:r>
          </a:p>
        </p:txBody>
      </p:sp>
      <p:sp>
        <p:nvSpPr>
          <p:cNvPr id="10" name="right-coupling-connection">
            <a:extLst xmlns:a="http://schemas.openxmlformats.org/drawingml/2006/main">
              <a:ext uri="{FF2B5EF4-FFF2-40B4-BE49-F238E27FC236}">
                <a16:creationId xmlns:a16="http://schemas.microsoft.com/office/drawing/2014/main" id="{05D4380B-A7D9-4EB7-97D7-B1052E35A2D9}"/>
              </a:ext>
            </a:extLst>
          </p:cNvPr>
          <p:cNvSpPr>
            <a:spLocks xmlns:a="http://schemas.openxmlformats.org/drawingml/2006/main" noGrp="1"/>
          </p:cNvSpPr>
          <p:nvPr/>
        </p:nvSpPr>
        <p:spPr>
          <a:xfrm xmlns:a="http://schemas.openxmlformats.org/drawingml/2006/main">
            <a:off x="10639425" y="1847850"/>
            <a:ext cx="0" cy="666750"/>
          </a:xfrm>
          <a:prstGeom xmlns:a="http://schemas.openxmlformats.org/drawingml/2006/main" prst="line">
            <a:avLst/>
          </a:prstGeom>
          <a:noFill xmlns:a="http://schemas.openxmlformats.org/drawingml/2006/main"/>
          <a:ln xmlns:a="http://schemas.openxmlformats.org/drawingml/2006/main" w="11430">
            <a:solidFill>
              <a:srgbClr val="111111"/>
            </a:solidFill>
            <a:prstDash val="solid"/>
          </a:ln>
        </p:spPr>
        <p:txBody>
          <a:bodyPr xmlns:a="http://schemas.openxmlformats.org/drawingml/2006/main" anchor="ctr"/>
          <a:lstStyle xmlns:a="http://schemas.openxmlformats.org/drawingml/2006/main">
            <a:defPPr algn="l">
              <a:defRPr sz="1500" b="0" lang="zh-CN" altLang="en-US">
                <a:solidFill>
                  <a:srgbClr val="111111"/>
                </a:solidFill>
                <a:latin typeface="Times New Roman"/>
                <a:ea typeface="SimHei"/>
                <a:cs typeface="Times New Roman"/>
              </a:defRPr>
            </a:defPPr>
          </a:lstStyle>
          <a:p xmlns:a="http://schemas.openxmlformats.org/drawingml/2006/main">
            <a:r>
              <a:t/>
            </a:r>
          </a:p>
        </p:txBody>
      </p:sp>
      <p:sp>
        <p:nvSpPr>
          <p:cNvPr id="11" name="worker-operation-link">
            <a:extLst xmlns:a="http://schemas.openxmlformats.org/drawingml/2006/main">
              <a:ext uri="{FF2B5EF4-FFF2-40B4-BE49-F238E27FC236}">
                <a16:creationId xmlns:a16="http://schemas.microsoft.com/office/drawing/2014/main" id="{1FA9DA5A-4ED3-41D6-856B-DCD983ECEDC5}"/>
              </a:ext>
            </a:extLst>
          </p:cNvPr>
          <p:cNvSpPr>
            <a:spLocks xmlns:a="http://schemas.openxmlformats.org/drawingml/2006/main" noGrp="1"/>
          </p:cNvSpPr>
          <p:nvPr/>
        </p:nvSpPr>
        <p:spPr>
          <a:xfrm xmlns:a="http://schemas.openxmlformats.org/drawingml/2006/main">
            <a:off x="1495425" y="2466975"/>
            <a:ext cx="9144000" cy="95250"/>
          </a:xfrm>
          <a:prstGeom xmlns:a="http://schemas.openxmlformats.org/drawingml/2006/main" prst="leftRightArrow">
            <a:avLst/>
          </a:prstGeom>
          <a:solidFill xmlns:a="http://schemas.openxmlformats.org/drawingml/2006/main">
            <a:srgbClr val="111111"/>
          </a:solidFill>
          <a:ln xmlns:a="http://schemas.openxmlformats.org/drawingml/2006/main" w="0">
            <a:noFill/>
          </a:ln>
        </p:spPr>
      </p:sp>
      <p:sp>
        <p:nvSpPr>
          <p:cNvPr id="12" name="worker-operation-label">
            <a:extLst xmlns:a="http://schemas.openxmlformats.org/drawingml/2006/main">
              <a:ext uri="{FF2B5EF4-FFF2-40B4-BE49-F238E27FC236}">
                <a16:creationId xmlns:a16="http://schemas.microsoft.com/office/drawing/2014/main" id="{8927570C-AA88-4BD5-890B-211155546362}"/>
              </a:ext>
            </a:extLst>
          </p:cNvPr>
          <p:cNvSpPr>
            <a:spLocks xmlns:a="http://schemas.openxmlformats.org/drawingml/2006/main" noGrp="1"/>
          </p:cNvSpPr>
          <p:nvPr/>
        </p:nvSpPr>
        <p:spPr>
          <a:xfrm xmlns:a="http://schemas.openxmlformats.org/drawingml/2006/main">
            <a:off x="3076575" y="2171700"/>
            <a:ext cx="6057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0" lang="zh-CN" altLang="en-US">
                <a:solidFill>
                  <a:srgbClr val="111111"/>
                </a:solidFill>
                <a:latin typeface="Times New Roman"/>
                <a:ea typeface="SimHei"/>
                <a:cs typeface="Times New Roman"/>
              </a:defRPr>
            </a:defPPr>
          </a:lstStyle>
          <a:p xmlns:a="http://schemas.openxmlformats.org/drawingml/2006/main">
            <a:pPr algn="ctr">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人数与资格限制选人，效率与占用影响时间</a:t>
            </a:r>
          </a:p>
        </p:txBody>
      </p:sp>
      <p:sp>
        <p:nvSpPr>
          <p:cNvPr id="13" name="coupling-time-effects">
            <a:extLst xmlns:a="http://schemas.openxmlformats.org/drawingml/2006/main">
              <a:ext uri="{FF2B5EF4-FFF2-40B4-BE49-F238E27FC236}">
                <a16:creationId xmlns:a16="http://schemas.microsoft.com/office/drawing/2014/main" id="{2112A7F2-AE0B-499C-9D99-78F259316A9C}"/>
              </a:ext>
            </a:extLst>
          </p:cNvPr>
          <p:cNvSpPr>
            <a:spLocks xmlns:a="http://schemas.openxmlformats.org/drawingml/2006/main" noGrp="1"/>
          </p:cNvSpPr>
          <p:nvPr/>
        </p:nvSpPr>
        <p:spPr>
          <a:xfrm xmlns:a="http://schemas.openxmlformats.org/drawingml/2006/main">
            <a:off x="571500" y="2705100"/>
            <a:ext cx="11001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1" lang="zh-CN" altLang="en-US">
                <a:solidFill>
                  <a:srgbClr val="111111"/>
                </a:solidFill>
                <a:latin typeface="Times New Roman"/>
                <a:ea typeface="SimHei"/>
                <a:cs typeface="Times New Roman"/>
              </a:defRPr>
            </a:defPPr>
          </a:lstStyle>
          <a:p xmlns:a="http://schemas.openxmlformats.org/drawingml/2006/main">
            <a:pPr algn="ctr">
              <a:defRPr sz="1800" b="1" lang="zh-CN" altLang="en-US">
                <a:solidFill>
                  <a:srgbClr val="111111"/>
                </a:solidFill>
                <a:latin typeface="Times New Roman"/>
                <a:ea typeface="SimHei"/>
                <a:cs typeface="Times New Roman"/>
              </a:defRPr>
            </a:pPr>
            <a:r>
              <a:rPr sz="1800" b="1" lang="zh-CN" altLang="en-US">
                <a:solidFill>
                  <a:srgbClr val="111111"/>
                </a:solidFill>
                <a:latin typeface="Times New Roman"/>
                <a:ea typeface="SimHei"/>
                <a:cs typeface="Times New Roman"/>
              </a:rPr>
              <a:t>三项选择共同影响工序起止时间与人员占用</a:t>
            </a:r>
          </a:p>
        </p:txBody>
      </p:sp>
      <p:sp>
        <p:nvSpPr>
          <p:cNvPr id="14" name="coupling-cross-station-effects">
            <a:extLst xmlns:a="http://schemas.openxmlformats.org/drawingml/2006/main">
              <a:ext uri="{FF2B5EF4-FFF2-40B4-BE49-F238E27FC236}">
                <a16:creationId xmlns:a16="http://schemas.microsoft.com/office/drawing/2014/main" id="{7D37B630-2EC2-40DB-BAB3-A5AE8B6F17CC}"/>
              </a:ext>
            </a:extLst>
          </p:cNvPr>
          <p:cNvSpPr>
            <a:spLocks xmlns:a="http://schemas.openxmlformats.org/drawingml/2006/main" noGrp="1"/>
          </p:cNvSpPr>
          <p:nvPr/>
        </p:nvSpPr>
        <p:spPr>
          <a:xfrm xmlns:a="http://schemas.openxmlformats.org/drawingml/2006/main">
            <a:off x="571500" y="3086100"/>
            <a:ext cx="11001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0" lang="zh-CN" altLang="en-US">
                <a:solidFill>
                  <a:srgbClr val="111111"/>
                </a:solidFill>
                <a:latin typeface="Times New Roman"/>
                <a:ea typeface="SimHei"/>
                <a:cs typeface="Times New Roman"/>
              </a:defRPr>
            </a:defPPr>
          </a:lstStyle>
          <a:p xmlns:a="http://schemas.openxmlformats.org/drawingml/2006/main">
            <a:pPr algn="ctr">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局部变化可能沿前序和占用传递，并通过共同转站影响其他站位及下一周期</a:t>
            </a:r>
          </a:p>
        </p:txBody>
      </p:sp>
      <p:sp>
        <p:nvSpPr>
          <p:cNvPr id="15" name="key-research-questions-heading">
            <a:extLst xmlns:a="http://schemas.openxmlformats.org/drawingml/2006/main">
              <a:ext uri="{FF2B5EF4-FFF2-40B4-BE49-F238E27FC236}">
                <a16:creationId xmlns:a16="http://schemas.microsoft.com/office/drawing/2014/main" id="{31256CF5-AC74-4015-8046-4698C4402FA2}"/>
              </a:ext>
            </a:extLst>
          </p:cNvPr>
          <p:cNvSpPr>
            <a:spLocks xmlns:a="http://schemas.openxmlformats.org/drawingml/2006/main" noGrp="1"/>
          </p:cNvSpPr>
          <p:nvPr/>
        </p:nvSpPr>
        <p:spPr>
          <a:xfrm xmlns:a="http://schemas.openxmlformats.org/drawingml/2006/main">
            <a:off x="571500" y="3609975"/>
            <a:ext cx="10953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lang="zh-CN" altLang="en-US">
                <a:solidFill>
                  <a:srgbClr val="4674CD"/>
                </a:solidFill>
                <a:latin typeface="Times New Roman"/>
                <a:ea typeface="SimHei"/>
                <a:cs typeface="Times New Roman"/>
              </a:defRPr>
            </a:defPPr>
          </a:lstStyle>
          <a:p xmlns:a="http://schemas.openxmlformats.org/drawingml/2006/main">
            <a:pPr algn="l">
              <a:defRPr sz="2400" b="1" lang="zh-CN" altLang="en-US">
                <a:solidFill>
                  <a:srgbClr val="4674CD"/>
                </a:solidFill>
                <a:latin typeface="Times New Roman"/>
                <a:ea typeface="SimHei"/>
                <a:cs typeface="Times New Roman"/>
              </a:defRPr>
            </a:pPr>
            <a:r>
              <a:rPr sz="2400" b="1" lang="zh-CN" altLang="en-US">
                <a:solidFill>
                  <a:srgbClr val="4674CD"/>
                </a:solidFill>
                <a:latin typeface="Times New Roman"/>
                <a:ea typeface="SimHei"/>
                <a:cs typeface="Times New Roman"/>
              </a:rPr>
              <a:t>关键研究问题</a:t>
            </a:r>
          </a:p>
        </p:txBody>
      </p:sp>
      <p:sp>
        <p:nvSpPr>
          <p:cNvPr id="16" name="research-question-index-0">
            <a:extLst xmlns:a="http://schemas.openxmlformats.org/drawingml/2006/main">
              <a:ext uri="{FF2B5EF4-FFF2-40B4-BE49-F238E27FC236}">
                <a16:creationId xmlns:a16="http://schemas.microsoft.com/office/drawing/2014/main" id="{7AE58E5A-21E5-4EFB-B494-D4365B6EDF7E}"/>
              </a:ext>
            </a:extLst>
          </p:cNvPr>
          <p:cNvSpPr>
            <a:spLocks xmlns:a="http://schemas.openxmlformats.org/drawingml/2006/main" noGrp="1"/>
          </p:cNvSpPr>
          <p:nvPr/>
        </p:nvSpPr>
        <p:spPr>
          <a:xfrm xmlns:a="http://schemas.openxmlformats.org/drawingml/2006/main">
            <a:off x="581025" y="4143375"/>
            <a:ext cx="314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lang="zh-CN" altLang="en-US">
                <a:solidFill>
                  <a:srgbClr val="4674CD"/>
                </a:solidFill>
                <a:latin typeface="Times New Roman"/>
                <a:ea typeface="SimHei"/>
                <a:cs typeface="Times New Roman"/>
              </a:defRPr>
            </a:defPPr>
          </a:lstStyle>
          <a:p xmlns:a="http://schemas.openxmlformats.org/drawingml/2006/main">
            <a:pPr algn="l">
              <a:defRPr sz="2475" b="1" lang="zh-CN" altLang="en-US">
                <a:solidFill>
                  <a:srgbClr val="4674CD"/>
                </a:solidFill>
                <a:latin typeface="Times New Roman"/>
                <a:ea typeface="SimHei"/>
                <a:cs typeface="Times New Roman"/>
              </a:defRPr>
            </a:pPr>
            <a:r>
              <a:rPr sz="2475" b="1" lang="zh-CN" altLang="en-US">
                <a:solidFill>
                  <a:srgbClr val="4674CD"/>
                </a:solidFill>
                <a:latin typeface="Times New Roman"/>
                <a:ea typeface="SimHei"/>
                <a:cs typeface="Times New Roman"/>
              </a:rPr>
              <a:t>1</a:t>
            </a:r>
          </a:p>
        </p:txBody>
      </p:sp>
      <p:sp>
        <p:nvSpPr>
          <p:cNvPr id="17" name="research-question-text-0">
            <a:extLst xmlns:a="http://schemas.openxmlformats.org/drawingml/2006/main">
              <a:ext uri="{FF2B5EF4-FFF2-40B4-BE49-F238E27FC236}">
                <a16:creationId xmlns:a16="http://schemas.microsoft.com/office/drawing/2014/main" id="{B0AB5AF4-B387-40B6-8562-96373E527F53}"/>
              </a:ext>
            </a:extLst>
          </p:cNvPr>
          <p:cNvSpPr>
            <a:spLocks xmlns:a="http://schemas.openxmlformats.org/drawingml/2006/main" noGrp="1"/>
          </p:cNvSpPr>
          <p:nvPr/>
        </p:nvSpPr>
        <p:spPr>
          <a:xfrm xmlns:a="http://schemas.openxmlformats.org/drawingml/2006/main">
            <a:off x="1047750" y="412432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square">
            <a:noAutofit/>
          </a:bodyPr>
          <a:lstStyle xmlns:a="http://schemas.openxmlformats.org/drawingml/2006/main">
            <a:defPPr algn="l">
              <a:defRPr sz="2025" b="0" lang="zh-CN" altLang="en-US">
                <a:solidFill>
                  <a:srgbClr val="111111"/>
                </a:solidFill>
                <a:latin typeface="Times New Roman"/>
                <a:ea typeface="SimHei"/>
                <a:cs typeface="Times New Roman"/>
              </a:defRPr>
            </a:defPPr>
          </a:lstStyle>
          <a:p xmlns:a="http://schemas.openxmlformats.org/drawingml/2006/main">
            <a:pPr algn="l">
              <a:defRPr sz="2025" b="0" lang="zh-CN" altLang="en-US">
                <a:solidFill>
                  <a:srgbClr val="111111"/>
                </a:solidFill>
                <a:latin typeface="Times New Roman"/>
                <a:ea typeface="SimHei"/>
                <a:cs typeface="Times New Roman"/>
              </a:defRPr>
            </a:pPr>
            <a:r>
              <a:rPr sz="2025" b="0" lang="zh-CN" altLang="en-US">
                <a:solidFill>
                  <a:srgbClr val="111111"/>
                </a:solidFill>
                <a:latin typeface="Times New Roman"/>
                <a:ea typeface="SimHei"/>
                <a:cs typeface="Times New Roman"/>
              </a:rPr>
              <a:t>工序、站位与人员选择相互制约，如何生成满足约束的高效联合排程？</a:t>
            </a:r>
          </a:p>
        </p:txBody>
      </p:sp>
      <p:sp>
        <p:nvSpPr>
          <p:cNvPr id="18" name="research-question-explanation-0">
            <a:extLst xmlns:a="http://schemas.openxmlformats.org/drawingml/2006/main">
              <a:ext uri="{FF2B5EF4-FFF2-40B4-BE49-F238E27FC236}">
                <a16:creationId xmlns:a16="http://schemas.microsoft.com/office/drawing/2014/main" id="{2EB38D5E-C10E-4D67-88AF-7354CA3BB71D}"/>
              </a:ext>
            </a:extLst>
          </p:cNvPr>
          <p:cNvSpPr>
            <a:spLocks xmlns:a="http://schemas.openxmlformats.org/drawingml/2006/main" noGrp="1"/>
          </p:cNvSpPr>
          <p:nvPr/>
        </p:nvSpPr>
        <p:spPr>
          <a:xfrm xmlns:a="http://schemas.openxmlformats.org/drawingml/2006/main">
            <a:off x="1047750" y="4524375"/>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lang="zh-CN" altLang="en-US">
                <a:solidFill>
                  <a:srgbClr val="333333"/>
                </a:solidFill>
                <a:latin typeface="Times New Roman"/>
                <a:ea typeface="SimHei"/>
                <a:cs typeface="Times New Roman"/>
              </a:defRPr>
            </a:defPPr>
          </a:lstStyle>
          <a:p xmlns:a="http://schemas.openxmlformats.org/drawingml/2006/main">
            <a:pPr algn="l">
              <a:defRPr sz="1500" b="0" lang="zh-CN" altLang="en-US">
                <a:solidFill>
                  <a:srgbClr val="333333"/>
                </a:solidFill>
                <a:latin typeface="Times New Roman"/>
                <a:ea typeface="SimHei"/>
                <a:cs typeface="Times New Roman"/>
              </a:defRPr>
            </a:pPr>
            <a:r>
              <a:rPr sz="1500" b="0" lang="zh-CN" altLang="en-US">
                <a:solidFill>
                  <a:srgbClr val="333333"/>
                </a:solidFill>
                <a:latin typeface="Times New Roman"/>
                <a:ea typeface="SimHei"/>
                <a:cs typeface="Times New Roman"/>
              </a:rPr>
              <a:t>共同考虑工艺前序、人员资格及资源占用。</a:t>
            </a:r>
          </a:p>
        </p:txBody>
      </p:sp>
      <p:sp>
        <p:nvSpPr>
          <p:cNvPr id="19" name="research-question-index-1">
            <a:extLst xmlns:a="http://schemas.openxmlformats.org/drawingml/2006/main">
              <a:ext uri="{FF2B5EF4-FFF2-40B4-BE49-F238E27FC236}">
                <a16:creationId xmlns:a16="http://schemas.microsoft.com/office/drawing/2014/main" id="{05B9B6AD-B3A6-442D-AA2F-F32F99311D4B}"/>
              </a:ext>
            </a:extLst>
          </p:cNvPr>
          <p:cNvSpPr>
            <a:spLocks xmlns:a="http://schemas.openxmlformats.org/drawingml/2006/main" noGrp="1"/>
          </p:cNvSpPr>
          <p:nvPr/>
        </p:nvSpPr>
        <p:spPr>
          <a:xfrm xmlns:a="http://schemas.openxmlformats.org/drawingml/2006/main">
            <a:off x="581025" y="4895850"/>
            <a:ext cx="314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lang="zh-CN" altLang="en-US">
                <a:solidFill>
                  <a:srgbClr val="4674CD"/>
                </a:solidFill>
                <a:latin typeface="Times New Roman"/>
                <a:ea typeface="SimHei"/>
                <a:cs typeface="Times New Roman"/>
              </a:defRPr>
            </a:defPPr>
          </a:lstStyle>
          <a:p xmlns:a="http://schemas.openxmlformats.org/drawingml/2006/main">
            <a:pPr algn="l">
              <a:defRPr sz="2475" b="1" lang="zh-CN" altLang="en-US">
                <a:solidFill>
                  <a:srgbClr val="4674CD"/>
                </a:solidFill>
                <a:latin typeface="Times New Roman"/>
                <a:ea typeface="SimHei"/>
                <a:cs typeface="Times New Roman"/>
              </a:defRPr>
            </a:pPr>
            <a:r>
              <a:rPr sz="2475" b="1" lang="zh-CN" altLang="en-US">
                <a:solidFill>
                  <a:srgbClr val="4674CD"/>
                </a:solidFill>
                <a:latin typeface="Times New Roman"/>
                <a:ea typeface="SimHei"/>
                <a:cs typeface="Times New Roman"/>
              </a:rPr>
              <a:t>2</a:t>
            </a:r>
          </a:p>
        </p:txBody>
      </p:sp>
      <p:sp>
        <p:nvSpPr>
          <p:cNvPr id="20" name="research-question-text-1">
            <a:extLst xmlns:a="http://schemas.openxmlformats.org/drawingml/2006/main">
              <a:ext uri="{FF2B5EF4-FFF2-40B4-BE49-F238E27FC236}">
                <a16:creationId xmlns:a16="http://schemas.microsoft.com/office/drawing/2014/main" id="{EA33B75B-5078-4ED2-865F-EB5769ACB26A}"/>
              </a:ext>
            </a:extLst>
          </p:cNvPr>
          <p:cNvSpPr>
            <a:spLocks xmlns:a="http://schemas.openxmlformats.org/drawingml/2006/main" noGrp="1"/>
          </p:cNvSpPr>
          <p:nvPr/>
        </p:nvSpPr>
        <p:spPr>
          <a:xfrm xmlns:a="http://schemas.openxmlformats.org/drawingml/2006/main">
            <a:off x="1047750" y="487680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square">
            <a:noAutofit/>
          </a:bodyPr>
          <a:lstStyle xmlns:a="http://schemas.openxmlformats.org/drawingml/2006/main">
            <a:defPPr algn="l">
              <a:defRPr sz="2025" b="0" lang="zh-CN" altLang="en-US">
                <a:solidFill>
                  <a:srgbClr val="111111"/>
                </a:solidFill>
                <a:latin typeface="Times New Roman"/>
                <a:ea typeface="SimHei"/>
                <a:cs typeface="Times New Roman"/>
              </a:defRPr>
            </a:defPPr>
          </a:lstStyle>
          <a:p xmlns:a="http://schemas.openxmlformats.org/drawingml/2006/main">
            <a:pPr algn="l">
              <a:defRPr sz="2025" b="0" lang="zh-CN" altLang="en-US">
                <a:solidFill>
                  <a:srgbClr val="111111"/>
                </a:solidFill>
                <a:latin typeface="Times New Roman"/>
                <a:ea typeface="SimHei"/>
                <a:cs typeface="Times New Roman"/>
              </a:defRPr>
            </a:pPr>
            <a:r>
              <a:rPr sz="2025" b="0" lang="zh-CN" altLang="en-US">
                <a:solidFill>
                  <a:srgbClr val="111111"/>
                </a:solidFill>
                <a:latin typeface="Times New Roman"/>
                <a:ea typeface="SimHei"/>
                <a:cs typeface="Times New Roman"/>
              </a:rPr>
              <a:t>工序延迟开工后，如何调整受影响的安排，兼顾完工时间与计划稳定性？</a:t>
            </a:r>
          </a:p>
        </p:txBody>
      </p:sp>
      <p:sp>
        <p:nvSpPr>
          <p:cNvPr id="21" name="research-question-explanation-1">
            <a:extLst xmlns:a="http://schemas.openxmlformats.org/drawingml/2006/main">
              <a:ext uri="{FF2B5EF4-FFF2-40B4-BE49-F238E27FC236}">
                <a16:creationId xmlns:a16="http://schemas.microsoft.com/office/drawing/2014/main" id="{D97C00FA-C8A3-4A22-9813-5D0834044A22}"/>
              </a:ext>
            </a:extLst>
          </p:cNvPr>
          <p:cNvSpPr>
            <a:spLocks xmlns:a="http://schemas.openxmlformats.org/drawingml/2006/main" noGrp="1"/>
          </p:cNvSpPr>
          <p:nvPr/>
        </p:nvSpPr>
        <p:spPr>
          <a:xfrm xmlns:a="http://schemas.openxmlformats.org/drawingml/2006/main">
            <a:off x="1047750" y="5276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lang="zh-CN" altLang="en-US">
                <a:solidFill>
                  <a:srgbClr val="333333"/>
                </a:solidFill>
                <a:latin typeface="Times New Roman"/>
                <a:ea typeface="SimHei"/>
                <a:cs typeface="Times New Roman"/>
              </a:defRPr>
            </a:defPPr>
          </a:lstStyle>
          <a:p xmlns:a="http://schemas.openxmlformats.org/drawingml/2006/main">
            <a:pPr algn="l">
              <a:defRPr sz="1500" b="0" lang="zh-CN" altLang="en-US">
                <a:solidFill>
                  <a:srgbClr val="333333"/>
                </a:solidFill>
                <a:latin typeface="Times New Roman"/>
                <a:ea typeface="SimHei"/>
                <a:cs typeface="Times New Roman"/>
              </a:defRPr>
            </a:pPr>
            <a:r>
              <a:rPr sz="1500" b="0" lang="zh-CN" altLang="en-US">
                <a:solidFill>
                  <a:srgbClr val="333333"/>
                </a:solidFill>
                <a:latin typeface="Times New Roman"/>
                <a:ea typeface="SimHei"/>
                <a:cs typeface="Times New Roman"/>
              </a:rPr>
              <a:t>恢复执行进度，同时控制对原计划的改动。</a:t>
            </a:r>
          </a:p>
        </p:txBody>
      </p:sp>
      <p:sp>
        <p:nvSpPr>
          <p:cNvPr id="22" name="research-question-index-2">
            <a:extLst xmlns:a="http://schemas.openxmlformats.org/drawingml/2006/main">
              <a:ext uri="{FF2B5EF4-FFF2-40B4-BE49-F238E27FC236}">
                <a16:creationId xmlns:a16="http://schemas.microsoft.com/office/drawing/2014/main" id="{5E4E8394-FBE3-4D49-BCC4-2DCC90AEC51C}"/>
              </a:ext>
            </a:extLst>
          </p:cNvPr>
          <p:cNvSpPr>
            <a:spLocks xmlns:a="http://schemas.openxmlformats.org/drawingml/2006/main" noGrp="1"/>
          </p:cNvSpPr>
          <p:nvPr/>
        </p:nvSpPr>
        <p:spPr>
          <a:xfrm xmlns:a="http://schemas.openxmlformats.org/drawingml/2006/main">
            <a:off x="581025" y="5686425"/>
            <a:ext cx="314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lang="zh-CN" altLang="en-US">
                <a:solidFill>
                  <a:srgbClr val="4674CD"/>
                </a:solidFill>
                <a:latin typeface="Times New Roman"/>
                <a:ea typeface="SimHei"/>
                <a:cs typeface="Times New Roman"/>
              </a:defRPr>
            </a:defPPr>
          </a:lstStyle>
          <a:p xmlns:a="http://schemas.openxmlformats.org/drawingml/2006/main">
            <a:pPr algn="l">
              <a:defRPr sz="2475" b="1" lang="zh-CN" altLang="en-US">
                <a:solidFill>
                  <a:srgbClr val="4674CD"/>
                </a:solidFill>
                <a:latin typeface="Times New Roman"/>
                <a:ea typeface="SimHei"/>
                <a:cs typeface="Times New Roman"/>
              </a:defRPr>
            </a:pPr>
            <a:r>
              <a:rPr sz="2475" b="1" lang="zh-CN" altLang="en-US">
                <a:solidFill>
                  <a:srgbClr val="4674CD"/>
                </a:solidFill>
                <a:latin typeface="Times New Roman"/>
                <a:ea typeface="SimHei"/>
                <a:cs typeface="Times New Roman"/>
              </a:rPr>
              <a:t>3</a:t>
            </a:r>
          </a:p>
        </p:txBody>
      </p:sp>
      <p:sp>
        <p:nvSpPr>
          <p:cNvPr id="23" name="research-question-text-2">
            <a:extLst xmlns:a="http://schemas.openxmlformats.org/drawingml/2006/main">
              <a:ext uri="{FF2B5EF4-FFF2-40B4-BE49-F238E27FC236}">
                <a16:creationId xmlns:a16="http://schemas.microsoft.com/office/drawing/2014/main" id="{B65CC44D-3334-4F8B-BAA3-8E3CB236F183}"/>
              </a:ext>
            </a:extLst>
          </p:cNvPr>
          <p:cNvSpPr>
            <a:spLocks xmlns:a="http://schemas.openxmlformats.org/drawingml/2006/main" noGrp="1"/>
          </p:cNvSpPr>
          <p:nvPr/>
        </p:nvSpPr>
        <p:spPr>
          <a:xfrm xmlns:a="http://schemas.openxmlformats.org/drawingml/2006/main">
            <a:off x="1047750" y="5667375"/>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square">
            <a:noAutofit/>
          </a:bodyPr>
          <a:lstStyle xmlns:a="http://schemas.openxmlformats.org/drawingml/2006/main">
            <a:defPPr algn="l">
              <a:defRPr sz="2025" b="0" lang="zh-CN" altLang="en-US">
                <a:solidFill>
                  <a:srgbClr val="111111"/>
                </a:solidFill>
                <a:latin typeface="Times New Roman"/>
                <a:ea typeface="SimHei"/>
                <a:cs typeface="Times New Roman"/>
              </a:defRPr>
            </a:defPPr>
          </a:lstStyle>
          <a:p xmlns:a="http://schemas.openxmlformats.org/drawingml/2006/main">
            <a:pPr algn="l">
              <a:defRPr sz="2025" b="0" lang="zh-CN" altLang="en-US">
                <a:solidFill>
                  <a:srgbClr val="111111"/>
                </a:solidFill>
                <a:latin typeface="Times New Roman"/>
                <a:ea typeface="SimHei"/>
                <a:cs typeface="Times New Roman"/>
              </a:defRPr>
            </a:pPr>
            <a:r>
              <a:rPr sz="2025" b="0" lang="zh-CN" altLang="en-US">
                <a:solidFill>
                  <a:srgbClr val="111111"/>
                </a:solidFill>
                <a:latin typeface="Times New Roman"/>
                <a:ea typeface="SimHei"/>
                <a:cs typeface="Times New Roman"/>
              </a:rPr>
              <a:t>局部安排与扰动可能影响其他站位，如何协调多架次飞机的共同转站及下一周期任务？</a:t>
            </a:r>
          </a:p>
        </p:txBody>
      </p:sp>
      <p:sp>
        <p:nvSpPr>
          <p:cNvPr id="24" name="research-question-explanation-2">
            <a:extLst xmlns:a="http://schemas.openxmlformats.org/drawingml/2006/main">
              <a:ext uri="{FF2B5EF4-FFF2-40B4-BE49-F238E27FC236}">
                <a16:creationId xmlns:a16="http://schemas.microsoft.com/office/drawing/2014/main" id="{6D6798E4-AC9E-4464-A39D-28F22A7B0AD4}"/>
              </a:ext>
            </a:extLst>
          </p:cNvPr>
          <p:cNvSpPr>
            <a:spLocks xmlns:a="http://schemas.openxmlformats.org/drawingml/2006/main" noGrp="1"/>
          </p:cNvSpPr>
          <p:nvPr/>
        </p:nvSpPr>
        <p:spPr>
          <a:xfrm xmlns:a="http://schemas.openxmlformats.org/drawingml/2006/main">
            <a:off x="1047750" y="6372225"/>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lang="zh-CN" altLang="en-US">
                <a:solidFill>
                  <a:srgbClr val="333333"/>
                </a:solidFill>
                <a:latin typeface="Times New Roman"/>
                <a:ea typeface="SimHei"/>
                <a:cs typeface="Times New Roman"/>
              </a:defRPr>
            </a:defPPr>
          </a:lstStyle>
          <a:p xmlns:a="http://schemas.openxmlformats.org/drawingml/2006/main">
            <a:pPr algn="l">
              <a:defRPr sz="1500" b="0" lang="zh-CN" altLang="en-US">
                <a:solidFill>
                  <a:srgbClr val="333333"/>
                </a:solidFill>
                <a:latin typeface="Times New Roman"/>
                <a:ea typeface="SimHei"/>
                <a:cs typeface="Times New Roman"/>
              </a:defRPr>
            </a:pPr>
            <a:r>
              <a:rPr sz="1500" b="0" lang="zh-CN" altLang="en-US">
                <a:solidFill>
                  <a:srgbClr val="333333"/>
                </a:solidFill>
                <a:latin typeface="Times New Roman"/>
                <a:ea typeface="SimHei"/>
                <a:cs typeface="Times New Roman"/>
              </a:rPr>
              <a:t>关注跨站位影响，以及当前安排对后续执行的影响。</a:t>
            </a:r>
          </a:p>
        </p:txBody>
      </p:sp>
      <p:sp xmlns:a="http://schemas.openxmlformats.org/drawingml/2006/main">
        <p:nvSpPr>
          <p:cNvPr id="25"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26"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27"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1 研究背景</a:t>
            </a:r>
          </a:p>
        </p:txBody>
      </p:sp>
      <p:sp>
        <p:nvSpPr>
          <p:cNvPr id="28"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lang="zh-CN" altLang="en-US">
                <a:solidFill>
                  <a:srgbClr val="000000"/>
                </a:solidFill>
                <a:latin typeface="Times New Roman"/>
                <a:ea typeface="SimHei"/>
                <a:cs typeface="Times New Roman"/>
              </a:defRPr>
            </a:defPPr>
          </a:lstStyle>
          <ns0:p xmlns:ns0="http://schemas.openxmlformats.org/drawingml/2006/main">
            <ns0:pPr algn="l">
              <ns0:defRPr sz="2850" b="1" lang="zh-CN" altLang="en-US">
                <ns0:solidFill>
                  <ns0:srgbClr val="000000"/>
                </ns0:solidFill>
                <ns0:latin typeface="Times New Roman"/>
                <ns0:ea typeface="SimHei"/>
                <ns0:cs typeface="Times New Roman"/>
              </ns0:defRPr>
            </ns0:pPr>
            <ns0:r>
              <ns0:rPr b="1" sz="2400" lang="zh-CN" altLang="en-US">
                <ns0:solidFill>
                  <ns0:srgbClr val="315CA9"/>
                </ns0:solidFill>
                <ns0:latin typeface="Times New Roman"/>
                <ns0:ea typeface="SimHei"/>
                <ns0:cs typeface="Times New Roman"/>
              </ns0:rPr>
              <ns0:t>联合调度与关键研究问题</ns0:t>
            </ns0:r>
          </ns0:p>
        </p:txBody>
      </p:sp>
      <p:sp>
        <p:nvSpPr>
          <p:cNvPr id="29"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1:p xmlns:ns1="http://schemas.openxmlformats.org/drawingml/2006/main">
            <ns1:pPr algn="r">
              <ns1:defRPr sz="1350" b="0" lang="zh-CN" altLang="en-US">
                <ns1:solidFill>
                  <ns1:srgbClr val="000000"/>
                </ns1:solidFill>
                <ns1:latin typeface="Times New Roman"/>
                <ns1:ea typeface="SimHei"/>
                <ns1:cs typeface="Times New Roman"/>
              </ns1:defRPr>
            </ns1:pPr>
            <ns1:r>
              <ns1:rPr b="0" sz="1200" lang="zh-CN" altLang="en-US">
                <ns1:solidFill>
                  <ns1:srgbClr val="666666"/>
                </ns1:solidFill>
                <ns1:latin typeface="Times New Roman"/>
                <ns1:ea typeface="SimHei"/>
                <ns1:cs typeface="Times New Roman"/>
              </ns1:rPr>
              <ns1:t>04</ns1:t>
            </ns1:r>
          </ns1:p>
        </p:txBody>
      </p:sp>
    </p:spTree>
    <p:extLst>
      <p:ext uri="{BB962C8B-B14F-4D97-AF65-F5344CB8AC3E}">
        <p14:creationId xmlns:p14="http://schemas.microsoft.com/office/powerpoint/2010/main" val="18705004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vision-text-1055">
            <a:extLst xmlns:a="http://schemas.openxmlformats.org/drawingml/2006/main">
              <a:ext uri="{FF2B5EF4-FFF2-40B4-BE49-F238E27FC236}">
                <a16:creationId xmlns:a16="http://schemas.microsoft.com/office/drawing/2014/main" id="{8EC55E9A-8566-4F9A-8E96-2E3FC2A92444}"/>
              </a:ext>
            </a:extLst>
          </p:cNvPr>
          <p:cNvSpPr>
            <a:spLocks xmlns:a="http://schemas.openxmlformats.org/drawingml/2006/main" noGrp="1"/>
          </p:cNvSpPr>
          <p:nvPr/>
        </p:nvSpPr>
        <p:spPr>
          <a:xfrm xmlns:a="http://schemas.openxmlformats.org/drawingml/2006/main">
            <a:off x="590550" y="1047750"/>
            <a:ext cx="11010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lang="zh-CN" altLang="en-US">
                <a:solidFill>
                  <a:srgbClr val="000000"/>
                </a:solidFill>
                <a:latin typeface="Times New Roman"/>
                <a:ea typeface="SimHei"/>
                <a:cs typeface="Times New Roman"/>
              </a:defRPr>
            </a:defPPr>
          </a:lstStyle>
          <a:p xmlns:a="http://schemas.openxmlformats.org/drawingml/2006/main">
            <a:pPr algn="l">
              <a:defRPr sz="1950" b="0" lang="zh-CN" altLang="en-US">
                <a:solidFill>
                  <a:srgbClr val="000000"/>
                </a:solidFill>
                <a:latin typeface="Times New Roman"/>
                <a:ea typeface="SimHei"/>
                <a:cs typeface="Times New Roman"/>
              </a:defRPr>
            </a:pPr>
            <a:r>
              <a:rPr b="0" lang="zh-CN" altLang="en-US">
                <a:latin typeface="Times New Roman"/>
                <a:ea typeface="SimHei"/>
                <a:cs typeface="Times New Roman"/>
              </a:rPr>
              <a:t>比较已有研究对生产组织、工序安排、人员分配与受扰执行的处理。</a:t>
            </a:r>
          </a:p>
        </p:txBody>
      </p:sp>
      <p:graphicFrame>
        <p:nvGraphicFramePr>
          <p:cNvPr id="3" name="">
            <a:extLst xmlns:a="http://schemas.openxmlformats.org/drawingml/2006/main">
              <a:ext uri="{FF2B5EF4-FFF2-40B4-BE49-F238E27FC236}">
                <a16:creationId xmlns:a16="http://schemas.microsoft.com/office/drawing/2014/main" id="{B3E374A1-1F29-4A45-8CD5-1AA24140C949}"/>
              </a:ext>
            </a:extLst>
          </p:cNvPr>
          <p:cNvGraphicFramePr/>
          <p:nvPr/>
        </p:nvGraphicFramePr>
        <p:xfrm>
          <a:off xmlns:a="http://schemas.openxmlformats.org/drawingml/2006/main" x="571500" y="1581150"/>
          <a:ext xmlns:a="http://schemas.openxmlformats.org/drawingml/2006/main" cx="11049000" cy="3895725"/>
        </p:xfrm>
        <a:graphic xmlns:a="http://schemas.openxmlformats.org/drawingml/2006/main">
          <a:graphicData uri="http://schemas.openxmlformats.org/drawingml/2006/table">
            <a:tbl>
              <a:tblPr firstRow="1" bandRow="0" bandCol="0"/>
              <a:tblGrid>
                <a:gridCol w="2647950"/>
                <a:gridCol w="4200525"/>
                <a:gridCol w="4200525"/>
              </a:tblGrid>
              <a:tr h="466725">
                <a:tc>
                  <a:txBody>
                    <a:bodyPr/>
                    <a:lstStyle/>
                    <a:p>
                      <a:r>
                        <a:rPr sz="1800" b="1" lang="zh-CN" altLang="en-US">
                          <a:solidFill>
                            <a:srgbClr val="FFFFFF"/>
                          </a:solidFill>
                          <a:latin typeface="Times New Roman"/>
                          <a:ea typeface="SimHei"/>
                          <a:cs typeface="Times New Roman"/>
                        </a:rPr>
                        <a:t>代表文献</a:t>
                      </a:r>
                    </a:p>
                  </a:txBody>
                  <a:tcPr marL="114300" marR="114300" marT="28575" marB="28575" anchor="ctr">
                    <a:solidFill>
                      <a:srgbClr val="4674CD"/>
                    </a:solidFill>
                  </a:tcPr>
                </a:tc>
                <a:tc>
                  <a:txBody>
                    <a:bodyPr/>
                    <a:lstStyle/>
                    <a:p>
                      <a:r>
                        <a:rPr sz="1800" b="1" lang="zh-CN" altLang="en-US">
                          <a:solidFill>
                            <a:srgbClr val="FFFFFF"/>
                          </a:solidFill>
                          <a:latin typeface="Times New Roman"/>
                          <a:ea typeface="SimHei"/>
                          <a:cs typeface="Times New Roman"/>
                        </a:rPr>
                        <a:t>研究内容</a:t>
                      </a:r>
                    </a:p>
                  </a:txBody>
                  <a:tcPr marL="114300" marR="114300" marT="28575" marB="28575" anchor="ctr">
                    <a:solidFill>
                      <a:srgbClr val="4674CD"/>
                    </a:solidFill>
                  </a:tcPr>
                </a:tc>
                <a:tc>
                  <a:txBody>
                    <a:bodyPr/>
                    <a:lstStyle/>
                    <a:p>
                      <a:r>
                        <a:rPr sz="1800" b="1" lang="zh-CN" altLang="en-US">
                          <a:solidFill>
                            <a:srgbClr val="FFFFFF"/>
                          </a:solidFill>
                          <a:latin typeface="Times New Roman"/>
                          <a:ea typeface="SimHei"/>
                          <a:cs typeface="Times New Roman"/>
                        </a:rPr>
                        <a:t>适用范围与局限</a:t>
                      </a:r>
                    </a:p>
                  </a:txBody>
                  <a:tcPr marL="114300" marR="114300" marT="28575" marB="28575" anchor="ctr">
                    <a:solidFill>
                      <a:srgbClr val="4674CD"/>
                    </a:solidFill>
                  </a:tcPr>
                </a:tc>
              </a:tr>
              <a:tr h="685800">
                <a:tc>
                  <a:txBody>
                    <a:bodyPr/>
                    <a:lstStyle/>
                    <a:p>
                      <a:r>
                        <a:rPr sz="1725" b="0" lang="zh-CN" altLang="en-US">
                          <a:solidFill>
                            <a:srgbClr val="111111"/>
                          </a:solidFill>
                          <a:latin typeface="Times New Roman"/>
                          <a:ea typeface="SimHei"/>
                          <a:cs typeface="Times New Roman"/>
                        </a:rPr>
                        <a:t>方水良等（</a:t>
                      </a:r>
                      <a:r>
                        <a:rPr sz="1725" b="0" lang="zh-CN" altLang="en-US">
                          <a:solidFill>
                            <a:srgbClr val="111111"/>
                          </a:solidFill>
                          <a:latin typeface="Times New Roman"/>
                          <a:ea typeface="SimHei"/>
                          <a:cs typeface="Times New Roman"/>
                        </a:rPr>
                        <a:t>2021</a:t>
                      </a:r>
                      <a:r>
                        <a:rPr sz="1725" b="0" lang="zh-CN" altLang="en-US">
                          <a:solidFill>
                            <a:srgbClr val="111111"/>
                          </a:solidFill>
                          <a:latin typeface="Times New Roman"/>
                          <a:ea typeface="SimHei"/>
                          <a:cs typeface="Times New Roman"/>
                        </a:rPr>
                        <a:t>）</a:t>
                      </a:r>
                      <a:r>
                        <a:rPr sz="1725" b="0" lang="zh-CN" altLang="en-US">
                          <a:solidFill>
                            <a:srgbClr val="111111"/>
                          </a:solidFill>
                          <a:latin typeface="Times New Roman"/>
                          <a:ea typeface="SimHei"/>
                          <a:cs typeface="Times New Roman"/>
                        </a:rPr>
                        <a:t>[4]</a:t>
                      </a:r>
                    </a:p>
                  </a:txBody>
                  <a:tcPr marL="114300" marR="114300" marT="28575" marB="28575" anchor="ctr">
                    <a:solidFill>
                      <a:srgbClr val="E7ECF6"/>
                    </a:solidFill>
                  </a:tcPr>
                </a:tc>
                <a:tc>
                  <a:txBody>
                    <a:bodyPr/>
                    <a:lstStyle/>
                    <a:p>
                      <a:r>
                        <a:rPr sz="1725" b="0" lang="zh-CN" altLang="en-US">
                          <a:solidFill>
                            <a:srgbClr val="111111"/>
                          </a:solidFill>
                          <a:latin typeface="Times New Roman"/>
                          <a:ea typeface="SimHei"/>
                          <a:cs typeface="Times New Roman"/>
                        </a:rPr>
                        <a:t>飞机移动装配线综述，</a:t>
                      </a:r>
                    </a:p>
                    <a:p>
                      <a:r>
                        <a:rPr sz="1725" b="0" lang="zh-CN" altLang="en-US">
                          <a:solidFill>
                            <a:srgbClr val="111111"/>
                          </a:solidFill>
                          <a:latin typeface="Times New Roman"/>
                          <a:ea typeface="SimHei"/>
                          <a:cs typeface="Times New Roman"/>
                        </a:rPr>
                        <a:t>区分脉动与续动生产组织</a:t>
                      </a:r>
                    </a:p>
                  </a:txBody>
                  <a:tcPr marL="114300" marR="114300" marT="28575" marB="28575" anchor="ctr">
                    <a:solidFill>
                      <a:srgbClr val="E7ECF6"/>
                    </a:solidFill>
                  </a:tcPr>
                </a:tc>
                <a:tc>
                  <a:txBody>
                    <a:bodyPr/>
                    <a:lstStyle/>
                    <a:p>
                      <a:r>
                        <a:rPr sz="1725" b="0" lang="zh-CN" altLang="en-US">
                          <a:solidFill>
                            <a:srgbClr val="111111"/>
                          </a:solidFill>
                          <a:latin typeface="Times New Roman"/>
                          <a:ea typeface="SimHei"/>
                          <a:cs typeface="Times New Roman"/>
                        </a:rPr>
                        <a:t>涉及整机及部件移动装配，</a:t>
                      </a:r>
                    </a:p>
                    <a:p>
                      <a:r>
                        <a:rPr sz="1725" b="0" lang="zh-CN" altLang="en-US">
                          <a:solidFill>
                            <a:srgbClr val="111111"/>
                          </a:solidFill>
                          <a:latin typeface="Times New Roman"/>
                          <a:ea typeface="SimHei"/>
                          <a:cs typeface="Times New Roman"/>
                        </a:rPr>
                        <a:t>按具体产线区分运行规则</a:t>
                      </a:r>
                    </a:p>
                  </a:txBody>
                  <a:tcPr marL="114300" marR="114300" marT="28575" marB="28575" anchor="ctr">
                    <a:solidFill>
                      <a:srgbClr val="E7ECF6"/>
                    </a:solidFill>
                  </a:tcPr>
                </a:tc>
              </a:tr>
              <a:tr h="685800">
                <a:tc>
                  <a:txBody>
                    <a:bodyPr/>
                    <a:lstStyle/>
                    <a:p>
                      <a:r>
                        <a:rPr sz="1725" b="0" lang="zh-CN" altLang="en-US">
                          <a:solidFill>
                            <a:srgbClr val="111111"/>
                          </a:solidFill>
                          <a:latin typeface="Times New Roman"/>
                          <a:ea typeface="SimHei"/>
                          <a:cs typeface="Times New Roman"/>
                        </a:rPr>
                        <a:t>Bao</a:t>
                      </a:r>
                      <a:r>
                        <a:rPr sz="1725" b="0" lang="zh-CN" altLang="en-US">
                          <a:solidFill>
                            <a:srgbClr val="111111"/>
                          </a:solidFill>
                          <a:latin typeface="Times New Roman"/>
                          <a:ea typeface="SimHei"/>
                          <a:cs typeface="Times New Roman"/>
                        </a:rPr>
                        <a:t>等（</a:t>
                      </a:r>
                      <a:r>
                        <a:rPr sz="1725" b="0" lang="zh-CN" altLang="en-US">
                          <a:solidFill>
                            <a:srgbClr val="111111"/>
                          </a:solidFill>
                          <a:latin typeface="Times New Roman"/>
                          <a:ea typeface="SimHei"/>
                          <a:cs typeface="Times New Roman"/>
                        </a:rPr>
                        <a:t>2023</a:t>
                      </a:r>
                      <a:r>
                        <a:rPr sz="1725" b="0" lang="zh-CN" altLang="en-US">
                          <a:solidFill>
                            <a:srgbClr val="111111"/>
                          </a:solidFill>
                          <a:latin typeface="Times New Roman"/>
                          <a:ea typeface="SimHei"/>
                          <a:cs typeface="Times New Roman"/>
                        </a:rPr>
                        <a:t>）</a:t>
                      </a:r>
                      <a:r>
                        <a:rPr sz="1725" b="0" lang="zh-CN" altLang="en-US">
                          <a:solidFill>
                            <a:srgbClr val="111111"/>
                          </a:solidFill>
                          <a:latin typeface="Times New Roman"/>
                          <a:ea typeface="SimHei"/>
                          <a:cs typeface="Times New Roman"/>
                        </a:rPr>
                        <a:t>[6]</a:t>
                      </a:r>
                    </a:p>
                  </a:txBody>
                  <a:tcPr marL="114300" marR="114300" marT="28575" marB="28575" anchor="ctr">
                    <a:solidFill>
                      <a:srgbClr val="F1F4F8"/>
                    </a:solidFill>
                  </a:tcPr>
                </a:tc>
                <a:tc>
                  <a:txBody>
                    <a:bodyPr/>
                    <a:lstStyle/>
                    <a:p>
                      <a:r>
                        <a:rPr sz="1725" b="0" lang="zh-CN" altLang="en-US">
                          <a:solidFill>
                            <a:srgbClr val="111111"/>
                          </a:solidFill>
                          <a:latin typeface="Times New Roman"/>
                          <a:ea typeface="SimHei"/>
                          <a:cs typeface="Times New Roman"/>
                        </a:rPr>
                        <a:t>任务分站、资源配置与</a:t>
                      </a:r>
                    </a:p>
                    <a:p>
                      <a:r>
                        <a:rPr sz="1725" b="0" lang="zh-CN" altLang="en-US">
                          <a:solidFill>
                            <a:srgbClr val="111111"/>
                          </a:solidFill>
                          <a:latin typeface="Times New Roman"/>
                          <a:ea typeface="SimHei"/>
                          <a:cs typeface="Times New Roman"/>
                        </a:rPr>
                        <a:t>并行任务调度</a:t>
                      </a:r>
                    </a:p>
                  </a:txBody>
                  <a:tcPr marL="114300" marR="114300" marT="28575" marB="28575" anchor="ctr">
                    <a:solidFill>
                      <a:srgbClr val="F1F4F8"/>
                    </a:solidFill>
                  </a:tcPr>
                </a:tc>
                <a:tc>
                  <a:txBody>
                    <a:bodyPr/>
                    <a:lstStyle/>
                    <a:p>
                      <a:r>
                        <a:rPr sz="1725" b="0" lang="zh-CN" altLang="en-US">
                          <a:solidFill>
                            <a:srgbClr val="111111"/>
                          </a:solidFill>
                          <a:latin typeface="Times New Roman"/>
                          <a:ea typeface="SimHei"/>
                          <a:cs typeface="Times New Roman"/>
                        </a:rPr>
                        <a:t>结合平衡与调度，</a:t>
                      </a:r>
                    </a:p>
                    <a:p>
                      <a:r>
                        <a:rPr sz="1725" b="0" lang="zh-CN" altLang="en-US">
                          <a:solidFill>
                            <a:srgbClr val="111111"/>
                          </a:solidFill>
                          <a:latin typeface="Times New Roman"/>
                          <a:ea typeface="SimHei"/>
                          <a:cs typeface="Times New Roman"/>
                        </a:rPr>
                        <a:t>人员以资源数量表示</a:t>
                      </a:r>
                    </a:p>
                  </a:txBody>
                  <a:tcPr marL="114300" marR="114300" marT="28575" marB="28575" anchor="ctr">
                    <a:solidFill>
                      <a:srgbClr val="F1F4F8"/>
                    </a:solidFill>
                  </a:tcPr>
                </a:tc>
              </a:tr>
              <a:tr h="685800">
                <a:tc>
                  <a:txBody>
                    <a:bodyPr/>
                    <a:lstStyle/>
                    <a:p>
                      <a:r>
                        <a:rPr sz="1725" b="0" lang="zh-CN" altLang="en-US">
                          <a:solidFill>
                            <a:srgbClr val="111111"/>
                          </a:solidFill>
                          <a:latin typeface="Times New Roman"/>
                          <a:ea typeface="SimHei"/>
                          <a:cs typeface="Times New Roman"/>
                        </a:rPr>
                        <a:t>Zheng</a:t>
                      </a:r>
                      <a:r>
                        <a:rPr sz="1725" b="0" lang="zh-CN" altLang="en-US">
                          <a:solidFill>
                            <a:srgbClr val="111111"/>
                          </a:solidFill>
                          <a:latin typeface="Times New Roman"/>
                          <a:ea typeface="SimHei"/>
                          <a:cs typeface="Times New Roman"/>
                        </a:rPr>
                        <a:t>等（</a:t>
                      </a:r>
                      <a:r>
                        <a:rPr sz="1725" b="0" lang="zh-CN" altLang="en-US">
                          <a:solidFill>
                            <a:srgbClr val="111111"/>
                          </a:solidFill>
                          <a:latin typeface="Times New Roman"/>
                          <a:ea typeface="SimHei"/>
                          <a:cs typeface="Times New Roman"/>
                        </a:rPr>
                        <a:t>2025</a:t>
                      </a:r>
                      <a:r>
                        <a:rPr sz="1725" b="0" lang="zh-CN" altLang="en-US">
                          <a:solidFill>
                            <a:srgbClr val="111111"/>
                          </a:solidFill>
                          <a:latin typeface="Times New Roman"/>
                          <a:ea typeface="SimHei"/>
                          <a:cs typeface="Times New Roman"/>
                        </a:rPr>
                        <a:t>）</a:t>
                      </a:r>
                      <a:r>
                        <a:rPr sz="1725" b="0" lang="zh-CN" altLang="en-US">
                          <a:solidFill>
                            <a:srgbClr val="111111"/>
                          </a:solidFill>
                          <a:latin typeface="Times New Roman"/>
                          <a:ea typeface="SimHei"/>
                          <a:cs typeface="Times New Roman"/>
                        </a:rPr>
                        <a:t>[10]</a:t>
                      </a:r>
                    </a:p>
                  </a:txBody>
                  <a:tcPr marL="114300" marR="114300" marT="28575" marB="28575" anchor="ctr">
                    <a:solidFill>
                      <a:srgbClr val="E7ECF6"/>
                    </a:solidFill>
                  </a:tcPr>
                </a:tc>
                <a:tc>
                  <a:txBody>
                    <a:bodyPr/>
                    <a:lstStyle/>
                    <a:p>
                      <a:r>
                        <a:rPr sz="1725" b="0" lang="zh-CN" altLang="en-US">
                          <a:solidFill>
                            <a:srgbClr val="111111"/>
                          </a:solidFill>
                          <a:latin typeface="Times New Roman"/>
                          <a:ea typeface="SimHei"/>
                          <a:cs typeface="Times New Roman"/>
                        </a:rPr>
                        <a:t>人员分配与多模式任务调度，</a:t>
                      </a:r>
                    </a:p>
                    <a:p>
                      <a:r>
                        <a:rPr sz="1725" b="0" lang="zh-CN" altLang="en-US">
                          <a:solidFill>
                            <a:srgbClr val="111111"/>
                          </a:solidFill>
                          <a:latin typeface="Times New Roman"/>
                          <a:ea typeface="SimHei"/>
                          <a:cs typeface="Times New Roman"/>
                        </a:rPr>
                        <a:t>周期内人员驻站</a:t>
                      </a:r>
                    </a:p>
                  </a:txBody>
                  <a:tcPr marL="114300" marR="114300" marT="28575" marB="28575" anchor="ctr">
                    <a:solidFill>
                      <a:srgbClr val="E7ECF6"/>
                    </a:solidFill>
                  </a:tcPr>
                </a:tc>
                <a:tc>
                  <a:txBody>
                    <a:bodyPr/>
                    <a:lstStyle/>
                    <a:p>
                      <a:r>
                        <a:rPr sz="1725" b="0" lang="zh-CN" altLang="en-US">
                          <a:solidFill>
                            <a:srgbClr val="111111"/>
                          </a:solidFill>
                          <a:latin typeface="Times New Roman"/>
                          <a:ea typeface="SimHei"/>
                          <a:cs typeface="Times New Roman"/>
                        </a:rPr>
                        <a:t>工序站位已给定，</a:t>
                      </a:r>
                    </a:p>
                    <a:p>
                      <a:r>
                        <a:rPr sz="1725" b="0" lang="zh-CN" altLang="en-US">
                          <a:solidFill>
                            <a:srgbClr val="111111"/>
                          </a:solidFill>
                          <a:latin typeface="Times New Roman"/>
                          <a:ea typeface="SimHei"/>
                          <a:cs typeface="Times New Roman"/>
                        </a:rPr>
                        <a:t>未区分个体技能</a:t>
                      </a:r>
                    </a:p>
                  </a:txBody>
                  <a:tcPr marL="114300" marR="114300" marT="28575" marB="28575" anchor="ctr">
                    <a:solidFill>
                      <a:srgbClr val="E7ECF6"/>
                    </a:solidFill>
                  </a:tcPr>
                </a:tc>
              </a:tr>
              <a:tr h="685800">
                <a:tc>
                  <a:txBody>
                    <a:bodyPr/>
                    <a:lstStyle/>
                    <a:p>
                      <a:r>
                        <a:rPr sz="1725" b="0" lang="zh-CN" altLang="en-US">
                          <a:solidFill>
                            <a:srgbClr val="111111"/>
                          </a:solidFill>
                          <a:latin typeface="Times New Roman"/>
                          <a:ea typeface="SimHei"/>
                          <a:cs typeface="Times New Roman"/>
                        </a:rPr>
                        <a:t>Wen</a:t>
                      </a:r>
                      <a:r>
                        <a:rPr sz="1725" b="0" lang="zh-CN" altLang="en-US">
                          <a:solidFill>
                            <a:srgbClr val="111111"/>
                          </a:solidFill>
                          <a:latin typeface="Times New Roman"/>
                          <a:ea typeface="SimHei"/>
                          <a:cs typeface="Times New Roman"/>
                        </a:rPr>
                        <a:t>等（</a:t>
                      </a:r>
                      <a:r>
                        <a:rPr sz="1725" b="0" lang="zh-CN" altLang="en-US">
                          <a:solidFill>
                            <a:srgbClr val="111111"/>
                          </a:solidFill>
                          <a:latin typeface="Times New Roman"/>
                          <a:ea typeface="SimHei"/>
                          <a:cs typeface="Times New Roman"/>
                        </a:rPr>
                        <a:t>2026</a:t>
                      </a:r>
                      <a:r>
                        <a:rPr sz="1725" b="0" lang="zh-CN" altLang="en-US">
                          <a:solidFill>
                            <a:srgbClr val="111111"/>
                          </a:solidFill>
                          <a:latin typeface="Times New Roman"/>
                          <a:ea typeface="SimHei"/>
                          <a:cs typeface="Times New Roman"/>
                        </a:rPr>
                        <a:t>）</a:t>
                      </a:r>
                      <a:r>
                        <a:rPr sz="1725" b="0" lang="zh-CN" altLang="en-US">
                          <a:solidFill>
                            <a:srgbClr val="111111"/>
                          </a:solidFill>
                          <a:latin typeface="Times New Roman"/>
                          <a:ea typeface="SimHei"/>
                          <a:cs typeface="Times New Roman"/>
                        </a:rPr>
                        <a:t>[22]</a:t>
                      </a:r>
                    </a:p>
                  </a:txBody>
                  <a:tcPr marL="114300" marR="114300" marT="28575" marB="28575" anchor="ctr">
                    <a:solidFill>
                      <a:srgbClr val="F1F4F8"/>
                    </a:solidFill>
                  </a:tcPr>
                </a:tc>
                <a:tc>
                  <a:txBody>
                    <a:bodyPr/>
                    <a:lstStyle/>
                    <a:p>
                      <a:r>
                        <a:rPr sz="1725" b="0" lang="zh-CN" altLang="en-US">
                          <a:solidFill>
                            <a:srgbClr val="111111"/>
                          </a:solidFill>
                          <a:latin typeface="Times New Roman"/>
                          <a:ea typeface="SimHei"/>
                          <a:cs typeface="Times New Roman"/>
                        </a:rPr>
                        <a:t>技能人员条件下的</a:t>
                      </a:r>
                    </a:p>
                    <a:p>
                      <a:r>
                        <a:rPr sz="1725" b="0" lang="zh-CN" altLang="en-US">
                          <a:solidFill>
                            <a:srgbClr val="111111"/>
                          </a:solidFill>
                          <a:latin typeface="Times New Roman"/>
                          <a:ea typeface="SimHei"/>
                          <a:cs typeface="Times New Roman"/>
                        </a:rPr>
                        <a:t>工序图与</a:t>
                      </a:r>
                      <a:r>
                        <a:rPr sz="1725" b="0" lang="zh-CN" altLang="en-US">
                          <a:solidFill>
                            <a:srgbClr val="111111"/>
                          </a:solidFill>
                          <a:latin typeface="Times New Roman"/>
                          <a:ea typeface="SimHei"/>
                          <a:cs typeface="Times New Roman"/>
                        </a:rPr>
                        <a:t>GIN-PPO</a:t>
                      </a:r>
                    </a:p>
                  </a:txBody>
                  <a:tcPr marL="114300" marR="114300" marT="28575" marB="28575" anchor="ctr">
                    <a:solidFill>
                      <a:srgbClr val="F1F4F8"/>
                    </a:solidFill>
                  </a:tcPr>
                </a:tc>
                <a:tc>
                  <a:txBody>
                    <a:bodyPr/>
                    <a:lstStyle/>
                    <a:p>
                      <a:r>
                        <a:rPr sz="1725" b="0" lang="zh-CN" altLang="en-US">
                          <a:solidFill>
                            <a:srgbClr val="111111"/>
                          </a:solidFill>
                          <a:latin typeface="Times New Roman"/>
                          <a:ea typeface="SimHei"/>
                          <a:cs typeface="Times New Roman"/>
                        </a:rPr>
                        <a:t>研究单个站位，</a:t>
                      </a:r>
                    </a:p>
                    <a:p>
                      <a:r>
                        <a:rPr sz="1725" b="0" lang="zh-CN" altLang="en-US">
                          <a:solidFill>
                            <a:srgbClr val="111111"/>
                          </a:solidFill>
                          <a:latin typeface="Times New Roman"/>
                          <a:ea typeface="SimHei"/>
                          <a:cs typeface="Times New Roman"/>
                        </a:rPr>
                        <a:t>策略选择待安排工序</a:t>
                      </a:r>
                    </a:p>
                  </a:txBody>
                  <a:tcPr marL="114300" marR="114300" marT="28575" marB="28575" anchor="ctr">
                    <a:solidFill>
                      <a:srgbClr val="F1F4F8"/>
                    </a:solidFill>
                  </a:tcPr>
                </a:tc>
              </a:tr>
              <a:tr h="685800">
                <a:tc>
                  <a:txBody>
                    <a:bodyPr/>
                    <a:lstStyle/>
                    <a:p>
                      <a:r>
                        <a:rPr sz="1725" b="0" lang="zh-CN" altLang="en-US">
                          <a:solidFill>
                            <a:srgbClr val="111111"/>
                          </a:solidFill>
                          <a:latin typeface="Times New Roman"/>
                          <a:ea typeface="SimHei"/>
                          <a:cs typeface="Times New Roman"/>
                        </a:rPr>
                        <a:t>Chen</a:t>
                      </a:r>
                      <a:r>
                        <a:rPr sz="1725" b="0" lang="zh-CN" altLang="en-US">
                          <a:solidFill>
                            <a:srgbClr val="111111"/>
                          </a:solidFill>
                          <a:latin typeface="Times New Roman"/>
                          <a:ea typeface="SimHei"/>
                          <a:cs typeface="Times New Roman"/>
                        </a:rPr>
                        <a:t>等（</a:t>
                      </a:r>
                      <a:r>
                        <a:rPr sz="1725" b="0" lang="zh-CN" altLang="en-US">
                          <a:solidFill>
                            <a:srgbClr val="111111"/>
                          </a:solidFill>
                          <a:latin typeface="Times New Roman"/>
                          <a:ea typeface="SimHei"/>
                          <a:cs typeface="Times New Roman"/>
                        </a:rPr>
                        <a:t>2026</a:t>
                      </a:r>
                      <a:r>
                        <a:rPr sz="1725" b="0" lang="zh-CN" altLang="en-US">
                          <a:solidFill>
                            <a:srgbClr val="111111"/>
                          </a:solidFill>
                          <a:latin typeface="Times New Roman"/>
                          <a:ea typeface="SimHei"/>
                          <a:cs typeface="Times New Roman"/>
                        </a:rPr>
                        <a:t>）</a:t>
                      </a:r>
                      <a:r>
                        <a:rPr sz="1725" b="0" lang="zh-CN" altLang="en-US">
                          <a:solidFill>
                            <a:srgbClr val="111111"/>
                          </a:solidFill>
                          <a:latin typeface="Times New Roman"/>
                          <a:ea typeface="SimHei"/>
                          <a:cs typeface="Times New Roman"/>
                        </a:rPr>
                        <a:t>[23]</a:t>
                      </a:r>
                    </a:p>
                  </a:txBody>
                  <a:tcPr marL="114300" marR="114300" marT="28575" marB="28575" anchor="ctr">
                    <a:solidFill>
                      <a:srgbClr val="E7ECF6"/>
                    </a:solidFill>
                  </a:tcPr>
                </a:tc>
                <a:tc>
                  <a:txBody>
                    <a:bodyPr/>
                    <a:lstStyle/>
                    <a:p>
                      <a:r>
                        <a:rPr sz="1725" b="0" lang="zh-CN" altLang="en-US">
                          <a:solidFill>
                            <a:srgbClr val="111111"/>
                          </a:solidFill>
                          <a:latin typeface="Times New Roman"/>
                          <a:ea typeface="SimHei"/>
                          <a:cs typeface="Times New Roman"/>
                        </a:rPr>
                        <a:t>多站动态调度，图注意力</a:t>
                      </a:r>
                    </a:p>
                    <a:p>
                      <a:r>
                        <a:rPr sz="1725" b="0" lang="zh-CN" altLang="en-US">
                          <a:solidFill>
                            <a:srgbClr val="111111"/>
                          </a:solidFill>
                          <a:latin typeface="Times New Roman"/>
                          <a:ea typeface="SimHei"/>
                          <a:cs typeface="Times New Roman"/>
                        </a:rPr>
                        <a:t>与多智能体协调</a:t>
                      </a:r>
                    </a:p>
                  </a:txBody>
                  <a:tcPr marL="114300" marR="114300" marT="28575" marB="28575" anchor="ctr">
                    <a:solidFill>
                      <a:srgbClr val="E7ECF6"/>
                    </a:solidFill>
                  </a:tcPr>
                </a:tc>
                <a:tc>
                  <a:txBody>
                    <a:bodyPr/>
                    <a:lstStyle/>
                    <a:p>
                      <a:r>
                        <a:rPr sz="1725" b="0" lang="zh-CN" altLang="en-US">
                          <a:solidFill>
                            <a:srgbClr val="111111"/>
                          </a:solidFill>
                          <a:latin typeface="Times New Roman"/>
                          <a:ea typeface="SimHei"/>
                          <a:cs typeface="Times New Roman"/>
                        </a:rPr>
                        <a:t>人员配置固定，</a:t>
                      </a:r>
                    </a:p>
                    <a:p>
                      <a:r>
                        <a:rPr sz="1725" b="0" lang="zh-CN" altLang="en-US">
                          <a:solidFill>
                            <a:srgbClr val="111111"/>
                          </a:solidFill>
                          <a:latin typeface="Times New Roman"/>
                          <a:ea typeface="SimHei"/>
                          <a:cs typeface="Times New Roman"/>
                        </a:rPr>
                        <a:t>策略选择派工规则或等待</a:t>
                      </a:r>
                    </a:p>
                  </a:txBody>
                  <a:tcPr marL="114300" marR="114300" marT="28575" marB="28575" anchor="ctr">
                    <a:solidFill>
                      <a:srgbClr val="E7ECF6"/>
                    </a:solidFill>
                  </a:tcPr>
                </a:tc>
              </a:tr>
            </a:tbl>
          </a:graphicData>
        </a:graphic>
      </p:graphicFrame>
      <p:sp>
        <p:nvSpPr>
          <p:cNvPr id="4" name="revision-line-1056">
            <a:extLst xmlns:a="http://schemas.openxmlformats.org/drawingml/2006/main">
              <a:ext uri="{FF2B5EF4-FFF2-40B4-BE49-F238E27FC236}">
                <a16:creationId xmlns:a16="http://schemas.microsoft.com/office/drawing/2014/main" id="{E0B6AA40-2B87-45BF-8497-87DB69C5B6C7}"/>
              </a:ext>
            </a:extLst>
          </p:cNvPr>
          <p:cNvSpPr>
            <a:spLocks xmlns:a="http://schemas.openxmlformats.org/drawingml/2006/main" noGrp="1"/>
          </p:cNvSpPr>
          <p:nvPr/>
        </p:nvSpPr>
        <p:spPr>
          <a:xfrm xmlns:a="http://schemas.openxmlformats.org/drawingml/2006/main">
            <a:off x="552450" y="5591175"/>
            <a:ext cx="11087100" cy="0"/>
          </a:xfrm>
          <a:prstGeom xmlns:a="http://schemas.openxmlformats.org/drawingml/2006/main" prst="line">
            <a:avLst/>
          </a:prstGeom>
          <a:noFill xmlns:a="http://schemas.openxmlformats.org/drawingml/2006/main"/>
          <a:ln xmlns:a="http://schemas.openxmlformats.org/drawingml/2006/main" w="9525">
            <a:solidFill>
              <a:srgbClr val="000000"/>
            </a:solidFill>
          </a:ln>
        </p:spPr>
      </p:sp>
      <p:sp>
        <p:nvSpPr>
          <p:cNvPr id="5" name="revision-text-1057">
            <a:extLst xmlns:a="http://schemas.openxmlformats.org/drawingml/2006/main">
              <a:ext uri="{FF2B5EF4-FFF2-40B4-BE49-F238E27FC236}">
                <a16:creationId xmlns:a16="http://schemas.microsoft.com/office/drawing/2014/main" id="{B84ED980-7BA2-4DB6-985C-233420CC6848}"/>
              </a:ext>
            </a:extLst>
          </p:cNvPr>
          <p:cNvSpPr>
            <a:spLocks xmlns:a="http://schemas.openxmlformats.org/drawingml/2006/main" noGrp="1"/>
          </p:cNvSpPr>
          <p:nvPr/>
        </p:nvSpPr>
        <p:spPr>
          <a:xfrm xmlns:a="http://schemas.openxmlformats.org/drawingml/2006/main">
            <a:off x="619125" y="56673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lang="zh-CN" altLang="en-US">
                <a:solidFill>
                  <a:srgbClr val="000000"/>
                </a:solidFill>
                <a:latin typeface="Times New Roman"/>
                <a:ea typeface="SimHei"/>
                <a:cs typeface="Times New Roman"/>
              </a:defRPr>
            </a:defPPr>
          </a:lstStyle>
          <a:p xmlns:a="http://schemas.openxmlformats.org/drawingml/2006/main">
            <a:pPr algn="l">
              <a:defRPr sz="1800" b="1" lang="zh-CN" altLang="en-US">
                <a:solidFill>
                  <a:srgbClr val="000000"/>
                </a:solidFill>
                <a:latin typeface="Times New Roman"/>
                <a:ea typeface="SimHei"/>
                <a:cs typeface="Times New Roman"/>
              </a:defRPr>
            </a:pPr>
            <a:r>
              <a:rPr b="1" lang="zh-CN" altLang="en-US">
                <a:latin typeface="Times New Roman"/>
                <a:ea typeface="SimHei"/>
                <a:cs typeface="Times New Roman"/>
              </a:rPr>
              <a:t>现有模型的决策范围和人员假设各有侧重，工序、站位与具体团队的</a:t>
            </a:r>
          </a:p>
          <a:p xmlns:a="http://schemas.openxmlformats.org/drawingml/2006/main">
            <a:pPr algn="l">
              <a:defRPr sz="1800" b="1" lang="zh-CN" altLang="en-US">
                <a:solidFill>
                  <a:srgbClr val="000000"/>
                </a:solidFill>
                <a:latin typeface="Times New Roman"/>
                <a:ea typeface="SimHei"/>
                <a:cs typeface="Times New Roman"/>
              </a:defRPr>
            </a:pPr>
            <a:r>
              <a:rPr b="1" lang="zh-CN" altLang="en-US">
                <a:latin typeface="Times New Roman"/>
                <a:ea typeface="SimHei"/>
                <a:cs typeface="Times New Roman"/>
              </a:rPr>
              <a:t>联合安排及受扰执行仍需进一步研究。</a:t>
            </a:r>
          </a:p>
        </p:txBody>
      </p:sp>
      <p:sp xmlns:a="http://schemas.openxmlformats.org/drawingml/2006/main">
        <p:nvSpPr>
          <p:cNvPr id="6"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7"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8"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2 文献综述</a:t>
            </a:r>
          </a:p>
        </p:txBody>
      </p:sp>
      <p:sp>
        <p:nvSpPr>
          <p:cNvPr id="9"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lang="zh-CN" altLang="en-US">
                <a:solidFill>
                  <a:srgbClr val="000000"/>
                </a:solidFill>
                <a:latin typeface="Times New Roman"/>
                <a:ea typeface="SimHei"/>
                <a:cs typeface="Times New Roman"/>
              </a:defRPr>
            </a:defPPr>
          </a:lstStyle>
          <ns0:p xmlns:ns0="http://schemas.openxmlformats.org/drawingml/2006/main">
            <ns0:pPr algn="l">
              <ns0:defRPr sz="2850" b="1" lang="zh-CN" altLang="en-US">
                <ns0:solidFill>
                  <ns0:srgbClr val="000000"/>
                </ns0:solidFill>
                <ns0:latin typeface="Times New Roman"/>
                <ns0:ea typeface="SimHei"/>
                <ns0:cs typeface="Times New Roman"/>
              </ns0:defRPr>
            </ns0:pPr>
            <ns0:r>
              <ns0:rPr b="1" sz="2400" lang="zh-CN" altLang="en-US">
                <ns0:solidFill>
                  <ns0:srgbClr val="315CA9"/>
                </ns0:solidFill>
                <ns0:latin typeface="Times New Roman"/>
                <ns0:ea typeface="SimHei"/>
                <ns0:cs typeface="Times New Roman"/>
              </ns0:rPr>
              <ns0:t>飞机脉动装配线调度</ns0:t>
            </ns0:r>
          </ns0:p>
        </p:txBody>
      </p:sp>
      <p:sp>
        <p:nvSpPr>
          <p:cNvPr id="10"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1:p xmlns:ns1="http://schemas.openxmlformats.org/drawingml/2006/main">
            <ns1:pPr algn="r">
              <ns1:defRPr sz="1350" b="0" lang="zh-CN" altLang="en-US">
                <ns1:solidFill>
                  <ns1:srgbClr val="000000"/>
                </ns1:solidFill>
                <ns1:latin typeface="Times New Roman"/>
                <ns1:ea typeface="SimHei"/>
                <ns1:cs typeface="Times New Roman"/>
              </ns1:defRPr>
            </ns1:pPr>
            <ns1:r>
              <ns1:rPr b="0" sz="1200" lang="zh-CN" altLang="en-US">
                <ns1:solidFill>
                  <ns1:srgbClr val="666666"/>
                </ns1:solidFill>
                <ns1:latin typeface="Times New Roman"/>
                <ns1:ea typeface="SimHei"/>
                <ns1:cs typeface="Times New Roman"/>
              </ns1:rPr>
              <ns1:t>05</ns1:t>
            </ns1:r>
          </ns1:p>
        </p:txBody>
      </p:sp>
    </p:spTree>
    <p:extLst>
      <p:ext uri="{BB962C8B-B14F-4D97-AF65-F5344CB8AC3E}">
        <p14:creationId xmlns:p14="http://schemas.microsoft.com/office/powerpoint/2010/main" val="12043534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2" name="">
            <a:extLst xmlns:a="http://schemas.openxmlformats.org/drawingml/2006/main">
              <a:ext uri="{FF2B5EF4-FFF2-40B4-BE49-F238E27FC236}">
                <a16:creationId xmlns:a16="http://schemas.microsoft.com/office/drawing/2014/main" id="{57ADAF78-F75B-4E30-B72A-178A6A53C600}"/>
              </a:ext>
            </a:extLst>
          </p:cNvPr>
          <p:cNvGraphicFramePr/>
          <p:nvPr/>
        </p:nvGraphicFramePr>
        <p:xfrm>
          <a:off xmlns:a="http://schemas.openxmlformats.org/drawingml/2006/main" x="571500" y="1276350"/>
          <a:ext xmlns:a="http://schemas.openxmlformats.org/drawingml/2006/main" cx="11049000" cy="4257675"/>
        </p:xfrm>
        <a:graphic xmlns:a="http://schemas.openxmlformats.org/drawingml/2006/main">
          <a:graphicData uri="http://schemas.openxmlformats.org/drawingml/2006/table">
            <a:tbl>
              <a:tblPr firstRow="1" bandRow="0" bandCol="0"/>
              <a:tblGrid>
                <a:gridCol w="2686050"/>
                <a:gridCol w="4076700"/>
                <a:gridCol w="4286250"/>
              </a:tblGrid>
              <a:tr h="476250">
                <a:tc>
                  <a:txBody>
                    <a:bodyPr/>
                    <a:lstStyle/>
                    <a:p>
                      <a:r>
                        <a:rPr sz="1800" b="1" lang="zh-CN" altLang="en-US">
                          <a:solidFill>
                            <a:srgbClr val="FFFFFF"/>
                          </a:solidFill>
                          <a:latin typeface="Times New Roman"/>
                          <a:ea typeface="SimHei"/>
                          <a:cs typeface="Times New Roman"/>
                        </a:rPr>
                        <a:t>方法类别及文献</a:t>
                      </a:r>
                    </a:p>
                  </a:txBody>
                  <a:tcPr marL="114300" marR="114300" marT="85725" marB="85725" anchor="ctr">
                    <a:solidFill>
                      <a:srgbClr val="4674CD"/>
                    </a:solidFill>
                  </a:tcPr>
                </a:tc>
                <a:tc>
                  <a:txBody>
                    <a:bodyPr/>
                    <a:lstStyle/>
                    <a:p>
                      <a:r>
                        <a:rPr sz="1800" b="1" lang="zh-CN" altLang="en-US">
                          <a:solidFill>
                            <a:srgbClr val="FFFFFF"/>
                          </a:solidFill>
                          <a:latin typeface="Times New Roman"/>
                          <a:ea typeface="SimHei"/>
                          <a:cs typeface="Times New Roman"/>
                        </a:rPr>
                        <a:t>主要用途</a:t>
                      </a:r>
                    </a:p>
                  </a:txBody>
                  <a:tcPr marL="114300" marR="114300" marT="85725" marB="85725" anchor="ctr">
                    <a:solidFill>
                      <a:srgbClr val="4674CD"/>
                    </a:solidFill>
                  </a:tcPr>
                </a:tc>
                <a:tc>
                  <a:txBody>
                    <a:bodyPr/>
                    <a:lstStyle/>
                    <a:p>
                      <a:r>
                        <a:rPr sz="1800" b="1" lang="zh-CN" altLang="en-US">
                          <a:solidFill>
                            <a:srgbClr val="FFFFFF"/>
                          </a:solidFill>
                          <a:latin typeface="Times New Roman"/>
                          <a:ea typeface="SimHei"/>
                          <a:cs typeface="Times New Roman"/>
                        </a:rPr>
                        <a:t>本课题需关注的条件</a:t>
                      </a:r>
                    </a:p>
                  </a:txBody>
                  <a:tcPr marL="114300" marR="114300" marT="85725" marB="85725" anchor="ctr">
                    <a:solidFill>
                      <a:srgbClr val="4674CD"/>
                    </a:solidFill>
                  </a:tcPr>
                </a:tc>
              </a:tr>
              <a:tr h="0">
                <a:tc>
                  <a:txBody>
                    <a:bodyPr/>
                    <a:lstStyle/>
                    <a:p>
                      <a:r>
                        <a:rPr sz="1725" b="0" lang="zh-CN" altLang="en-US">
                          <a:solidFill>
                            <a:srgbClr val="111111"/>
                          </a:solidFill>
                          <a:latin typeface="Times New Roman"/>
                          <a:ea typeface="SimHei"/>
                          <a:cs typeface="Times New Roman"/>
                        </a:rPr>
                        <a:t>规则／启发式</a:t>
                      </a:r>
                    </a:p>
                    <a:p>
                      <a:r>
                        <a:rPr sz="1725" b="0" lang="zh-CN" altLang="en-US">
                          <a:solidFill>
                            <a:srgbClr val="111111"/>
                          </a:solidFill>
                          <a:latin typeface="Times New Roman"/>
                          <a:ea typeface="SimHei"/>
                          <a:cs typeface="Times New Roman"/>
                        </a:rPr>
                        <a:t>Panwalkar</a:t>
                      </a:r>
                      <a:r>
                        <a:rPr sz="1725" b="0" lang="zh-CN" altLang="en-US">
                          <a:solidFill>
                            <a:srgbClr val="111111"/>
                          </a:solidFill>
                          <a:latin typeface="Times New Roman"/>
                          <a:ea typeface="SimHei"/>
                          <a:cs typeface="Times New Roman"/>
                        </a:rPr>
                        <a:t>等</a:t>
                      </a:r>
                      <a:r>
                        <a:rPr sz="1725" b="0" lang="zh-CN" altLang="en-US">
                          <a:solidFill>
                            <a:srgbClr val="111111"/>
                          </a:solidFill>
                          <a:latin typeface="Times New Roman"/>
                          <a:ea typeface="SimHei"/>
                          <a:cs typeface="Times New Roman"/>
                        </a:rPr>
                        <a:t>[16]</a:t>
                      </a:r>
                    </a:p>
                  </a:txBody>
                  <a:tcPr marL="114300" marR="114300" marT="85725" marB="85725" anchor="ctr">
                    <a:solidFill>
                      <a:srgbClr val="E7ECF6"/>
                    </a:solidFill>
                  </a:tcPr>
                </a:tc>
                <a:tc>
                  <a:txBody>
                    <a:bodyPr/>
                    <a:lstStyle/>
                    <a:p>
                      <a:r>
                        <a:rPr sz="1725" b="0" lang="zh-CN" altLang="en-US">
                          <a:solidFill>
                            <a:srgbClr val="111111"/>
                          </a:solidFill>
                          <a:latin typeface="Times New Roman"/>
                          <a:ea typeface="SimHei"/>
                          <a:cs typeface="Times New Roman"/>
                        </a:rPr>
                        <a:t>按预设优先级选择任务</a:t>
                      </a:r>
                    </a:p>
                  </a:txBody>
                  <a:tcPr marL="114300" marR="114300" marT="85725" marB="85725" anchor="ctr">
                    <a:solidFill>
                      <a:srgbClr val="E7ECF6"/>
                    </a:solidFill>
                  </a:tcPr>
                </a:tc>
                <a:tc>
                  <a:txBody>
                    <a:bodyPr/>
                    <a:lstStyle/>
                    <a:p>
                      <a:r>
                        <a:rPr sz="1725" b="0" lang="zh-CN" altLang="en-US">
                          <a:solidFill>
                            <a:srgbClr val="111111"/>
                          </a:solidFill>
                          <a:latin typeface="Times New Roman"/>
                          <a:ea typeface="SimHei"/>
                          <a:cs typeface="Times New Roman"/>
                        </a:rPr>
                        <a:t>快速响应；规则需适配工艺与人员约束</a:t>
                      </a:r>
                    </a:p>
                  </a:txBody>
                  <a:tcPr marL="114300" marR="114300" marT="85725" marB="85725" anchor="ctr">
                    <a:solidFill>
                      <a:srgbClr val="E7ECF6"/>
                    </a:solidFill>
                  </a:tcPr>
                </a:tc>
              </a:tr>
              <a:tr h="0">
                <a:tc>
                  <a:txBody>
                    <a:bodyPr/>
                    <a:lstStyle/>
                    <a:p>
                      <a:r>
                        <a:rPr sz="1725" b="0" lang="zh-CN" altLang="en-US">
                          <a:solidFill>
                            <a:srgbClr val="111111"/>
                          </a:solidFill>
                          <a:latin typeface="Times New Roman"/>
                          <a:ea typeface="SimHei"/>
                          <a:cs typeface="Times New Roman"/>
                        </a:rPr>
                        <a:t>元启发式</a:t>
                      </a:r>
                    </a:p>
                    <a:p>
                      <a:r>
                        <a:rPr sz="1725" b="0" lang="zh-CN" altLang="en-US">
                          <a:solidFill>
                            <a:srgbClr val="111111"/>
                          </a:solidFill>
                          <a:latin typeface="Times New Roman"/>
                          <a:ea typeface="SimHei"/>
                          <a:cs typeface="Times New Roman"/>
                        </a:rPr>
                        <a:t>Bao</a:t>
                      </a:r>
                      <a:r>
                        <a:rPr sz="1725" b="0" lang="zh-CN" altLang="en-US">
                          <a:solidFill>
                            <a:srgbClr val="111111"/>
                          </a:solidFill>
                          <a:latin typeface="Times New Roman"/>
                          <a:ea typeface="SimHei"/>
                          <a:cs typeface="Times New Roman"/>
                        </a:rPr>
                        <a:t>等</a:t>
                      </a:r>
                      <a:r>
                        <a:rPr sz="1725" b="0" lang="zh-CN" altLang="en-US">
                          <a:solidFill>
                            <a:srgbClr val="111111"/>
                          </a:solidFill>
                          <a:latin typeface="Times New Roman"/>
                          <a:ea typeface="SimHei"/>
                          <a:cs typeface="Times New Roman"/>
                        </a:rPr>
                        <a:t>[6]</a:t>
                      </a:r>
                      <a:r>
                        <a:rPr sz="1725" b="0" lang="zh-CN" altLang="en-US">
                          <a:solidFill>
                            <a:srgbClr val="111111"/>
                          </a:solidFill>
                          <a:latin typeface="Times New Roman"/>
                          <a:ea typeface="SimHei"/>
                          <a:cs typeface="Times New Roman"/>
                        </a:rPr>
                        <a:t>、</a:t>
                      </a:r>
                      <a:r>
                        <a:rPr sz="1725" b="0" lang="zh-CN" altLang="en-US">
                          <a:solidFill>
                            <a:srgbClr val="111111"/>
                          </a:solidFill>
                          <a:latin typeface="Times New Roman"/>
                          <a:ea typeface="SimHei"/>
                          <a:cs typeface="Times New Roman"/>
                        </a:rPr>
                        <a:t>Wen</a:t>
                      </a:r>
                      <a:r>
                        <a:rPr sz="1725" b="0" lang="zh-CN" altLang="en-US">
                          <a:solidFill>
                            <a:srgbClr val="111111"/>
                          </a:solidFill>
                          <a:latin typeface="Times New Roman"/>
                          <a:ea typeface="SimHei"/>
                          <a:cs typeface="Times New Roman"/>
                        </a:rPr>
                        <a:t>等</a:t>
                      </a:r>
                      <a:r>
                        <a:rPr sz="1725" b="0" lang="zh-CN" altLang="en-US">
                          <a:solidFill>
                            <a:srgbClr val="111111"/>
                          </a:solidFill>
                          <a:latin typeface="Times New Roman"/>
                          <a:ea typeface="SimHei"/>
                          <a:cs typeface="Times New Roman"/>
                        </a:rPr>
                        <a:t>[19]</a:t>
                      </a:r>
                    </a:p>
                  </a:txBody>
                  <a:tcPr marL="114300" marR="114300" marT="85725" marB="85725" anchor="ctr">
                    <a:solidFill>
                      <a:srgbClr val="F1F4F8"/>
                    </a:solidFill>
                  </a:tcPr>
                </a:tc>
                <a:tc>
                  <a:txBody>
                    <a:bodyPr/>
                    <a:lstStyle/>
                    <a:p>
                      <a:r>
                        <a:rPr sz="1725" b="0" lang="zh-CN" altLang="en-US">
                          <a:solidFill>
                            <a:srgbClr val="111111"/>
                          </a:solidFill>
                          <a:latin typeface="Times New Roman"/>
                          <a:ea typeface="SimHei"/>
                          <a:cs typeface="Times New Roman"/>
                        </a:rPr>
                        <a:t>优先级搜索、局部搜索或遗传搜索</a:t>
                      </a:r>
                    </a:p>
                  </a:txBody>
                  <a:tcPr marL="114300" marR="114300" marT="85725" marB="85725" anchor="ctr">
                    <a:solidFill>
                      <a:srgbClr val="F1F4F8"/>
                    </a:solidFill>
                  </a:tcPr>
                </a:tc>
                <a:tc>
                  <a:txBody>
                    <a:bodyPr/>
                    <a:lstStyle/>
                    <a:p>
                      <a:r>
                        <a:rPr sz="1725" b="0" lang="zh-CN" altLang="en-US">
                          <a:solidFill>
                            <a:srgbClr val="111111"/>
                          </a:solidFill>
                          <a:latin typeface="Times New Roman"/>
                          <a:ea typeface="SimHei"/>
                          <a:cs typeface="Times New Roman"/>
                        </a:rPr>
                        <a:t>搜索预算与受扰后重复求解成本</a:t>
                      </a:r>
                    </a:p>
                  </a:txBody>
                  <a:tcPr marL="114300" marR="114300" marT="85725" marB="85725" anchor="ctr">
                    <a:solidFill>
                      <a:srgbClr val="F1F4F8"/>
                    </a:solidFill>
                  </a:tcPr>
                </a:tc>
              </a:tr>
              <a:tr h="0">
                <a:tc>
                  <a:txBody>
                    <a:bodyPr/>
                    <a:lstStyle/>
                    <a:p>
                      <a:r>
                        <a:rPr sz="1725" b="0" lang="zh-CN" altLang="en-US">
                          <a:solidFill>
                            <a:srgbClr val="111111"/>
                          </a:solidFill>
                          <a:latin typeface="Times New Roman"/>
                          <a:ea typeface="SimHei"/>
                          <a:cs typeface="Times New Roman"/>
                        </a:rPr>
                        <a:t>数学优化／约束规划</a:t>
                      </a:r>
                    </a:p>
                    <a:p>
                      <a:r>
                        <a:rPr sz="1725" b="0" lang="zh-CN" altLang="en-US">
                          <a:solidFill>
                            <a:srgbClr val="111111"/>
                          </a:solidFill>
                          <a:latin typeface="Times New Roman"/>
                          <a:ea typeface="SimHei"/>
                          <a:cs typeface="Times New Roman"/>
                        </a:rPr>
                        <a:t>Pucel[7]</a:t>
                      </a:r>
                      <a:r>
                        <a:rPr sz="1725" b="0" lang="zh-CN" altLang="en-US">
                          <a:solidFill>
                            <a:srgbClr val="111111"/>
                          </a:solidFill>
                          <a:latin typeface="Times New Roman"/>
                          <a:ea typeface="SimHei"/>
                          <a:cs typeface="Times New Roman"/>
                        </a:rPr>
                        <a:t>／</a:t>
                      </a:r>
                      <a:r>
                        <a:rPr sz="1725" b="0" lang="zh-CN" altLang="en-US">
                          <a:solidFill>
                            <a:srgbClr val="111111"/>
                          </a:solidFill>
                          <a:latin typeface="Times New Roman"/>
                          <a:ea typeface="SimHei"/>
                          <a:cs typeface="Times New Roman"/>
                        </a:rPr>
                        <a:t>Lovato[13]</a:t>
                      </a:r>
                    </a:p>
                  </a:txBody>
                  <a:tcPr marL="114300" marR="114300" marT="85725" marB="85725" anchor="ctr">
                    <a:solidFill>
                      <a:srgbClr val="E7ECF6"/>
                    </a:solidFill>
                  </a:tcPr>
                </a:tc>
                <a:tc>
                  <a:txBody>
                    <a:bodyPr/>
                    <a:lstStyle/>
                    <a:p>
                      <a:r>
                        <a:rPr sz="1725" b="0" lang="zh-CN" altLang="en-US">
                          <a:solidFill>
                            <a:srgbClr val="111111"/>
                          </a:solidFill>
                          <a:latin typeface="Times New Roman"/>
                          <a:ea typeface="SimHei"/>
                          <a:cs typeface="Times New Roman"/>
                        </a:rPr>
                        <a:t>显式建模分站、时间与冻结安排</a:t>
                      </a:r>
                    </a:p>
                  </a:txBody>
                  <a:tcPr marL="114300" marR="114300" marT="85725" marB="85725" anchor="ctr">
                    <a:solidFill>
                      <a:srgbClr val="E7ECF6"/>
                    </a:solidFill>
                  </a:tcPr>
                </a:tc>
                <a:tc>
                  <a:txBody>
                    <a:bodyPr/>
                    <a:lstStyle/>
                    <a:p>
                      <a:r>
                        <a:rPr sz="1725" b="0" lang="zh-CN" altLang="en-US">
                          <a:solidFill>
                            <a:srgbClr val="111111"/>
                          </a:solidFill>
                          <a:latin typeface="Times New Roman"/>
                          <a:ea typeface="SimHei"/>
                          <a:cs typeface="Times New Roman"/>
                        </a:rPr>
                        <a:t>约束表达清楚；规模与时限需实测</a:t>
                      </a:r>
                    </a:p>
                  </a:txBody>
                  <a:tcPr marL="114300" marR="114300" marT="85725" marB="85725" anchor="ctr">
                    <a:solidFill>
                      <a:srgbClr val="E7ECF6"/>
                    </a:solidFill>
                  </a:tcPr>
                </a:tc>
              </a:tr>
              <a:tr h="0">
                <a:tc>
                  <a:txBody>
                    <a:bodyPr/>
                    <a:lstStyle/>
                    <a:p>
                      <a:r>
                        <a:rPr sz="1725" b="0" lang="zh-CN" altLang="en-US">
                          <a:solidFill>
                            <a:srgbClr val="111111"/>
                          </a:solidFill>
                          <a:latin typeface="Times New Roman"/>
                          <a:ea typeface="SimHei"/>
                          <a:cs typeface="Times New Roman"/>
                        </a:rPr>
                        <a:t>图强化学习</a:t>
                      </a:r>
                    </a:p>
                    <a:p>
                      <a:r>
                        <a:rPr sz="1725" b="0" lang="zh-CN" altLang="en-US">
                          <a:solidFill>
                            <a:srgbClr val="111111"/>
                          </a:solidFill>
                          <a:latin typeface="Times New Roman"/>
                          <a:ea typeface="SimHei"/>
                          <a:cs typeface="Times New Roman"/>
                        </a:rPr>
                        <a:t>Zhang[21]</a:t>
                      </a:r>
                      <a:r>
                        <a:rPr sz="1725" b="0" lang="zh-CN" altLang="en-US">
                          <a:solidFill>
                            <a:srgbClr val="111111"/>
                          </a:solidFill>
                          <a:latin typeface="Times New Roman"/>
                          <a:ea typeface="SimHei"/>
                          <a:cs typeface="Times New Roman"/>
                        </a:rPr>
                        <a:t>／</a:t>
                      </a:r>
                      <a:r>
                        <a:rPr sz="1725" b="0" lang="zh-CN" altLang="en-US">
                          <a:solidFill>
                            <a:srgbClr val="111111"/>
                          </a:solidFill>
                          <a:latin typeface="Times New Roman"/>
                          <a:ea typeface="SimHei"/>
                          <a:cs typeface="Times New Roman"/>
                        </a:rPr>
                        <a:t>Wen[22]</a:t>
                      </a:r>
                    </a:p>
                  </a:txBody>
                  <a:tcPr marL="114300" marR="114300" marT="85725" marB="85725" anchor="ctr">
                    <a:solidFill>
                      <a:srgbClr val="F1F4F8"/>
                    </a:solidFill>
                  </a:tcPr>
                </a:tc>
                <a:tc>
                  <a:txBody>
                    <a:bodyPr/>
                    <a:lstStyle/>
                    <a:p>
                      <a:r>
                        <a:rPr sz="1725" b="0" lang="zh-CN" altLang="en-US">
                          <a:solidFill>
                            <a:srgbClr val="111111"/>
                          </a:solidFill>
                          <a:latin typeface="Times New Roman"/>
                          <a:ea typeface="SimHei"/>
                          <a:cs typeface="Times New Roman"/>
                        </a:rPr>
                        <a:t>学习工序选择；表示前序和资源状态</a:t>
                      </a:r>
                    </a:p>
                  </a:txBody>
                  <a:tcPr marL="114300" marR="114300" marT="85725" marB="85725" anchor="ctr">
                    <a:solidFill>
                      <a:srgbClr val="F1F4F8"/>
                    </a:solidFill>
                  </a:tcPr>
                </a:tc>
                <a:tc>
                  <a:txBody>
                    <a:bodyPr/>
                    <a:lstStyle/>
                    <a:p>
                      <a:r>
                        <a:rPr sz="1725" b="0" lang="zh-CN" altLang="en-US">
                          <a:solidFill>
                            <a:srgbClr val="111111"/>
                          </a:solidFill>
                          <a:latin typeface="Times New Roman"/>
                          <a:ea typeface="SimHei"/>
                          <a:cs typeface="Times New Roman"/>
                        </a:rPr>
                        <a:t>车间／单站动作不能直接覆盖全线联合决策</a:t>
                      </a:r>
                    </a:p>
                  </a:txBody>
                  <a:tcPr marL="114300" marR="114300" marT="85725" marB="85725" anchor="ctr">
                    <a:solidFill>
                      <a:srgbClr val="F1F4F8"/>
                    </a:solidFill>
                  </a:tcPr>
                </a:tc>
              </a:tr>
              <a:tr h="0">
                <a:tc>
                  <a:txBody>
                    <a:bodyPr/>
                    <a:lstStyle/>
                    <a:p>
                      <a:r>
                        <a:rPr sz="1725" b="0" lang="zh-CN" altLang="en-US">
                          <a:solidFill>
                            <a:srgbClr val="111111"/>
                          </a:solidFill>
                          <a:latin typeface="Times New Roman"/>
                          <a:ea typeface="SimHei"/>
                          <a:cs typeface="Times New Roman"/>
                        </a:rPr>
                        <a:t>多智能体图强化学习</a:t>
                      </a:r>
                    </a:p>
                    <a:p>
                      <a:r>
                        <a:rPr sz="1725" b="0" lang="zh-CN" altLang="en-US">
                          <a:solidFill>
                            <a:srgbClr val="111111"/>
                          </a:solidFill>
                          <a:latin typeface="Times New Roman"/>
                          <a:ea typeface="SimHei"/>
                          <a:cs typeface="Times New Roman"/>
                        </a:rPr>
                        <a:t>Chen</a:t>
                      </a:r>
                      <a:r>
                        <a:rPr sz="1725" b="0" lang="zh-CN" altLang="en-US">
                          <a:solidFill>
                            <a:srgbClr val="111111"/>
                          </a:solidFill>
                          <a:latin typeface="Times New Roman"/>
                          <a:ea typeface="SimHei"/>
                          <a:cs typeface="Times New Roman"/>
                        </a:rPr>
                        <a:t>等</a:t>
                      </a:r>
                      <a:r>
                        <a:rPr sz="1725" b="0" lang="zh-CN" altLang="en-US">
                          <a:solidFill>
                            <a:srgbClr val="111111"/>
                          </a:solidFill>
                          <a:latin typeface="Times New Roman"/>
                          <a:ea typeface="SimHei"/>
                          <a:cs typeface="Times New Roman"/>
                        </a:rPr>
                        <a:t>[23]</a:t>
                      </a:r>
                    </a:p>
                  </a:txBody>
                  <a:tcPr marL="114300" marR="114300" marT="85725" marB="85725" anchor="ctr">
                    <a:solidFill>
                      <a:srgbClr val="E7ECF6"/>
                    </a:solidFill>
                  </a:tcPr>
                </a:tc>
                <a:tc>
                  <a:txBody>
                    <a:bodyPr/>
                    <a:lstStyle/>
                    <a:p>
                      <a:r>
                        <a:rPr sz="1725" b="0" lang="zh-CN" altLang="en-US">
                          <a:solidFill>
                            <a:srgbClr val="111111"/>
                          </a:solidFill>
                          <a:latin typeface="Times New Roman"/>
                          <a:ea typeface="SimHei"/>
                          <a:cs typeface="Times New Roman"/>
                        </a:rPr>
                        <a:t>多站动态调度；选择等待或派工规则</a:t>
                      </a:r>
                    </a:p>
                  </a:txBody>
                  <a:tcPr marL="114300" marR="114300" marT="85725" marB="85725" anchor="ctr">
                    <a:solidFill>
                      <a:srgbClr val="E7ECF6"/>
                    </a:solidFill>
                  </a:tcPr>
                </a:tc>
                <a:tc>
                  <a:txBody>
                    <a:bodyPr/>
                    <a:lstStyle/>
                    <a:p>
                      <a:r>
                        <a:rPr sz="1725" b="0" lang="zh-CN" altLang="en-US">
                          <a:solidFill>
                            <a:srgbClr val="111111"/>
                          </a:solidFill>
                          <a:latin typeface="Times New Roman"/>
                          <a:ea typeface="SimHei"/>
                          <a:cs typeface="Times New Roman"/>
                        </a:rPr>
                        <a:t>已有多站协调；固定人员与规则动作不同</a:t>
                      </a:r>
                    </a:p>
                  </a:txBody>
                  <a:tcPr marL="114300" marR="114300" marT="85725" marB="85725" anchor="ctr">
                    <a:solidFill>
                      <a:srgbClr val="E7ECF6"/>
                    </a:solidFill>
                  </a:tcPr>
                </a:tc>
              </a:tr>
            </a:tbl>
          </a:graphicData>
        </a:graphic>
      </p:graphicFrame>
      <p:sp>
        <p:nvSpPr>
          <p:cNvPr id="3" name="line-79">
            <a:extLst xmlns:a="http://schemas.openxmlformats.org/drawingml/2006/main">
              <a:ext uri="{FF2B5EF4-FFF2-40B4-BE49-F238E27FC236}">
                <a16:creationId xmlns:a16="http://schemas.microsoft.com/office/drawing/2014/main" id="{A50AA102-EB0F-4DDF-89FF-AA2C38EFFB24}"/>
              </a:ext>
            </a:extLst>
          </p:cNvPr>
          <p:cNvSpPr>
            <a:spLocks xmlns:a="http://schemas.openxmlformats.org/drawingml/2006/main" noGrp="1"/>
          </p:cNvSpPr>
          <p:nvPr/>
        </p:nvSpPr>
        <p:spPr>
          <a:xfrm xmlns:a="http://schemas.openxmlformats.org/drawingml/2006/main">
            <a:off x="552450" y="5667375"/>
            <a:ext cx="11087100" cy="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4" name="text-80">
            <a:extLst xmlns:a="http://schemas.openxmlformats.org/drawingml/2006/main">
              <a:ext uri="{FF2B5EF4-FFF2-40B4-BE49-F238E27FC236}">
                <a16:creationId xmlns:a16="http://schemas.microsoft.com/office/drawing/2014/main" id="{1534EA23-54EE-48B1-8EEF-50E278A8CDE1}"/>
              </a:ext>
            </a:extLst>
          </p:cNvPr>
          <p:cNvSpPr>
            <a:spLocks xmlns:a="http://schemas.openxmlformats.org/drawingml/2006/main" noGrp="1"/>
          </p:cNvSpPr>
          <p:nvPr/>
        </p:nvSpPr>
        <p:spPr>
          <a:xfrm xmlns:a="http://schemas.openxmlformats.org/drawingml/2006/main">
            <a:off x="619125" y="57816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lang="zh-CN" altLang="en-US">
                <a:solidFill>
                  <a:srgbClr val="000000"/>
                </a:solidFill>
                <a:latin typeface="Times New Roman"/>
                <a:ea typeface="SimHei"/>
                <a:cs typeface="Times New Roman"/>
              </a:defRPr>
            </a:defPPr>
          </a:lstStyle>
          <a:p xmlns:a="http://schemas.openxmlformats.org/drawingml/2006/main">
            <a:pPr algn="l">
              <a:defRPr sz="1875" b="1" lang="zh-CN" altLang="en-US">
                <a:solidFill>
                  <a:srgbClr val="000000"/>
                </a:solidFill>
                <a:latin typeface="Times New Roman"/>
                <a:ea typeface="SimHei"/>
                <a:cs typeface="Times New Roman"/>
              </a:defRPr>
            </a:pPr>
            <a:r>
              <a:rPr b="1" lang="zh-CN" altLang="en-US">
                <a:latin typeface="Times New Roman"/>
                <a:ea typeface="SimHei"/>
                <a:cs typeface="Times New Roman"/>
              </a:rPr>
              <a:t>规则适应性和搜索时限受条件约束，学习策略仍需适配全线联合决策。</a:t>
            </a:r>
          </a:p>
        </p:txBody>
      </p:sp>
      <p:sp>
        <p:nvSpPr>
          <p:cNvPr id="5" name="text-81">
            <a:extLst xmlns:a="http://schemas.openxmlformats.org/drawingml/2006/main">
              <a:ext uri="{FF2B5EF4-FFF2-40B4-BE49-F238E27FC236}">
                <a16:creationId xmlns:a16="http://schemas.microsoft.com/office/drawing/2014/main" id="{E1249FF4-3195-491B-9FE7-AD4CBEA6F8E2}"/>
              </a:ext>
            </a:extLst>
          </p:cNvPr>
          <p:cNvSpPr>
            <a:spLocks xmlns:a="http://schemas.openxmlformats.org/drawingml/2006/main" noGrp="1"/>
          </p:cNvSpPr>
          <p:nvPr/>
        </p:nvSpPr>
        <p:spPr>
          <a:xfrm xmlns:a="http://schemas.openxmlformats.org/drawingml/2006/main">
            <a:off x="600075" y="6181725"/>
            <a:ext cx="10953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lang="zh-CN" altLang="en-US">
                <a:solidFill>
                  <a:srgbClr val="000000"/>
                </a:solidFill>
                <a:latin typeface="Times New Roman"/>
                <a:ea typeface="SimHei"/>
                <a:cs typeface="Times New Roman"/>
              </a:defRPr>
            </a:defPPr>
          </a:lstStyle>
          <a:p xmlns:a="http://schemas.openxmlformats.org/drawingml/2006/main">
            <a:pPr algn="l">
              <a:buNone/>
              <a:defRPr sz="1200" b="0" lang="zh-CN" altLang="en-US">
                <a:solidFill>
                  <a:srgbClr val="000000"/>
                </a:solidFill>
                <a:latin typeface="Times New Roman"/>
                <a:ea typeface="SimHei"/>
                <a:cs typeface="Times New Roman"/>
              </a:defRPr>
            </a:pPr>
            <a:r>
              <a:rPr b="0" lang="zh-CN" altLang="en-US">
                <a:latin typeface="Times New Roman"/>
                <a:ea typeface="SimHei"/>
                <a:cs typeface="Times New Roman"/>
              </a:rPr>
              <a:t>综述参考：</a:t>
            </a:r>
            <a:r>
              <a:rPr b="0" lang="zh-CN" altLang="en-US">
                <a:latin typeface="Times New Roman"/>
                <a:ea typeface="SimHei"/>
                <a:cs typeface="Times New Roman"/>
              </a:rPr>
              <a:t>Waubert de Puiseau</a:t>
            </a:r>
            <a:r>
              <a:rPr b="0" lang="zh-CN" altLang="en-US">
                <a:latin typeface="Times New Roman"/>
                <a:ea typeface="SimHei"/>
                <a:cs typeface="Times New Roman"/>
              </a:rPr>
              <a:t>等（</a:t>
            </a:r>
            <a:r>
              <a:rPr b="0" lang="zh-CN" altLang="en-US">
                <a:latin typeface="Times New Roman"/>
                <a:ea typeface="SimHei"/>
                <a:cs typeface="Times New Roman"/>
              </a:rPr>
              <a:t>2026</a:t>
            </a:r>
            <a:r>
              <a:rPr b="0" lang="zh-CN" altLang="en-US">
                <a:latin typeface="Times New Roman"/>
                <a:ea typeface="SimHei"/>
                <a:cs typeface="Times New Roman"/>
              </a:rPr>
              <a:t>）</a:t>
            </a:r>
            <a:r>
              <a:rPr b="0" lang="zh-CN" altLang="en-US">
                <a:latin typeface="Times New Roman"/>
                <a:ea typeface="SimHei"/>
                <a:cs typeface="Times New Roman"/>
              </a:rPr>
              <a:t>[24]</a:t>
            </a:r>
            <a:r>
              <a:rPr b="0" lang="zh-CN" altLang="en-US">
                <a:latin typeface="Times New Roman"/>
                <a:ea typeface="SimHei"/>
                <a:cs typeface="Times New Roman"/>
              </a:rPr>
              <a:t>。</a:t>
            </a:r>
          </a:p>
        </p:txBody>
      </p:sp>
      <p:sp xmlns:a="http://schemas.openxmlformats.org/drawingml/2006/main">
        <p:nvSpPr>
          <p:cNvPr id="6"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7"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8"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2 文献综述</a:t>
            </a:r>
          </a:p>
        </p:txBody>
      </p:sp>
      <p:sp>
        <p:nvSpPr>
          <p:cNvPr id="9"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lang="zh-CN" altLang="en-US">
                <a:solidFill>
                  <a:srgbClr val="000000"/>
                </a:solidFill>
                <a:latin typeface="Times New Roman"/>
                <a:ea typeface="SimHei"/>
                <a:cs typeface="Times New Roman"/>
              </a:defRPr>
            </a:defPPr>
          </a:lstStyle>
          <ns0:p xmlns:ns0="http://schemas.openxmlformats.org/drawingml/2006/main">
            <ns0:pPr algn="l">
              <ns0:defRPr sz="2850" b="1" lang="zh-CN" altLang="en-US">
                <ns0:solidFill>
                  <ns0:srgbClr val="000000"/>
                </ns0:solidFill>
                <ns0:latin typeface="Times New Roman"/>
                <ns0:ea typeface="SimHei"/>
                <ns0:cs typeface="Times New Roman"/>
              </ns0:defRPr>
            </ns0:pPr>
            <ns0:r>
              <ns0:rPr b="1" sz="2400" lang="zh-CN" altLang="en-US">
                <ns0:solidFill>
                  <ns0:srgbClr val="315CA9"/>
                </ns0:solidFill>
                <ns0:latin typeface="Times New Roman"/>
                <ns0:ea typeface="SimHei"/>
                <ns0:cs typeface="Times New Roman"/>
              </ns0:rPr>
              <ns0:t>装配调度的求解方法</ns0:t>
            </ns0:r>
          </ns0:p>
        </p:txBody>
      </p:sp>
      <p:sp>
        <p:nvSpPr>
          <p:cNvPr id="10"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1:p xmlns:ns1="http://schemas.openxmlformats.org/drawingml/2006/main">
            <ns1:pPr algn="r">
              <ns1:defRPr sz="1350" b="0" lang="zh-CN" altLang="en-US">
                <ns1:solidFill>
                  <ns1:srgbClr val="000000"/>
                </ns1:solidFill>
                <ns1:latin typeface="Times New Roman"/>
                <ns1:ea typeface="SimHei"/>
                <ns1:cs typeface="Times New Roman"/>
              </ns1:defRPr>
            </ns1:pPr>
            <ns1:r>
              <ns1:rPr b="0" sz="1200" lang="zh-CN" altLang="en-US">
                <ns1:solidFill>
                  <ns1:srgbClr val="666666"/>
                </ns1:solidFill>
                <ns1:latin typeface="Times New Roman"/>
                <ns1:ea typeface="SimHei"/>
                <ns1:cs typeface="Times New Roman"/>
              </ns1:rPr>
              <ns1:t>06</ns1:t>
            </ns1:r>
          </ns1:p>
        </p:txBody>
      </p:sp>
    </p:spTree>
    <p:extLst>
      <p:ext uri="{BB962C8B-B14F-4D97-AF65-F5344CB8AC3E}">
        <p14:creationId xmlns:p14="http://schemas.microsoft.com/office/powerpoint/2010/main" val="17623417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2" name="">
            <a:extLst xmlns:a="http://schemas.openxmlformats.org/drawingml/2006/main">
              <a:ext uri="{FF2B5EF4-FFF2-40B4-BE49-F238E27FC236}">
                <a16:creationId xmlns:a16="http://schemas.microsoft.com/office/drawing/2014/main" id="{03DD4AC8-4A79-4830-AF2C-451A882CA638}"/>
              </a:ext>
            </a:extLst>
          </p:cNvPr>
          <p:cNvGraphicFramePr/>
          <p:nvPr/>
        </p:nvGraphicFramePr>
        <p:xfrm>
          <a:off xmlns:a="http://schemas.openxmlformats.org/drawingml/2006/main" x="571500" y="1323975"/>
          <a:ext xmlns:a="http://schemas.openxmlformats.org/drawingml/2006/main" cx="11049000" cy="4248150"/>
        </p:xfrm>
        <a:graphic xmlns:a="http://schemas.openxmlformats.org/drawingml/2006/main">
          <a:graphicData uri="http://schemas.openxmlformats.org/drawingml/2006/table">
            <a:tbl>
              <a:tblPr firstRow="1" bandRow="0" bandCol="0"/>
              <a:tblGrid>
                <a:gridCol w="2571750"/>
                <a:gridCol w="4286250"/>
                <a:gridCol w="4191000"/>
              </a:tblGrid>
              <a:tr h="476250">
                <a:tc>
                  <a:txBody>
                    <a:bodyPr/>
                    <a:lstStyle/>
                    <a:p>
                      <a:r>
                        <a:rPr sz="1800" b="1" lang="zh-CN" altLang="en-US">
                          <a:solidFill>
                            <a:srgbClr val="FFFFFF"/>
                          </a:solidFill>
                          <a:latin typeface="Times New Roman"/>
                          <a:ea typeface="SimHei"/>
                          <a:cs typeface="Times New Roman"/>
                        </a:rPr>
                        <a:t>代表文献</a:t>
                      </a:r>
                    </a:p>
                  </a:txBody>
                  <a:tcPr marL="114300" marR="114300" marT="85725" marB="85725" anchor="ctr">
                    <a:solidFill>
                      <a:srgbClr val="4674CD"/>
                    </a:solidFill>
                  </a:tcPr>
                </a:tc>
                <a:tc>
                  <a:txBody>
                    <a:bodyPr/>
                    <a:lstStyle/>
                    <a:p>
                      <a:r>
                        <a:rPr sz="1800" b="1" lang="zh-CN" altLang="en-US">
                          <a:solidFill>
                            <a:srgbClr val="FFFFFF"/>
                          </a:solidFill>
                          <a:latin typeface="Times New Roman"/>
                          <a:ea typeface="SimHei"/>
                          <a:cs typeface="Times New Roman"/>
                        </a:rPr>
                        <a:t>状态表示及决策</a:t>
                      </a:r>
                    </a:p>
                  </a:txBody>
                  <a:tcPr marL="114300" marR="114300" marT="85725" marB="85725" anchor="ctr">
                    <a:solidFill>
                      <a:srgbClr val="4674CD"/>
                    </a:solidFill>
                  </a:tcPr>
                </a:tc>
                <a:tc>
                  <a:txBody>
                    <a:bodyPr/>
                    <a:lstStyle/>
                    <a:p>
                      <a:r>
                        <a:rPr sz="1800" b="1" lang="zh-CN" altLang="en-US">
                          <a:solidFill>
                            <a:srgbClr val="FFFFFF"/>
                          </a:solidFill>
                          <a:latin typeface="Times New Roman"/>
                          <a:ea typeface="SimHei"/>
                          <a:cs typeface="Times New Roman"/>
                        </a:rPr>
                        <a:t>对本研究的启示／区别</a:t>
                      </a:r>
                    </a:p>
                  </a:txBody>
                  <a:tcPr marL="114300" marR="114300" marT="85725" marB="85725" anchor="ctr">
                    <a:solidFill>
                      <a:srgbClr val="4674CD"/>
                    </a:solidFill>
                  </a:tcPr>
                </a:tc>
              </a:tr>
              <a:tr h="0">
                <a:tc>
                  <a:txBody>
                    <a:bodyPr/>
                    <a:lstStyle/>
                    <a:p>
                      <a:r>
                        <a:rPr sz="1725" b="0" lang="zh-CN" altLang="en-US">
                          <a:solidFill>
                            <a:srgbClr val="111111"/>
                          </a:solidFill>
                          <a:latin typeface="Times New Roman"/>
                          <a:ea typeface="SimHei"/>
                          <a:cs typeface="Times New Roman"/>
                        </a:rPr>
                        <a:t>Smit</a:t>
                      </a:r>
                      <a:r>
                        <a:rPr sz="1725" b="0" lang="zh-CN" altLang="en-US">
                          <a:solidFill>
                            <a:srgbClr val="111111"/>
                          </a:solidFill>
                          <a:latin typeface="Times New Roman"/>
                          <a:ea typeface="SimHei"/>
                          <a:cs typeface="Times New Roman"/>
                        </a:rPr>
                        <a:t>等（</a:t>
                      </a:r>
                      <a:r>
                        <a:rPr sz="1725" b="0" lang="zh-CN" altLang="en-US">
                          <a:solidFill>
                            <a:srgbClr val="111111"/>
                          </a:solidFill>
                          <a:latin typeface="Times New Roman"/>
                          <a:ea typeface="SimHei"/>
                          <a:cs typeface="Times New Roman"/>
                        </a:rPr>
                        <a:t>2025</a:t>
                      </a:r>
                      <a:r>
                        <a:rPr sz="1725" b="0" lang="zh-CN" altLang="en-US">
                          <a:solidFill>
                            <a:srgbClr val="111111"/>
                          </a:solidFill>
                          <a:latin typeface="Times New Roman"/>
                          <a:ea typeface="SimHei"/>
                          <a:cs typeface="Times New Roman"/>
                        </a:rPr>
                        <a:t>）</a:t>
                      </a:r>
                      <a:r>
                        <a:rPr sz="1725" b="0" lang="zh-CN" altLang="en-US">
                          <a:solidFill>
                            <a:srgbClr val="111111"/>
                          </a:solidFill>
                          <a:latin typeface="Times New Roman"/>
                          <a:ea typeface="SimHei"/>
                          <a:cs typeface="Times New Roman"/>
                        </a:rPr>
                        <a:t>[27]</a:t>
                      </a:r>
                    </a:p>
                  </a:txBody>
                  <a:tcPr marL="114300" marR="114300" marT="85725" marB="85725" anchor="ctr">
                    <a:solidFill>
                      <a:srgbClr val="E7ECF6"/>
                    </a:solidFill>
                  </a:tcPr>
                </a:tc>
                <a:tc>
                  <a:txBody>
                    <a:bodyPr/>
                    <a:lstStyle/>
                    <a:p>
                      <a:r>
                        <a:rPr sz="1725" b="0" lang="zh-CN" altLang="en-US">
                          <a:solidFill>
                            <a:srgbClr val="111111"/>
                          </a:solidFill>
                          <a:latin typeface="Times New Roman"/>
                          <a:ea typeface="SimHei"/>
                          <a:cs typeface="Times New Roman"/>
                        </a:rPr>
                        <a:t>作业车间图神经网络综述</a:t>
                      </a:r>
                    </a:p>
                  </a:txBody>
                  <a:tcPr marL="114300" marR="114300" marT="85725" marB="85725" anchor="ctr">
                    <a:solidFill>
                      <a:srgbClr val="E7ECF6"/>
                    </a:solidFill>
                  </a:tcPr>
                </a:tc>
                <a:tc>
                  <a:txBody>
                    <a:bodyPr/>
                    <a:lstStyle/>
                    <a:p>
                      <a:r>
                        <a:rPr sz="1725" b="0" lang="zh-CN" altLang="en-US">
                          <a:solidFill>
                            <a:srgbClr val="111111"/>
                          </a:solidFill>
                          <a:latin typeface="Times New Roman"/>
                          <a:ea typeface="SimHei"/>
                          <a:cs typeface="Times New Roman"/>
                        </a:rPr>
                        <a:t>图结构、特征及动作须匹配具体生产问题</a:t>
                      </a:r>
                    </a:p>
                  </a:txBody>
                  <a:tcPr marL="114300" marR="114300" marT="85725" marB="85725" anchor="ctr">
                    <a:solidFill>
                      <a:srgbClr val="E7ECF6"/>
                    </a:solidFill>
                  </a:tcPr>
                </a:tc>
              </a:tr>
              <a:tr h="0">
                <a:tc>
                  <a:txBody>
                    <a:bodyPr/>
                    <a:lstStyle/>
                    <a:p>
                      <a:r>
                        <a:rPr sz="1725" b="0" lang="zh-CN" altLang="en-US">
                          <a:solidFill>
                            <a:srgbClr val="111111"/>
                          </a:solidFill>
                          <a:latin typeface="Times New Roman"/>
                          <a:ea typeface="SimHei"/>
                          <a:cs typeface="Times New Roman"/>
                        </a:rPr>
                        <a:t>Song</a:t>
                      </a:r>
                      <a:r>
                        <a:rPr sz="1725" b="0" lang="zh-CN" altLang="en-US">
                          <a:solidFill>
                            <a:srgbClr val="111111"/>
                          </a:solidFill>
                          <a:latin typeface="Times New Roman"/>
                          <a:ea typeface="SimHei"/>
                          <a:cs typeface="Times New Roman"/>
                        </a:rPr>
                        <a:t>等（</a:t>
                      </a:r>
                      <a:r>
                        <a:rPr sz="1725" b="0" lang="zh-CN" altLang="en-US">
                          <a:solidFill>
                            <a:srgbClr val="111111"/>
                          </a:solidFill>
                          <a:latin typeface="Times New Roman"/>
                          <a:ea typeface="SimHei"/>
                          <a:cs typeface="Times New Roman"/>
                        </a:rPr>
                        <a:t>2023</a:t>
                      </a:r>
                      <a:r>
                        <a:rPr sz="1725" b="0" lang="zh-CN" altLang="en-US">
                          <a:solidFill>
                            <a:srgbClr val="111111"/>
                          </a:solidFill>
                          <a:latin typeface="Times New Roman"/>
                          <a:ea typeface="SimHei"/>
                          <a:cs typeface="Times New Roman"/>
                        </a:rPr>
                        <a:t>）</a:t>
                      </a:r>
                      <a:r>
                        <a:rPr sz="1725" b="0" lang="zh-CN" altLang="en-US">
                          <a:solidFill>
                            <a:srgbClr val="111111"/>
                          </a:solidFill>
                          <a:latin typeface="Times New Roman"/>
                          <a:ea typeface="SimHei"/>
                          <a:cs typeface="Times New Roman"/>
                        </a:rPr>
                        <a:t>[29]</a:t>
                      </a:r>
                    </a:p>
                  </a:txBody>
                  <a:tcPr marL="114300" marR="114300" marT="85725" marB="85725" anchor="ctr">
                    <a:solidFill>
                      <a:srgbClr val="F1F4F8"/>
                    </a:solidFill>
                  </a:tcPr>
                </a:tc>
                <a:tc>
                  <a:txBody>
                    <a:bodyPr/>
                    <a:lstStyle/>
                    <a:p>
                      <a:r>
                        <a:rPr sz="1725" b="0" lang="zh-CN" altLang="en-US">
                          <a:solidFill>
                            <a:srgbClr val="111111"/>
                          </a:solidFill>
                          <a:latin typeface="Times New Roman"/>
                          <a:ea typeface="SimHei"/>
                          <a:cs typeface="Times New Roman"/>
                        </a:rPr>
                        <a:t>工序—机器异构图；复合动作</a:t>
                      </a:r>
                    </a:p>
                  </a:txBody>
                  <a:tcPr marL="114300" marR="114300" marT="85725" marB="85725" anchor="ctr">
                    <a:solidFill>
                      <a:srgbClr val="F1F4F8"/>
                    </a:solidFill>
                  </a:tcPr>
                </a:tc>
                <a:tc>
                  <a:txBody>
                    <a:bodyPr/>
                    <a:lstStyle/>
                    <a:p>
                      <a:r>
                        <a:rPr sz="1725" b="0" lang="zh-CN" altLang="en-US">
                          <a:solidFill>
                            <a:srgbClr val="111111"/>
                          </a:solidFill>
                          <a:latin typeface="Times New Roman"/>
                          <a:ea typeface="SimHei"/>
                          <a:cs typeface="Times New Roman"/>
                        </a:rPr>
                        <a:t>区分关系类型有参考价值；未含飞机站位团队</a:t>
                      </a:r>
                    </a:p>
                  </a:txBody>
                  <a:tcPr marL="114300" marR="114300" marT="85725" marB="85725" anchor="ctr">
                    <a:solidFill>
                      <a:srgbClr val="F1F4F8"/>
                    </a:solidFill>
                  </a:tcPr>
                </a:tc>
              </a:tr>
              <a:tr h="0">
                <a:tc>
                  <a:txBody>
                    <a:bodyPr/>
                    <a:lstStyle/>
                    <a:p>
                      <a:r>
                        <a:rPr sz="1725" b="0" lang="zh-CN" altLang="en-US">
                          <a:solidFill>
                            <a:srgbClr val="111111"/>
                          </a:solidFill>
                          <a:latin typeface="Times New Roman"/>
                          <a:ea typeface="SimHei"/>
                          <a:cs typeface="Times New Roman"/>
                        </a:rPr>
                        <a:t>Chen</a:t>
                      </a:r>
                      <a:r>
                        <a:rPr sz="1725" b="0" lang="zh-CN" altLang="en-US">
                          <a:solidFill>
                            <a:srgbClr val="111111"/>
                          </a:solidFill>
                          <a:latin typeface="Times New Roman"/>
                          <a:ea typeface="SimHei"/>
                          <a:cs typeface="Times New Roman"/>
                        </a:rPr>
                        <a:t>等（</a:t>
                      </a:r>
                      <a:r>
                        <a:rPr sz="1725" b="0" lang="zh-CN" altLang="en-US">
                          <a:solidFill>
                            <a:srgbClr val="111111"/>
                          </a:solidFill>
                          <a:latin typeface="Times New Roman"/>
                          <a:ea typeface="SimHei"/>
                          <a:cs typeface="Times New Roman"/>
                        </a:rPr>
                        <a:t>2026</a:t>
                      </a:r>
                      <a:r>
                        <a:rPr sz="1725" b="0" lang="zh-CN" altLang="en-US">
                          <a:solidFill>
                            <a:srgbClr val="111111"/>
                          </a:solidFill>
                          <a:latin typeface="Times New Roman"/>
                          <a:ea typeface="SimHei"/>
                          <a:cs typeface="Times New Roman"/>
                        </a:rPr>
                        <a:t>）</a:t>
                      </a:r>
                      <a:r>
                        <a:rPr sz="1725" b="0" lang="zh-CN" altLang="en-US">
                          <a:solidFill>
                            <a:srgbClr val="111111"/>
                          </a:solidFill>
                          <a:latin typeface="Times New Roman"/>
                          <a:ea typeface="SimHei"/>
                          <a:cs typeface="Times New Roman"/>
                        </a:rPr>
                        <a:t>[23]</a:t>
                      </a:r>
                    </a:p>
                  </a:txBody>
                  <a:tcPr marL="114300" marR="114300" marT="85725" marB="85725" anchor="ctr">
                    <a:solidFill>
                      <a:srgbClr val="E7ECF6"/>
                    </a:solidFill>
                  </a:tcPr>
                </a:tc>
                <a:tc>
                  <a:txBody>
                    <a:bodyPr/>
                    <a:lstStyle/>
                    <a:p>
                      <a:r>
                        <a:rPr sz="1725" b="0" lang="zh-CN" altLang="en-US">
                          <a:solidFill>
                            <a:srgbClr val="111111"/>
                          </a:solidFill>
                          <a:latin typeface="Times New Roman"/>
                          <a:ea typeface="SimHei"/>
                          <a:cs typeface="Times New Roman"/>
                        </a:rPr>
                        <a:t>多站图注意力与协调评价</a:t>
                      </a:r>
                    </a:p>
                  </a:txBody>
                  <a:tcPr marL="114300" marR="114300" marT="85725" marB="85725" anchor="ctr">
                    <a:solidFill>
                      <a:srgbClr val="E7ECF6"/>
                    </a:solidFill>
                  </a:tcPr>
                </a:tc>
                <a:tc>
                  <a:txBody>
                    <a:bodyPr/>
                    <a:lstStyle/>
                    <a:p>
                      <a:r>
                        <a:rPr sz="1725" b="0" lang="zh-CN" altLang="en-US">
                          <a:solidFill>
                            <a:srgbClr val="111111"/>
                          </a:solidFill>
                          <a:latin typeface="Times New Roman"/>
                          <a:ea typeface="SimHei"/>
                          <a:cs typeface="Times New Roman"/>
                        </a:rPr>
                        <a:t>已有跨站信息；需区分规则选择与联合动作</a:t>
                      </a:r>
                    </a:p>
                  </a:txBody>
                  <a:tcPr marL="114300" marR="114300" marT="85725" marB="85725" anchor="ctr">
                    <a:solidFill>
                      <a:srgbClr val="E7ECF6"/>
                    </a:solidFill>
                  </a:tcPr>
                </a:tc>
              </a:tr>
              <a:tr h="0">
                <a:tc>
                  <a:txBody>
                    <a:bodyPr/>
                    <a:lstStyle/>
                    <a:p>
                      <a:r>
                        <a:rPr sz="1725" b="0" lang="zh-CN" altLang="en-US">
                          <a:solidFill>
                            <a:srgbClr val="111111"/>
                          </a:solidFill>
                          <a:latin typeface="Times New Roman"/>
                          <a:ea typeface="SimHei"/>
                          <a:cs typeface="Times New Roman"/>
                        </a:rPr>
                        <a:t>Ding</a:t>
                      </a:r>
                      <a:r>
                        <a:rPr sz="1725" b="0" lang="zh-CN" altLang="en-US">
                          <a:solidFill>
                            <a:srgbClr val="111111"/>
                          </a:solidFill>
                          <a:latin typeface="Times New Roman"/>
                          <a:ea typeface="SimHei"/>
                          <a:cs typeface="Times New Roman"/>
                        </a:rPr>
                        <a:t>等（</a:t>
                      </a:r>
                      <a:r>
                        <a:rPr sz="1725" b="0" lang="zh-CN" altLang="en-US">
                          <a:solidFill>
                            <a:srgbClr val="111111"/>
                          </a:solidFill>
                          <a:latin typeface="Times New Roman"/>
                          <a:ea typeface="SimHei"/>
                          <a:cs typeface="Times New Roman"/>
                        </a:rPr>
                        <a:t>2025</a:t>
                      </a:r>
                      <a:r>
                        <a:rPr sz="1725" b="0" lang="zh-CN" altLang="en-US">
                          <a:solidFill>
                            <a:srgbClr val="111111"/>
                          </a:solidFill>
                          <a:latin typeface="Times New Roman"/>
                          <a:ea typeface="SimHei"/>
                          <a:cs typeface="Times New Roman"/>
                        </a:rPr>
                        <a:t>）</a:t>
                      </a:r>
                      <a:r>
                        <a:rPr sz="1725" b="0" lang="zh-CN" altLang="en-US">
                          <a:solidFill>
                            <a:srgbClr val="111111"/>
                          </a:solidFill>
                          <a:latin typeface="Times New Roman"/>
                          <a:ea typeface="SimHei"/>
                          <a:cs typeface="Times New Roman"/>
                        </a:rPr>
                        <a:t>[33]</a:t>
                      </a:r>
                    </a:p>
                  </a:txBody>
                  <a:tcPr marL="114300" marR="114300" marT="85725" marB="85725" anchor="ctr">
                    <a:solidFill>
                      <a:srgbClr val="F1F4F8"/>
                    </a:solidFill>
                  </a:tcPr>
                </a:tc>
                <a:tc>
                  <a:txBody>
                    <a:bodyPr/>
                    <a:lstStyle/>
                    <a:p>
                      <a:r>
                        <a:rPr sz="1725" b="0" lang="zh-CN" altLang="en-US">
                          <a:solidFill>
                            <a:srgbClr val="111111"/>
                          </a:solidFill>
                          <a:latin typeface="Times New Roman"/>
                          <a:ea typeface="SimHei"/>
                          <a:cs typeface="Times New Roman"/>
                        </a:rPr>
                        <a:t>动态知识图谱推理；实时调度</a:t>
                      </a:r>
                    </a:p>
                  </a:txBody>
                  <a:tcPr marL="114300" marR="114300" marT="85725" marB="85725" anchor="ctr">
                    <a:solidFill>
                      <a:srgbClr val="F1F4F8"/>
                    </a:solidFill>
                  </a:tcPr>
                </a:tc>
                <a:tc>
                  <a:txBody>
                    <a:bodyPr/>
                    <a:lstStyle/>
                    <a:p>
                      <a:r>
                        <a:rPr sz="1725" b="0" lang="zh-CN" altLang="en-US">
                          <a:solidFill>
                            <a:srgbClr val="111111"/>
                          </a:solidFill>
                          <a:latin typeface="Times New Roman"/>
                          <a:ea typeface="SimHei"/>
                          <a:cs typeface="Times New Roman"/>
                        </a:rPr>
                        <a:t>语义更新有依据；任务为航空产品加工</a:t>
                      </a:r>
                    </a:p>
                  </a:txBody>
                  <a:tcPr marL="114300" marR="114300" marT="85725" marB="85725" anchor="ctr">
                    <a:solidFill>
                      <a:srgbClr val="F1F4F8"/>
                    </a:solidFill>
                  </a:tcPr>
                </a:tc>
              </a:tr>
              <a:tr h="0">
                <a:tc>
                  <a:txBody>
                    <a:bodyPr/>
                    <a:lstStyle/>
                    <a:p>
                      <a:r>
                        <a:rPr sz="1725" b="0" lang="zh-CN" altLang="en-US">
                          <a:solidFill>
                            <a:srgbClr val="111111"/>
                          </a:solidFill>
                          <a:latin typeface="Times New Roman"/>
                          <a:ea typeface="SimHei"/>
                          <a:cs typeface="Times New Roman"/>
                        </a:rPr>
                        <a:t>Hu</a:t>
                      </a:r>
                      <a:r>
                        <a:rPr sz="1725" b="0" lang="zh-CN" altLang="en-US">
                          <a:solidFill>
                            <a:srgbClr val="111111"/>
                          </a:solidFill>
                          <a:latin typeface="Times New Roman"/>
                          <a:ea typeface="SimHei"/>
                          <a:cs typeface="Times New Roman"/>
                        </a:rPr>
                        <a:t>等（</a:t>
                      </a:r>
                      <a:r>
                        <a:rPr sz="1725" b="0" lang="zh-CN" altLang="en-US">
                          <a:solidFill>
                            <a:srgbClr val="111111"/>
                          </a:solidFill>
                          <a:latin typeface="Times New Roman"/>
                          <a:ea typeface="SimHei"/>
                          <a:cs typeface="Times New Roman"/>
                        </a:rPr>
                        <a:t>2025</a:t>
                      </a:r>
                      <a:r>
                        <a:rPr sz="1725" b="0" lang="zh-CN" altLang="en-US">
                          <a:solidFill>
                            <a:srgbClr val="111111"/>
                          </a:solidFill>
                          <a:latin typeface="Times New Roman"/>
                          <a:ea typeface="SimHei"/>
                          <a:cs typeface="Times New Roman"/>
                        </a:rPr>
                        <a:t>）</a:t>
                      </a:r>
                      <a:r>
                        <a:rPr sz="1725" b="0" lang="zh-CN" altLang="en-US">
                          <a:solidFill>
                            <a:srgbClr val="111111"/>
                          </a:solidFill>
                          <a:latin typeface="Times New Roman"/>
                          <a:ea typeface="SimHei"/>
                          <a:cs typeface="Times New Roman"/>
                        </a:rPr>
                        <a:t>[34]</a:t>
                      </a:r>
                    </a:p>
                  </a:txBody>
                  <a:tcPr marL="114300" marR="114300" marT="85725" marB="85725" anchor="ctr">
                    <a:solidFill>
                      <a:srgbClr val="E7ECF6"/>
                    </a:solidFill>
                  </a:tcPr>
                </a:tc>
                <a:tc>
                  <a:txBody>
                    <a:bodyPr/>
                    <a:lstStyle/>
                    <a:p>
                      <a:r>
                        <a:rPr sz="1725" b="0" lang="zh-CN" altLang="en-US">
                          <a:solidFill>
                            <a:srgbClr val="111111"/>
                          </a:solidFill>
                          <a:latin typeface="Times New Roman"/>
                          <a:ea typeface="SimHei"/>
                          <a:cs typeface="Times New Roman"/>
                        </a:rPr>
                        <a:t>语义图建模；双资源动态车间</a:t>
                      </a:r>
                    </a:p>
                  </a:txBody>
                  <a:tcPr marL="114300" marR="114300" marT="85725" marB="85725" anchor="ctr">
                    <a:solidFill>
                      <a:srgbClr val="E7ECF6"/>
                    </a:solidFill>
                  </a:tcPr>
                </a:tc>
                <a:tc>
                  <a:txBody>
                    <a:bodyPr/>
                    <a:lstStyle/>
                    <a:p>
                      <a:r>
                        <a:rPr sz="1725" b="0" lang="zh-CN" altLang="en-US">
                          <a:solidFill>
                            <a:srgbClr val="111111"/>
                          </a:solidFill>
                          <a:latin typeface="Times New Roman"/>
                          <a:ea typeface="SimHei"/>
                          <a:cs typeface="Times New Roman"/>
                        </a:rPr>
                        <a:t>已有时间属性；本研究预测共同脉动及下一周期</a:t>
                      </a:r>
                    </a:p>
                  </a:txBody>
                  <a:tcPr marL="114300" marR="114300" marT="85725" marB="85725" anchor="ctr">
                    <a:solidFill>
                      <a:srgbClr val="E7ECF6"/>
                    </a:solidFill>
                  </a:tcPr>
                </a:tc>
              </a:tr>
            </a:tbl>
          </a:graphicData>
        </a:graphic>
      </p:graphicFrame>
      <p:sp>
        <p:nvSpPr>
          <p:cNvPr id="3" name="line-87">
            <a:extLst xmlns:a="http://schemas.openxmlformats.org/drawingml/2006/main">
              <a:ext uri="{FF2B5EF4-FFF2-40B4-BE49-F238E27FC236}">
                <a16:creationId xmlns:a16="http://schemas.microsoft.com/office/drawing/2014/main" id="{95CF0D0D-217B-4512-8164-C713D9B5E3F8}"/>
              </a:ext>
            </a:extLst>
          </p:cNvPr>
          <p:cNvSpPr>
            <a:spLocks xmlns:a="http://schemas.openxmlformats.org/drawingml/2006/main" noGrp="1"/>
          </p:cNvSpPr>
          <p:nvPr/>
        </p:nvSpPr>
        <p:spPr>
          <a:xfrm xmlns:a="http://schemas.openxmlformats.org/drawingml/2006/main">
            <a:off x="552450" y="5667375"/>
            <a:ext cx="11087100" cy="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4" name="text-88">
            <a:extLst xmlns:a="http://schemas.openxmlformats.org/drawingml/2006/main">
              <a:ext uri="{FF2B5EF4-FFF2-40B4-BE49-F238E27FC236}">
                <a16:creationId xmlns:a16="http://schemas.microsoft.com/office/drawing/2014/main" id="{F13E484B-5104-46B7-AB9F-2D0624B7C17A}"/>
              </a:ext>
            </a:extLst>
          </p:cNvPr>
          <p:cNvSpPr>
            <a:spLocks xmlns:a="http://schemas.openxmlformats.org/drawingml/2006/main" noGrp="1"/>
          </p:cNvSpPr>
          <p:nvPr/>
        </p:nvSpPr>
        <p:spPr>
          <a:xfrm xmlns:a="http://schemas.openxmlformats.org/drawingml/2006/main">
            <a:off x="619125" y="57816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lang="zh-CN" altLang="en-US">
                <a:solidFill>
                  <a:srgbClr val="000000"/>
                </a:solidFill>
                <a:latin typeface="Times New Roman"/>
                <a:ea typeface="SimHei"/>
                <a:cs typeface="Times New Roman"/>
              </a:defRPr>
            </a:defPPr>
          </a:lstStyle>
          <a:p xmlns:a="http://schemas.openxmlformats.org/drawingml/2006/main">
            <a:pPr algn="l">
              <a:defRPr sz="1875" b="1" lang="zh-CN" altLang="en-US">
                <a:solidFill>
                  <a:srgbClr val="000000"/>
                </a:solidFill>
                <a:latin typeface="Times New Roman"/>
                <a:ea typeface="SimHei"/>
                <a:cs typeface="Times New Roman"/>
              </a:defRPr>
            </a:pPr>
            <a:r>
              <a:rPr b="1" lang="zh-CN" altLang="en-US">
                <a:latin typeface="Times New Roman"/>
                <a:ea typeface="SimHei"/>
                <a:cs typeface="Times New Roman"/>
              </a:rPr>
              <a:t>面向飞机脉动线，需进一步关联不同资源关系、多架次进度与当前及下一周期执行。</a:t>
            </a:r>
          </a:p>
        </p:txBody>
      </p:sp>
      <p:sp xmlns:a="http://schemas.openxmlformats.org/drawingml/2006/main">
        <p:nvSpPr>
          <p:cNvPr id="5"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6"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7"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2 文献综述</a:t>
            </a:r>
          </a:p>
        </p:txBody>
      </p:sp>
      <p:sp>
        <p:nvSpPr>
          <p:cNvPr id="8"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lang="zh-CN" altLang="en-US">
                <a:solidFill>
                  <a:srgbClr val="000000"/>
                </a:solidFill>
                <a:latin typeface="Times New Roman"/>
                <a:ea typeface="SimHei"/>
                <a:cs typeface="Times New Roman"/>
              </a:defRPr>
            </a:defPPr>
          </a:lstStyle>
          <ns0:p xmlns:ns0="http://schemas.openxmlformats.org/drawingml/2006/main">
            <ns0:pPr algn="l">
              <ns0:defRPr sz="2850" b="1" lang="zh-CN" altLang="en-US">
                <ns0:solidFill>
                  <ns0:srgbClr val="000000"/>
                </ns0:solidFill>
                <ns0:latin typeface="Times New Roman"/>
                <ns0:ea typeface="SimHei"/>
                <ns0:cs typeface="Times New Roman"/>
              </ns0:defRPr>
            </ns0:pPr>
            <ns0:r>
              <ns0:rPr b="1" sz="2400" lang="zh-CN" altLang="en-US">
                <ns0:solidFill>
                  <ns0:srgbClr val="315CA9"/>
                </ns0:solidFill>
                <ns0:latin typeface="Times New Roman"/>
                <ns0:ea typeface="SimHei"/>
                <ns0:cs typeface="Times New Roman"/>
              </ns0:rPr>
              <ns0:t>图强化学习与动态状态表示</ns0:t>
            </ns0:r>
          </ns0:p>
        </p:txBody>
      </p:sp>
      <p:sp>
        <p:nvSpPr>
          <p:cNvPr id="9"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1:p xmlns:ns1="http://schemas.openxmlformats.org/drawingml/2006/main">
            <ns1:pPr algn="r">
              <ns1:defRPr sz="1350" b="0" lang="zh-CN" altLang="en-US">
                <ns1:solidFill>
                  <ns1:srgbClr val="000000"/>
                </ns1:solidFill>
                <ns1:latin typeface="Times New Roman"/>
                <ns1:ea typeface="SimHei"/>
                <ns1:cs typeface="Times New Roman"/>
              </ns1:defRPr>
            </ns1:pPr>
            <ns1:r>
              <ns1:rPr b="0" sz="1200" lang="zh-CN" altLang="en-US">
                <ns1:solidFill>
                  <ns1:srgbClr val="666666"/>
                </ns1:solidFill>
                <ns1:latin typeface="Times New Roman"/>
                <ns1:ea typeface="SimHei"/>
                <ns1:cs typeface="Times New Roman"/>
              </ns1:rPr>
              <ns1:t>07</ns1:t>
            </ns1:r>
          </ns1:p>
        </p:txBody>
      </p:sp>
    </p:spTree>
    <p:extLst>
      <p:ext uri="{BB962C8B-B14F-4D97-AF65-F5344CB8AC3E}">
        <p14:creationId xmlns:p14="http://schemas.microsoft.com/office/powerpoint/2010/main" val="6495068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2" name="">
            <a:extLst xmlns:a="http://schemas.openxmlformats.org/drawingml/2006/main">
              <a:ext uri="{FF2B5EF4-FFF2-40B4-BE49-F238E27FC236}">
                <a16:creationId xmlns:a16="http://schemas.microsoft.com/office/drawing/2014/main" id="{9D46248B-D318-49D2-A5C9-3E8F14BB932A}"/>
              </a:ext>
            </a:extLst>
          </p:cNvPr>
          <p:cNvGraphicFramePr/>
          <p:nvPr/>
        </p:nvGraphicFramePr>
        <p:xfrm>
          <a:off xmlns:a="http://schemas.openxmlformats.org/drawingml/2006/main" x="600075" y="1333500"/>
          <a:ext xmlns:a="http://schemas.openxmlformats.org/drawingml/2006/main" cx="11001375" cy="4495800"/>
        </p:xfrm>
        <a:graphic xmlns:a="http://schemas.openxmlformats.org/drawingml/2006/main">
          <a:graphicData uri="http://schemas.openxmlformats.org/drawingml/2006/table">
            <a:tbl>
              <a:tblPr firstRow="1" bandRow="0" bandCol="0"/>
              <a:tblGrid>
                <a:gridCol w="3438525"/>
                <a:gridCol w="3657600"/>
                <a:gridCol w="3905250"/>
              </a:tblGrid>
              <a:tr h="466725">
                <a:tc>
                  <a:txBody>
                    <a:bodyPr/>
                    <a:lstStyle/>
                    <a:p>
                      <a:r>
                        <a:rPr sz="1800" b="1" lang="zh-CN" altLang="en-US">
                          <a:solidFill>
                            <a:srgbClr val="FFFFFF"/>
                          </a:solidFill>
                          <a:latin typeface="Times New Roman"/>
                          <a:ea typeface="SimHei"/>
                          <a:cs typeface="Times New Roman"/>
                        </a:rPr>
                        <a:t>已有研究基础</a:t>
                      </a:r>
                    </a:p>
                  </a:txBody>
                  <a:tcPr marL="114300" marR="114300" marT="66675" marB="66675" anchor="ctr">
                    <a:solidFill>
                      <a:srgbClr val="4674CD"/>
                    </a:solidFill>
                  </a:tcPr>
                </a:tc>
                <a:tc>
                  <a:txBody>
                    <a:bodyPr/>
                    <a:lstStyle/>
                    <a:p>
                      <a:r>
                        <a:rPr sz="1800" b="1" lang="zh-CN" altLang="en-US">
                          <a:solidFill>
                            <a:srgbClr val="FFFFFF"/>
                          </a:solidFill>
                          <a:latin typeface="Times New Roman"/>
                          <a:ea typeface="SimHei"/>
                          <a:cs typeface="Times New Roman"/>
                        </a:rPr>
                        <a:t>仍需研究的问题</a:t>
                      </a:r>
                    </a:p>
                  </a:txBody>
                  <a:tcPr marL="114300" marR="114300" marT="66675" marB="66675" anchor="ctr">
                    <a:solidFill>
                      <a:srgbClr val="4674CD"/>
                    </a:solidFill>
                  </a:tcPr>
                </a:tc>
                <a:tc>
                  <a:txBody>
                    <a:bodyPr/>
                    <a:lstStyle/>
                    <a:p>
                      <a:r>
                        <a:rPr sz="1800" b="1" lang="zh-CN" altLang="en-US">
                          <a:solidFill>
                            <a:srgbClr val="FFFFFF"/>
                          </a:solidFill>
                          <a:latin typeface="Times New Roman"/>
                          <a:ea typeface="SimHei"/>
                          <a:cs typeface="Times New Roman"/>
                        </a:rPr>
                        <a:t>拟研究内容与创新</a:t>
                      </a:r>
                    </a:p>
                  </a:txBody>
                  <a:tcPr marL="114300" marR="114300" marT="66675" marB="66675" anchor="ctr">
                    <a:solidFill>
                      <a:srgbClr val="4674CD"/>
                    </a:solidFill>
                  </a:tcPr>
                </a:tc>
              </a:tr>
              <a:tr h="1343025">
                <a:tc>
                  <a:txBody>
                    <a:bodyPr/>
                    <a:lstStyle/>
                    <a:p>
                      <a:r>
                        <a:rPr sz="1725" b="0" lang="zh-CN" altLang="en-US">
                          <a:solidFill>
                            <a:srgbClr val="111111"/>
                          </a:solidFill>
                          <a:latin typeface="Times New Roman"/>
                          <a:ea typeface="SimHei"/>
                          <a:cs typeface="Times New Roman"/>
                        </a:rPr>
                        <a:t>已有研究联合安排任务分站</a:t>
                      </a:r>
                    </a:p>
                    <a:p>
                      <a:r>
                        <a:rPr sz="1725" b="0" lang="zh-CN" altLang="en-US">
                          <a:solidFill>
                            <a:srgbClr val="111111"/>
                          </a:solidFill>
                          <a:latin typeface="Times New Roman"/>
                          <a:ea typeface="SimHei"/>
                          <a:cs typeface="Times New Roman"/>
                        </a:rPr>
                        <a:t>与资源，并用排程评价站位</a:t>
                      </a:r>
                    </a:p>
                    <a:p>
                      <a:r>
                        <a:rPr sz="1725" b="0" lang="zh-CN" altLang="en-US">
                          <a:solidFill>
                            <a:srgbClr val="111111"/>
                          </a:solidFill>
                          <a:latin typeface="Times New Roman"/>
                          <a:ea typeface="SimHei"/>
                          <a:cs typeface="Times New Roman"/>
                        </a:rPr>
                        <a:t>完成时间。</a:t>
                      </a:r>
                      <a:r>
                        <a:rPr sz="1725" b="0" lang="zh-CN" altLang="en-US">
                          <a:solidFill>
                            <a:srgbClr val="111111"/>
                          </a:solidFill>
                          <a:latin typeface="Times New Roman"/>
                          <a:ea typeface="SimHei"/>
                          <a:cs typeface="Times New Roman"/>
                        </a:rPr>
                        <a:t>[6,10]</a:t>
                      </a:r>
                    </a:p>
                  </a:txBody>
                  <a:tcPr marL="114300" marR="114300" marT="66675" marB="66675" anchor="ctr">
                    <a:solidFill>
                      <a:srgbClr val="E7ECF6"/>
                    </a:solidFill>
                  </a:tcPr>
                </a:tc>
                <a:tc>
                  <a:txBody>
                    <a:bodyPr/>
                    <a:lstStyle/>
                    <a:p>
                      <a:r>
                        <a:rPr sz="1725" b="0" lang="zh-CN" altLang="en-US">
                          <a:solidFill>
                            <a:srgbClr val="111111"/>
                          </a:solidFill>
                          <a:latin typeface="Times New Roman"/>
                          <a:ea typeface="SimHei"/>
                          <a:cs typeface="Times New Roman"/>
                        </a:rPr>
                        <a:t>模型对站位和人员的决策范围</a:t>
                      </a:r>
                    </a:p>
                    <a:p>
                      <a:r>
                        <a:rPr sz="1725" b="0" lang="zh-CN" altLang="en-US">
                          <a:solidFill>
                            <a:srgbClr val="111111"/>
                          </a:solidFill>
                          <a:latin typeface="Times New Roman"/>
                          <a:ea typeface="SimHei"/>
                          <a:cs typeface="Times New Roman"/>
                        </a:rPr>
                        <a:t>不同，需联合考虑工序、站位</a:t>
                      </a:r>
                    </a:p>
                    <a:p>
                      <a:r>
                        <a:rPr sz="1725" b="0" lang="zh-CN" altLang="en-US">
                          <a:solidFill>
                            <a:srgbClr val="111111"/>
                          </a:solidFill>
                          <a:latin typeface="Times New Roman"/>
                          <a:ea typeface="SimHei"/>
                          <a:cs typeface="Times New Roman"/>
                        </a:rPr>
                        <a:t>与具体人员团队。</a:t>
                      </a:r>
                    </a:p>
                  </a:txBody>
                  <a:tcPr marL="114300" marR="114300" marT="66675" marB="66675" anchor="ctr">
                    <a:solidFill>
                      <a:srgbClr val="E7ECF6"/>
                    </a:solidFill>
                  </a:tcPr>
                </a:tc>
                <a:tc>
                  <a:txBody>
                    <a:bodyPr/>
                    <a:lstStyle/>
                    <a:p>
                      <a:r>
                        <a:rPr sz="1725" b="0" lang="zh-CN" altLang="en-US">
                          <a:solidFill>
                            <a:srgbClr val="111111"/>
                          </a:solidFill>
                          <a:latin typeface="Times New Roman"/>
                          <a:ea typeface="SimHei"/>
                          <a:cs typeface="Times New Roman"/>
                        </a:rPr>
                        <a:t>同构图统一组织工艺与人员</a:t>
                      </a:r>
                    </a:p>
                    <a:p>
                      <a:r>
                        <a:rPr sz="1725" b="0" lang="zh-CN" altLang="en-US">
                          <a:solidFill>
                            <a:srgbClr val="111111"/>
                          </a:solidFill>
                          <a:latin typeface="Times New Roman"/>
                          <a:ea typeface="SimHei"/>
                          <a:cs typeface="Times New Roman"/>
                        </a:rPr>
                        <a:t>信息，以条件联合决策</a:t>
                      </a:r>
                    </a:p>
                    <a:p>
                      <a:r>
                        <a:rPr sz="1725" b="0" lang="zh-CN" altLang="en-US">
                          <a:solidFill>
                            <a:srgbClr val="111111"/>
                          </a:solidFill>
                          <a:latin typeface="Times New Roman"/>
                          <a:ea typeface="SimHei"/>
                          <a:cs typeface="Times New Roman"/>
                        </a:rPr>
                        <a:t>构造可行排程。</a:t>
                      </a:r>
                    </a:p>
                  </a:txBody>
                  <a:tcPr marL="114300" marR="114300" marT="66675" marB="66675" anchor="ctr">
                    <a:solidFill>
                      <a:srgbClr val="E7ECF6"/>
                    </a:solidFill>
                  </a:tcPr>
                </a:tc>
              </a:tr>
              <a:tr h="1343025">
                <a:tc>
                  <a:txBody>
                    <a:bodyPr/>
                    <a:lstStyle/>
                    <a:p>
                      <a:r>
                        <a:rPr sz="1725" b="0" lang="zh-CN" altLang="en-US">
                          <a:solidFill>
                            <a:srgbClr val="111111"/>
                          </a:solidFill>
                          <a:latin typeface="Times New Roman"/>
                          <a:ea typeface="SimHei"/>
                          <a:cs typeface="Times New Roman"/>
                        </a:rPr>
                        <a:t>异构图可区分实体关系，</a:t>
                      </a:r>
                    </a:p>
                    <a:p>
                      <a:r>
                        <a:rPr sz="1725" b="0" lang="zh-CN" altLang="en-US">
                          <a:solidFill>
                            <a:srgbClr val="111111"/>
                          </a:solidFill>
                          <a:latin typeface="Times New Roman"/>
                          <a:ea typeface="SimHei"/>
                          <a:cs typeface="Times New Roman"/>
                        </a:rPr>
                        <a:t>飞机装配重调度已考虑扰动</a:t>
                      </a:r>
                    </a:p>
                    <a:p>
                      <a:r>
                        <a:rPr sz="1725" b="0" lang="zh-CN" altLang="en-US">
                          <a:solidFill>
                            <a:srgbClr val="111111"/>
                          </a:solidFill>
                          <a:latin typeface="Times New Roman"/>
                          <a:ea typeface="SimHei"/>
                          <a:cs typeface="Times New Roman"/>
                        </a:rPr>
                        <a:t>与计划改动。</a:t>
                      </a:r>
                      <a:r>
                        <a:rPr sz="1725" b="0" lang="zh-CN" altLang="en-US">
                          <a:solidFill>
                            <a:srgbClr val="111111"/>
                          </a:solidFill>
                          <a:latin typeface="Times New Roman"/>
                          <a:ea typeface="SimHei"/>
                          <a:cs typeface="Times New Roman"/>
                        </a:rPr>
                        <a:t>[13,29]</a:t>
                      </a:r>
                    </a:p>
                  </a:txBody>
                  <a:tcPr marL="114300" marR="114300" marT="66675" marB="66675" anchor="ctr">
                    <a:solidFill>
                      <a:srgbClr val="F1F4F8"/>
                    </a:solidFill>
                  </a:tcPr>
                </a:tc>
                <a:tc>
                  <a:txBody>
                    <a:bodyPr/>
                    <a:lstStyle/>
                    <a:p>
                      <a:r>
                        <a:rPr sz="1725" b="0" lang="zh-CN" altLang="en-US">
                          <a:solidFill>
                            <a:srgbClr val="111111"/>
                          </a:solidFill>
                          <a:latin typeface="Times New Roman"/>
                          <a:ea typeface="SimHei"/>
                          <a:cs typeface="Times New Roman"/>
                        </a:rPr>
                        <a:t>在本文延迟开工条件下，</a:t>
                      </a:r>
                    </a:p>
                    <a:p>
                      <a:r>
                        <a:rPr sz="1725" b="0" lang="zh-CN" altLang="en-US">
                          <a:solidFill>
                            <a:srgbClr val="111111"/>
                          </a:solidFill>
                          <a:latin typeface="Times New Roman"/>
                          <a:ea typeface="SimHei"/>
                          <a:cs typeface="Times New Roman"/>
                        </a:rPr>
                        <a:t>需结合关系表示与冻结安排，</a:t>
                      </a:r>
                    </a:p>
                    <a:p>
                      <a:r>
                        <a:rPr sz="1725" b="0" lang="zh-CN" altLang="en-US">
                          <a:solidFill>
                            <a:srgbClr val="111111"/>
                          </a:solidFill>
                          <a:latin typeface="Times New Roman"/>
                          <a:ea typeface="SimHei"/>
                          <a:cs typeface="Times New Roman"/>
                        </a:rPr>
                        <a:t>兼顾完工效率和计划稳定性。</a:t>
                      </a:r>
                    </a:p>
                  </a:txBody>
                  <a:tcPr marL="114300" marR="114300" marT="66675" marB="66675" anchor="ctr">
                    <a:solidFill>
                      <a:srgbClr val="F1F4F8"/>
                    </a:solidFill>
                  </a:tcPr>
                </a:tc>
                <a:tc>
                  <a:txBody>
                    <a:bodyPr/>
                    <a:lstStyle/>
                    <a:p>
                      <a:r>
                        <a:rPr sz="1725" b="0" lang="zh-CN" altLang="en-US">
                          <a:solidFill>
                            <a:srgbClr val="111111"/>
                          </a:solidFill>
                          <a:latin typeface="Times New Roman"/>
                          <a:ea typeface="SimHei"/>
                          <a:cs typeface="Times New Roman"/>
                        </a:rPr>
                        <a:t>基于异构图的联合调度与</a:t>
                      </a:r>
                    </a:p>
                    <a:p>
                      <a:r>
                        <a:rPr sz="1725" b="0" lang="zh-CN" altLang="en-US">
                          <a:solidFill>
                            <a:srgbClr val="111111"/>
                          </a:solidFill>
                          <a:latin typeface="Times New Roman"/>
                          <a:ea typeface="SimHei"/>
                          <a:cs typeface="Times New Roman"/>
                        </a:rPr>
                        <a:t>考虑计划稳定性的重调度。</a:t>
                      </a:r>
                    </a:p>
                  </a:txBody>
                  <a:tcPr marL="114300" marR="114300" marT="66675" marB="66675" anchor="ctr">
                    <a:solidFill>
                      <a:srgbClr val="F1F4F8"/>
                    </a:solidFill>
                  </a:tcPr>
                </a:tc>
              </a:tr>
              <a:tr h="1343025">
                <a:tc>
                  <a:txBody>
                    <a:bodyPr/>
                    <a:lstStyle/>
                    <a:p>
                      <a:r>
                        <a:rPr sz="1725" b="0" lang="zh-CN" altLang="en-US">
                          <a:solidFill>
                            <a:srgbClr val="111111"/>
                          </a:solidFill>
                          <a:latin typeface="Times New Roman"/>
                          <a:ea typeface="SimHei"/>
                          <a:cs typeface="Times New Roman"/>
                        </a:rPr>
                        <a:t>已有多站图协调与动态语义</a:t>
                      </a:r>
                    </a:p>
                    <a:p>
                      <a:r>
                        <a:rPr sz="1725" b="0" lang="zh-CN" altLang="en-US">
                          <a:solidFill>
                            <a:srgbClr val="111111"/>
                          </a:solidFill>
                          <a:latin typeface="Times New Roman"/>
                          <a:ea typeface="SimHei"/>
                          <a:cs typeface="Times New Roman"/>
                        </a:rPr>
                        <a:t>研究，部分方法已包含</a:t>
                      </a:r>
                    </a:p>
                    <a:p>
                      <a:r>
                        <a:rPr sz="1725" b="0" lang="zh-CN" altLang="en-US">
                          <a:solidFill>
                            <a:srgbClr val="111111"/>
                          </a:solidFill>
                          <a:latin typeface="Times New Roman"/>
                          <a:ea typeface="SimHei"/>
                          <a:cs typeface="Times New Roman"/>
                        </a:rPr>
                        <a:t>时间信息。</a:t>
                      </a:r>
                      <a:r>
                        <a:rPr sz="1725" b="0" lang="zh-CN" altLang="en-US">
                          <a:solidFill>
                            <a:srgbClr val="111111"/>
                          </a:solidFill>
                          <a:latin typeface="Times New Roman"/>
                          <a:ea typeface="SimHei"/>
                          <a:cs typeface="Times New Roman"/>
                        </a:rPr>
                        <a:t>[23,33,34]</a:t>
                      </a:r>
                    </a:p>
                  </a:txBody>
                  <a:tcPr marL="114300" marR="114300" marT="66675" marB="66675" anchor="ctr">
                    <a:solidFill>
                      <a:srgbClr val="E7ECF6"/>
                    </a:solidFill>
                  </a:tcPr>
                </a:tc>
                <a:tc>
                  <a:txBody>
                    <a:bodyPr/>
                    <a:lstStyle/>
                    <a:p>
                      <a:r>
                        <a:rPr sz="1725" b="0" lang="zh-CN" altLang="en-US">
                          <a:solidFill>
                            <a:srgbClr val="111111"/>
                          </a:solidFill>
                          <a:latin typeface="Times New Roman"/>
                          <a:ea typeface="SimHei"/>
                          <a:cs typeface="Times New Roman"/>
                        </a:rPr>
                        <a:t>面向多架次实际执行，局部</a:t>
                      </a:r>
                    </a:p>
                    <a:p>
                      <a:r>
                        <a:rPr sz="1725" b="0" lang="zh-CN" altLang="en-US">
                          <a:solidFill>
                            <a:srgbClr val="111111"/>
                          </a:solidFill>
                          <a:latin typeface="Times New Roman"/>
                          <a:ea typeface="SimHei"/>
                          <a:cs typeface="Times New Roman"/>
                        </a:rPr>
                        <a:t>进度与共同脉动、紧邻下一</a:t>
                      </a:r>
                    </a:p>
                    <a:p>
                      <a:r>
                        <a:rPr sz="1725" b="0" lang="zh-CN" altLang="en-US">
                          <a:solidFill>
                            <a:srgbClr val="111111"/>
                          </a:solidFill>
                          <a:latin typeface="Times New Roman"/>
                          <a:ea typeface="SimHei"/>
                          <a:cs typeface="Times New Roman"/>
                        </a:rPr>
                        <a:t>周期的联系仍需明确。</a:t>
                      </a:r>
                    </a:p>
                  </a:txBody>
                  <a:tcPr marL="114300" marR="114300" marT="66675" marB="66675" anchor="ctr">
                    <a:solidFill>
                      <a:srgbClr val="E7ECF6"/>
                    </a:solidFill>
                  </a:tcPr>
                </a:tc>
                <a:tc>
                  <a:txBody>
                    <a:bodyPr/>
                    <a:lstStyle/>
                    <a:p>
                      <a:r>
                        <a:rPr sz="1725" b="0" lang="zh-CN" altLang="en-US">
                          <a:solidFill>
                            <a:srgbClr val="111111"/>
                          </a:solidFill>
                          <a:latin typeface="Times New Roman"/>
                          <a:ea typeface="SimHei"/>
                          <a:cs typeface="Times New Roman"/>
                        </a:rPr>
                        <a:t>语义增强图网络融合飞机、</a:t>
                      </a:r>
                    </a:p>
                    <a:p>
                      <a:r>
                        <a:rPr sz="1725" b="0" lang="zh-CN" altLang="en-US">
                          <a:solidFill>
                            <a:srgbClr val="111111"/>
                          </a:solidFill>
                          <a:latin typeface="Times New Roman"/>
                          <a:ea typeface="SimHei"/>
                          <a:cs typeface="Times New Roman"/>
                        </a:rPr>
                        <a:t>站位与整线状态，支持</a:t>
                      </a:r>
                    </a:p>
                    <a:p>
                      <a:r>
                        <a:rPr sz="1725" b="0" lang="zh-CN" altLang="en-US">
                          <a:solidFill>
                            <a:srgbClr val="111111"/>
                          </a:solidFill>
                          <a:latin typeface="Times New Roman"/>
                          <a:ea typeface="SimHei"/>
                          <a:cs typeface="Times New Roman"/>
                        </a:rPr>
                        <a:t>多架次协同动态调度。</a:t>
                      </a:r>
                    </a:p>
                  </a:txBody>
                  <a:tcPr marL="114300" marR="114300" marT="66675" marB="66675" anchor="ctr">
                    <a:solidFill>
                      <a:srgbClr val="E7ECF6"/>
                    </a:solidFill>
                  </a:tcPr>
                </a:tc>
              </a:tr>
            </a:tbl>
          </a:graphicData>
        </a:graphic>
      </p:graphicFrame>
      <p:sp>
        <p:nvSpPr>
          <p:cNvPr id="3" name="revision-text-1063">
            <a:extLst xmlns:a="http://schemas.openxmlformats.org/drawingml/2006/main">
              <a:ext uri="{FF2B5EF4-FFF2-40B4-BE49-F238E27FC236}">
                <a16:creationId xmlns:a16="http://schemas.microsoft.com/office/drawing/2014/main" id="{01F868E7-9A8E-4022-B8FD-9FBCB194307B}"/>
              </a:ext>
            </a:extLst>
          </p:cNvPr>
          <p:cNvSpPr>
            <a:spLocks xmlns:a="http://schemas.openxmlformats.org/drawingml/2006/main" noGrp="1"/>
          </p:cNvSpPr>
          <p:nvPr/>
        </p:nvSpPr>
        <p:spPr>
          <a:xfrm xmlns:a="http://schemas.openxmlformats.org/drawingml/2006/main">
            <a:off x="676275" y="5934075"/>
            <a:ext cx="10829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lang="zh-CN" altLang="en-US">
                <a:solidFill>
                  <a:srgbClr val="000000"/>
                </a:solidFill>
                <a:latin typeface="Times New Roman"/>
                <a:ea typeface="SimHei"/>
                <a:cs typeface="Times New Roman"/>
              </a:defRPr>
            </a:defPPr>
          </a:lstStyle>
          <a:p xmlns:a="http://schemas.openxmlformats.org/drawingml/2006/main">
            <a:pPr algn="l">
              <a:defRPr sz="1875" b="1" lang="zh-CN" altLang="en-US">
                <a:solidFill>
                  <a:srgbClr val="000000"/>
                </a:solidFill>
                <a:latin typeface="Times New Roman"/>
                <a:ea typeface="SimHei"/>
                <a:cs typeface="Times New Roman"/>
              </a:defRPr>
            </a:pPr>
            <a:r>
              <a:rPr b="1" lang="zh-CN" altLang="en-US">
                <a:latin typeface="Times New Roman"/>
                <a:ea typeface="SimHei"/>
                <a:cs typeface="Times New Roman"/>
              </a:rPr>
              <a:t>研究逐步扩展：联合安排，受扰后的计划修复，多架次实际执行中的协同。</a:t>
            </a:r>
          </a:p>
        </p:txBody>
      </p:sp>
      <p:sp xmlns:a="http://schemas.openxmlformats.org/drawingml/2006/main">
        <p:nvSpPr>
          <p:cNvPr id="4"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5"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6"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2 文献综述</a:t>
            </a:r>
          </a:p>
        </p:txBody>
      </p:sp>
      <p:sp>
        <p:nvSpPr>
          <p:cNvPr id="7"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lang="zh-CN" altLang="en-US">
                <a:solidFill>
                  <a:srgbClr val="000000"/>
                </a:solidFill>
                <a:latin typeface="Times New Roman"/>
                <a:ea typeface="SimHei"/>
                <a:cs typeface="Times New Roman"/>
              </a:defRPr>
            </a:defPPr>
          </a:lstStyle>
          <ns0:p xmlns:ns0="http://schemas.openxmlformats.org/drawingml/2006/main">
            <ns0:pPr algn="l">
              <ns0:defRPr sz="2850" b="1" lang="zh-CN" altLang="en-US">
                <ns0:solidFill>
                  <ns0:srgbClr val="000000"/>
                </ns0:solidFill>
                <ns0:latin typeface="Times New Roman"/>
                <ns0:ea typeface="SimHei"/>
                <ns0:cs typeface="Times New Roman"/>
              </ns0:defRPr>
            </ns0:pPr>
            <ns0:r>
              <ns0:rPr b="1" sz="2400" lang="zh-CN" altLang="en-US">
                <ns0:solidFill>
                  <ns0:srgbClr val="315CA9"/>
                </ns0:solidFill>
                <ns0:latin typeface="Times New Roman"/>
                <ns0:ea typeface="SimHei"/>
                <ns0:cs typeface="Times New Roman"/>
              </ns0:rPr>
              <ns0:t>文献综述小结</ns0:t>
            </ns0:r>
          </ns0:p>
        </p:txBody>
      </p:sp>
      <p:sp>
        <p:nvSpPr>
          <p:cNvPr id="8"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1:p xmlns:ns1="http://schemas.openxmlformats.org/drawingml/2006/main">
            <ns1:pPr algn="r">
              <ns1:defRPr sz="1350" b="0" lang="zh-CN" altLang="en-US">
                <ns1:solidFill>
                  <ns1:srgbClr val="000000"/>
                </ns1:solidFill>
                <ns1:latin typeface="Times New Roman"/>
                <ns1:ea typeface="SimHei"/>
                <ns1:cs typeface="Times New Roman"/>
              </ns1:defRPr>
            </ns1:pPr>
            <ns1:r>
              <ns1:rPr b="0" sz="1200" lang="zh-CN" altLang="en-US">
                <ns1:solidFill>
                  <ns1:srgbClr val="666666"/>
                </ns1:solidFill>
                <ns1:latin typeface="Times New Roman"/>
                <ns1:ea typeface="SimHei"/>
                <ns1:cs typeface="Times New Roman"/>
              </ns1:rPr>
              <ns1:t>08</ns1:t>
            </ns1:r>
          </ns1:p>
        </p:txBody>
      </p:sp>
    </p:spTree>
    <p:extLst>
      <p:ext uri="{BB962C8B-B14F-4D97-AF65-F5344CB8AC3E}">
        <p14:creationId xmlns:p14="http://schemas.microsoft.com/office/powerpoint/2010/main" val="6429908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A3F1D6AD-9A8B-4D87-A7A8-4316D20FE1EB}"/>
              </a:ext>
            </a:extLst>
          </p:cNvPr>
          <p:cNvCxnSpPr>
            <a:stCxn xmlns:a="http://schemas.openxmlformats.org/drawingml/2006/main" id="44" idx="3"/>
            <a:endCxn xmlns:a="http://schemas.openxmlformats.org/drawingml/2006/main" id="45" idx="1"/>
          </p:cNvCxnSpPr>
          <p:nvPr/>
        </p:nvCxnSpPr>
        <p:spPr>
          <a:xfrm xmlns:a="http://schemas.openxmlformats.org/drawingml/2006/main" flipV="1">
            <a:off x="6860164" y="5262563"/>
            <a:ext cx="152360" cy="328613"/>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3" name="">
            <a:extLst xmlns:a="http://schemas.openxmlformats.org/drawingml/2006/main">
              <a:ext uri="{FF2B5EF4-FFF2-40B4-BE49-F238E27FC236}">
                <a16:creationId xmlns:a16="http://schemas.microsoft.com/office/drawing/2014/main" id="{DA75C2FF-438B-4A0E-9D4C-E5557121F9AC}"/>
              </a:ext>
            </a:extLst>
          </p:cNvPr>
          <p:cNvCxnSpPr>
            <a:stCxn xmlns:a="http://schemas.openxmlformats.org/drawingml/2006/main" id="42" idx="3"/>
            <a:endCxn xmlns:a="http://schemas.openxmlformats.org/drawingml/2006/main" id="45" idx="1"/>
          </p:cNvCxnSpPr>
          <p:nvPr/>
        </p:nvCxnSpPr>
        <p:spPr>
          <a:xfrm xmlns:a="http://schemas.openxmlformats.org/drawingml/2006/main">
            <a:off x="6860164" y="4948238"/>
            <a:ext cx="152360" cy="314325"/>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4" name="">
            <a:extLst xmlns:a="http://schemas.openxmlformats.org/drawingml/2006/main">
              <a:ext uri="{FF2B5EF4-FFF2-40B4-BE49-F238E27FC236}">
                <a16:creationId xmlns:a16="http://schemas.microsoft.com/office/drawing/2014/main" id="{C989243F-F804-4A7D-BBF8-7B1EC0C9641A}"/>
              </a:ext>
            </a:extLst>
          </p:cNvPr>
          <p:cNvCxnSpPr>
            <a:stCxn xmlns:a="http://schemas.openxmlformats.org/drawingml/2006/main" id="43" idx="3"/>
            <a:endCxn xmlns:a="http://schemas.openxmlformats.org/drawingml/2006/main" id="44" idx="1"/>
          </p:cNvCxnSpPr>
          <p:nvPr/>
        </p:nvCxnSpPr>
        <p:spPr>
          <a:xfrm xmlns:a="http://schemas.openxmlformats.org/drawingml/2006/main">
            <a:off x="4346216" y="5591175"/>
            <a:ext cx="228541" cy="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5" name="">
            <a:extLst xmlns:a="http://schemas.openxmlformats.org/drawingml/2006/main">
              <a:ext uri="{FF2B5EF4-FFF2-40B4-BE49-F238E27FC236}">
                <a16:creationId xmlns:a16="http://schemas.microsoft.com/office/drawing/2014/main" id="{1FFEBAF6-0BE2-4152-87F5-B46EA3247F3C}"/>
              </a:ext>
            </a:extLst>
          </p:cNvPr>
          <p:cNvCxnSpPr>
            <a:stCxn xmlns:a="http://schemas.openxmlformats.org/drawingml/2006/main" id="41" idx="3"/>
            <a:endCxn xmlns:a="http://schemas.openxmlformats.org/drawingml/2006/main" id="42" idx="1"/>
          </p:cNvCxnSpPr>
          <p:nvPr/>
        </p:nvCxnSpPr>
        <p:spPr>
          <a:xfrm xmlns:a="http://schemas.openxmlformats.org/drawingml/2006/main">
            <a:off x="5397503" y="4948238"/>
            <a:ext cx="228541" cy="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6" name="">
            <a:extLst xmlns:a="http://schemas.openxmlformats.org/drawingml/2006/main">
              <a:ext uri="{FF2B5EF4-FFF2-40B4-BE49-F238E27FC236}">
                <a16:creationId xmlns:a16="http://schemas.microsoft.com/office/drawing/2014/main" id="{D492284E-7A73-4B35-8D8B-1397006E975B}"/>
              </a:ext>
            </a:extLst>
          </p:cNvPr>
          <p:cNvCxnSpPr>
            <a:stCxn xmlns:a="http://schemas.openxmlformats.org/drawingml/2006/main" id="40" idx="3"/>
            <a:endCxn xmlns:a="http://schemas.openxmlformats.org/drawingml/2006/main" id="41" idx="1"/>
          </p:cNvCxnSpPr>
          <p:nvPr/>
        </p:nvCxnSpPr>
        <p:spPr>
          <a:xfrm xmlns:a="http://schemas.openxmlformats.org/drawingml/2006/main">
            <a:off x="3934843" y="4948238"/>
            <a:ext cx="228541" cy="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7" name="">
            <a:extLst xmlns:a="http://schemas.openxmlformats.org/drawingml/2006/main">
              <a:ext uri="{FF2B5EF4-FFF2-40B4-BE49-F238E27FC236}">
                <a16:creationId xmlns:a16="http://schemas.microsoft.com/office/drawing/2014/main" id="{015795B2-730F-4DBE-A1AC-6494DC6660F8}"/>
              </a:ext>
            </a:extLst>
          </p:cNvPr>
          <p:cNvCxnSpPr>
            <a:stCxn xmlns:a="http://schemas.openxmlformats.org/drawingml/2006/main" id="35" idx="3"/>
            <a:endCxn xmlns:a="http://schemas.openxmlformats.org/drawingml/2006/main" id="36" idx="1"/>
          </p:cNvCxnSpPr>
          <p:nvPr/>
        </p:nvCxnSpPr>
        <p:spPr>
          <a:xfrm xmlns:a="http://schemas.openxmlformats.org/drawingml/2006/main" flipV="1">
            <a:off x="6281194" y="3662363"/>
            <a:ext cx="327575" cy="26670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236CA7CD-E5FF-477F-A4D4-9165F9F1250A}"/>
              </a:ext>
            </a:extLst>
          </p:cNvPr>
          <p:cNvCxnSpPr>
            <a:stCxn xmlns:a="http://schemas.openxmlformats.org/drawingml/2006/main" id="34" idx="3"/>
            <a:endCxn xmlns:a="http://schemas.openxmlformats.org/drawingml/2006/main" id="36" idx="1"/>
          </p:cNvCxnSpPr>
          <p:nvPr/>
        </p:nvCxnSpPr>
        <p:spPr>
          <a:xfrm xmlns:a="http://schemas.openxmlformats.org/drawingml/2006/main">
            <a:off x="6281194" y="3348038"/>
            <a:ext cx="327575" cy="314325"/>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D5EE4A0B-E01B-4052-976A-62A197187233}"/>
              </a:ext>
            </a:extLst>
          </p:cNvPr>
          <p:cNvCxnSpPr>
            <a:stCxn xmlns:a="http://schemas.openxmlformats.org/drawingml/2006/main" id="33" idx="3"/>
            <a:endCxn xmlns:a="http://schemas.openxmlformats.org/drawingml/2006/main" id="35" idx="1"/>
          </p:cNvCxnSpPr>
          <p:nvPr/>
        </p:nvCxnSpPr>
        <p:spPr>
          <a:xfrm xmlns:a="http://schemas.openxmlformats.org/drawingml/2006/main">
            <a:off x="4231946" y="3624263"/>
            <a:ext cx="335193" cy="30480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F61B8B19-5165-4202-A8F3-8EDA1684BD25}"/>
              </a:ext>
            </a:extLst>
          </p:cNvPr>
          <p:cNvCxnSpPr>
            <a:stCxn xmlns:a="http://schemas.openxmlformats.org/drawingml/2006/main" id="33" idx="3"/>
            <a:endCxn xmlns:a="http://schemas.openxmlformats.org/drawingml/2006/main" id="34" idx="1"/>
          </p:cNvCxnSpPr>
          <p:nvPr/>
        </p:nvCxnSpPr>
        <p:spPr>
          <a:xfrm xmlns:a="http://schemas.openxmlformats.org/drawingml/2006/main" flipV="1">
            <a:off x="4231946" y="3348038"/>
            <a:ext cx="335193" cy="276225"/>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FBCFD95A-0485-4AD2-AABB-1F42DAA42179}"/>
              </a:ext>
            </a:extLst>
          </p:cNvPr>
          <p:cNvCxnSpPr>
            <a:stCxn xmlns:a="http://schemas.openxmlformats.org/drawingml/2006/main" id="28" idx="3"/>
            <a:endCxn xmlns:a="http://schemas.openxmlformats.org/drawingml/2006/main" id="29" idx="1"/>
          </p:cNvCxnSpPr>
          <p:nvPr/>
        </p:nvCxnSpPr>
        <p:spPr>
          <a:xfrm xmlns:a="http://schemas.openxmlformats.org/drawingml/2006/main">
            <a:off x="6532589" y="1990725"/>
            <a:ext cx="220923" cy="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4B6C2206-CC5D-4D85-8066-6FD20CA85C33}"/>
              </a:ext>
            </a:extLst>
          </p:cNvPr>
          <p:cNvCxnSpPr>
            <a:stCxn xmlns:a="http://schemas.openxmlformats.org/drawingml/2006/main" id="27" idx="3"/>
            <a:endCxn xmlns:a="http://schemas.openxmlformats.org/drawingml/2006/main" id="28" idx="1"/>
          </p:cNvCxnSpPr>
          <p:nvPr/>
        </p:nvCxnSpPr>
        <p:spPr>
          <a:xfrm xmlns:a="http://schemas.openxmlformats.org/drawingml/2006/main">
            <a:off x="5427975" y="1990725"/>
            <a:ext cx="213305" cy="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ACA9A3B9-260C-400E-B402-EFE9B3D92BED}"/>
              </a:ext>
            </a:extLst>
          </p:cNvPr>
          <p:cNvCxnSpPr>
            <a:stCxn xmlns:a="http://schemas.openxmlformats.org/drawingml/2006/main" id="26" idx="3"/>
            <a:endCxn xmlns:a="http://schemas.openxmlformats.org/drawingml/2006/main" id="27" idx="1"/>
          </p:cNvCxnSpPr>
          <p:nvPr/>
        </p:nvCxnSpPr>
        <p:spPr>
          <a:xfrm xmlns:a="http://schemas.openxmlformats.org/drawingml/2006/main">
            <a:off x="4231946" y="1966913"/>
            <a:ext cx="304721" cy="23813"/>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sp>
        <p:nvSpPr>
          <p:cNvPr id="14" name="text-101">
            <a:extLst xmlns:a="http://schemas.openxmlformats.org/drawingml/2006/main">
              <a:ext uri="{FF2B5EF4-FFF2-40B4-BE49-F238E27FC236}">
                <a16:creationId xmlns:a16="http://schemas.microsoft.com/office/drawing/2014/main" id="{C8C67C42-5070-4F67-A709-90293E1F02A2}"/>
              </a:ext>
            </a:extLst>
          </p:cNvPr>
          <p:cNvSpPr>
            <a:spLocks xmlns:a="http://schemas.openxmlformats.org/drawingml/2006/main" noGrp="1"/>
          </p:cNvSpPr>
          <p:nvPr/>
        </p:nvSpPr>
        <p:spPr>
          <a:xfrm xmlns:a="http://schemas.openxmlformats.org/drawingml/2006/main">
            <a:off x="552440" y="971550"/>
            <a:ext cx="1797854"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19" b="1" lang="zh-CN" altLang="en-US">
                <a:solidFill>
                  <a:srgbClr val="000000"/>
                </a:solidFill>
                <a:latin typeface="Times New Roman"/>
                <a:ea typeface="SimHei"/>
                <a:cs typeface="Times New Roman"/>
              </a:defRPr>
            </a:defPPr>
          </a:lstStyle>
          <a:p xmlns:a="http://schemas.openxmlformats.org/drawingml/2006/main">
            <a:pPr algn="ctr">
              <a:buNone/>
              <a:defRPr sz="1419" b="1" lang="zh-CN" altLang="en-US">
                <a:solidFill>
                  <a:srgbClr val="000000"/>
                </a:solidFill>
                <a:latin typeface="Times New Roman"/>
                <a:ea typeface="SimHei"/>
                <a:cs typeface="Times New Roman"/>
              </a:defRPr>
            </a:pPr>
            <a:r>
              <a:rPr b="1" lang="zh-CN" altLang="en-US">
                <a:latin typeface="Times New Roman"/>
                <a:ea typeface="SimHei"/>
                <a:cs typeface="Times New Roman"/>
              </a:rPr>
              <a:t>研究问题</a:t>
            </a:r>
          </a:p>
        </p:txBody>
      </p:sp>
      <p:sp>
        <p:nvSpPr>
          <p:cNvPr id="15" name="text-102">
            <a:extLst xmlns:a="http://schemas.openxmlformats.org/drawingml/2006/main">
              <a:ext uri="{FF2B5EF4-FFF2-40B4-BE49-F238E27FC236}">
                <a16:creationId xmlns:a16="http://schemas.microsoft.com/office/drawing/2014/main" id="{6A8FA615-7FDC-46E9-B2DA-499F412099B9}"/>
              </a:ext>
            </a:extLst>
          </p:cNvPr>
          <p:cNvSpPr>
            <a:spLocks xmlns:a="http://schemas.openxmlformats.org/drawingml/2006/main" noGrp="1"/>
          </p:cNvSpPr>
          <p:nvPr/>
        </p:nvSpPr>
        <p:spPr>
          <a:xfrm xmlns:a="http://schemas.openxmlformats.org/drawingml/2006/main">
            <a:off x="2403620" y="971550"/>
            <a:ext cx="5324999"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19" b="1" lang="zh-CN" altLang="en-US">
                <a:solidFill>
                  <a:srgbClr val="000000"/>
                </a:solidFill>
                <a:latin typeface="Times New Roman"/>
                <a:ea typeface="SimHei"/>
                <a:cs typeface="Times New Roman"/>
              </a:defRPr>
            </a:defPPr>
          </a:lstStyle>
          <a:p xmlns:a="http://schemas.openxmlformats.org/drawingml/2006/main">
            <a:pPr algn="ctr">
              <a:buNone/>
              <a:defRPr sz="1419" b="1" lang="zh-CN" altLang="en-US">
                <a:solidFill>
                  <a:srgbClr val="000000"/>
                </a:solidFill>
                <a:latin typeface="Times New Roman"/>
                <a:ea typeface="SimHei"/>
                <a:cs typeface="Times New Roman"/>
              </a:defRPr>
            </a:pPr>
            <a:r>
              <a:rPr b="1" lang="zh-CN" altLang="en-US">
                <a:latin typeface="Times New Roman"/>
                <a:ea typeface="SimHei"/>
                <a:cs typeface="Times New Roman"/>
              </a:rPr>
              <a:t>核心研究内容</a:t>
            </a:r>
          </a:p>
        </p:txBody>
      </p:sp>
      <p:sp>
        <p:nvSpPr>
          <p:cNvPr id="16" name="box-104">
            <a:extLst xmlns:a="http://schemas.openxmlformats.org/drawingml/2006/main">
              <a:ext uri="{FF2B5EF4-FFF2-40B4-BE49-F238E27FC236}">
                <a16:creationId xmlns:a16="http://schemas.microsoft.com/office/drawing/2014/main" id="{3114AE8E-1C91-44A4-9092-1E994A6898A5}"/>
              </a:ext>
            </a:extLst>
          </p:cNvPr>
          <p:cNvSpPr>
            <a:spLocks xmlns:a="http://schemas.openxmlformats.org/drawingml/2006/main" noGrp="1"/>
          </p:cNvSpPr>
          <p:nvPr/>
        </p:nvSpPr>
        <p:spPr>
          <a:xfrm xmlns:a="http://schemas.openxmlformats.org/drawingml/2006/main">
            <a:off x="521968" y="1352550"/>
            <a:ext cx="7336157" cy="1295400"/>
          </a:xfrm>
          <a:prstGeom xmlns:a="http://schemas.openxmlformats.org/drawingml/2006/main" prst="rect">
            <a:avLst/>
          </a:prstGeom>
          <a:noFill xmlns:a="http://schemas.openxmlformats.org/drawingml/2006/main"/>
          <a:ln xmlns:a="http://schemas.openxmlformats.org/drawingml/2006/main" w="14288">
            <a:solidFill>
              <a:srgbClr val="000000"/>
            </a:solidFill>
            <a:prstDash val="dash"/>
          </a:ln>
        </p:spPr>
      </p:sp>
      <p:sp>
        <p:nvSpPr>
          <p:cNvPr id="17" name="line-105">
            <a:extLst xmlns:a="http://schemas.openxmlformats.org/drawingml/2006/main">
              <a:ext uri="{FF2B5EF4-FFF2-40B4-BE49-F238E27FC236}">
                <a16:creationId xmlns:a16="http://schemas.microsoft.com/office/drawing/2014/main" id="{D7A4BDDF-9499-45DC-867C-06E98F460A0F}"/>
              </a:ext>
            </a:extLst>
          </p:cNvPr>
          <p:cNvSpPr>
            <a:spLocks xmlns:a="http://schemas.openxmlformats.org/drawingml/2006/main" noGrp="1"/>
          </p:cNvSpPr>
          <p:nvPr/>
        </p:nvSpPr>
        <p:spPr>
          <a:xfrm xmlns:a="http://schemas.openxmlformats.org/drawingml/2006/main">
            <a:off x="2319822" y="1352550"/>
            <a:ext cx="0" cy="129540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18" name="line-106">
            <a:extLst xmlns:a="http://schemas.openxmlformats.org/drawingml/2006/main">
              <a:ext uri="{FF2B5EF4-FFF2-40B4-BE49-F238E27FC236}">
                <a16:creationId xmlns:a16="http://schemas.microsoft.com/office/drawing/2014/main" id="{508D2E68-C56D-421C-B7EC-F1EA89D26D51}"/>
              </a:ext>
            </a:extLst>
          </p:cNvPr>
          <p:cNvSpPr>
            <a:spLocks xmlns:a="http://schemas.openxmlformats.org/drawingml/2006/main" noGrp="1"/>
          </p:cNvSpPr>
          <p:nvPr/>
        </p:nvSpPr>
        <p:spPr>
          <a:xfrm xmlns:a="http://schemas.openxmlformats.org/drawingml/2006/main">
            <a:off x="7842889" y="1352550"/>
            <a:ext cx="0" cy="129540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19" name="box-107">
            <a:extLst xmlns:a="http://schemas.openxmlformats.org/drawingml/2006/main">
              <a:ext uri="{FF2B5EF4-FFF2-40B4-BE49-F238E27FC236}">
                <a16:creationId xmlns:a16="http://schemas.microsoft.com/office/drawing/2014/main" id="{3341CEE0-7F78-472C-94F1-F0D55FDC8018}"/>
              </a:ext>
            </a:extLst>
          </p:cNvPr>
          <p:cNvSpPr>
            <a:spLocks xmlns:a="http://schemas.openxmlformats.org/drawingml/2006/main" noGrp="1"/>
          </p:cNvSpPr>
          <p:nvPr/>
        </p:nvSpPr>
        <p:spPr>
          <a:xfrm xmlns:a="http://schemas.openxmlformats.org/drawingml/2006/main">
            <a:off x="521968" y="2990850"/>
            <a:ext cx="7336157" cy="1295400"/>
          </a:xfrm>
          <a:prstGeom xmlns:a="http://schemas.openxmlformats.org/drawingml/2006/main" prst="rect">
            <a:avLst/>
          </a:prstGeom>
          <a:noFill xmlns:a="http://schemas.openxmlformats.org/drawingml/2006/main"/>
          <a:ln xmlns:a="http://schemas.openxmlformats.org/drawingml/2006/main" w="14288">
            <a:solidFill>
              <a:srgbClr val="000000"/>
            </a:solidFill>
            <a:prstDash val="dash"/>
          </a:ln>
        </p:spPr>
      </p:sp>
      <p:sp>
        <p:nvSpPr>
          <p:cNvPr id="20" name="line-108">
            <a:extLst xmlns:a="http://schemas.openxmlformats.org/drawingml/2006/main">
              <a:ext uri="{FF2B5EF4-FFF2-40B4-BE49-F238E27FC236}">
                <a16:creationId xmlns:a16="http://schemas.microsoft.com/office/drawing/2014/main" id="{FEDB4B6A-0E94-47C0-BBDD-2DE946272312}"/>
              </a:ext>
            </a:extLst>
          </p:cNvPr>
          <p:cNvSpPr>
            <a:spLocks xmlns:a="http://schemas.openxmlformats.org/drawingml/2006/main" noGrp="1"/>
          </p:cNvSpPr>
          <p:nvPr/>
        </p:nvSpPr>
        <p:spPr>
          <a:xfrm xmlns:a="http://schemas.openxmlformats.org/drawingml/2006/main">
            <a:off x="2319822" y="2990850"/>
            <a:ext cx="0" cy="129540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21" name="line-109">
            <a:extLst xmlns:a="http://schemas.openxmlformats.org/drawingml/2006/main">
              <a:ext uri="{FF2B5EF4-FFF2-40B4-BE49-F238E27FC236}">
                <a16:creationId xmlns:a16="http://schemas.microsoft.com/office/drawing/2014/main" id="{58AC4A10-F66A-4C31-B92E-86D4B74F51C5}"/>
              </a:ext>
            </a:extLst>
          </p:cNvPr>
          <p:cNvSpPr>
            <a:spLocks xmlns:a="http://schemas.openxmlformats.org/drawingml/2006/main" noGrp="1"/>
          </p:cNvSpPr>
          <p:nvPr/>
        </p:nvSpPr>
        <p:spPr>
          <a:xfrm xmlns:a="http://schemas.openxmlformats.org/drawingml/2006/main">
            <a:off x="7842889" y="2990850"/>
            <a:ext cx="0" cy="129540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22" name="box-110">
            <a:extLst xmlns:a="http://schemas.openxmlformats.org/drawingml/2006/main">
              <a:ext uri="{FF2B5EF4-FFF2-40B4-BE49-F238E27FC236}">
                <a16:creationId xmlns:a16="http://schemas.microsoft.com/office/drawing/2014/main" id="{F51A8846-977A-447E-BF5F-6819455CFC4E}"/>
              </a:ext>
            </a:extLst>
          </p:cNvPr>
          <p:cNvSpPr>
            <a:spLocks xmlns:a="http://schemas.openxmlformats.org/drawingml/2006/main" noGrp="1"/>
          </p:cNvSpPr>
          <p:nvPr/>
        </p:nvSpPr>
        <p:spPr>
          <a:xfrm xmlns:a="http://schemas.openxmlformats.org/drawingml/2006/main">
            <a:off x="521968" y="4629150"/>
            <a:ext cx="7336157" cy="1295400"/>
          </a:xfrm>
          <a:prstGeom xmlns:a="http://schemas.openxmlformats.org/drawingml/2006/main" prst="rect">
            <a:avLst/>
          </a:prstGeom>
          <a:noFill xmlns:a="http://schemas.openxmlformats.org/drawingml/2006/main"/>
          <a:ln xmlns:a="http://schemas.openxmlformats.org/drawingml/2006/main" w="14288">
            <a:solidFill>
              <a:srgbClr val="000000"/>
            </a:solidFill>
            <a:prstDash val="dash"/>
          </a:ln>
        </p:spPr>
      </p:sp>
      <p:sp>
        <p:nvSpPr>
          <p:cNvPr id="23" name="line-111">
            <a:extLst xmlns:a="http://schemas.openxmlformats.org/drawingml/2006/main">
              <a:ext uri="{FF2B5EF4-FFF2-40B4-BE49-F238E27FC236}">
                <a16:creationId xmlns:a16="http://schemas.microsoft.com/office/drawing/2014/main" id="{021ED0C8-AFC3-40A4-962B-B599AD6924BB}"/>
              </a:ext>
            </a:extLst>
          </p:cNvPr>
          <p:cNvSpPr>
            <a:spLocks xmlns:a="http://schemas.openxmlformats.org/drawingml/2006/main" noGrp="1"/>
          </p:cNvSpPr>
          <p:nvPr/>
        </p:nvSpPr>
        <p:spPr>
          <a:xfrm xmlns:a="http://schemas.openxmlformats.org/drawingml/2006/main">
            <a:off x="2319822" y="4629150"/>
            <a:ext cx="0" cy="129540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24" name="line-112">
            <a:extLst xmlns:a="http://schemas.openxmlformats.org/drawingml/2006/main">
              <a:ext uri="{FF2B5EF4-FFF2-40B4-BE49-F238E27FC236}">
                <a16:creationId xmlns:a16="http://schemas.microsoft.com/office/drawing/2014/main" id="{11FAFC68-2784-4E92-AFC7-631054B34806}"/>
              </a:ext>
            </a:extLst>
          </p:cNvPr>
          <p:cNvSpPr>
            <a:spLocks xmlns:a="http://schemas.openxmlformats.org/drawingml/2006/main" noGrp="1"/>
          </p:cNvSpPr>
          <p:nvPr/>
        </p:nvSpPr>
        <p:spPr>
          <a:xfrm xmlns:a="http://schemas.openxmlformats.org/drawingml/2006/main">
            <a:off x="7842889" y="4629150"/>
            <a:ext cx="0" cy="1295400"/>
          </a:xfrm>
          <a:prstGeom xmlns:a="http://schemas.openxmlformats.org/drawingml/2006/main" prst="line">
            <a:avLst/>
          </a:prstGeom>
          <a:noFill xmlns:a="http://schemas.openxmlformats.org/drawingml/2006/main"/>
          <a:ln xmlns:a="http://schemas.openxmlformats.org/drawingml/2006/main" w="9525">
            <a:solidFill>
              <a:srgbClr val="000000"/>
            </a:solidFill>
            <a:prstDash val="solid"/>
          </a:ln>
        </p:spPr>
      </p:sp>
      <p:sp>
        <p:nvSpPr>
          <p:cNvPr id="25" name="text-113">
            <a:extLst xmlns:a="http://schemas.openxmlformats.org/drawingml/2006/main">
              <a:ext uri="{FF2B5EF4-FFF2-40B4-BE49-F238E27FC236}">
                <a16:creationId xmlns:a16="http://schemas.microsoft.com/office/drawing/2014/main" id="{481E3AEE-FBD0-406E-9017-BABE8493974D}"/>
              </a:ext>
            </a:extLst>
          </p:cNvPr>
          <p:cNvSpPr>
            <a:spLocks xmlns:a="http://schemas.openxmlformats.org/drawingml/2006/main" noGrp="1"/>
          </p:cNvSpPr>
          <p:nvPr/>
        </p:nvSpPr>
        <p:spPr>
          <a:xfrm xmlns:a="http://schemas.openxmlformats.org/drawingml/2006/main">
            <a:off x="628620" y="1457325"/>
            <a:ext cx="1576931"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4" b="1" lang="zh-CN" altLang="en-US">
                <a:solidFill>
                  <a:srgbClr val="000000"/>
                </a:solidFill>
                <a:latin typeface="Times New Roman"/>
                <a:ea typeface="SimHei"/>
                <a:cs typeface="Times New Roman"/>
              </a:defRPr>
            </a:defPPr>
          </a:lstStyle>
          <a:p xmlns:a="http://schemas.openxmlformats.org/drawingml/2006/main">
            <a:pPr algn="l">
              <a:buNone/>
              <a:defRPr sz="1354" b="1" lang="zh-CN" altLang="en-US">
                <a:solidFill>
                  <a:srgbClr val="000000"/>
                </a:solidFill>
                <a:latin typeface="Times New Roman"/>
                <a:ea typeface="SimHei"/>
                <a:cs typeface="Times New Roman"/>
              </a:defRPr>
            </a:pPr>
            <a:r>
              <a:rPr b="1" lang="zh-CN" altLang="en-US">
                <a:latin typeface="Times New Roman"/>
                <a:ea typeface="SimHei"/>
                <a:cs typeface="Times New Roman"/>
              </a:rPr>
              <a:t>研究一</a:t>
            </a:r>
          </a:p>
          <a:p xmlns:a="http://schemas.openxmlformats.org/drawingml/2006/main">
            <a:pPr algn="l">
              <a:buNone/>
              <a:defRPr sz="1354" b="1" lang="zh-CN" altLang="en-US">
                <a:solidFill>
                  <a:srgbClr val="000000"/>
                </a:solidFill>
                <a:latin typeface="Times New Roman"/>
                <a:ea typeface="SimHei"/>
                <a:cs typeface="Times New Roman"/>
              </a:defRPr>
            </a:pPr>
            <a:r>
              <a:rPr b="1" lang="zh-CN" altLang="en-US">
                <a:latin typeface="Times New Roman"/>
                <a:ea typeface="SimHei"/>
                <a:cs typeface="Times New Roman"/>
              </a:rPr>
              <a:t>工序、站位与团队</a:t>
            </a:r>
          </a:p>
          <a:p xmlns:a="http://schemas.openxmlformats.org/drawingml/2006/main">
            <a:pPr algn="l">
              <a:buNone/>
              <a:defRPr sz="1354" b="1" lang="zh-CN" altLang="en-US">
                <a:solidFill>
                  <a:srgbClr val="000000"/>
                </a:solidFill>
                <a:latin typeface="Times New Roman"/>
                <a:ea typeface="SimHei"/>
                <a:cs typeface="Times New Roman"/>
              </a:defRPr>
            </a:pPr>
            <a:r>
              <a:rPr b="1" lang="zh-CN" altLang="en-US">
                <a:latin typeface="Times New Roman"/>
                <a:ea typeface="SimHei"/>
                <a:cs typeface="Times New Roman"/>
              </a:rPr>
              <a:t>怎样联合安排？</a:t>
            </a:r>
          </a:p>
        </p:txBody>
      </p:sp>
      <p:sp>
        <p:nvSpPr>
          <p:cNvPr id="26" name="box-114">
            <a:extLst xmlns:a="http://schemas.openxmlformats.org/drawingml/2006/main">
              <a:ext uri="{FF2B5EF4-FFF2-40B4-BE49-F238E27FC236}">
                <a16:creationId xmlns:a16="http://schemas.microsoft.com/office/drawing/2014/main" id="{5A234657-5E91-4200-BBAF-9E1D4FC1B17D}"/>
              </a:ext>
            </a:extLst>
          </p:cNvPr>
          <p:cNvSpPr>
            <a:spLocks xmlns:a="http://schemas.openxmlformats.org/drawingml/2006/main" noGrp="1"/>
          </p:cNvSpPr>
          <p:nvPr/>
        </p:nvSpPr>
        <p:spPr>
          <a:xfrm xmlns:a="http://schemas.openxmlformats.org/drawingml/2006/main">
            <a:off x="2479800" y="1628775"/>
            <a:ext cx="1752145" cy="6762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lang="zh-CN" altLang="en-US">
                <a:solidFill>
                  <a:srgbClr val="000000"/>
                </a:solidFill>
                <a:latin typeface="Times New Roman"/>
                <a:ea typeface="SimHei"/>
                <a:cs typeface="Times New Roman"/>
              </a:defRPr>
            </a:defPPr>
          </a:lstStyle>
          <a:p xmlns:a="http://schemas.openxmlformats.org/drawingml/2006/main">
            <a:pPr algn="ctr">
              <a:buNone/>
              <a:defRPr sz="1419" b="0" lang="zh-CN" altLang="en-US">
                <a:solidFill>
                  <a:srgbClr val="000000"/>
                </a:solidFill>
                <a:latin typeface="Times New Roman"/>
                <a:ea typeface="SimHei"/>
                <a:cs typeface="Times New Roman"/>
              </a:defRPr>
            </a:pPr>
            <a:r>
              <a:rPr b="0" lang="zh-CN" altLang="en-US">
                <a:latin typeface="Times New Roman"/>
                <a:ea typeface="SimHei"/>
                <a:cs typeface="Times New Roman"/>
              </a:rPr>
              <a:t>同构图统一表示</a:t>
            </a:r>
          </a:p>
          <a:p xmlns:a="http://schemas.openxmlformats.org/drawingml/2006/main">
            <a:pPr algn="ctr">
              <a:buNone/>
              <a:defRPr sz="1419" b="0" lang="zh-CN" altLang="en-US">
                <a:solidFill>
                  <a:srgbClr val="000000"/>
                </a:solidFill>
                <a:latin typeface="Times New Roman"/>
                <a:ea typeface="SimHei"/>
                <a:cs typeface="Times New Roman"/>
              </a:defRPr>
            </a:pPr>
            <a:r>
              <a:rPr b="0" lang="zh-CN" altLang="en-US">
                <a:latin typeface="Times New Roman"/>
                <a:ea typeface="SimHei"/>
                <a:cs typeface="Times New Roman"/>
              </a:rPr>
              <a:t>共享图传播规则</a:t>
            </a:r>
          </a:p>
        </p:txBody>
      </p:sp>
      <p:sp>
        <p:nvSpPr>
          <p:cNvPr id="27" name="box-115">
            <a:extLst xmlns:a="http://schemas.openxmlformats.org/drawingml/2006/main">
              <a:ext uri="{FF2B5EF4-FFF2-40B4-BE49-F238E27FC236}">
                <a16:creationId xmlns:a16="http://schemas.microsoft.com/office/drawing/2014/main" id="{C1927216-D205-41D2-B90B-49C1F8C02C84}"/>
              </a:ext>
            </a:extLst>
          </p:cNvPr>
          <p:cNvSpPr>
            <a:spLocks xmlns:a="http://schemas.openxmlformats.org/drawingml/2006/main" noGrp="1"/>
          </p:cNvSpPr>
          <p:nvPr/>
        </p:nvSpPr>
        <p:spPr>
          <a:xfrm xmlns:a="http://schemas.openxmlformats.org/drawingml/2006/main">
            <a:off x="4536667" y="1762125"/>
            <a:ext cx="891309" cy="4572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lang="zh-CN" altLang="en-US">
                <a:solidFill>
                  <a:srgbClr val="000000"/>
                </a:solidFill>
                <a:latin typeface="Times New Roman"/>
                <a:ea typeface="SimHei"/>
                <a:cs typeface="Times New Roman"/>
              </a:defRPr>
            </a:defPPr>
          </a:lstStyle>
          <a:p xmlns:a="http://schemas.openxmlformats.org/drawingml/2006/main">
            <a:pPr algn="ctr">
              <a:buNone/>
              <a:defRPr sz="1419" b="0" lang="zh-CN" altLang="en-US">
                <a:solidFill>
                  <a:srgbClr val="000000"/>
                </a:solidFill>
                <a:latin typeface="Times New Roman"/>
                <a:ea typeface="SimHei"/>
                <a:cs typeface="Times New Roman"/>
              </a:defRPr>
            </a:pPr>
            <a:r>
              <a:rPr b="0" lang="zh-CN" altLang="en-US">
                <a:latin typeface="Times New Roman"/>
                <a:ea typeface="SimHei"/>
                <a:cs typeface="Times New Roman"/>
              </a:rPr>
              <a:t>选工序</a:t>
            </a:r>
          </a:p>
        </p:txBody>
      </p:sp>
      <p:sp>
        <p:nvSpPr>
          <p:cNvPr id="28" name="box-116">
            <a:extLst xmlns:a="http://schemas.openxmlformats.org/drawingml/2006/main">
              <a:ext uri="{FF2B5EF4-FFF2-40B4-BE49-F238E27FC236}">
                <a16:creationId xmlns:a16="http://schemas.microsoft.com/office/drawing/2014/main" id="{095919AF-95C3-4E23-9A38-924C81A0CF78}"/>
              </a:ext>
            </a:extLst>
          </p:cNvPr>
          <p:cNvSpPr>
            <a:spLocks xmlns:a="http://schemas.openxmlformats.org/drawingml/2006/main" noGrp="1"/>
          </p:cNvSpPr>
          <p:nvPr/>
        </p:nvSpPr>
        <p:spPr>
          <a:xfrm xmlns:a="http://schemas.openxmlformats.org/drawingml/2006/main">
            <a:off x="5641280" y="1762125"/>
            <a:ext cx="891309" cy="4572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lang="zh-CN" altLang="en-US">
                <a:solidFill>
                  <a:srgbClr val="000000"/>
                </a:solidFill>
                <a:latin typeface="Times New Roman"/>
                <a:ea typeface="SimHei"/>
                <a:cs typeface="Times New Roman"/>
              </a:defRPr>
            </a:defPPr>
          </a:lstStyle>
          <a:p xmlns:a="http://schemas.openxmlformats.org/drawingml/2006/main">
            <a:pPr algn="ctr">
              <a:buNone/>
              <a:defRPr sz="1419" b="0" lang="zh-CN" altLang="en-US">
                <a:solidFill>
                  <a:srgbClr val="000000"/>
                </a:solidFill>
                <a:latin typeface="Times New Roman"/>
                <a:ea typeface="SimHei"/>
                <a:cs typeface="Times New Roman"/>
              </a:defRPr>
            </a:pPr>
            <a:r>
              <a:rPr b="0" lang="zh-CN" altLang="en-US">
                <a:latin typeface="Times New Roman"/>
                <a:ea typeface="SimHei"/>
                <a:cs typeface="Times New Roman"/>
              </a:rPr>
              <a:t>选站位</a:t>
            </a:r>
          </a:p>
        </p:txBody>
      </p:sp>
      <p:sp>
        <p:nvSpPr>
          <p:cNvPr id="29" name="box-117">
            <a:extLst xmlns:a="http://schemas.openxmlformats.org/drawingml/2006/main">
              <a:ext uri="{FF2B5EF4-FFF2-40B4-BE49-F238E27FC236}">
                <a16:creationId xmlns:a16="http://schemas.microsoft.com/office/drawing/2014/main" id="{3AE7FD2C-546F-421E-B6F2-56AFAE80692B}"/>
              </a:ext>
            </a:extLst>
          </p:cNvPr>
          <p:cNvSpPr>
            <a:spLocks xmlns:a="http://schemas.openxmlformats.org/drawingml/2006/main" noGrp="1"/>
          </p:cNvSpPr>
          <p:nvPr/>
        </p:nvSpPr>
        <p:spPr>
          <a:xfrm xmlns:a="http://schemas.openxmlformats.org/drawingml/2006/main">
            <a:off x="6753512" y="1762125"/>
            <a:ext cx="891309" cy="4572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lang="zh-CN" altLang="en-US">
                <a:solidFill>
                  <a:srgbClr val="000000"/>
                </a:solidFill>
                <a:latin typeface="Times New Roman"/>
                <a:ea typeface="SimHei"/>
                <a:cs typeface="Times New Roman"/>
              </a:defRPr>
            </a:defPPr>
          </a:lstStyle>
          <a:p xmlns:a="http://schemas.openxmlformats.org/drawingml/2006/main">
            <a:pPr algn="ctr">
              <a:buNone/>
              <a:defRPr sz="1419" b="0" lang="zh-CN" altLang="en-US">
                <a:solidFill>
                  <a:srgbClr val="000000"/>
                </a:solidFill>
                <a:latin typeface="Times New Roman"/>
                <a:ea typeface="SimHei"/>
                <a:cs typeface="Times New Roman"/>
              </a:defRPr>
            </a:pPr>
            <a:r>
              <a:rPr b="0" lang="zh-CN" altLang="en-US">
                <a:latin typeface="Times New Roman"/>
                <a:ea typeface="SimHei"/>
                <a:cs typeface="Times New Roman"/>
              </a:rPr>
              <a:t>选团队</a:t>
            </a:r>
          </a:p>
        </p:txBody>
      </p:sp>
      <p:sp>
        <p:nvSpPr>
          <p:cNvPr id="30" name="text-119">
            <a:extLst xmlns:a="http://schemas.openxmlformats.org/drawingml/2006/main">
              <a:ext uri="{FF2B5EF4-FFF2-40B4-BE49-F238E27FC236}">
                <a16:creationId xmlns:a16="http://schemas.microsoft.com/office/drawing/2014/main" id="{AC77DB9F-8115-41CA-AE8B-FF2301668A87}"/>
              </a:ext>
            </a:extLst>
          </p:cNvPr>
          <p:cNvSpPr>
            <a:spLocks xmlns:a="http://schemas.openxmlformats.org/drawingml/2006/main" noGrp="1"/>
          </p:cNvSpPr>
          <p:nvPr/>
        </p:nvSpPr>
        <p:spPr>
          <a:xfrm xmlns:a="http://schemas.openxmlformats.org/drawingml/2006/main">
            <a:off x="2472182" y="2667000"/>
            <a:ext cx="5385943"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19" b="1" lang="zh-CN" altLang="en-US">
                <a:solidFill>
                  <a:srgbClr val="000000"/>
                </a:solidFill>
                <a:latin typeface="Times New Roman"/>
                <a:ea typeface="SimHei"/>
                <a:cs typeface="Times New Roman"/>
              </a:defRPr>
            </a:defPPr>
          </a:lstStyle>
          <a:p xmlns:a="http://schemas.openxmlformats.org/drawingml/2006/main">
            <a:pPr algn="l">
              <a:defRPr sz="1419" b="1" lang="zh-CN" altLang="en-US">
                <a:solidFill>
                  <a:srgbClr val="000000"/>
                </a:solidFill>
                <a:latin typeface="Times New Roman"/>
                <a:ea typeface="SimHei"/>
                <a:cs typeface="Times New Roman"/>
              </a:defRPr>
            </a:pPr>
            <a:r>
              <a:rPr b="1" lang="zh-CN" altLang="en-US">
                <a:latin typeface="Times New Roman"/>
                <a:ea typeface="SimHei"/>
                <a:cs typeface="Times New Roman"/>
              </a:rPr>
              <a:t>进一步区分关系，并响应工序延迟开工</a:t>
            </a:r>
          </a:p>
        </p:txBody>
      </p:sp>
      <p:cxnSp>
        <p:nvCxnSpPr>
          <p:cNvPr id="31" name="arrow-120">
            <a:extLst xmlns:a="http://schemas.openxmlformats.org/drawingml/2006/main">
              <a:ext uri="{FF2B5EF4-FFF2-40B4-BE49-F238E27FC236}">
                <a16:creationId xmlns:a16="http://schemas.microsoft.com/office/drawing/2014/main" id="{F7D521DC-79EE-4F8B-A92F-198CB52565D5}"/>
              </a:ext>
            </a:extLst>
          </p:cNvPr>
          <p:cNvCxnSpPr/>
          <p:nvPr/>
        </p:nvCxnSpPr>
        <p:spPr>
          <a:xfrm xmlns:a="http://schemas.openxmlformats.org/drawingml/2006/main">
            <a:off x="1413277" y="2667000"/>
            <a:ext cx="0" cy="28575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sp>
        <p:nvSpPr>
          <p:cNvPr id="32" name="text-121">
            <a:extLst xmlns:a="http://schemas.openxmlformats.org/drawingml/2006/main">
              <a:ext uri="{FF2B5EF4-FFF2-40B4-BE49-F238E27FC236}">
                <a16:creationId xmlns:a16="http://schemas.microsoft.com/office/drawing/2014/main" id="{44EDCC82-1A59-498B-8594-5C0AF69BF3BF}"/>
              </a:ext>
            </a:extLst>
          </p:cNvPr>
          <p:cNvSpPr>
            <a:spLocks xmlns:a="http://schemas.openxmlformats.org/drawingml/2006/main" noGrp="1"/>
          </p:cNvSpPr>
          <p:nvPr/>
        </p:nvSpPr>
        <p:spPr>
          <a:xfrm xmlns:a="http://schemas.openxmlformats.org/drawingml/2006/main">
            <a:off x="628620" y="3095625"/>
            <a:ext cx="1576931"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4" b="1" lang="zh-CN" altLang="en-US">
                <a:solidFill>
                  <a:srgbClr val="000000"/>
                </a:solidFill>
                <a:latin typeface="Times New Roman"/>
                <a:ea typeface="SimHei"/>
                <a:cs typeface="Times New Roman"/>
              </a:defRPr>
            </a:defPPr>
          </a:lstStyle>
          <a:p xmlns:a="http://schemas.openxmlformats.org/drawingml/2006/main">
            <a:pPr algn="l">
              <a:buNone/>
              <a:defRPr sz="1354" b="1" lang="zh-CN" altLang="en-US">
                <a:solidFill>
                  <a:srgbClr val="000000"/>
                </a:solidFill>
                <a:latin typeface="Times New Roman"/>
                <a:ea typeface="SimHei"/>
                <a:cs typeface="Times New Roman"/>
              </a:defRPr>
            </a:pPr>
            <a:r>
              <a:rPr b="1" lang="zh-CN" altLang="en-US">
                <a:latin typeface="Times New Roman"/>
                <a:ea typeface="SimHei"/>
                <a:cs typeface="Times New Roman"/>
              </a:rPr>
              <a:t>研究二</a:t>
            </a:r>
          </a:p>
          <a:p xmlns:a="http://schemas.openxmlformats.org/drawingml/2006/main">
            <a:pPr algn="l">
              <a:buNone/>
              <a:defRPr sz="1354" b="1" lang="zh-CN" altLang="en-US">
                <a:solidFill>
                  <a:srgbClr val="000000"/>
                </a:solidFill>
                <a:latin typeface="Times New Roman"/>
                <a:ea typeface="SimHei"/>
                <a:cs typeface="Times New Roman"/>
              </a:defRPr>
            </a:pPr>
            <a:r>
              <a:rPr b="1" lang="zh-CN" altLang="en-US">
                <a:latin typeface="Times New Roman"/>
                <a:ea typeface="SimHei"/>
                <a:cs typeface="Times New Roman"/>
              </a:rPr>
              <a:t>受扰后，怎样兼顾</a:t>
            </a:r>
          </a:p>
          <a:p xmlns:a="http://schemas.openxmlformats.org/drawingml/2006/main">
            <a:pPr algn="l">
              <a:buNone/>
              <a:defRPr sz="1354" b="1" lang="zh-CN" altLang="en-US">
                <a:solidFill>
                  <a:srgbClr val="000000"/>
                </a:solidFill>
                <a:latin typeface="Times New Roman"/>
                <a:ea typeface="SimHei"/>
                <a:cs typeface="Times New Roman"/>
              </a:defRPr>
            </a:pPr>
            <a:r>
              <a:rPr b="1" lang="zh-CN" altLang="en-US">
                <a:latin typeface="Times New Roman"/>
                <a:ea typeface="SimHei"/>
                <a:cs typeface="Times New Roman"/>
              </a:rPr>
              <a:t>效率与计划稳定性？</a:t>
            </a:r>
          </a:p>
        </p:txBody>
      </p:sp>
      <p:sp>
        <p:nvSpPr>
          <p:cNvPr id="33" name="box-122">
            <a:extLst xmlns:a="http://schemas.openxmlformats.org/drawingml/2006/main">
              <a:ext uri="{FF2B5EF4-FFF2-40B4-BE49-F238E27FC236}">
                <a16:creationId xmlns:a16="http://schemas.microsoft.com/office/drawing/2014/main" id="{9F821EBF-B734-416A-BA17-85EFEBCF72E1}"/>
              </a:ext>
            </a:extLst>
          </p:cNvPr>
          <p:cNvSpPr>
            <a:spLocks xmlns:a="http://schemas.openxmlformats.org/drawingml/2006/main" noGrp="1"/>
          </p:cNvSpPr>
          <p:nvPr/>
        </p:nvSpPr>
        <p:spPr>
          <a:xfrm xmlns:a="http://schemas.openxmlformats.org/drawingml/2006/main">
            <a:off x="2479800" y="3276600"/>
            <a:ext cx="1752145" cy="6953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lang="zh-CN" altLang="en-US">
                <a:solidFill>
                  <a:srgbClr val="000000"/>
                </a:solidFill>
                <a:latin typeface="Times New Roman"/>
                <a:ea typeface="SimHei"/>
                <a:cs typeface="Times New Roman"/>
              </a:defRPr>
            </a:defPPr>
          </a:lstStyle>
          <a:p xmlns:a="http://schemas.openxmlformats.org/drawingml/2006/main">
            <a:pPr algn="ctr">
              <a:buNone/>
              <a:defRPr sz="1419" b="0" lang="zh-CN" altLang="en-US">
                <a:solidFill>
                  <a:srgbClr val="000000"/>
                </a:solidFill>
                <a:latin typeface="Times New Roman"/>
                <a:ea typeface="SimHei"/>
                <a:cs typeface="Times New Roman"/>
              </a:defRPr>
            </a:pPr>
            <a:r>
              <a:rPr b="0" lang="zh-CN" altLang="en-US">
                <a:latin typeface="Times New Roman"/>
                <a:ea typeface="SimHei"/>
                <a:cs typeface="Times New Roman"/>
              </a:rPr>
              <a:t>异构图关系表示</a:t>
            </a:r>
          </a:p>
          <a:p xmlns:a="http://schemas.openxmlformats.org/drawingml/2006/main">
            <a:pPr algn="ctr">
              <a:buNone/>
              <a:defRPr sz="1419" b="0" lang="zh-CN" altLang="en-US">
                <a:solidFill>
                  <a:srgbClr val="000000"/>
                </a:solidFill>
                <a:latin typeface="Times New Roman"/>
                <a:ea typeface="SimHei"/>
                <a:cs typeface="Times New Roman"/>
              </a:defRPr>
            </a:pPr>
            <a:r>
              <a:rPr b="0" lang="zh-CN" altLang="en-US">
                <a:latin typeface="Times New Roman"/>
                <a:ea typeface="SimHei"/>
                <a:cs typeface="Times New Roman"/>
              </a:rPr>
              <a:t>前序、技能与安排</a:t>
            </a:r>
          </a:p>
        </p:txBody>
      </p:sp>
      <p:sp>
        <p:nvSpPr>
          <p:cNvPr id="34" name="box-123">
            <a:extLst xmlns:a="http://schemas.openxmlformats.org/drawingml/2006/main">
              <a:ext uri="{FF2B5EF4-FFF2-40B4-BE49-F238E27FC236}">
                <a16:creationId xmlns:a16="http://schemas.microsoft.com/office/drawing/2014/main" id="{3161EF29-52BE-42E7-9020-5F5A65CBD219}"/>
              </a:ext>
            </a:extLst>
          </p:cNvPr>
          <p:cNvSpPr>
            <a:spLocks xmlns:a="http://schemas.openxmlformats.org/drawingml/2006/main" noGrp="1"/>
          </p:cNvSpPr>
          <p:nvPr/>
        </p:nvSpPr>
        <p:spPr>
          <a:xfrm xmlns:a="http://schemas.openxmlformats.org/drawingml/2006/main">
            <a:off x="4567139" y="3133725"/>
            <a:ext cx="1714055" cy="4286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lang="zh-CN" altLang="en-US">
                <a:solidFill>
                  <a:srgbClr val="000000"/>
                </a:solidFill>
                <a:latin typeface="Times New Roman"/>
                <a:ea typeface="SimHei"/>
                <a:cs typeface="Times New Roman"/>
              </a:defRPr>
            </a:defPPr>
          </a:lstStyle>
          <a:p xmlns:a="http://schemas.openxmlformats.org/drawingml/2006/main">
            <a:pPr algn="ctr">
              <a:buNone/>
              <a:defRPr sz="1419" b="0" lang="zh-CN" altLang="en-US">
                <a:solidFill>
                  <a:srgbClr val="000000"/>
                </a:solidFill>
                <a:latin typeface="Times New Roman"/>
                <a:ea typeface="SimHei"/>
                <a:cs typeface="Times New Roman"/>
              </a:defRPr>
            </a:pPr>
            <a:r>
              <a:rPr b="0" lang="zh-CN" altLang="en-US">
                <a:latin typeface="Times New Roman"/>
                <a:ea typeface="SimHei"/>
                <a:cs typeface="Times New Roman"/>
              </a:rPr>
              <a:t>保留冻结安排</a:t>
            </a:r>
          </a:p>
        </p:txBody>
      </p:sp>
      <p:sp>
        <p:nvSpPr>
          <p:cNvPr id="35" name="box-124">
            <a:extLst xmlns:a="http://schemas.openxmlformats.org/drawingml/2006/main">
              <a:ext uri="{FF2B5EF4-FFF2-40B4-BE49-F238E27FC236}">
                <a16:creationId xmlns:a16="http://schemas.microsoft.com/office/drawing/2014/main" id="{01CFBCE0-4630-419D-91A5-CBAD57400D93}"/>
              </a:ext>
            </a:extLst>
          </p:cNvPr>
          <p:cNvSpPr>
            <a:spLocks xmlns:a="http://schemas.openxmlformats.org/drawingml/2006/main" noGrp="1"/>
          </p:cNvSpPr>
          <p:nvPr/>
        </p:nvSpPr>
        <p:spPr>
          <a:xfrm xmlns:a="http://schemas.openxmlformats.org/drawingml/2006/main">
            <a:off x="4567139" y="3714750"/>
            <a:ext cx="1714055" cy="4286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419" b="0" lang="zh-CN" altLang="en-US">
                <a:solidFill>
                  <a:srgbClr val="000000"/>
                </a:solidFill>
                <a:latin typeface="Times New Roman"/>
                <a:ea typeface="SimHei"/>
                <a:cs typeface="Times New Roman"/>
              </a:defRPr>
            </a:defPPr>
          </a:lstStyle>
          <a:p xmlns:a="http://schemas.openxmlformats.org/drawingml/2006/main">
            <a:pPr algn="ctr">
              <a:buNone/>
              <a:defRPr sz="1419" b="0" lang="zh-CN" altLang="en-US">
                <a:solidFill>
                  <a:srgbClr val="000000"/>
                </a:solidFill>
                <a:latin typeface="Times New Roman"/>
                <a:ea typeface="SimHei"/>
                <a:cs typeface="Times New Roman"/>
              </a:defRPr>
            </a:pPr>
            <a:r>
              <a:rPr b="0" lang="zh-CN" altLang="en-US">
                <a:latin typeface="Times New Roman"/>
                <a:ea typeface="SimHei"/>
                <a:cs typeface="Times New Roman"/>
              </a:rPr>
              <a:t>修复可调任务</a:t>
            </a:r>
          </a:p>
        </p:txBody>
      </p:sp>
      <p:sp>
        <p:nvSpPr>
          <p:cNvPr id="36" name="box-125">
            <a:extLst xmlns:a="http://schemas.openxmlformats.org/drawingml/2006/main">
              <a:ext uri="{FF2B5EF4-FFF2-40B4-BE49-F238E27FC236}">
                <a16:creationId xmlns:a16="http://schemas.microsoft.com/office/drawing/2014/main" id="{865ED198-C62D-4DF4-AF61-7F31C63B7818}"/>
              </a:ext>
            </a:extLst>
          </p:cNvPr>
          <p:cNvSpPr>
            <a:spLocks xmlns:a="http://schemas.openxmlformats.org/drawingml/2006/main" noGrp="1"/>
          </p:cNvSpPr>
          <p:nvPr/>
        </p:nvSpPr>
        <p:spPr>
          <a:xfrm xmlns:a="http://schemas.openxmlformats.org/drawingml/2006/main">
            <a:off x="6608769" y="3371850"/>
            <a:ext cx="1043669" cy="5810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354" b="0" lang="zh-CN" altLang="en-US">
                <a:solidFill>
                  <a:srgbClr val="000000"/>
                </a:solidFill>
                <a:latin typeface="Times New Roman"/>
                <a:ea typeface="SimHei"/>
                <a:cs typeface="Times New Roman"/>
              </a:defRPr>
            </a:defPPr>
          </a:lstStyle>
          <a:p xmlns:a="http://schemas.openxmlformats.org/drawingml/2006/main">
            <a:pPr algn="ctr">
              <a:buNone/>
              <a:defRPr sz="1354" b="0" lang="zh-CN" altLang="en-US">
                <a:solidFill>
                  <a:srgbClr val="000000"/>
                </a:solidFill>
                <a:latin typeface="Times New Roman"/>
                <a:ea typeface="SimHei"/>
                <a:cs typeface="Times New Roman"/>
              </a:defRPr>
            </a:pPr>
            <a:r>
              <a:rPr b="0" lang="zh-CN" altLang="en-US">
                <a:latin typeface="Times New Roman"/>
                <a:ea typeface="SimHei"/>
                <a:cs typeface="Times New Roman"/>
              </a:rPr>
              <a:t>合法调整计划</a:t>
            </a:r>
          </a:p>
        </p:txBody>
      </p:sp>
      <p:sp>
        <p:nvSpPr>
          <p:cNvPr id="37" name="text-127">
            <a:extLst xmlns:a="http://schemas.openxmlformats.org/drawingml/2006/main">
              <a:ext uri="{FF2B5EF4-FFF2-40B4-BE49-F238E27FC236}">
                <a16:creationId xmlns:a16="http://schemas.microsoft.com/office/drawing/2014/main" id="{7D38B528-57C5-4405-B11D-AFEA9B4BDCB2}"/>
              </a:ext>
            </a:extLst>
          </p:cNvPr>
          <p:cNvSpPr>
            <a:spLocks xmlns:a="http://schemas.openxmlformats.org/drawingml/2006/main" noGrp="1"/>
          </p:cNvSpPr>
          <p:nvPr/>
        </p:nvSpPr>
        <p:spPr>
          <a:xfrm xmlns:a="http://schemas.openxmlformats.org/drawingml/2006/main">
            <a:off x="2472182" y="4295775"/>
            <a:ext cx="538594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19" b="1" lang="zh-CN" altLang="en-US">
                <a:solidFill>
                  <a:srgbClr val="000000"/>
                </a:solidFill>
                <a:latin typeface="Times New Roman"/>
                <a:ea typeface="SimHei"/>
                <a:cs typeface="Times New Roman"/>
              </a:defRPr>
            </a:defPPr>
          </a:lstStyle>
          <ns0:p xmlns:ns0="http://schemas.openxmlformats.org/drawingml/2006/main">
            <ns0:pPr algn="l">
              <ns0:defRPr sz="1419" b="1" lang="zh-CN" altLang="en-US">
                <ns0:solidFill>
                  <ns0:srgbClr val="000000"/>
                </ns0:solidFill>
                <ns0:latin typeface="Times New Roman"/>
                <ns0:ea typeface="SimHei"/>
                <ns0:cs typeface="Times New Roman"/>
              </ns0:defRPr>
            </ns0:pPr>
            <ns0:r>
              <ns0:rPr b="1" lang="zh-CN" altLang="en-US">
                <ns0:latin typeface="Times New Roman"/>
                <ns0:ea typeface="SimHei"/>
                <ns0:cs typeface="Times New Roman"/>
              </ns0:rPr>
              <ns0:t>进一步跟踪多架次进度，理解跨站位影响</ns0:t>
            </ns0:r>
          </ns0:p>
        </p:txBody>
      </p:sp>
      <p:cxnSp>
        <p:nvCxnSpPr>
          <p:cNvPr id="38" name="arrow-128">
            <a:extLst xmlns:a="http://schemas.openxmlformats.org/drawingml/2006/main">
              <a:ext uri="{FF2B5EF4-FFF2-40B4-BE49-F238E27FC236}">
                <a16:creationId xmlns:a16="http://schemas.microsoft.com/office/drawing/2014/main" id="{727CA1BB-55DA-440E-BAC7-D20F3B9938E3}"/>
              </a:ext>
            </a:extLst>
          </p:cNvPr>
          <p:cNvCxnSpPr/>
          <p:nvPr/>
        </p:nvCxnSpPr>
        <p:spPr>
          <a:xfrm xmlns:a="http://schemas.openxmlformats.org/drawingml/2006/main">
            <a:off x="1413277" y="4295775"/>
            <a:ext cx="0" cy="304800"/>
          </a:xfrm>
          <a:prstGeom xmlns:a="http://schemas.openxmlformats.org/drawingml/2006/main" prst="straightConnector1">
            <a:avLst/>
          </a:prstGeom>
          <a:ln xmlns:a="http://schemas.openxmlformats.org/drawingml/2006/main" w="16193">
            <a:solidFill>
              <a:srgbClr val="000000"/>
            </a:solidFill>
            <a:prstDash val="solid"/>
            <a:tailEnd type="triangle" w="sm" len="sm"/>
          </a:ln>
        </p:spPr>
      </p:cxnSp>
      <p:sp>
        <p:nvSpPr>
          <p:cNvPr id="39" name="text-129">
            <a:extLst xmlns:a="http://schemas.openxmlformats.org/drawingml/2006/main">
              <a:ext uri="{FF2B5EF4-FFF2-40B4-BE49-F238E27FC236}">
                <a16:creationId xmlns:a16="http://schemas.microsoft.com/office/drawing/2014/main" id="{D9331483-242D-4AC4-BF94-C1EE00A53725}"/>
              </a:ext>
            </a:extLst>
          </p:cNvPr>
          <p:cNvSpPr>
            <a:spLocks xmlns:a="http://schemas.openxmlformats.org/drawingml/2006/main" noGrp="1"/>
          </p:cNvSpPr>
          <p:nvPr/>
        </p:nvSpPr>
        <p:spPr>
          <a:xfrm xmlns:a="http://schemas.openxmlformats.org/drawingml/2006/main">
            <a:off x="628620" y="4733925"/>
            <a:ext cx="1576931"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90" b="1" lang="zh-CN" altLang="en-US">
                <a:solidFill>
                  <a:srgbClr val="000000"/>
                </a:solidFill>
                <a:latin typeface="Times New Roman"/>
                <a:ea typeface="SimHei"/>
                <a:cs typeface="Times New Roman"/>
              </a:defRPr>
            </a:defPPr>
          </a:lstStyle>
          <ns0:p xmlns:ns0="http://schemas.openxmlformats.org/drawingml/2006/main">
            <ns0:pPr algn="l">
              <ns0:buNone/>
              <ns0:defRPr sz="1290" b="1" lang="zh-CN" altLang="en-US">
                <ns0:solidFill>
                  <ns0:srgbClr val="000000"/>
                </ns0:solidFill>
                <ns0:latin typeface="Times New Roman"/>
                <ns0:ea typeface="SimHei"/>
                <ns0:cs typeface="Times New Roman"/>
              </ns0:defRPr>
            </ns0:pPr>
            <ns0:r>
              <ns0:rPr b="1" lang="zh-CN" altLang="en-US">
                <ns0:latin typeface="Times New Roman"/>
                <ns0:ea typeface="SimHei"/>
                <ns0:cs typeface="Times New Roman"/>
              </ns0:rPr>
              <ns0:t>研究三</ns0:t>
            </ns0:r>
          </ns0:p>
          <ns1:p xmlns:ns1="http://schemas.openxmlformats.org/drawingml/2006/main">
            <ns1:pPr algn="l">
              <ns1:buNone/>
              <ns1:defRPr sz="1290" b="1" lang="zh-CN" altLang="en-US">
                <ns1:solidFill>
                  <ns1:srgbClr val="000000"/>
                </ns1:solidFill>
                <ns1:latin typeface="Times New Roman"/>
                <ns1:ea typeface="SimHei"/>
                <ns1:cs typeface="Times New Roman"/>
              </ns1:defRPr>
            </ns1:pPr>
            <ns1:r>
              <ns1:rPr b="1" lang="zh-CN" altLang="en-US">
                <ns1:latin typeface="Times New Roman"/>
                <ns1:ea typeface="SimHei"/>
                <ns1:cs typeface="Times New Roman"/>
              </ns1:rPr>
              <ns1:t>局部变化跨站影响</ns1:t>
            </ns1:r>
          </ns1:p>
          <ns2:p xmlns:ns2="http://schemas.openxmlformats.org/drawingml/2006/main">
            <ns2:pPr algn="l">
              <ns2:buNone/>
              <ns2:defRPr sz="1290" b="1" lang="zh-CN" altLang="en-US">
                <ns2:solidFill>
                  <ns2:srgbClr val="000000"/>
                </ns2:solidFill>
                <ns2:latin typeface="Times New Roman"/>
                <ns2:ea typeface="SimHei"/>
                <ns2:cs typeface="Times New Roman"/>
              </ns2:defRPr>
            </ns2:pPr>
            <ns2:r>
              <ns2:rPr b="1" lang="zh-CN" altLang="en-US">
                <ns2:latin typeface="Times New Roman"/>
                <ns2:ea typeface="SimHei"/>
                <ns2:cs typeface="Times New Roman"/>
              </ns2:rPr>
              <ns2:t>怎样协调共同转站</ns2:t>
            </ns2:r>
          </ns2:p>
          <ns3:p xmlns:ns3="http://schemas.openxmlformats.org/drawingml/2006/main">
            <ns3:pPr algn="l">
              <ns3:buNone/>
              <ns3:defRPr sz="1290" b="1" lang="zh-CN" altLang="en-US">
                <ns3:solidFill>
                  <ns3:srgbClr val="000000"/>
                </ns3:solidFill>
                <ns3:latin typeface="Times New Roman"/>
                <ns3:ea typeface="SimHei"/>
                <ns3:cs typeface="Times New Roman"/>
              </ns3:defRPr>
            </ns3:pPr>
            <ns3:r>
              <ns3:rPr b="1" lang="zh-CN" altLang="en-US">
                <ns3:latin typeface="Times New Roman"/>
                <ns3:ea typeface="SimHei"/>
                <ns3:cs typeface="Times New Roman"/>
              </ns3:rPr>
              <ns3:t>及下一周期任务？</ns3:t>
            </ns3:r>
          </ns3:p>
        </p:txBody>
      </p:sp>
      <p:sp>
        <p:nvSpPr>
          <p:cNvPr id="40" name="box-130">
            <a:extLst xmlns:a="http://schemas.openxmlformats.org/drawingml/2006/main">
              <a:ext uri="{FF2B5EF4-FFF2-40B4-BE49-F238E27FC236}">
                <a16:creationId xmlns:a16="http://schemas.microsoft.com/office/drawing/2014/main" id="{A52441F1-5097-4BD1-93A7-1CE7A9F5F54C}"/>
              </a:ext>
            </a:extLst>
          </p:cNvPr>
          <p:cNvSpPr>
            <a:spLocks xmlns:a="http://schemas.openxmlformats.org/drawingml/2006/main" noGrp="1"/>
          </p:cNvSpPr>
          <p:nvPr/>
        </p:nvSpPr>
        <p:spPr>
          <a:xfrm xmlns:a="http://schemas.openxmlformats.org/drawingml/2006/main">
            <a:off x="2472182" y="4752975"/>
            <a:ext cx="1462661" cy="3905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290" b="0" lang="zh-CN" altLang="en-US">
                <a:solidFill>
                  <a:srgbClr val="000000"/>
                </a:solidFill>
                <a:latin typeface="Times New Roman"/>
                <a:ea typeface="SimHei"/>
                <a:cs typeface="Times New Roman"/>
              </a:defRPr>
            </a:defPPr>
          </a:lstStyle>
          <a:p xmlns:a="http://schemas.openxmlformats.org/drawingml/2006/main">
            <a:pPr algn="ctr">
              <a:buNone/>
              <a:defRPr sz="1290" b="0" lang="zh-CN" altLang="en-US">
                <a:solidFill>
                  <a:srgbClr val="000000"/>
                </a:solidFill>
                <a:latin typeface="Times New Roman"/>
                <a:ea typeface="SimHei"/>
                <a:cs typeface="Times New Roman"/>
              </a:defRPr>
            </a:pPr>
            <a:r>
              <a:rPr b="0" lang="zh-CN" altLang="en-US">
                <a:latin typeface="Times New Roman"/>
                <a:ea typeface="SimHei"/>
                <a:cs typeface="Times New Roman"/>
              </a:rPr>
              <a:t>工序／飞机</a:t>
            </a:r>
          </a:p>
        </p:txBody>
      </p:sp>
      <p:sp>
        <p:nvSpPr>
          <p:cNvPr id="41" name="box-131">
            <a:extLst xmlns:a="http://schemas.openxmlformats.org/drawingml/2006/main">
              <a:ext uri="{FF2B5EF4-FFF2-40B4-BE49-F238E27FC236}">
                <a16:creationId xmlns:a16="http://schemas.microsoft.com/office/drawing/2014/main" id="{401BDAEF-0C7E-488B-9023-2E1BD380DAF5}"/>
              </a:ext>
            </a:extLst>
          </p:cNvPr>
          <p:cNvSpPr>
            <a:spLocks xmlns:a="http://schemas.openxmlformats.org/drawingml/2006/main" noGrp="1"/>
          </p:cNvSpPr>
          <p:nvPr/>
        </p:nvSpPr>
        <p:spPr>
          <a:xfrm xmlns:a="http://schemas.openxmlformats.org/drawingml/2006/main">
            <a:off x="4163383" y="4752975"/>
            <a:ext cx="1234120" cy="3905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290" b="0" lang="zh-CN" altLang="en-US">
                <a:solidFill>
                  <a:srgbClr val="000000"/>
                </a:solidFill>
                <a:latin typeface="Times New Roman"/>
                <a:ea typeface="SimHei"/>
                <a:cs typeface="Times New Roman"/>
              </a:defRPr>
            </a:defPPr>
          </a:lstStyle>
          <a:p xmlns:a="http://schemas.openxmlformats.org/drawingml/2006/main">
            <a:pPr algn="ctr">
              <a:buNone/>
              <a:defRPr sz="1290" b="0" lang="zh-CN" altLang="en-US">
                <a:solidFill>
                  <a:srgbClr val="000000"/>
                </a:solidFill>
                <a:latin typeface="Times New Roman"/>
                <a:ea typeface="SimHei"/>
                <a:cs typeface="Times New Roman"/>
              </a:defRPr>
            </a:pPr>
            <a:r>
              <a:rPr b="0" lang="zh-CN" altLang="en-US">
                <a:latin typeface="Times New Roman"/>
                <a:ea typeface="SimHei"/>
                <a:cs typeface="Times New Roman"/>
              </a:rPr>
              <a:t>站位</a:t>
            </a:r>
          </a:p>
        </p:txBody>
      </p:sp>
      <p:sp>
        <p:nvSpPr>
          <p:cNvPr id="42" name="box-132">
            <a:extLst xmlns:a="http://schemas.openxmlformats.org/drawingml/2006/main">
              <a:ext uri="{FF2B5EF4-FFF2-40B4-BE49-F238E27FC236}">
                <a16:creationId xmlns:a16="http://schemas.microsoft.com/office/drawing/2014/main" id="{BCAE31B7-707A-410B-A26F-722470B70755}"/>
              </a:ext>
            </a:extLst>
          </p:cNvPr>
          <p:cNvSpPr>
            <a:spLocks xmlns:a="http://schemas.openxmlformats.org/drawingml/2006/main" noGrp="1"/>
          </p:cNvSpPr>
          <p:nvPr/>
        </p:nvSpPr>
        <p:spPr>
          <a:xfrm xmlns:a="http://schemas.openxmlformats.org/drawingml/2006/main">
            <a:off x="5626044" y="4752975"/>
            <a:ext cx="1234120" cy="3905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290" b="0" lang="zh-CN" altLang="en-US">
                <a:solidFill>
                  <a:srgbClr val="000000"/>
                </a:solidFill>
                <a:latin typeface="Times New Roman"/>
                <a:ea typeface="SimHei"/>
                <a:cs typeface="Times New Roman"/>
              </a:defRPr>
            </a:defPPr>
          </a:lstStyle>
          <a:p xmlns:a="http://schemas.openxmlformats.org/drawingml/2006/main">
            <a:pPr algn="ctr">
              <a:buNone/>
              <a:defRPr sz="1290" b="0" lang="zh-CN" altLang="en-US">
                <a:solidFill>
                  <a:srgbClr val="000000"/>
                </a:solidFill>
                <a:latin typeface="Times New Roman"/>
                <a:ea typeface="SimHei"/>
                <a:cs typeface="Times New Roman"/>
              </a:defRPr>
            </a:pPr>
            <a:r>
              <a:rPr b="0" lang="zh-CN" altLang="en-US">
                <a:latin typeface="Times New Roman"/>
                <a:ea typeface="SimHei"/>
                <a:cs typeface="Times New Roman"/>
              </a:rPr>
              <a:t>整线</a:t>
            </a:r>
          </a:p>
        </p:txBody>
      </p:sp>
      <p:sp>
        <p:nvSpPr>
          <p:cNvPr id="43" name="box-133">
            <a:extLst xmlns:a="http://schemas.openxmlformats.org/drawingml/2006/main">
              <a:ext uri="{FF2B5EF4-FFF2-40B4-BE49-F238E27FC236}">
                <a16:creationId xmlns:a16="http://schemas.microsoft.com/office/drawing/2014/main" id="{10A1F788-6C67-4851-948F-4066F2176112}"/>
              </a:ext>
            </a:extLst>
          </p:cNvPr>
          <p:cNvSpPr>
            <a:spLocks xmlns:a="http://schemas.openxmlformats.org/drawingml/2006/main" noGrp="1"/>
          </p:cNvSpPr>
          <p:nvPr/>
        </p:nvSpPr>
        <p:spPr>
          <a:xfrm xmlns:a="http://schemas.openxmlformats.org/drawingml/2006/main">
            <a:off x="2472182" y="5400675"/>
            <a:ext cx="1874034"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290" b="0" lang="zh-CN" altLang="en-US">
                <a:solidFill>
                  <a:srgbClr val="000000"/>
                </a:solidFill>
                <a:latin typeface="Times New Roman"/>
                <a:ea typeface="SimHei"/>
                <a:cs typeface="Times New Roman"/>
              </a:defRPr>
            </a:defPPr>
          </a:lstStyle>
          <a:p xmlns:a="http://schemas.openxmlformats.org/drawingml/2006/main">
            <a:pPr algn="ctr">
              <a:buNone/>
              <a:defRPr sz="1290" b="0" lang="zh-CN" altLang="en-US">
                <a:solidFill>
                  <a:srgbClr val="000000"/>
                </a:solidFill>
                <a:latin typeface="Times New Roman"/>
                <a:ea typeface="SimHei"/>
                <a:cs typeface="Times New Roman"/>
              </a:defRPr>
            </a:pPr>
            <a:r>
              <a:rPr b="0" lang="zh-CN" altLang="en-US">
                <a:latin typeface="Times New Roman"/>
                <a:ea typeface="SimHei"/>
                <a:cs typeface="Times New Roman"/>
              </a:rPr>
              <a:t>实际进度与最近变化</a:t>
            </a:r>
          </a:p>
        </p:txBody>
      </p:sp>
      <p:sp>
        <p:nvSpPr>
          <p:cNvPr id="44" name="box-134">
            <a:extLst xmlns:a="http://schemas.openxmlformats.org/drawingml/2006/main">
              <a:ext uri="{FF2B5EF4-FFF2-40B4-BE49-F238E27FC236}">
                <a16:creationId xmlns:a16="http://schemas.microsoft.com/office/drawing/2014/main" id="{27FFB089-B9B8-40F3-8072-8E4C53E0412D}"/>
              </a:ext>
            </a:extLst>
          </p:cNvPr>
          <p:cNvSpPr>
            <a:spLocks xmlns:a="http://schemas.openxmlformats.org/drawingml/2006/main" noGrp="1"/>
          </p:cNvSpPr>
          <p:nvPr/>
        </p:nvSpPr>
        <p:spPr>
          <a:xfrm xmlns:a="http://schemas.openxmlformats.org/drawingml/2006/main">
            <a:off x="4574757" y="5400675"/>
            <a:ext cx="2285407" cy="3810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290" b="0" lang="zh-CN" altLang="en-US">
                <a:solidFill>
                  <a:srgbClr val="000000"/>
                </a:solidFill>
                <a:latin typeface="Times New Roman"/>
                <a:ea typeface="SimHei"/>
                <a:cs typeface="Times New Roman"/>
              </a:defRPr>
            </a:defPPr>
          </a:lstStyle>
          <a:p xmlns:a="http://schemas.openxmlformats.org/drawingml/2006/main">
            <a:pPr algn="ctr">
              <a:buNone/>
              <a:defRPr sz="1290" b="0" lang="zh-CN" altLang="en-US">
                <a:solidFill>
                  <a:srgbClr val="000000"/>
                </a:solidFill>
                <a:latin typeface="Times New Roman"/>
                <a:ea typeface="SimHei"/>
                <a:cs typeface="Times New Roman"/>
              </a:defRPr>
            </a:pPr>
            <a:r>
              <a:rPr b="0" lang="zh-CN" altLang="en-US">
                <a:latin typeface="Times New Roman"/>
                <a:ea typeface="SimHei"/>
                <a:cs typeface="Times New Roman"/>
              </a:rPr>
              <a:t>当前及下一周期后果</a:t>
            </a:r>
          </a:p>
        </p:txBody>
      </p:sp>
      <p:sp>
        <p:nvSpPr>
          <p:cNvPr id="45" name="box-135">
            <a:extLst xmlns:a="http://schemas.openxmlformats.org/drawingml/2006/main">
              <a:ext uri="{FF2B5EF4-FFF2-40B4-BE49-F238E27FC236}">
                <a16:creationId xmlns:a16="http://schemas.microsoft.com/office/drawing/2014/main" id="{BE988B54-512C-4842-BE24-4852D83ABDC5}"/>
              </a:ext>
            </a:extLst>
          </p:cNvPr>
          <p:cNvSpPr>
            <a:spLocks xmlns:a="http://schemas.openxmlformats.org/drawingml/2006/main" noGrp="1"/>
          </p:cNvSpPr>
          <p:nvPr/>
        </p:nvSpPr>
        <p:spPr>
          <a:xfrm xmlns:a="http://schemas.openxmlformats.org/drawingml/2006/main">
            <a:off x="7012524" y="4924425"/>
            <a:ext cx="693240" cy="6762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290" b="0" lang="zh-CN" altLang="en-US">
                <a:solidFill>
                  <a:srgbClr val="000000"/>
                </a:solidFill>
                <a:latin typeface="Times New Roman"/>
                <a:ea typeface="SimHei"/>
                <a:cs typeface="Times New Roman"/>
              </a:defRPr>
            </a:defPPr>
          </a:lstStyle>
          <a:p xmlns:a="http://schemas.openxmlformats.org/drawingml/2006/main">
            <a:pPr algn="ctr">
              <a:buNone/>
              <a:defRPr sz="1290" b="0" lang="zh-CN" altLang="en-US">
                <a:solidFill>
                  <a:srgbClr val="000000"/>
                </a:solidFill>
                <a:latin typeface="Times New Roman"/>
                <a:ea typeface="SimHei"/>
                <a:cs typeface="Times New Roman"/>
              </a:defRPr>
            </a:pPr>
            <a:r>
              <a:rPr b="0" lang="zh-CN" altLang="en-US">
                <a:latin typeface="Times New Roman"/>
                <a:ea typeface="SimHei"/>
                <a:cs typeface="Times New Roman"/>
              </a:rPr>
              <a:t>语义增强</a:t>
            </a:r>
          </a:p>
          <a:p xmlns:a="http://schemas.openxmlformats.org/drawingml/2006/main">
            <a:pPr algn="ctr">
              <a:buNone/>
              <a:defRPr sz="1290" b="0" lang="zh-CN" altLang="en-US">
                <a:solidFill>
                  <a:srgbClr val="000000"/>
                </a:solidFill>
                <a:latin typeface="Times New Roman"/>
                <a:ea typeface="SimHei"/>
                <a:cs typeface="Times New Roman"/>
              </a:defRPr>
            </a:pPr>
            <a:r>
              <a:rPr b="0" lang="zh-CN" altLang="en-US">
                <a:latin typeface="Times New Roman"/>
                <a:ea typeface="SimHei"/>
                <a:cs typeface="Times New Roman"/>
              </a:rPr>
              <a:t>协同安排</a:t>
            </a:r>
          </a:p>
        </p:txBody>
      </p:sp>
      <p:sp>
        <p:nvSpPr>
          <p:cNvPr id="46" name="text-137">
            <a:extLst xmlns:a="http://schemas.openxmlformats.org/drawingml/2006/main">
              <a:ext uri="{FF2B5EF4-FFF2-40B4-BE49-F238E27FC236}">
                <a16:creationId xmlns:a16="http://schemas.microsoft.com/office/drawing/2014/main" id="{0E741CE5-737B-4F1A-8D13-4DA33CB50439}"/>
              </a:ext>
            </a:extLst>
          </p:cNvPr>
          <p:cNvSpPr>
            <a:spLocks xmlns:a="http://schemas.openxmlformats.org/drawingml/2006/main" noGrp="1"/>
          </p:cNvSpPr>
          <p:nvPr/>
        </p:nvSpPr>
        <p:spPr>
          <a:xfrm xmlns:a="http://schemas.openxmlformats.org/drawingml/2006/main">
            <a:off x="590530" y="6010275"/>
            <a:ext cx="726759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4" b="1" lang="zh-CN" altLang="en-US">
                <a:solidFill>
                  <a:srgbClr val="000000"/>
                </a:solidFill>
                <a:latin typeface="Times New Roman"/>
                <a:ea typeface="SimHei"/>
                <a:cs typeface="Times New Roman"/>
              </a:defRPr>
            </a:defPPr>
          </a:lstStyle>
          <ns0:p xmlns:ns0="http://schemas.openxmlformats.org/drawingml/2006/main">
            <ns0:pPr algn="ctr">
              <ns0:buNone/>
              <ns0:defRPr sz="1354" b="1" lang="zh-CN" altLang="en-US">
                <ns0:solidFill>
                  <ns0:srgbClr val="000000"/>
                </ns0:solidFill>
                <ns0:latin typeface="Times New Roman"/>
                <ns0:ea typeface="SimHei"/>
                <ns0:cs typeface="Times New Roman"/>
              </ns0:defRPr>
            </ns0:pPr>
            <ns0:r>
              <ns0:rPr b="1" lang="zh-CN" altLang="en-US">
                <ns0:latin typeface="Times New Roman"/>
                <ns0:ea typeface="SimHei"/>
                <ns0:cs typeface="Times New Roman"/>
              </ns0:rPr>
              <ns0:t>共同基础：工艺与人员约束、联合决策与可行性检查</ns0:t>
            </ns0:r>
          </ns0:p>
        </p:txBody>
      </p:sp>
      <p:sp>
        <p:nvSpPr>
          <p:cNvPr id="47" name="research-content-label-0">
            <a:extLst xmlns:a="http://schemas.openxmlformats.org/drawingml/2006/main">
              <a:ext uri="{FF2B5EF4-FFF2-40B4-BE49-F238E27FC236}">
                <a16:creationId xmlns:a16="http://schemas.microsoft.com/office/drawing/2014/main" id="{4ADBB8C0-D0A4-469E-916D-122084530F44}"/>
              </a:ext>
            </a:extLst>
          </p:cNvPr>
          <p:cNvSpPr>
            <a:spLocks xmlns:a="http://schemas.openxmlformats.org/drawingml/2006/main" noGrp="1"/>
          </p:cNvSpPr>
          <p:nvPr/>
        </p:nvSpPr>
        <p:spPr>
          <a:xfrm xmlns:a="http://schemas.openxmlformats.org/drawingml/2006/main">
            <a:off x="8305800" y="1228725"/>
            <a:ext cx="3314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lang="zh-CN" altLang="en-US">
                <a:solidFill>
                  <a:srgbClr val="4674CD"/>
                </a:solidFill>
                <a:latin typeface="Times New Roman"/>
                <a:ea typeface="SimHei"/>
                <a:cs typeface="Times New Roman"/>
              </a:defRPr>
            </a:defPPr>
          </a:lstStyle>
          <a:p xmlns:a="http://schemas.openxmlformats.org/drawingml/2006/main">
            <a:pPr algn="l">
              <a:defRPr sz="1950" b="1" lang="zh-CN" altLang="en-US">
                <a:solidFill>
                  <a:srgbClr val="4674CD"/>
                </a:solidFill>
                <a:latin typeface="Times New Roman"/>
                <a:ea typeface="SimHei"/>
                <a:cs typeface="Times New Roman"/>
              </a:defRPr>
            </a:pPr>
            <a:r>
              <a:rPr sz="1950" b="1" lang="zh-CN" altLang="en-US">
                <a:solidFill>
                  <a:srgbClr val="4674CD"/>
                </a:solidFill>
                <a:latin typeface="Times New Roman"/>
                <a:ea typeface="SimHei"/>
                <a:cs typeface="Times New Roman"/>
              </a:rPr>
              <a:t>研究内容一</a:t>
            </a:r>
          </a:p>
        </p:txBody>
      </p:sp>
      <p:sp>
        <p:nvSpPr>
          <p:cNvPr id="48" name="research-content-description-0">
            <a:extLst xmlns:a="http://schemas.openxmlformats.org/drawingml/2006/main">
              <a:ext uri="{FF2B5EF4-FFF2-40B4-BE49-F238E27FC236}">
                <a16:creationId xmlns:a16="http://schemas.microsoft.com/office/drawing/2014/main" id="{C40425AF-6B78-4430-AB85-5C8445B672EB}"/>
              </a:ext>
            </a:extLst>
          </p:cNvPr>
          <p:cNvSpPr>
            <a:spLocks xmlns:a="http://schemas.openxmlformats.org/drawingml/2006/main" noGrp="1"/>
          </p:cNvSpPr>
          <p:nvPr/>
        </p:nvSpPr>
        <p:spPr>
          <a:xfrm xmlns:a="http://schemas.openxmlformats.org/drawingml/2006/main">
            <a:off x="8305800" y="1600200"/>
            <a:ext cx="331470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lang="zh-CN" altLang="en-US">
                <a:solidFill>
                  <a:srgbClr val="111111"/>
                </a:solidFill>
                <a:latin typeface="Times New Roman"/>
                <a:ea typeface="SimHei"/>
                <a:cs typeface="Times New Roman"/>
              </a:defRPr>
            </a:defPPr>
          </a:lstStyle>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面向无扰动生产，采用同构图</a:t>
            </a:r>
          </a:p>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表示工艺与人员状态，联合安排</a:t>
            </a:r>
          </a:p>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工序、站位和具体人员，构造</a:t>
            </a:r>
          </a:p>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可行排程。</a:t>
            </a:r>
          </a:p>
        </p:txBody>
      </p:sp>
      <p:sp>
        <p:nvSpPr>
          <p:cNvPr id="49" name="research-content-label-1">
            <a:extLst xmlns:a="http://schemas.openxmlformats.org/drawingml/2006/main">
              <a:ext uri="{FF2B5EF4-FFF2-40B4-BE49-F238E27FC236}">
                <a16:creationId xmlns:a16="http://schemas.microsoft.com/office/drawing/2014/main" id="{C1CA0173-B7B5-4D4B-AFFA-5325EDE451D8}"/>
              </a:ext>
            </a:extLst>
          </p:cNvPr>
          <p:cNvSpPr>
            <a:spLocks xmlns:a="http://schemas.openxmlformats.org/drawingml/2006/main" noGrp="1"/>
          </p:cNvSpPr>
          <p:nvPr/>
        </p:nvSpPr>
        <p:spPr>
          <a:xfrm xmlns:a="http://schemas.openxmlformats.org/drawingml/2006/main">
            <a:off x="8305800" y="3086100"/>
            <a:ext cx="3314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lang="zh-CN" altLang="en-US">
                <a:solidFill>
                  <a:srgbClr val="4674CD"/>
                </a:solidFill>
                <a:latin typeface="Times New Roman"/>
                <a:ea typeface="SimHei"/>
                <a:cs typeface="Times New Roman"/>
              </a:defRPr>
            </a:defPPr>
          </a:lstStyle>
          <a:p xmlns:a="http://schemas.openxmlformats.org/drawingml/2006/main">
            <a:pPr algn="l">
              <a:defRPr sz="1950" b="1" lang="zh-CN" altLang="en-US">
                <a:solidFill>
                  <a:srgbClr val="4674CD"/>
                </a:solidFill>
                <a:latin typeface="Times New Roman"/>
                <a:ea typeface="SimHei"/>
                <a:cs typeface="Times New Roman"/>
              </a:defRPr>
            </a:pPr>
            <a:r>
              <a:rPr sz="1950" b="1" lang="zh-CN" altLang="en-US">
                <a:solidFill>
                  <a:srgbClr val="4674CD"/>
                </a:solidFill>
                <a:latin typeface="Times New Roman"/>
                <a:ea typeface="SimHei"/>
                <a:cs typeface="Times New Roman"/>
              </a:rPr>
              <a:t>研究内容二</a:t>
            </a:r>
          </a:p>
        </p:txBody>
      </p:sp>
      <p:sp>
        <p:nvSpPr>
          <p:cNvPr id="50" name="research-content-description-1">
            <a:extLst xmlns:a="http://schemas.openxmlformats.org/drawingml/2006/main">
              <a:ext uri="{FF2B5EF4-FFF2-40B4-BE49-F238E27FC236}">
                <a16:creationId xmlns:a16="http://schemas.microsoft.com/office/drawing/2014/main" id="{738E78B0-F946-4E72-A726-FAE7F5A9EA3D}"/>
              </a:ext>
            </a:extLst>
          </p:cNvPr>
          <p:cNvSpPr>
            <a:spLocks xmlns:a="http://schemas.openxmlformats.org/drawingml/2006/main" noGrp="1"/>
          </p:cNvSpPr>
          <p:nvPr/>
        </p:nvSpPr>
        <p:spPr>
          <a:xfrm xmlns:a="http://schemas.openxmlformats.org/drawingml/2006/main">
            <a:off x="8305800" y="3457575"/>
            <a:ext cx="331470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lang="zh-CN" altLang="en-US">
                <a:solidFill>
                  <a:srgbClr val="111111"/>
                </a:solidFill>
                <a:latin typeface="Times New Roman"/>
                <a:ea typeface="SimHei"/>
                <a:cs typeface="Times New Roman"/>
              </a:defRPr>
            </a:defPPr>
          </a:lstStyle>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通过异构图区分工艺与资源</a:t>
            </a:r>
          </a:p>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关系，开展联合调度；延迟开工</a:t>
            </a:r>
          </a:p>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后保留不可修改安排，调整</a:t>
            </a:r>
          </a:p>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后续计划，兼顾完工时间与</a:t>
            </a:r>
          </a:p>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计划稳定性。</a:t>
            </a:r>
          </a:p>
        </p:txBody>
      </p:sp>
      <p:sp>
        <p:nvSpPr>
          <p:cNvPr id="51" name="research-content-label-2">
            <a:extLst xmlns:a="http://schemas.openxmlformats.org/drawingml/2006/main">
              <a:ext uri="{FF2B5EF4-FFF2-40B4-BE49-F238E27FC236}">
                <a16:creationId xmlns:a16="http://schemas.microsoft.com/office/drawing/2014/main" id="{A5BB2C6E-FC74-4EEE-AFAD-F8C900A25E59}"/>
              </a:ext>
            </a:extLst>
          </p:cNvPr>
          <p:cNvSpPr>
            <a:spLocks xmlns:a="http://schemas.openxmlformats.org/drawingml/2006/main" noGrp="1"/>
          </p:cNvSpPr>
          <p:nvPr/>
        </p:nvSpPr>
        <p:spPr>
          <a:xfrm xmlns:a="http://schemas.openxmlformats.org/drawingml/2006/main">
            <a:off x="8305800" y="4943475"/>
            <a:ext cx="3314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lang="zh-CN" altLang="en-US">
                <a:solidFill>
                  <a:srgbClr val="4674CD"/>
                </a:solidFill>
                <a:latin typeface="Times New Roman"/>
                <a:ea typeface="SimHei"/>
                <a:cs typeface="Times New Roman"/>
              </a:defRPr>
            </a:defPPr>
          </a:lstStyle>
          <a:p xmlns:a="http://schemas.openxmlformats.org/drawingml/2006/main">
            <a:pPr algn="l">
              <a:defRPr sz="1950" b="1" lang="zh-CN" altLang="en-US">
                <a:solidFill>
                  <a:srgbClr val="4674CD"/>
                </a:solidFill>
                <a:latin typeface="Times New Roman"/>
                <a:ea typeface="SimHei"/>
                <a:cs typeface="Times New Roman"/>
              </a:defRPr>
            </a:pPr>
            <a:r>
              <a:rPr sz="1950" b="1" lang="zh-CN" altLang="en-US">
                <a:solidFill>
                  <a:srgbClr val="4674CD"/>
                </a:solidFill>
                <a:latin typeface="Times New Roman"/>
                <a:ea typeface="SimHei"/>
                <a:cs typeface="Times New Roman"/>
              </a:rPr>
              <a:t>研究内容三</a:t>
            </a:r>
          </a:p>
        </p:txBody>
      </p:sp>
      <p:sp>
        <p:nvSpPr>
          <p:cNvPr id="52" name="research-content-description-2">
            <a:extLst xmlns:a="http://schemas.openxmlformats.org/drawingml/2006/main">
              <a:ext uri="{FF2B5EF4-FFF2-40B4-BE49-F238E27FC236}">
                <a16:creationId xmlns:a16="http://schemas.microsoft.com/office/drawing/2014/main" id="{77FB95A3-C22C-448D-93A9-6CEFE794CAB9}"/>
              </a:ext>
            </a:extLst>
          </p:cNvPr>
          <p:cNvSpPr>
            <a:spLocks xmlns:a="http://schemas.openxmlformats.org/drawingml/2006/main" noGrp="1"/>
          </p:cNvSpPr>
          <p:nvPr/>
        </p:nvSpPr>
        <p:spPr>
          <a:xfrm xmlns:a="http://schemas.openxmlformats.org/drawingml/2006/main">
            <a:off x="8305800" y="5314950"/>
            <a:ext cx="331470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lang="zh-CN" altLang="en-US">
                <a:solidFill>
                  <a:srgbClr val="111111"/>
                </a:solidFill>
                <a:latin typeface="Times New Roman"/>
                <a:ea typeface="SimHei"/>
                <a:cs typeface="Times New Roman"/>
              </a:defRPr>
            </a:defPPr>
          </a:lstStyle>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面向多架次飞机连续装配，</a:t>
            </a:r>
          </a:p>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结合语义增强与分层信息融合，</a:t>
            </a:r>
          </a:p>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协调各站任务；语义指当前</a:t>
            </a:r>
          </a:p>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进度对共同转站及下一周期</a:t>
            </a:r>
          </a:p>
          <a:p xmlns:a="http://schemas.openxmlformats.org/drawingml/2006/main">
            <a:pPr algn="l">
              <a:defRPr sz="1650" b="0" lang="zh-CN" altLang="en-US">
                <a:solidFill>
                  <a:srgbClr val="111111"/>
                </a:solidFill>
                <a:latin typeface="Times New Roman"/>
                <a:ea typeface="SimHei"/>
                <a:cs typeface="Times New Roman"/>
              </a:defRPr>
            </a:pPr>
            <a:r>
              <a:rPr sz="1650" b="0" lang="zh-CN" altLang="en-US">
                <a:solidFill>
                  <a:srgbClr val="111111"/>
                </a:solidFill>
                <a:latin typeface="Times New Roman"/>
                <a:ea typeface="SimHei"/>
                <a:cs typeface="Times New Roman"/>
              </a:rPr>
              <a:t>的影响。</a:t>
            </a:r>
          </a:p>
        </p:txBody>
      </p:sp>
      <p:sp xmlns:a="http://schemas.openxmlformats.org/drawingml/2006/main">
        <p:nvSpPr>
          <p:cNvPr id="53"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54"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55"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3 研究内容</a:t>
            </a:r>
          </a:p>
        </p:txBody>
      </p:sp>
      <p:sp>
        <p:nvSpPr>
          <p:cNvPr id="56"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0:p xmlns:ns0="http://schemas.openxmlformats.org/drawingml/2006/main">
            <ns0:pPr algn="r">
              <ns0:defRPr sz="1350" b="0" lang="zh-CN" altLang="en-US">
                <ns0:solidFill>
                  <ns0:srgbClr val="000000"/>
                </ns0:solidFill>
                <ns0:latin typeface="Times New Roman"/>
                <ns0:ea typeface="SimHei"/>
                <ns0:cs typeface="Times New Roman"/>
              </ns0:defRPr>
            </ns0:pPr>
            <ns0:r>
              <ns0:rPr b="0" sz="1200" lang="zh-CN" altLang="en-US">
                <ns0:solidFill>
                  <ns0:srgbClr val="666666"/>
                </ns0:solidFill>
                <ns0:latin typeface="Times New Roman"/>
                <ns0:ea typeface="SimHei"/>
                <ns0:cs typeface="Times New Roman"/>
              </ns0:rPr>
              <ns0:t>09</ns0:t>
            </ns0:r>
          </ns0:p>
        </p:txBody>
      </p:sp>
    </p:spTree>
    <p:extLst>
      <p:ext uri="{BB962C8B-B14F-4D97-AF65-F5344CB8AC3E}">
        <p14:creationId xmlns:p14="http://schemas.microsoft.com/office/powerpoint/2010/main" val="1379038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andidate-text-157">
            <a:extLst xmlns:a="http://schemas.openxmlformats.org/drawingml/2006/main">
              <a:ext uri="{FF2B5EF4-FFF2-40B4-BE49-F238E27FC236}">
                <a16:creationId xmlns:a16="http://schemas.microsoft.com/office/drawing/2014/main" id="{E16109CC-0205-4C17-892A-32D1DF41E315}"/>
              </a:ext>
            </a:extLst>
          </p:cNvPr>
          <p:cNvSpPr>
            <a:spLocks xmlns:a="http://schemas.openxmlformats.org/drawingml/2006/main" noGrp="1"/>
          </p:cNvSpPr>
          <p:nvPr/>
        </p:nvSpPr>
        <p:spPr>
          <a:xfrm xmlns:a="http://schemas.openxmlformats.org/drawingml/2006/main">
            <a:off x="619125" y="10382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lang="zh-CN" altLang="en-US">
                <a:solidFill>
                  <a:srgbClr val="000000"/>
                </a:solidFill>
                <a:latin typeface="Times New Roman"/>
                <a:ea typeface="SimHei"/>
                <a:cs typeface="Times New Roman"/>
              </a:defRPr>
            </a:defPPr>
          </a:lstStyle>
          <a:p xmlns:a="http://schemas.openxmlformats.org/drawingml/2006/main">
            <a:pPr algn="l">
              <a:defRPr sz="1875" b="1" lang="zh-CN" altLang="en-US">
                <a:solidFill>
                  <a:srgbClr val="000000"/>
                </a:solidFill>
                <a:latin typeface="Times New Roman"/>
                <a:ea typeface="SimHei"/>
                <a:cs typeface="Times New Roman"/>
              </a:defRPr>
            </a:pPr>
            <a:r>
              <a:rPr b="1" lang="zh-CN" altLang="en-US">
                <a:latin typeface="Times New Roman"/>
                <a:ea typeface="SimHei"/>
                <a:cs typeface="Times New Roman"/>
              </a:rPr>
              <a:t>工艺与资源共同进入图表示，团队选择保持对前序选择的条件依赖</a:t>
            </a:r>
          </a:p>
        </p:txBody>
      </p:sp>
      <p:sp>
        <p:nvSpPr>
          <p:cNvPr id="3" name="candidate-box-158">
            <a:extLst xmlns:a="http://schemas.openxmlformats.org/drawingml/2006/main">
              <a:ext uri="{FF2B5EF4-FFF2-40B4-BE49-F238E27FC236}">
                <a16:creationId xmlns:a16="http://schemas.microsoft.com/office/drawing/2014/main" id="{CA7DBEF8-B434-4BD1-A6E1-1A1112007000}"/>
              </a:ext>
            </a:extLst>
          </p:cNvPr>
          <p:cNvSpPr>
            <a:spLocks xmlns:a="http://schemas.openxmlformats.org/drawingml/2006/main" noGrp="1"/>
          </p:cNvSpPr>
          <p:nvPr/>
        </p:nvSpPr>
        <p:spPr>
          <a:xfrm xmlns:a="http://schemas.openxmlformats.org/drawingml/2006/main">
            <a:off x="619125" y="1581150"/>
            <a:ext cx="3381375" cy="2895600"/>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4" name="candidate-text-159">
            <a:extLst xmlns:a="http://schemas.openxmlformats.org/drawingml/2006/main">
              <a:ext uri="{FF2B5EF4-FFF2-40B4-BE49-F238E27FC236}">
                <a16:creationId xmlns:a16="http://schemas.microsoft.com/office/drawing/2014/main" id="{2FEA1EF9-0376-4AFF-9AA8-485F8FBB0BF2}"/>
              </a:ext>
            </a:extLst>
          </p:cNvPr>
          <p:cNvSpPr>
            <a:spLocks xmlns:a="http://schemas.openxmlformats.org/drawingml/2006/main" noGrp="1"/>
          </p:cNvSpPr>
          <p:nvPr/>
        </p:nvSpPr>
        <p:spPr>
          <a:xfrm xmlns:a="http://schemas.openxmlformats.org/drawingml/2006/main">
            <a:off x="714375" y="1666875"/>
            <a:ext cx="319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lang="zh-CN" altLang="en-US">
                <a:solidFill>
                  <a:srgbClr val="000000"/>
                </a:solidFill>
                <a:latin typeface="Times New Roman"/>
                <a:ea typeface="SimHei"/>
                <a:cs typeface="Times New Roman"/>
              </a:defRPr>
            </a:defPPr>
          </a:lstStyle>
          <a:p xmlns:a="http://schemas.openxmlformats.org/drawingml/2006/main">
            <a:pPr algn="ctr">
              <a:defRPr sz="1875" b="1" lang="zh-CN" altLang="en-US">
                <a:solidFill>
                  <a:srgbClr val="000000"/>
                </a:solidFill>
                <a:latin typeface="Times New Roman"/>
                <a:ea typeface="SimHei"/>
                <a:cs typeface="Times New Roman"/>
              </a:defRPr>
            </a:pPr>
            <a:r>
              <a:rPr b="1" lang="zh-CN" altLang="en-US">
                <a:latin typeface="Times New Roman"/>
                <a:ea typeface="SimHei"/>
                <a:cs typeface="Times New Roman"/>
              </a:rPr>
              <a:t>1  </a:t>
            </a:r>
            <a:r>
              <a:rPr b="1" lang="zh-CN" altLang="en-US">
                <a:latin typeface="Times New Roman"/>
                <a:ea typeface="SimHei"/>
                <a:cs typeface="Times New Roman"/>
              </a:rPr>
              <a:t>同构图统一表示</a:t>
            </a:r>
          </a:p>
        </p:txBody>
      </p:sp>
      <p:sp>
        <p:nvSpPr>
          <p:cNvPr id="5" name="candidate-text-160">
            <a:extLst xmlns:a="http://schemas.openxmlformats.org/drawingml/2006/main">
              <a:ext uri="{FF2B5EF4-FFF2-40B4-BE49-F238E27FC236}">
                <a16:creationId xmlns:a16="http://schemas.microsoft.com/office/drawing/2014/main" id="{EEB565D1-5459-420D-ADE0-6AFD8FB3E4F3}"/>
              </a:ext>
            </a:extLst>
          </p:cNvPr>
          <p:cNvSpPr>
            <a:spLocks xmlns:a="http://schemas.openxmlformats.org/drawingml/2006/main" noGrp="1"/>
          </p:cNvSpPr>
          <p:nvPr/>
        </p:nvSpPr>
        <p:spPr>
          <a:xfrm xmlns:a="http://schemas.openxmlformats.org/drawingml/2006/main">
            <a:off x="733425" y="2000250"/>
            <a:ext cx="3152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lang="zh-CN" altLang="en-US">
                <a:solidFill>
                  <a:srgbClr val="000000"/>
                </a:solidFill>
                <a:latin typeface="Times New Roman"/>
                <a:ea typeface="SimHei"/>
                <a:cs typeface="Times New Roman"/>
              </a:defRPr>
            </a:defPPr>
          </a:lstStyle>
          <a:p xmlns:a="http://schemas.openxmlformats.org/drawingml/2006/main">
            <a:pPr algn="ctr">
              <a:defRPr sz="1425" b="0" lang="zh-CN" altLang="en-US">
                <a:solidFill>
                  <a:srgbClr val="000000"/>
                </a:solidFill>
                <a:latin typeface="Times New Roman"/>
                <a:ea typeface="SimHei"/>
                <a:cs typeface="Times New Roman"/>
              </a:defRPr>
            </a:pPr>
            <a:r>
              <a:rPr b="0" lang="zh-CN" altLang="en-US">
                <a:latin typeface="Times New Roman"/>
                <a:ea typeface="SimHei"/>
                <a:cs typeface="Times New Roman"/>
              </a:rPr>
              <a:t>局部结构示意；实际编码完整图</a:t>
            </a:r>
          </a:p>
        </p:txBody>
      </p:sp>
      <p:sp>
        <p:nvSpPr>
          <p:cNvPr id="6" name="candidate-line-161">
            <a:extLst xmlns:a="http://schemas.openxmlformats.org/drawingml/2006/main">
              <a:ext uri="{FF2B5EF4-FFF2-40B4-BE49-F238E27FC236}">
                <a16:creationId xmlns:a16="http://schemas.microsoft.com/office/drawing/2014/main" id="{06825476-1002-4D7E-87FD-1B203337CC7D}"/>
              </a:ext>
            </a:extLst>
          </p:cNvPr>
          <p:cNvSpPr>
            <a:spLocks xmlns:a="http://schemas.openxmlformats.org/drawingml/2006/main" noGrp="1"/>
          </p:cNvSpPr>
          <p:nvPr/>
        </p:nvSpPr>
        <p:spPr>
          <a:xfrm xmlns:a="http://schemas.openxmlformats.org/drawingml/2006/main" flipH="0" flipV="0">
            <a:off x="1212533" y="2566988"/>
            <a:ext cx="1062990" cy="0"/>
          </a:xfrm>
          <a:prstGeom xmlns:a="http://schemas.openxmlformats.org/drawingml/2006/main" prst="line">
            <a:avLst/>
          </a:prstGeom>
          <a:noFill xmlns:a="http://schemas.openxmlformats.org/drawingml/2006/main"/>
          <a:ln xmlns:a="http://schemas.openxmlformats.org/drawingml/2006/main" w="11906">
            <a:solidFill>
              <a:srgbClr val="000000"/>
            </a:solidFill>
            <a:prstDash val="solid"/>
          </a:ln>
        </p:spPr>
      </p:sp>
      <p:sp>
        <p:nvSpPr>
          <p:cNvPr id="7" name="candidate-line-162">
            <a:extLst xmlns:a="http://schemas.openxmlformats.org/drawingml/2006/main">
              <a:ext uri="{FF2B5EF4-FFF2-40B4-BE49-F238E27FC236}">
                <a16:creationId xmlns:a16="http://schemas.microsoft.com/office/drawing/2014/main" id="{BE3F98B3-5C19-42E4-AD14-AC52C38B9A96}"/>
              </a:ext>
            </a:extLst>
          </p:cNvPr>
          <p:cNvSpPr>
            <a:spLocks xmlns:a="http://schemas.openxmlformats.org/drawingml/2006/main" noGrp="1"/>
          </p:cNvSpPr>
          <p:nvPr/>
        </p:nvSpPr>
        <p:spPr>
          <a:xfrm xmlns:a="http://schemas.openxmlformats.org/drawingml/2006/main" flipH="0" flipV="0">
            <a:off x="2275523" y="2566988"/>
            <a:ext cx="1122045" cy="0"/>
          </a:xfrm>
          <a:prstGeom xmlns:a="http://schemas.openxmlformats.org/drawingml/2006/main" prst="line">
            <a:avLst/>
          </a:prstGeom>
          <a:noFill xmlns:a="http://schemas.openxmlformats.org/drawingml/2006/main"/>
          <a:ln xmlns:a="http://schemas.openxmlformats.org/drawingml/2006/main" w="11906">
            <a:solidFill>
              <a:srgbClr val="000000"/>
            </a:solidFill>
            <a:prstDash val="solid"/>
          </a:ln>
        </p:spPr>
      </p:sp>
      <p:sp>
        <p:nvSpPr>
          <p:cNvPr id="8" name="candidate-line-163">
            <a:extLst xmlns:a="http://schemas.openxmlformats.org/drawingml/2006/main">
              <a:ext uri="{FF2B5EF4-FFF2-40B4-BE49-F238E27FC236}">
                <a16:creationId xmlns:a16="http://schemas.microsoft.com/office/drawing/2014/main" id="{E040C6BD-054D-4257-A758-4E7F4AF51178}"/>
              </a:ext>
            </a:extLst>
          </p:cNvPr>
          <p:cNvSpPr>
            <a:spLocks xmlns:a="http://schemas.openxmlformats.org/drawingml/2006/main" noGrp="1"/>
          </p:cNvSpPr>
          <p:nvPr/>
        </p:nvSpPr>
        <p:spPr>
          <a:xfrm xmlns:a="http://schemas.openxmlformats.org/drawingml/2006/main" flipH="0" flipV="0">
            <a:off x="1212533" y="2566988"/>
            <a:ext cx="472440" cy="511016"/>
          </a:xfrm>
          <a:prstGeom xmlns:a="http://schemas.openxmlformats.org/drawingml/2006/main" prst="line">
            <a:avLst/>
          </a:prstGeom>
          <a:noFill xmlns:a="http://schemas.openxmlformats.org/drawingml/2006/main"/>
          <a:ln xmlns:a="http://schemas.openxmlformats.org/drawingml/2006/main" w="11906">
            <a:solidFill>
              <a:srgbClr val="000000"/>
            </a:solidFill>
            <a:prstDash val="solid"/>
          </a:ln>
        </p:spPr>
      </p:sp>
      <p:sp>
        <p:nvSpPr>
          <p:cNvPr id="9" name="candidate-line-164">
            <a:extLst xmlns:a="http://schemas.openxmlformats.org/drawingml/2006/main">
              <a:ext uri="{FF2B5EF4-FFF2-40B4-BE49-F238E27FC236}">
                <a16:creationId xmlns:a16="http://schemas.microsoft.com/office/drawing/2014/main" id="{849CE494-936B-492A-AB1A-96A60C0F9290}"/>
              </a:ext>
            </a:extLst>
          </p:cNvPr>
          <p:cNvSpPr>
            <a:spLocks xmlns:a="http://schemas.openxmlformats.org/drawingml/2006/main" noGrp="1"/>
          </p:cNvSpPr>
          <p:nvPr/>
        </p:nvSpPr>
        <p:spPr>
          <a:xfrm xmlns:a="http://schemas.openxmlformats.org/drawingml/2006/main" flipH="1" flipV="0">
            <a:off x="1684972" y="2566988"/>
            <a:ext cx="590550" cy="511016"/>
          </a:xfrm>
          <a:prstGeom xmlns:a="http://schemas.openxmlformats.org/drawingml/2006/main" prst="line">
            <a:avLst/>
          </a:prstGeom>
          <a:noFill xmlns:a="http://schemas.openxmlformats.org/drawingml/2006/main"/>
          <a:ln xmlns:a="http://schemas.openxmlformats.org/drawingml/2006/main" w="11906">
            <a:solidFill>
              <a:srgbClr val="000000"/>
            </a:solidFill>
            <a:prstDash val="solid"/>
          </a:ln>
        </p:spPr>
      </p:sp>
      <p:sp>
        <p:nvSpPr>
          <p:cNvPr id="10" name="candidate-line-165">
            <a:extLst xmlns:a="http://schemas.openxmlformats.org/drawingml/2006/main">
              <a:ext uri="{FF2B5EF4-FFF2-40B4-BE49-F238E27FC236}">
                <a16:creationId xmlns:a16="http://schemas.microsoft.com/office/drawing/2014/main" id="{6C814815-7757-476E-9564-8A8172E40D2F}"/>
              </a:ext>
            </a:extLst>
          </p:cNvPr>
          <p:cNvSpPr>
            <a:spLocks xmlns:a="http://schemas.openxmlformats.org/drawingml/2006/main" noGrp="1"/>
          </p:cNvSpPr>
          <p:nvPr/>
        </p:nvSpPr>
        <p:spPr>
          <a:xfrm xmlns:a="http://schemas.openxmlformats.org/drawingml/2006/main" flipH="1" flipV="0">
            <a:off x="2954655" y="2566988"/>
            <a:ext cx="442913" cy="511016"/>
          </a:xfrm>
          <a:prstGeom xmlns:a="http://schemas.openxmlformats.org/drawingml/2006/main" prst="line">
            <a:avLst/>
          </a:prstGeom>
          <a:noFill xmlns:a="http://schemas.openxmlformats.org/drawingml/2006/main"/>
          <a:ln xmlns:a="http://schemas.openxmlformats.org/drawingml/2006/main" w="11906">
            <a:solidFill>
              <a:srgbClr val="000000"/>
            </a:solidFill>
            <a:prstDash val="solid"/>
          </a:ln>
        </p:spPr>
      </p:sp>
      <p:sp>
        <p:nvSpPr>
          <p:cNvPr id="11" name="candidate-line-166">
            <a:extLst xmlns:a="http://schemas.openxmlformats.org/drawingml/2006/main">
              <a:ext uri="{FF2B5EF4-FFF2-40B4-BE49-F238E27FC236}">
                <a16:creationId xmlns:a16="http://schemas.microsoft.com/office/drawing/2014/main" id="{FBF8B480-DE13-4591-B87A-9DF1914EB8A6}"/>
              </a:ext>
            </a:extLst>
          </p:cNvPr>
          <p:cNvSpPr>
            <a:spLocks xmlns:a="http://schemas.openxmlformats.org/drawingml/2006/main" noGrp="1"/>
          </p:cNvSpPr>
          <p:nvPr/>
        </p:nvSpPr>
        <p:spPr>
          <a:xfrm xmlns:a="http://schemas.openxmlformats.org/drawingml/2006/main" flipH="1" flipV="0">
            <a:off x="1212533" y="3078004"/>
            <a:ext cx="472440" cy="538639"/>
          </a:xfrm>
          <a:prstGeom xmlns:a="http://schemas.openxmlformats.org/drawingml/2006/main" prst="line">
            <a:avLst/>
          </a:prstGeom>
          <a:noFill xmlns:a="http://schemas.openxmlformats.org/drawingml/2006/main"/>
          <a:ln xmlns:a="http://schemas.openxmlformats.org/drawingml/2006/main" w="11906">
            <a:solidFill>
              <a:srgbClr val="000000"/>
            </a:solidFill>
            <a:prstDash val="solid"/>
          </a:ln>
        </p:spPr>
      </p:sp>
      <p:sp>
        <p:nvSpPr>
          <p:cNvPr id="12" name="candidate-line-167">
            <a:extLst xmlns:a="http://schemas.openxmlformats.org/drawingml/2006/main">
              <a:ext uri="{FF2B5EF4-FFF2-40B4-BE49-F238E27FC236}">
                <a16:creationId xmlns:a16="http://schemas.microsoft.com/office/drawing/2014/main" id="{DB0D8D1C-CE4A-40DF-9046-EBE816CA6E35}"/>
              </a:ext>
            </a:extLst>
          </p:cNvPr>
          <p:cNvSpPr>
            <a:spLocks xmlns:a="http://schemas.openxmlformats.org/drawingml/2006/main" noGrp="1"/>
          </p:cNvSpPr>
          <p:nvPr/>
        </p:nvSpPr>
        <p:spPr>
          <a:xfrm xmlns:a="http://schemas.openxmlformats.org/drawingml/2006/main" flipH="0" flipV="0">
            <a:off x="1684972" y="3078004"/>
            <a:ext cx="590550" cy="538639"/>
          </a:xfrm>
          <a:prstGeom xmlns:a="http://schemas.openxmlformats.org/drawingml/2006/main" prst="line">
            <a:avLst/>
          </a:prstGeom>
          <a:noFill xmlns:a="http://schemas.openxmlformats.org/drawingml/2006/main"/>
          <a:ln xmlns:a="http://schemas.openxmlformats.org/drawingml/2006/main" w="11906">
            <a:solidFill>
              <a:srgbClr val="000000"/>
            </a:solidFill>
            <a:prstDash val="solid"/>
          </a:ln>
        </p:spPr>
      </p:sp>
      <p:sp>
        <p:nvSpPr>
          <p:cNvPr id="13" name="candidate-line-168">
            <a:extLst xmlns:a="http://schemas.openxmlformats.org/drawingml/2006/main">
              <a:ext uri="{FF2B5EF4-FFF2-40B4-BE49-F238E27FC236}">
                <a16:creationId xmlns:a16="http://schemas.microsoft.com/office/drawing/2014/main" id="{2F15479B-F7D1-4205-9622-E78933C52BAC}"/>
              </a:ext>
            </a:extLst>
          </p:cNvPr>
          <p:cNvSpPr>
            <a:spLocks xmlns:a="http://schemas.openxmlformats.org/drawingml/2006/main" noGrp="1"/>
          </p:cNvSpPr>
          <p:nvPr/>
        </p:nvSpPr>
        <p:spPr>
          <a:xfrm xmlns:a="http://schemas.openxmlformats.org/drawingml/2006/main" flipH="1" flipV="0">
            <a:off x="2275523" y="3078004"/>
            <a:ext cx="679132" cy="538639"/>
          </a:xfrm>
          <a:prstGeom xmlns:a="http://schemas.openxmlformats.org/drawingml/2006/main" prst="line">
            <a:avLst/>
          </a:prstGeom>
          <a:noFill xmlns:a="http://schemas.openxmlformats.org/drawingml/2006/main"/>
          <a:ln xmlns:a="http://schemas.openxmlformats.org/drawingml/2006/main" w="11906">
            <a:solidFill>
              <a:srgbClr val="000000"/>
            </a:solidFill>
            <a:prstDash val="solid"/>
          </a:ln>
        </p:spPr>
      </p:sp>
      <p:sp>
        <p:nvSpPr>
          <p:cNvPr id="14" name="candidate-line-169">
            <a:extLst xmlns:a="http://schemas.openxmlformats.org/drawingml/2006/main">
              <a:ext uri="{FF2B5EF4-FFF2-40B4-BE49-F238E27FC236}">
                <a16:creationId xmlns:a16="http://schemas.microsoft.com/office/drawing/2014/main" id="{086D6AAF-CD39-4DC9-B6B0-5364E7AD5A5C}"/>
              </a:ext>
            </a:extLst>
          </p:cNvPr>
          <p:cNvSpPr>
            <a:spLocks xmlns:a="http://schemas.openxmlformats.org/drawingml/2006/main" noGrp="1"/>
          </p:cNvSpPr>
          <p:nvPr/>
        </p:nvSpPr>
        <p:spPr>
          <a:xfrm xmlns:a="http://schemas.openxmlformats.org/drawingml/2006/main" flipH="0" flipV="0">
            <a:off x="2954655" y="3078004"/>
            <a:ext cx="442913" cy="538639"/>
          </a:xfrm>
          <a:prstGeom xmlns:a="http://schemas.openxmlformats.org/drawingml/2006/main" prst="line">
            <a:avLst/>
          </a:prstGeom>
          <a:noFill xmlns:a="http://schemas.openxmlformats.org/drawingml/2006/main"/>
          <a:ln xmlns:a="http://schemas.openxmlformats.org/drawingml/2006/main" w="11906">
            <a:solidFill>
              <a:srgbClr val="000000"/>
            </a:solidFill>
            <a:prstDash val="solid"/>
          </a:ln>
        </p:spPr>
      </p:sp>
      <p:sp>
        <p:nvSpPr>
          <p:cNvPr id="15" name="candidate-box-170">
            <a:extLst xmlns:a="http://schemas.openxmlformats.org/drawingml/2006/main">
              <a:ext uri="{FF2B5EF4-FFF2-40B4-BE49-F238E27FC236}">
                <a16:creationId xmlns:a16="http://schemas.microsoft.com/office/drawing/2014/main" id="{D9CE5C46-C351-4937-87EB-183760F3D460}"/>
              </a:ext>
            </a:extLst>
          </p:cNvPr>
          <p:cNvSpPr>
            <a:spLocks xmlns:a="http://schemas.openxmlformats.org/drawingml/2006/main" noGrp="1"/>
          </p:cNvSpPr>
          <p:nvPr/>
        </p:nvSpPr>
        <p:spPr>
          <a:xfrm xmlns:a="http://schemas.openxmlformats.org/drawingml/2006/main">
            <a:off x="993458" y="2347913"/>
            <a:ext cx="438150" cy="438150"/>
          </a:xfrm>
          <a:prstGeom xmlns:a="http://schemas.openxmlformats.org/drawingml/2006/main" prst="ellipse">
            <a:avLst/>
          </a:prstGeom>
          <a:solidFill xmlns:a="http://schemas.openxmlformats.org/drawingml/2006/main">
            <a:srgbClr val="FFFFFF"/>
          </a:solidFill>
          <a:ln xmlns:a="http://schemas.openxmlformats.org/drawingml/2006/main" w="13335">
            <a:solidFill>
              <a:srgbClr val="000000"/>
            </a:solidFill>
            <a:prstDash val="solid"/>
          </a:ln>
        </p:spPr>
      </p:sp>
      <p:sp>
        <p:nvSpPr>
          <p:cNvPr id="16" name="candidate-text-171">
            <a:extLst xmlns:a="http://schemas.openxmlformats.org/drawingml/2006/main">
              <a:ext uri="{FF2B5EF4-FFF2-40B4-BE49-F238E27FC236}">
                <a16:creationId xmlns:a16="http://schemas.microsoft.com/office/drawing/2014/main" id="{0FF13C8E-1F1C-4F20-BD0B-812889EA25C9}"/>
              </a:ext>
            </a:extLst>
          </p:cNvPr>
          <p:cNvSpPr>
            <a:spLocks xmlns:a="http://schemas.openxmlformats.org/drawingml/2006/main" noGrp="1"/>
          </p:cNvSpPr>
          <p:nvPr/>
        </p:nvSpPr>
        <p:spPr>
          <a:xfrm xmlns:a="http://schemas.openxmlformats.org/drawingml/2006/main">
            <a:off x="993458" y="2347913"/>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工</a:t>
            </a:r>
            <a:r>
              <a:rPr b="0" lang="zh-CN" altLang="en-US">
                <a:latin typeface="Times New Roman"/>
                <a:ea typeface="SimHei"/>
                <a:cs typeface="Times New Roman"/>
              </a:rPr>
              <a:t>1</a:t>
            </a:r>
          </a:p>
        </p:txBody>
      </p:sp>
      <p:sp>
        <p:nvSpPr>
          <p:cNvPr id="17" name="candidate-box-172">
            <a:extLst xmlns:a="http://schemas.openxmlformats.org/drawingml/2006/main">
              <a:ext uri="{FF2B5EF4-FFF2-40B4-BE49-F238E27FC236}">
                <a16:creationId xmlns:a16="http://schemas.microsoft.com/office/drawing/2014/main" id="{B6DA3828-E8AA-4201-BBAF-4DF6FA28CDD4}"/>
              </a:ext>
            </a:extLst>
          </p:cNvPr>
          <p:cNvSpPr>
            <a:spLocks xmlns:a="http://schemas.openxmlformats.org/drawingml/2006/main" noGrp="1"/>
          </p:cNvSpPr>
          <p:nvPr/>
        </p:nvSpPr>
        <p:spPr>
          <a:xfrm xmlns:a="http://schemas.openxmlformats.org/drawingml/2006/main">
            <a:off x="2056448" y="2347913"/>
            <a:ext cx="438150" cy="438150"/>
          </a:xfrm>
          <a:prstGeom xmlns:a="http://schemas.openxmlformats.org/drawingml/2006/main" prst="ellipse">
            <a:avLst/>
          </a:prstGeom>
          <a:solidFill xmlns:a="http://schemas.openxmlformats.org/drawingml/2006/main">
            <a:srgbClr val="FFFFFF"/>
          </a:solidFill>
          <a:ln xmlns:a="http://schemas.openxmlformats.org/drawingml/2006/main" w="13335">
            <a:solidFill>
              <a:srgbClr val="000000"/>
            </a:solidFill>
            <a:prstDash val="solid"/>
          </a:ln>
        </p:spPr>
      </p:sp>
      <p:sp>
        <p:nvSpPr>
          <p:cNvPr id="18" name="candidate-text-173">
            <a:extLst xmlns:a="http://schemas.openxmlformats.org/drawingml/2006/main">
              <a:ext uri="{FF2B5EF4-FFF2-40B4-BE49-F238E27FC236}">
                <a16:creationId xmlns:a16="http://schemas.microsoft.com/office/drawing/2014/main" id="{6711FD21-FC47-455D-90F3-86C73E61A1D6}"/>
              </a:ext>
            </a:extLst>
          </p:cNvPr>
          <p:cNvSpPr>
            <a:spLocks xmlns:a="http://schemas.openxmlformats.org/drawingml/2006/main" noGrp="1"/>
          </p:cNvSpPr>
          <p:nvPr/>
        </p:nvSpPr>
        <p:spPr>
          <a:xfrm xmlns:a="http://schemas.openxmlformats.org/drawingml/2006/main">
            <a:off x="2056448" y="2347913"/>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工</a:t>
            </a:r>
            <a:r>
              <a:rPr b="0" lang="zh-CN" altLang="en-US">
                <a:latin typeface="Times New Roman"/>
                <a:ea typeface="SimHei"/>
                <a:cs typeface="Times New Roman"/>
              </a:rPr>
              <a:t>2</a:t>
            </a:r>
          </a:p>
        </p:txBody>
      </p:sp>
      <p:sp>
        <p:nvSpPr>
          <p:cNvPr id="19" name="candidate-box-174">
            <a:extLst xmlns:a="http://schemas.openxmlformats.org/drawingml/2006/main">
              <a:ext uri="{FF2B5EF4-FFF2-40B4-BE49-F238E27FC236}">
                <a16:creationId xmlns:a16="http://schemas.microsoft.com/office/drawing/2014/main" id="{3102AEC3-8A8B-42BF-9E00-7C5E25D0CDA8}"/>
              </a:ext>
            </a:extLst>
          </p:cNvPr>
          <p:cNvSpPr>
            <a:spLocks xmlns:a="http://schemas.openxmlformats.org/drawingml/2006/main" noGrp="1"/>
          </p:cNvSpPr>
          <p:nvPr/>
        </p:nvSpPr>
        <p:spPr>
          <a:xfrm xmlns:a="http://schemas.openxmlformats.org/drawingml/2006/main">
            <a:off x="3178493" y="2347913"/>
            <a:ext cx="438150" cy="438150"/>
          </a:xfrm>
          <a:prstGeom xmlns:a="http://schemas.openxmlformats.org/drawingml/2006/main" prst="ellipse">
            <a:avLst/>
          </a:prstGeom>
          <a:solidFill xmlns:a="http://schemas.openxmlformats.org/drawingml/2006/main">
            <a:srgbClr val="FFFFFF"/>
          </a:solidFill>
          <a:ln xmlns:a="http://schemas.openxmlformats.org/drawingml/2006/main" w="13335">
            <a:solidFill>
              <a:srgbClr val="000000"/>
            </a:solidFill>
            <a:prstDash val="solid"/>
          </a:ln>
        </p:spPr>
      </p:sp>
      <p:sp>
        <p:nvSpPr>
          <p:cNvPr id="20" name="candidate-text-175">
            <a:extLst xmlns:a="http://schemas.openxmlformats.org/drawingml/2006/main">
              <a:ext uri="{FF2B5EF4-FFF2-40B4-BE49-F238E27FC236}">
                <a16:creationId xmlns:a16="http://schemas.microsoft.com/office/drawing/2014/main" id="{73DF41D7-40CC-44D8-B244-25661EBC3046}"/>
              </a:ext>
            </a:extLst>
          </p:cNvPr>
          <p:cNvSpPr>
            <a:spLocks xmlns:a="http://schemas.openxmlformats.org/drawingml/2006/main" noGrp="1"/>
          </p:cNvSpPr>
          <p:nvPr/>
        </p:nvSpPr>
        <p:spPr>
          <a:xfrm xmlns:a="http://schemas.openxmlformats.org/drawingml/2006/main">
            <a:off x="3178493" y="2347913"/>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工</a:t>
            </a:r>
            <a:r>
              <a:rPr b="0" lang="zh-CN" altLang="en-US">
                <a:latin typeface="Times New Roman"/>
                <a:ea typeface="SimHei"/>
                <a:cs typeface="Times New Roman"/>
              </a:rPr>
              <a:t>3</a:t>
            </a:r>
          </a:p>
        </p:txBody>
      </p:sp>
      <p:sp>
        <p:nvSpPr>
          <p:cNvPr id="21" name="candidate-box-176">
            <a:extLst xmlns:a="http://schemas.openxmlformats.org/drawingml/2006/main">
              <a:ext uri="{FF2B5EF4-FFF2-40B4-BE49-F238E27FC236}">
                <a16:creationId xmlns:a16="http://schemas.microsoft.com/office/drawing/2014/main" id="{FC95A6A1-BE1C-4C33-8ABF-E0DCB3E6D9AA}"/>
              </a:ext>
            </a:extLst>
          </p:cNvPr>
          <p:cNvSpPr>
            <a:spLocks xmlns:a="http://schemas.openxmlformats.org/drawingml/2006/main" noGrp="1"/>
          </p:cNvSpPr>
          <p:nvPr/>
        </p:nvSpPr>
        <p:spPr>
          <a:xfrm xmlns:a="http://schemas.openxmlformats.org/drawingml/2006/main">
            <a:off x="1465897" y="2858929"/>
            <a:ext cx="438150" cy="438150"/>
          </a:xfrm>
          <a:prstGeom xmlns:a="http://schemas.openxmlformats.org/drawingml/2006/main" prst="ellipse">
            <a:avLst/>
          </a:prstGeom>
          <a:solidFill xmlns:a="http://schemas.openxmlformats.org/drawingml/2006/main">
            <a:srgbClr val="FFFFFF"/>
          </a:solidFill>
          <a:ln xmlns:a="http://schemas.openxmlformats.org/drawingml/2006/main" w="13335">
            <a:solidFill>
              <a:srgbClr val="000000"/>
            </a:solidFill>
            <a:prstDash val="solid"/>
          </a:ln>
        </p:spPr>
      </p:sp>
      <p:sp>
        <p:nvSpPr>
          <p:cNvPr id="22" name="candidate-text-177">
            <a:extLst xmlns:a="http://schemas.openxmlformats.org/drawingml/2006/main">
              <a:ext uri="{FF2B5EF4-FFF2-40B4-BE49-F238E27FC236}">
                <a16:creationId xmlns:a16="http://schemas.microsoft.com/office/drawing/2014/main" id="{8EEB6C30-036A-4243-BD40-BF0879377860}"/>
              </a:ext>
            </a:extLst>
          </p:cNvPr>
          <p:cNvSpPr>
            <a:spLocks xmlns:a="http://schemas.openxmlformats.org/drawingml/2006/main" noGrp="1"/>
          </p:cNvSpPr>
          <p:nvPr/>
        </p:nvSpPr>
        <p:spPr>
          <a:xfrm xmlns:a="http://schemas.openxmlformats.org/drawingml/2006/main">
            <a:off x="1465897" y="2858929"/>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站</a:t>
            </a:r>
            <a:r>
              <a:rPr b="0" lang="zh-CN" altLang="en-US">
                <a:latin typeface="Times New Roman"/>
                <a:ea typeface="SimHei"/>
                <a:cs typeface="Times New Roman"/>
              </a:rPr>
              <a:t>1</a:t>
            </a:r>
          </a:p>
        </p:txBody>
      </p:sp>
      <p:sp>
        <p:nvSpPr>
          <p:cNvPr id="23" name="candidate-box-178">
            <a:extLst xmlns:a="http://schemas.openxmlformats.org/drawingml/2006/main">
              <a:ext uri="{FF2B5EF4-FFF2-40B4-BE49-F238E27FC236}">
                <a16:creationId xmlns:a16="http://schemas.microsoft.com/office/drawing/2014/main" id="{9D213129-26D3-410E-B63B-4CA9F1156615}"/>
              </a:ext>
            </a:extLst>
          </p:cNvPr>
          <p:cNvSpPr>
            <a:spLocks xmlns:a="http://schemas.openxmlformats.org/drawingml/2006/main" noGrp="1"/>
          </p:cNvSpPr>
          <p:nvPr/>
        </p:nvSpPr>
        <p:spPr>
          <a:xfrm xmlns:a="http://schemas.openxmlformats.org/drawingml/2006/main">
            <a:off x="2735580" y="2858929"/>
            <a:ext cx="438150" cy="438150"/>
          </a:xfrm>
          <a:prstGeom xmlns:a="http://schemas.openxmlformats.org/drawingml/2006/main" prst="ellipse">
            <a:avLst/>
          </a:prstGeom>
          <a:solidFill xmlns:a="http://schemas.openxmlformats.org/drawingml/2006/main">
            <a:srgbClr val="FFFFFF"/>
          </a:solidFill>
          <a:ln xmlns:a="http://schemas.openxmlformats.org/drawingml/2006/main" w="13335">
            <a:solidFill>
              <a:srgbClr val="000000"/>
            </a:solidFill>
            <a:prstDash val="solid"/>
          </a:ln>
        </p:spPr>
      </p:sp>
      <p:sp>
        <p:nvSpPr>
          <p:cNvPr id="24" name="candidate-text-179">
            <a:extLst xmlns:a="http://schemas.openxmlformats.org/drawingml/2006/main">
              <a:ext uri="{FF2B5EF4-FFF2-40B4-BE49-F238E27FC236}">
                <a16:creationId xmlns:a16="http://schemas.microsoft.com/office/drawing/2014/main" id="{B1DC7499-3E55-4B77-9AB2-6D297EC7A09F}"/>
              </a:ext>
            </a:extLst>
          </p:cNvPr>
          <p:cNvSpPr>
            <a:spLocks xmlns:a="http://schemas.openxmlformats.org/drawingml/2006/main" noGrp="1"/>
          </p:cNvSpPr>
          <p:nvPr/>
        </p:nvSpPr>
        <p:spPr>
          <a:xfrm xmlns:a="http://schemas.openxmlformats.org/drawingml/2006/main">
            <a:off x="2735580" y="2858929"/>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站</a:t>
            </a:r>
            <a:r>
              <a:rPr b="0" lang="zh-CN" altLang="en-US">
                <a:latin typeface="Times New Roman"/>
                <a:ea typeface="SimHei"/>
                <a:cs typeface="Times New Roman"/>
              </a:rPr>
              <a:t>2</a:t>
            </a:r>
          </a:p>
        </p:txBody>
      </p:sp>
      <p:sp>
        <p:nvSpPr>
          <p:cNvPr id="25" name="candidate-box-180">
            <a:extLst xmlns:a="http://schemas.openxmlformats.org/drawingml/2006/main">
              <a:ext uri="{FF2B5EF4-FFF2-40B4-BE49-F238E27FC236}">
                <a16:creationId xmlns:a16="http://schemas.microsoft.com/office/drawing/2014/main" id="{5A96CC51-E8D0-4239-B842-1AAF519FCF51}"/>
              </a:ext>
            </a:extLst>
          </p:cNvPr>
          <p:cNvSpPr>
            <a:spLocks xmlns:a="http://schemas.openxmlformats.org/drawingml/2006/main" noGrp="1"/>
          </p:cNvSpPr>
          <p:nvPr/>
        </p:nvSpPr>
        <p:spPr>
          <a:xfrm xmlns:a="http://schemas.openxmlformats.org/drawingml/2006/main">
            <a:off x="993458" y="3397568"/>
            <a:ext cx="438150" cy="438150"/>
          </a:xfrm>
          <a:prstGeom xmlns:a="http://schemas.openxmlformats.org/drawingml/2006/main" prst="ellipse">
            <a:avLst/>
          </a:prstGeom>
          <a:solidFill xmlns:a="http://schemas.openxmlformats.org/drawingml/2006/main">
            <a:srgbClr val="FFFFFF"/>
          </a:solidFill>
          <a:ln xmlns:a="http://schemas.openxmlformats.org/drawingml/2006/main" w="13335">
            <a:solidFill>
              <a:srgbClr val="000000"/>
            </a:solidFill>
            <a:prstDash val="solid"/>
          </a:ln>
        </p:spPr>
      </p:sp>
      <p:sp>
        <p:nvSpPr>
          <p:cNvPr id="26" name="candidate-text-181">
            <a:extLst xmlns:a="http://schemas.openxmlformats.org/drawingml/2006/main">
              <a:ext uri="{FF2B5EF4-FFF2-40B4-BE49-F238E27FC236}">
                <a16:creationId xmlns:a16="http://schemas.microsoft.com/office/drawing/2014/main" id="{B4990ABA-8621-41B2-BAD5-C2721A287FEE}"/>
              </a:ext>
            </a:extLst>
          </p:cNvPr>
          <p:cNvSpPr>
            <a:spLocks xmlns:a="http://schemas.openxmlformats.org/drawingml/2006/main" noGrp="1"/>
          </p:cNvSpPr>
          <p:nvPr/>
        </p:nvSpPr>
        <p:spPr>
          <a:xfrm xmlns:a="http://schemas.openxmlformats.org/drawingml/2006/main">
            <a:off x="993458" y="3397568"/>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人</a:t>
            </a:r>
            <a:r>
              <a:rPr b="0" lang="zh-CN" altLang="en-US">
                <a:latin typeface="Times New Roman"/>
                <a:ea typeface="SimHei"/>
                <a:cs typeface="Times New Roman"/>
              </a:rPr>
              <a:t>1</a:t>
            </a:r>
          </a:p>
        </p:txBody>
      </p:sp>
      <p:sp>
        <p:nvSpPr>
          <p:cNvPr id="27" name="candidate-box-182">
            <a:extLst xmlns:a="http://schemas.openxmlformats.org/drawingml/2006/main">
              <a:ext uri="{FF2B5EF4-FFF2-40B4-BE49-F238E27FC236}">
                <a16:creationId xmlns:a16="http://schemas.microsoft.com/office/drawing/2014/main" id="{CF119BF6-6DA4-41A8-A375-A7CA1DAC8D4B}"/>
              </a:ext>
            </a:extLst>
          </p:cNvPr>
          <p:cNvSpPr>
            <a:spLocks xmlns:a="http://schemas.openxmlformats.org/drawingml/2006/main" noGrp="1"/>
          </p:cNvSpPr>
          <p:nvPr/>
        </p:nvSpPr>
        <p:spPr>
          <a:xfrm xmlns:a="http://schemas.openxmlformats.org/drawingml/2006/main">
            <a:off x="2056448" y="3397568"/>
            <a:ext cx="438150" cy="438150"/>
          </a:xfrm>
          <a:prstGeom xmlns:a="http://schemas.openxmlformats.org/drawingml/2006/main" prst="ellipse">
            <a:avLst/>
          </a:prstGeom>
          <a:solidFill xmlns:a="http://schemas.openxmlformats.org/drawingml/2006/main">
            <a:srgbClr val="FFFFFF"/>
          </a:solidFill>
          <a:ln xmlns:a="http://schemas.openxmlformats.org/drawingml/2006/main" w="13335">
            <a:solidFill>
              <a:srgbClr val="000000"/>
            </a:solidFill>
            <a:prstDash val="solid"/>
          </a:ln>
        </p:spPr>
      </p:sp>
      <p:sp>
        <p:nvSpPr>
          <p:cNvPr id="28" name="candidate-text-183">
            <a:extLst xmlns:a="http://schemas.openxmlformats.org/drawingml/2006/main">
              <a:ext uri="{FF2B5EF4-FFF2-40B4-BE49-F238E27FC236}">
                <a16:creationId xmlns:a16="http://schemas.microsoft.com/office/drawing/2014/main" id="{37A5683F-2B0B-4E3F-87B0-16FBBBAFB77A}"/>
              </a:ext>
            </a:extLst>
          </p:cNvPr>
          <p:cNvSpPr>
            <a:spLocks xmlns:a="http://schemas.openxmlformats.org/drawingml/2006/main" noGrp="1"/>
          </p:cNvSpPr>
          <p:nvPr/>
        </p:nvSpPr>
        <p:spPr>
          <a:xfrm xmlns:a="http://schemas.openxmlformats.org/drawingml/2006/main">
            <a:off x="2056448" y="3397568"/>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人</a:t>
            </a:r>
            <a:r>
              <a:rPr b="0" lang="zh-CN" altLang="en-US">
                <a:latin typeface="Times New Roman"/>
                <a:ea typeface="SimHei"/>
                <a:cs typeface="Times New Roman"/>
              </a:rPr>
              <a:t>2</a:t>
            </a:r>
          </a:p>
        </p:txBody>
      </p:sp>
      <p:sp>
        <p:nvSpPr>
          <p:cNvPr id="29" name="candidate-box-184">
            <a:extLst xmlns:a="http://schemas.openxmlformats.org/drawingml/2006/main">
              <a:ext uri="{FF2B5EF4-FFF2-40B4-BE49-F238E27FC236}">
                <a16:creationId xmlns:a16="http://schemas.microsoft.com/office/drawing/2014/main" id="{62FD983F-3F09-4CAE-ACD3-9C536166F7B6}"/>
              </a:ext>
            </a:extLst>
          </p:cNvPr>
          <p:cNvSpPr>
            <a:spLocks xmlns:a="http://schemas.openxmlformats.org/drawingml/2006/main" noGrp="1"/>
          </p:cNvSpPr>
          <p:nvPr/>
        </p:nvSpPr>
        <p:spPr>
          <a:xfrm xmlns:a="http://schemas.openxmlformats.org/drawingml/2006/main">
            <a:off x="3178493" y="3397568"/>
            <a:ext cx="438150" cy="438150"/>
          </a:xfrm>
          <a:prstGeom xmlns:a="http://schemas.openxmlformats.org/drawingml/2006/main" prst="ellipse">
            <a:avLst/>
          </a:prstGeom>
          <a:solidFill xmlns:a="http://schemas.openxmlformats.org/drawingml/2006/main">
            <a:srgbClr val="FFFFFF"/>
          </a:solidFill>
          <a:ln xmlns:a="http://schemas.openxmlformats.org/drawingml/2006/main" w="13335">
            <a:solidFill>
              <a:srgbClr val="000000"/>
            </a:solidFill>
            <a:prstDash val="solid"/>
          </a:ln>
        </p:spPr>
      </p:sp>
      <p:sp>
        <p:nvSpPr>
          <p:cNvPr id="30" name="candidate-text-185">
            <a:extLst xmlns:a="http://schemas.openxmlformats.org/drawingml/2006/main">
              <a:ext uri="{FF2B5EF4-FFF2-40B4-BE49-F238E27FC236}">
                <a16:creationId xmlns:a16="http://schemas.microsoft.com/office/drawing/2014/main" id="{B4C333C0-EAB3-4BD8-9BE4-DD28C8E83F33}"/>
              </a:ext>
            </a:extLst>
          </p:cNvPr>
          <p:cNvSpPr>
            <a:spLocks xmlns:a="http://schemas.openxmlformats.org/drawingml/2006/main" noGrp="1"/>
          </p:cNvSpPr>
          <p:nvPr/>
        </p:nvSpPr>
        <p:spPr>
          <a:xfrm xmlns:a="http://schemas.openxmlformats.org/drawingml/2006/main">
            <a:off x="3178493" y="3397568"/>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人</a:t>
            </a:r>
            <a:r>
              <a:rPr b="0" lang="zh-CN" altLang="en-US">
                <a:latin typeface="Times New Roman"/>
                <a:ea typeface="SimHei"/>
                <a:cs typeface="Times New Roman"/>
              </a:rPr>
              <a:t>3</a:t>
            </a:r>
          </a:p>
        </p:txBody>
      </p:sp>
      <p:sp>
        <p:nvSpPr>
          <p:cNvPr id="31" name="candidate-text-186">
            <a:extLst xmlns:a="http://schemas.openxmlformats.org/drawingml/2006/main">
              <a:ext uri="{FF2B5EF4-FFF2-40B4-BE49-F238E27FC236}">
                <a16:creationId xmlns:a16="http://schemas.microsoft.com/office/drawing/2014/main" id="{05BB0D30-430B-43F9-AC26-D8B2241FFE45}"/>
              </a:ext>
            </a:extLst>
          </p:cNvPr>
          <p:cNvSpPr>
            <a:spLocks xmlns:a="http://schemas.openxmlformats.org/drawingml/2006/main" noGrp="1"/>
          </p:cNvSpPr>
          <p:nvPr/>
        </p:nvSpPr>
        <p:spPr>
          <a:xfrm xmlns:a="http://schemas.openxmlformats.org/drawingml/2006/main">
            <a:off x="771525" y="3990975"/>
            <a:ext cx="3086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工艺与资源属性统一进入节点</a:t>
            </a:r>
          </a:p>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所有连接共享传播规则与参数</a:t>
            </a:r>
          </a:p>
        </p:txBody>
      </p:sp>
      <p:sp>
        <p:nvSpPr>
          <p:cNvPr id="32" name="candidate-box-187">
            <a:extLst xmlns:a="http://schemas.openxmlformats.org/drawingml/2006/main">
              <a:ext uri="{FF2B5EF4-FFF2-40B4-BE49-F238E27FC236}">
                <a16:creationId xmlns:a16="http://schemas.microsoft.com/office/drawing/2014/main" id="{37625BC9-8393-4712-8655-E84428DAF005}"/>
              </a:ext>
            </a:extLst>
          </p:cNvPr>
          <p:cNvSpPr>
            <a:spLocks xmlns:a="http://schemas.openxmlformats.org/drawingml/2006/main" noGrp="1"/>
          </p:cNvSpPr>
          <p:nvPr/>
        </p:nvSpPr>
        <p:spPr>
          <a:xfrm xmlns:a="http://schemas.openxmlformats.org/drawingml/2006/main">
            <a:off x="809625" y="4667250"/>
            <a:ext cx="3000375" cy="61912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725" b="0" lang="zh-CN" altLang="en-US">
                <a:solidFill>
                  <a:srgbClr val="000000"/>
                </a:solidFill>
                <a:latin typeface="Times New Roman"/>
                <a:ea typeface="SimHei"/>
                <a:cs typeface="Times New Roman"/>
              </a:defRPr>
            </a:defPPr>
          </a:lstStyle>
          <a:p xmlns:a="http://schemas.openxmlformats.org/drawingml/2006/main">
            <a:pPr algn="ctr">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工序／站位／人员节点表示</a:t>
            </a:r>
          </a:p>
          <a:p xmlns:a="http://schemas.openxmlformats.org/drawingml/2006/main">
            <a:pPr algn="ctr">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与全局调度上下文</a:t>
            </a:r>
          </a:p>
        </p:txBody>
      </p:sp>
      <p:cxnSp>
        <p:nvCxnSpPr>
          <p:cNvPr id="33" name="candidate-arrow-188">
            <a:extLst xmlns:a="http://schemas.openxmlformats.org/drawingml/2006/main">
              <a:ext uri="{FF2B5EF4-FFF2-40B4-BE49-F238E27FC236}">
                <a16:creationId xmlns:a16="http://schemas.microsoft.com/office/drawing/2014/main" id="{F160A7D8-8FD3-469E-8088-5809BB208D20}"/>
              </a:ext>
            </a:extLst>
          </p:cNvPr>
          <p:cNvCxnSpPr/>
          <p:nvPr/>
        </p:nvCxnSpPr>
        <p:spPr>
          <a:xfrm xmlns:a="http://schemas.openxmlformats.org/drawingml/2006/main" flipH="0" flipV="0">
            <a:off x="2305050" y="4476750"/>
            <a:ext cx="0" cy="19050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sp>
        <p:nvSpPr>
          <p:cNvPr id="34" name="candidate-box-189">
            <a:extLst xmlns:a="http://schemas.openxmlformats.org/drawingml/2006/main">
              <a:ext uri="{FF2B5EF4-FFF2-40B4-BE49-F238E27FC236}">
                <a16:creationId xmlns:a16="http://schemas.microsoft.com/office/drawing/2014/main" id="{5A11FDD9-0972-475D-8D21-181E24069806}"/>
              </a:ext>
            </a:extLst>
          </p:cNvPr>
          <p:cNvSpPr>
            <a:spLocks xmlns:a="http://schemas.openxmlformats.org/drawingml/2006/main" noGrp="1"/>
          </p:cNvSpPr>
          <p:nvPr/>
        </p:nvSpPr>
        <p:spPr>
          <a:xfrm xmlns:a="http://schemas.openxmlformats.org/drawingml/2006/main">
            <a:off x="4381500" y="1581150"/>
            <a:ext cx="2343150" cy="159067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35" name="candidate-text-190">
            <a:extLst xmlns:a="http://schemas.openxmlformats.org/drawingml/2006/main">
              <a:ext uri="{FF2B5EF4-FFF2-40B4-BE49-F238E27FC236}">
                <a16:creationId xmlns:a16="http://schemas.microsoft.com/office/drawing/2014/main" id="{3D1B9009-6AEE-4224-BA91-D2D29566E18D}"/>
              </a:ext>
            </a:extLst>
          </p:cNvPr>
          <p:cNvSpPr>
            <a:spLocks xmlns:a="http://schemas.openxmlformats.org/drawingml/2006/main" noGrp="1"/>
          </p:cNvSpPr>
          <p:nvPr/>
        </p:nvSpPr>
        <p:spPr>
          <a:xfrm xmlns:a="http://schemas.openxmlformats.org/drawingml/2006/main">
            <a:off x="4476750" y="1666875"/>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lang="zh-CN" altLang="en-US">
                <a:solidFill>
                  <a:srgbClr val="000000"/>
                </a:solidFill>
                <a:latin typeface="Times New Roman"/>
                <a:ea typeface="SimHei"/>
                <a:cs typeface="Times New Roman"/>
              </a:defRPr>
            </a:defPPr>
          </a:lstStyle>
          <a:p xmlns:a="http://schemas.openxmlformats.org/drawingml/2006/main">
            <a:pPr algn="ctr">
              <a:defRPr sz="1875" b="1" lang="zh-CN" altLang="en-US">
                <a:solidFill>
                  <a:srgbClr val="000000"/>
                </a:solidFill>
                <a:latin typeface="Times New Roman"/>
                <a:ea typeface="SimHei"/>
                <a:cs typeface="Times New Roman"/>
              </a:defRPr>
            </a:pPr>
            <a:r>
              <a:rPr b="1" lang="zh-CN" altLang="en-US">
                <a:latin typeface="Times New Roman"/>
                <a:ea typeface="SimHei"/>
                <a:cs typeface="Times New Roman"/>
              </a:rPr>
              <a:t>2  </a:t>
            </a:r>
            <a:r>
              <a:rPr b="1" lang="zh-CN" altLang="en-US">
                <a:latin typeface="Times New Roman"/>
                <a:ea typeface="SimHei"/>
                <a:cs typeface="Times New Roman"/>
              </a:rPr>
              <a:t>选择工序</a:t>
            </a:r>
            <a:r>
              <a:rPr b="1" lang="zh-CN" altLang="en-US">
                <a:latin typeface="Times New Roman"/>
                <a:ea typeface="SimHei"/>
                <a:cs typeface="Times New Roman"/>
              </a:rPr>
              <a:t> i</a:t>
            </a:r>
          </a:p>
        </p:txBody>
      </p:sp>
      <p:sp>
        <p:nvSpPr>
          <p:cNvPr id="36" name="candidate-text-191">
            <a:extLst xmlns:a="http://schemas.openxmlformats.org/drawingml/2006/main">
              <a:ext uri="{FF2B5EF4-FFF2-40B4-BE49-F238E27FC236}">
                <a16:creationId xmlns:a16="http://schemas.microsoft.com/office/drawing/2014/main" id="{3051BF5C-CEF9-4425-83F5-11938FB9DBF8}"/>
              </a:ext>
            </a:extLst>
          </p:cNvPr>
          <p:cNvSpPr>
            <a:spLocks xmlns:a="http://schemas.openxmlformats.org/drawingml/2006/main" noGrp="1"/>
          </p:cNvSpPr>
          <p:nvPr/>
        </p:nvSpPr>
        <p:spPr>
          <a:xfrm xmlns:a="http://schemas.openxmlformats.org/drawingml/2006/main">
            <a:off x="4486275" y="2038350"/>
            <a:ext cx="213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lang="zh-CN" altLang="en-US">
                <a:solidFill>
                  <a:srgbClr val="000000"/>
                </a:solidFill>
                <a:latin typeface="Times New Roman"/>
                <a:ea typeface="SimHei"/>
                <a:cs typeface="Times New Roman"/>
              </a:defRPr>
            </a:defPPr>
          </a:lstStyle>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前序与当前安排</a:t>
            </a:r>
          </a:p>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资源信息共同参与</a:t>
            </a:r>
          </a:p>
        </p:txBody>
      </p:sp>
      <p:sp>
        <p:nvSpPr>
          <p:cNvPr id="37" name="candidate-box-192">
            <a:extLst xmlns:a="http://schemas.openxmlformats.org/drawingml/2006/main">
              <a:ext uri="{FF2B5EF4-FFF2-40B4-BE49-F238E27FC236}">
                <a16:creationId xmlns:a16="http://schemas.microsoft.com/office/drawing/2014/main" id="{F4913CB1-6C96-4C1C-91CD-2681E923D2DF}"/>
              </a:ext>
            </a:extLst>
          </p:cNvPr>
          <p:cNvSpPr>
            <a:spLocks xmlns:a="http://schemas.openxmlformats.org/drawingml/2006/main" noGrp="1"/>
          </p:cNvSpPr>
          <p:nvPr/>
        </p:nvSpPr>
        <p:spPr>
          <a:xfrm xmlns:a="http://schemas.openxmlformats.org/drawingml/2006/main">
            <a:off x="4543425" y="2657475"/>
            <a:ext cx="2019300" cy="39052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650" b="1" lang="zh-CN" altLang="en-US">
                <a:solidFill>
                  <a:srgbClr val="000000"/>
                </a:solidFill>
                <a:latin typeface="Times New Roman"/>
                <a:ea typeface="SimHei"/>
                <a:cs typeface="Times New Roman"/>
              </a:defRPr>
            </a:defPPr>
          </a:lstStyle>
          <a:p xmlns:a="http://schemas.openxmlformats.org/drawingml/2006/main">
            <a:pPr algn="ctr">
              <a:defRPr sz="1650" b="1" lang="zh-CN" altLang="en-US">
                <a:solidFill>
                  <a:srgbClr val="000000"/>
                </a:solidFill>
                <a:latin typeface="Times New Roman"/>
                <a:ea typeface="SimHei"/>
                <a:cs typeface="Times New Roman"/>
              </a:defRPr>
            </a:pPr>
            <a:r>
              <a:rPr b="1" lang="zh-CN" altLang="en-US">
                <a:latin typeface="Times New Roman"/>
                <a:ea typeface="SimHei"/>
                <a:cs typeface="Times New Roman"/>
              </a:rPr>
              <a:t>合法工序候选</a:t>
            </a:r>
            <a:r>
              <a:rPr b="1" lang="zh-CN" altLang="en-US">
                <a:latin typeface="Times New Roman"/>
                <a:ea typeface="SimHei"/>
                <a:cs typeface="Times New Roman"/>
              </a:rPr>
              <a:t> </a:t>
            </a:r>
            <a:r>
              <a:rPr b="1" lang="zh-CN" altLang="en-US">
                <a:latin typeface="Times New Roman"/>
                <a:ea typeface="SimHei"/>
                <a:cs typeface="Times New Roman"/>
              </a:rPr>
              <a:t>→</a:t>
            </a:r>
            <a:r>
              <a:rPr b="1" lang="zh-CN" altLang="en-US">
                <a:latin typeface="Times New Roman"/>
                <a:ea typeface="SimHei"/>
                <a:cs typeface="Times New Roman"/>
              </a:rPr>
              <a:t> i</a:t>
            </a:r>
          </a:p>
        </p:txBody>
      </p:sp>
      <p:sp>
        <p:nvSpPr>
          <p:cNvPr id="38" name="candidate-line-193">
            <a:extLst xmlns:a="http://schemas.openxmlformats.org/drawingml/2006/main">
              <a:ext uri="{FF2B5EF4-FFF2-40B4-BE49-F238E27FC236}">
                <a16:creationId xmlns:a16="http://schemas.microsoft.com/office/drawing/2014/main" id="{21948FF2-84B9-475E-AA80-EA2BE5CE7440}"/>
              </a:ext>
            </a:extLst>
          </p:cNvPr>
          <p:cNvSpPr>
            <a:spLocks xmlns:a="http://schemas.openxmlformats.org/drawingml/2006/main" noGrp="1"/>
          </p:cNvSpPr>
          <p:nvPr/>
        </p:nvSpPr>
        <p:spPr>
          <a:xfrm xmlns:a="http://schemas.openxmlformats.org/drawingml/2006/main" flipH="0" flipV="0">
            <a:off x="3810000" y="4972050"/>
            <a:ext cx="447675" cy="0"/>
          </a:xfrm>
          <a:prstGeom xmlns:a="http://schemas.openxmlformats.org/drawingml/2006/main" prst="line">
            <a:avLst/>
          </a:prstGeom>
          <a:noFill xmlns:a="http://schemas.openxmlformats.org/drawingml/2006/main"/>
          <a:ln xmlns:a="http://schemas.openxmlformats.org/drawingml/2006/main" w="12383">
            <a:solidFill>
              <a:srgbClr val="000000"/>
            </a:solidFill>
            <a:prstDash val="solid"/>
          </a:ln>
        </p:spPr>
      </p:sp>
      <p:sp>
        <p:nvSpPr>
          <p:cNvPr id="39" name="candidate-line-194">
            <a:extLst xmlns:a="http://schemas.openxmlformats.org/drawingml/2006/main">
              <a:ext uri="{FF2B5EF4-FFF2-40B4-BE49-F238E27FC236}">
                <a16:creationId xmlns:a16="http://schemas.microsoft.com/office/drawing/2014/main" id="{DE6E7269-A479-45B6-9ED6-0F5044525683}"/>
              </a:ext>
            </a:extLst>
          </p:cNvPr>
          <p:cNvSpPr>
            <a:spLocks xmlns:a="http://schemas.openxmlformats.org/drawingml/2006/main" noGrp="1"/>
          </p:cNvSpPr>
          <p:nvPr/>
        </p:nvSpPr>
        <p:spPr>
          <a:xfrm xmlns:a="http://schemas.openxmlformats.org/drawingml/2006/main" flipH="0" flipV="1">
            <a:off x="4257675" y="2847975"/>
            <a:ext cx="0" cy="2124075"/>
          </a:xfrm>
          <a:prstGeom xmlns:a="http://schemas.openxmlformats.org/drawingml/2006/main" prst="line">
            <a:avLst/>
          </a:prstGeom>
          <a:noFill xmlns:a="http://schemas.openxmlformats.org/drawingml/2006/main"/>
          <a:ln xmlns:a="http://schemas.openxmlformats.org/drawingml/2006/main" w="12383">
            <a:solidFill>
              <a:srgbClr val="000000"/>
            </a:solidFill>
            <a:prstDash val="solid"/>
          </a:ln>
        </p:spPr>
      </p:sp>
      <p:cxnSp>
        <p:nvCxnSpPr>
          <p:cNvPr id="40" name="candidate-arrow-195">
            <a:extLst xmlns:a="http://schemas.openxmlformats.org/drawingml/2006/main">
              <a:ext uri="{FF2B5EF4-FFF2-40B4-BE49-F238E27FC236}">
                <a16:creationId xmlns:a16="http://schemas.microsoft.com/office/drawing/2014/main" id="{2C9B5CAC-BBF7-455F-A557-541EEED88340}"/>
              </a:ext>
            </a:extLst>
          </p:cNvPr>
          <p:cNvCxnSpPr/>
          <p:nvPr/>
        </p:nvCxnSpPr>
        <p:spPr>
          <a:xfrm xmlns:a="http://schemas.openxmlformats.org/drawingml/2006/main" flipH="0" flipV="0">
            <a:off x="4257675" y="2847975"/>
            <a:ext cx="123825" cy="0"/>
          </a:xfrm>
          <a:prstGeom xmlns:a="http://schemas.openxmlformats.org/drawingml/2006/main" prst="straightConnector1">
            <a:avLst/>
          </a:prstGeom>
          <a:ln xmlns:a="http://schemas.openxmlformats.org/drawingml/2006/main" w="12383">
            <a:solidFill>
              <a:srgbClr val="000000"/>
            </a:solidFill>
            <a:prstDash val="solid"/>
            <a:tailEnd type="triangle" w="sm" len="sm"/>
          </a:ln>
        </p:spPr>
      </p:cxnSp>
      <p:sp>
        <p:nvSpPr>
          <p:cNvPr id="41" name="candidate-box-196">
            <a:extLst xmlns:a="http://schemas.openxmlformats.org/drawingml/2006/main">
              <a:ext uri="{FF2B5EF4-FFF2-40B4-BE49-F238E27FC236}">
                <a16:creationId xmlns:a16="http://schemas.microsoft.com/office/drawing/2014/main" id="{B6155E62-1DAA-405C-9010-56FFB86FDD28}"/>
              </a:ext>
            </a:extLst>
          </p:cNvPr>
          <p:cNvSpPr>
            <a:spLocks xmlns:a="http://schemas.openxmlformats.org/drawingml/2006/main" noGrp="1"/>
          </p:cNvSpPr>
          <p:nvPr/>
        </p:nvSpPr>
        <p:spPr>
          <a:xfrm xmlns:a="http://schemas.openxmlformats.org/drawingml/2006/main">
            <a:off x="4381500" y="3514725"/>
            <a:ext cx="2343150" cy="1771650"/>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42" name="candidate-text-197">
            <a:extLst xmlns:a="http://schemas.openxmlformats.org/drawingml/2006/main">
              <a:ext uri="{FF2B5EF4-FFF2-40B4-BE49-F238E27FC236}">
                <a16:creationId xmlns:a16="http://schemas.microsoft.com/office/drawing/2014/main" id="{5A061F3F-013A-4452-ADE5-3F90BB69809F}"/>
              </a:ext>
            </a:extLst>
          </p:cNvPr>
          <p:cNvSpPr>
            <a:spLocks xmlns:a="http://schemas.openxmlformats.org/drawingml/2006/main" noGrp="1"/>
          </p:cNvSpPr>
          <p:nvPr/>
        </p:nvSpPr>
        <p:spPr>
          <a:xfrm xmlns:a="http://schemas.openxmlformats.org/drawingml/2006/main">
            <a:off x="4476750" y="36004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lang="zh-CN" altLang="en-US">
                <a:solidFill>
                  <a:srgbClr val="000000"/>
                </a:solidFill>
                <a:latin typeface="Times New Roman"/>
                <a:ea typeface="SimHei"/>
                <a:cs typeface="Times New Roman"/>
              </a:defRPr>
            </a:defPPr>
          </a:lstStyle>
          <a:p xmlns:a="http://schemas.openxmlformats.org/drawingml/2006/main">
            <a:pPr algn="ctr">
              <a:defRPr sz="1875" b="1" lang="zh-CN" altLang="en-US">
                <a:solidFill>
                  <a:srgbClr val="000000"/>
                </a:solidFill>
                <a:latin typeface="Times New Roman"/>
                <a:ea typeface="SimHei"/>
                <a:cs typeface="Times New Roman"/>
              </a:defRPr>
            </a:pPr>
            <a:r>
              <a:rPr b="1" lang="zh-CN" altLang="en-US">
                <a:latin typeface="Times New Roman"/>
                <a:ea typeface="SimHei"/>
                <a:cs typeface="Times New Roman"/>
              </a:rPr>
              <a:t>3  </a:t>
            </a:r>
            <a:r>
              <a:rPr b="1" lang="zh-CN" altLang="en-US">
                <a:latin typeface="Times New Roman"/>
                <a:ea typeface="SimHei"/>
                <a:cs typeface="Times New Roman"/>
              </a:rPr>
              <a:t>选择站位</a:t>
            </a:r>
            <a:r>
              <a:rPr b="1" lang="zh-CN" altLang="en-US">
                <a:latin typeface="Times New Roman"/>
                <a:ea typeface="SimHei"/>
                <a:cs typeface="Times New Roman"/>
              </a:rPr>
              <a:t> m</a:t>
            </a:r>
          </a:p>
        </p:txBody>
      </p:sp>
      <p:sp>
        <p:nvSpPr>
          <p:cNvPr id="43" name="candidate-text-198">
            <a:extLst xmlns:a="http://schemas.openxmlformats.org/drawingml/2006/main">
              <a:ext uri="{FF2B5EF4-FFF2-40B4-BE49-F238E27FC236}">
                <a16:creationId xmlns:a16="http://schemas.microsoft.com/office/drawing/2014/main" id="{887FB3FE-5A47-47B6-964D-0D5ED6007141}"/>
              </a:ext>
            </a:extLst>
          </p:cNvPr>
          <p:cNvSpPr>
            <a:spLocks xmlns:a="http://schemas.openxmlformats.org/drawingml/2006/main" noGrp="1"/>
          </p:cNvSpPr>
          <p:nvPr/>
        </p:nvSpPr>
        <p:spPr>
          <a:xfrm xmlns:a="http://schemas.openxmlformats.org/drawingml/2006/main">
            <a:off x="4495800" y="3952875"/>
            <a:ext cx="21145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lang="zh-CN" altLang="en-US">
                <a:solidFill>
                  <a:srgbClr val="000000"/>
                </a:solidFill>
                <a:latin typeface="Times New Roman"/>
                <a:ea typeface="SimHei"/>
                <a:cs typeface="Times New Roman"/>
              </a:defRPr>
            </a:defPPr>
          </a:lstStyle>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读取所选工序</a:t>
            </a:r>
            <a:r>
              <a:rPr b="0" lang="zh-CN" altLang="en-US">
                <a:latin typeface="Times New Roman"/>
                <a:ea typeface="SimHei"/>
                <a:cs typeface="Times New Roman"/>
              </a:rPr>
              <a:t> i</a:t>
            </a:r>
          </a:p>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检查前后序站位</a:t>
            </a:r>
          </a:p>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与资源可用条件</a:t>
            </a:r>
          </a:p>
        </p:txBody>
      </p:sp>
      <p:sp>
        <p:nvSpPr>
          <p:cNvPr id="44" name="candidate-box-199">
            <a:extLst xmlns:a="http://schemas.openxmlformats.org/drawingml/2006/main">
              <a:ext uri="{FF2B5EF4-FFF2-40B4-BE49-F238E27FC236}">
                <a16:creationId xmlns:a16="http://schemas.microsoft.com/office/drawing/2014/main" id="{C12A2853-B7C4-459C-97D2-23573E7B8DDF}"/>
              </a:ext>
            </a:extLst>
          </p:cNvPr>
          <p:cNvSpPr>
            <a:spLocks xmlns:a="http://schemas.openxmlformats.org/drawingml/2006/main" noGrp="1"/>
          </p:cNvSpPr>
          <p:nvPr/>
        </p:nvSpPr>
        <p:spPr>
          <a:xfrm xmlns:a="http://schemas.openxmlformats.org/drawingml/2006/main">
            <a:off x="4543425" y="4791075"/>
            <a:ext cx="2019300" cy="38100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650" b="1" lang="zh-CN" altLang="en-US">
                <a:solidFill>
                  <a:srgbClr val="000000"/>
                </a:solidFill>
                <a:latin typeface="Times New Roman"/>
                <a:ea typeface="SimHei"/>
                <a:cs typeface="Times New Roman"/>
              </a:defRPr>
            </a:defPPr>
          </a:lstStyle>
          <a:p xmlns:a="http://schemas.openxmlformats.org/drawingml/2006/main">
            <a:pPr algn="ctr">
              <a:defRPr sz="1650" b="1" lang="zh-CN" altLang="en-US">
                <a:solidFill>
                  <a:srgbClr val="000000"/>
                </a:solidFill>
                <a:latin typeface="Times New Roman"/>
                <a:ea typeface="SimHei"/>
                <a:cs typeface="Times New Roman"/>
              </a:defRPr>
            </a:pPr>
            <a:r>
              <a:rPr b="1" lang="zh-CN" altLang="en-US">
                <a:latin typeface="Times New Roman"/>
                <a:ea typeface="SimHei"/>
                <a:cs typeface="Times New Roman"/>
              </a:rPr>
              <a:t>合法站位候选</a:t>
            </a:r>
            <a:r>
              <a:rPr b="1" lang="zh-CN" altLang="en-US">
                <a:latin typeface="Times New Roman"/>
                <a:ea typeface="SimHei"/>
                <a:cs typeface="Times New Roman"/>
              </a:rPr>
              <a:t> </a:t>
            </a:r>
            <a:r>
              <a:rPr b="1" lang="zh-CN" altLang="en-US">
                <a:latin typeface="Times New Roman"/>
                <a:ea typeface="SimHei"/>
                <a:cs typeface="Times New Roman"/>
              </a:rPr>
              <a:t>→</a:t>
            </a:r>
            <a:r>
              <a:rPr b="1" lang="zh-CN" altLang="en-US">
                <a:latin typeface="Times New Roman"/>
                <a:ea typeface="SimHei"/>
                <a:cs typeface="Times New Roman"/>
              </a:rPr>
              <a:t> m</a:t>
            </a:r>
          </a:p>
        </p:txBody>
      </p:sp>
      <p:cxnSp>
        <p:nvCxnSpPr>
          <p:cNvPr id="45" name="candidate-arrow-200">
            <a:extLst xmlns:a="http://schemas.openxmlformats.org/drawingml/2006/main">
              <a:ext uri="{FF2B5EF4-FFF2-40B4-BE49-F238E27FC236}">
                <a16:creationId xmlns:a16="http://schemas.microsoft.com/office/drawing/2014/main" id="{A429E455-5B8B-4982-AB49-93821B9062E1}"/>
              </a:ext>
            </a:extLst>
          </p:cNvPr>
          <p:cNvCxnSpPr/>
          <p:nvPr/>
        </p:nvCxnSpPr>
        <p:spPr>
          <a:xfrm xmlns:a="http://schemas.openxmlformats.org/drawingml/2006/main" flipH="0" flipV="0">
            <a:off x="5553075" y="3171825"/>
            <a:ext cx="0" cy="34290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sp>
        <p:nvSpPr>
          <p:cNvPr id="46" name="candidate-box-201">
            <a:extLst xmlns:a="http://schemas.openxmlformats.org/drawingml/2006/main">
              <a:ext uri="{FF2B5EF4-FFF2-40B4-BE49-F238E27FC236}">
                <a16:creationId xmlns:a16="http://schemas.microsoft.com/office/drawing/2014/main" id="{EEAB8BEA-19EC-405B-B262-48AA537CDC7A}"/>
              </a:ext>
            </a:extLst>
          </p:cNvPr>
          <p:cNvSpPr>
            <a:spLocks xmlns:a="http://schemas.openxmlformats.org/drawingml/2006/main" noGrp="1"/>
          </p:cNvSpPr>
          <p:nvPr/>
        </p:nvSpPr>
        <p:spPr>
          <a:xfrm xmlns:a="http://schemas.openxmlformats.org/drawingml/2006/main">
            <a:off x="7105650" y="1581150"/>
            <a:ext cx="4467225" cy="2895600"/>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47" name="candidate-text-202">
            <a:extLst xmlns:a="http://schemas.openxmlformats.org/drawingml/2006/main">
              <a:ext uri="{FF2B5EF4-FFF2-40B4-BE49-F238E27FC236}">
                <a16:creationId xmlns:a16="http://schemas.microsoft.com/office/drawing/2014/main" id="{856F7407-AD16-4A07-ABB6-04BC283C8510}"/>
              </a:ext>
            </a:extLst>
          </p:cNvPr>
          <p:cNvSpPr>
            <a:spLocks xmlns:a="http://schemas.openxmlformats.org/drawingml/2006/main" noGrp="1"/>
          </p:cNvSpPr>
          <p:nvPr/>
        </p:nvSpPr>
        <p:spPr>
          <a:xfrm xmlns:a="http://schemas.openxmlformats.org/drawingml/2006/main">
            <a:off x="7200900" y="1666875"/>
            <a:ext cx="4276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lang="zh-CN" altLang="en-US">
                <a:solidFill>
                  <a:srgbClr val="000000"/>
                </a:solidFill>
                <a:latin typeface="Times New Roman"/>
                <a:ea typeface="SimHei"/>
                <a:cs typeface="Times New Roman"/>
              </a:defRPr>
            </a:defPPr>
          </a:lstStyle>
          <a:p xmlns:a="http://schemas.openxmlformats.org/drawingml/2006/main">
            <a:pPr algn="ctr">
              <a:defRPr sz="1875" b="1" lang="zh-CN" altLang="en-US">
                <a:solidFill>
                  <a:srgbClr val="000000"/>
                </a:solidFill>
                <a:latin typeface="Times New Roman"/>
                <a:ea typeface="SimHei"/>
                <a:cs typeface="Times New Roman"/>
              </a:defRPr>
            </a:pPr>
            <a:r>
              <a:rPr b="1" lang="zh-CN" altLang="en-US">
                <a:latin typeface="Times New Roman"/>
                <a:ea typeface="SimHei"/>
                <a:cs typeface="Times New Roman"/>
              </a:rPr>
              <a:t>4  </a:t>
            </a:r>
            <a:r>
              <a:rPr b="1" lang="zh-CN" altLang="en-US">
                <a:latin typeface="Times New Roman"/>
                <a:ea typeface="SimHei"/>
                <a:cs typeface="Times New Roman"/>
              </a:rPr>
              <a:t>逐人选择团队成员</a:t>
            </a:r>
          </a:p>
        </p:txBody>
      </p:sp>
      <p:sp>
        <p:nvSpPr>
          <p:cNvPr id="48" name="candidate-box-203">
            <a:extLst xmlns:a="http://schemas.openxmlformats.org/drawingml/2006/main">
              <a:ext uri="{FF2B5EF4-FFF2-40B4-BE49-F238E27FC236}">
                <a16:creationId xmlns:a16="http://schemas.microsoft.com/office/drawing/2014/main" id="{BD1F012D-076E-4EED-B896-BDD1DD6E75A6}"/>
              </a:ext>
            </a:extLst>
          </p:cNvPr>
          <p:cNvSpPr>
            <a:spLocks xmlns:a="http://schemas.openxmlformats.org/drawingml/2006/main" noGrp="1"/>
          </p:cNvSpPr>
          <p:nvPr/>
        </p:nvSpPr>
        <p:spPr>
          <a:xfrm xmlns:a="http://schemas.openxmlformats.org/drawingml/2006/main">
            <a:off x="7286625" y="2162175"/>
            <a:ext cx="1943100" cy="52387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650" b="0" lang="zh-CN" altLang="en-US">
                <a:solidFill>
                  <a:srgbClr val="000000"/>
                </a:solidFill>
                <a:latin typeface="Times New Roman"/>
                <a:ea typeface="SimHei"/>
                <a:cs typeface="Times New Roman"/>
              </a:defRPr>
            </a:defPPr>
          </a:lstStyle>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已选成员</a:t>
            </a:r>
          </a:p>
        </p:txBody>
      </p:sp>
      <p:sp>
        <p:nvSpPr>
          <p:cNvPr id="49" name="candidate-box-204">
            <a:extLst xmlns:a="http://schemas.openxmlformats.org/drawingml/2006/main">
              <a:ext uri="{FF2B5EF4-FFF2-40B4-BE49-F238E27FC236}">
                <a16:creationId xmlns:a16="http://schemas.microsoft.com/office/drawing/2014/main" id="{5E417A36-589E-4C61-9196-9F05D2C44EDA}"/>
              </a:ext>
            </a:extLst>
          </p:cNvPr>
          <p:cNvSpPr>
            <a:spLocks xmlns:a="http://schemas.openxmlformats.org/drawingml/2006/main" noGrp="1"/>
          </p:cNvSpPr>
          <p:nvPr/>
        </p:nvSpPr>
        <p:spPr>
          <a:xfrm xmlns:a="http://schemas.openxmlformats.org/drawingml/2006/main">
            <a:off x="9439275" y="2162175"/>
            <a:ext cx="1933575" cy="52387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工序</a:t>
            </a:r>
            <a:r>
              <a:rPr b="0" lang="zh-CN" altLang="en-US">
                <a:latin typeface="Times New Roman"/>
                <a:ea typeface="SimHei"/>
                <a:cs typeface="Times New Roman"/>
              </a:rPr>
              <a:t> i</a:t>
            </a:r>
            <a:r>
              <a:rPr b="0" lang="zh-CN" altLang="en-US">
                <a:latin typeface="Times New Roman"/>
                <a:ea typeface="SimHei"/>
                <a:cs typeface="Times New Roman"/>
              </a:rPr>
              <a:t>、站位</a:t>
            </a:r>
            <a:r>
              <a:rPr b="0" lang="zh-CN" altLang="en-US">
                <a:latin typeface="Times New Roman"/>
                <a:ea typeface="SimHei"/>
                <a:cs typeface="Times New Roman"/>
              </a:rPr>
              <a:t> m</a:t>
            </a:r>
          </a:p>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人员候选与合法掩码</a:t>
            </a:r>
          </a:p>
        </p:txBody>
      </p:sp>
      <p:sp>
        <p:nvSpPr>
          <p:cNvPr id="50" name="candidate-line-205">
            <a:extLst xmlns:a="http://schemas.openxmlformats.org/drawingml/2006/main">
              <a:ext uri="{FF2B5EF4-FFF2-40B4-BE49-F238E27FC236}">
                <a16:creationId xmlns:a16="http://schemas.microsoft.com/office/drawing/2014/main" id="{D445D5F6-B0BE-4755-9A02-A127EBD3C663}"/>
              </a:ext>
            </a:extLst>
          </p:cNvPr>
          <p:cNvSpPr>
            <a:spLocks xmlns:a="http://schemas.openxmlformats.org/drawingml/2006/main" noGrp="1"/>
          </p:cNvSpPr>
          <p:nvPr/>
        </p:nvSpPr>
        <p:spPr>
          <a:xfrm xmlns:a="http://schemas.openxmlformats.org/drawingml/2006/main" flipH="0" flipV="0">
            <a:off x="8258175" y="2686050"/>
            <a:ext cx="0" cy="228600"/>
          </a:xfrm>
          <a:prstGeom xmlns:a="http://schemas.openxmlformats.org/drawingml/2006/main" prst="line">
            <a:avLst/>
          </a:prstGeom>
          <a:noFill xmlns:a="http://schemas.openxmlformats.org/drawingml/2006/main"/>
          <a:ln xmlns:a="http://schemas.openxmlformats.org/drawingml/2006/main" w="12383">
            <a:solidFill>
              <a:srgbClr val="000000"/>
            </a:solidFill>
            <a:prstDash val="solid"/>
          </a:ln>
        </p:spPr>
      </p:sp>
      <p:sp>
        <p:nvSpPr>
          <p:cNvPr id="51" name="candidate-line-206">
            <a:extLst xmlns:a="http://schemas.openxmlformats.org/drawingml/2006/main">
              <a:ext uri="{FF2B5EF4-FFF2-40B4-BE49-F238E27FC236}">
                <a16:creationId xmlns:a16="http://schemas.microsoft.com/office/drawing/2014/main" id="{193A9203-68C1-4D2C-87D0-A55439603805}"/>
              </a:ext>
            </a:extLst>
          </p:cNvPr>
          <p:cNvSpPr>
            <a:spLocks xmlns:a="http://schemas.openxmlformats.org/drawingml/2006/main" noGrp="1"/>
          </p:cNvSpPr>
          <p:nvPr/>
        </p:nvSpPr>
        <p:spPr>
          <a:xfrm xmlns:a="http://schemas.openxmlformats.org/drawingml/2006/main" flipH="0" flipV="0">
            <a:off x="8258175" y="2914650"/>
            <a:ext cx="1076325" cy="0"/>
          </a:xfrm>
          <a:prstGeom xmlns:a="http://schemas.openxmlformats.org/drawingml/2006/main" prst="line">
            <a:avLst/>
          </a:prstGeom>
          <a:noFill xmlns:a="http://schemas.openxmlformats.org/drawingml/2006/main"/>
          <a:ln xmlns:a="http://schemas.openxmlformats.org/drawingml/2006/main" w="12383">
            <a:solidFill>
              <a:srgbClr val="000000"/>
            </a:solidFill>
            <a:prstDash val="solid"/>
          </a:ln>
        </p:spPr>
      </p:sp>
      <p:cxnSp>
        <p:nvCxnSpPr>
          <p:cNvPr id="52" name="candidate-arrow-207">
            <a:extLst xmlns:a="http://schemas.openxmlformats.org/drawingml/2006/main">
              <a:ext uri="{FF2B5EF4-FFF2-40B4-BE49-F238E27FC236}">
                <a16:creationId xmlns:a16="http://schemas.microsoft.com/office/drawing/2014/main" id="{6DA343E9-E430-4EC9-ACAE-64DC6946F643}"/>
              </a:ext>
            </a:extLst>
          </p:cNvPr>
          <p:cNvCxnSpPr/>
          <p:nvPr/>
        </p:nvCxnSpPr>
        <p:spPr>
          <a:xfrm xmlns:a="http://schemas.openxmlformats.org/drawingml/2006/main" flipH="0" flipV="0">
            <a:off x="9334500" y="2914650"/>
            <a:ext cx="0" cy="180975"/>
          </a:xfrm>
          <a:prstGeom xmlns:a="http://schemas.openxmlformats.org/drawingml/2006/main" prst="straightConnector1">
            <a:avLst/>
          </a:prstGeom>
          <a:ln xmlns:a="http://schemas.openxmlformats.org/drawingml/2006/main" w="12383">
            <a:solidFill>
              <a:srgbClr val="000000"/>
            </a:solidFill>
            <a:prstDash val="solid"/>
            <a:tailEnd type="triangle" w="sm" len="sm"/>
          </a:ln>
        </p:spPr>
      </p:cxnSp>
      <p:sp>
        <p:nvSpPr>
          <p:cNvPr id="53" name="candidate-line-208">
            <a:extLst xmlns:a="http://schemas.openxmlformats.org/drawingml/2006/main">
              <a:ext uri="{FF2B5EF4-FFF2-40B4-BE49-F238E27FC236}">
                <a16:creationId xmlns:a16="http://schemas.microsoft.com/office/drawing/2014/main" id="{6A651AA2-7D2D-4C41-846C-C8ADA5769BC9}"/>
              </a:ext>
            </a:extLst>
          </p:cNvPr>
          <p:cNvSpPr>
            <a:spLocks xmlns:a="http://schemas.openxmlformats.org/drawingml/2006/main" noGrp="1"/>
          </p:cNvSpPr>
          <p:nvPr/>
        </p:nvSpPr>
        <p:spPr>
          <a:xfrm xmlns:a="http://schemas.openxmlformats.org/drawingml/2006/main" flipH="0" flipV="0">
            <a:off x="10401300" y="2686050"/>
            <a:ext cx="0" cy="228600"/>
          </a:xfrm>
          <a:prstGeom xmlns:a="http://schemas.openxmlformats.org/drawingml/2006/main" prst="line">
            <a:avLst/>
          </a:prstGeom>
          <a:noFill xmlns:a="http://schemas.openxmlformats.org/drawingml/2006/main"/>
          <a:ln xmlns:a="http://schemas.openxmlformats.org/drawingml/2006/main" w="12383">
            <a:solidFill>
              <a:srgbClr val="000000"/>
            </a:solidFill>
            <a:prstDash val="solid"/>
          </a:ln>
        </p:spPr>
      </p:sp>
      <p:cxnSp>
        <p:nvCxnSpPr>
          <p:cNvPr id="54" name="candidate-arrow-209">
            <a:extLst xmlns:a="http://schemas.openxmlformats.org/drawingml/2006/main">
              <a:ext uri="{FF2B5EF4-FFF2-40B4-BE49-F238E27FC236}">
                <a16:creationId xmlns:a16="http://schemas.microsoft.com/office/drawing/2014/main" id="{57F93556-D4CD-4553-B08D-609657F80CB0}"/>
              </a:ext>
            </a:extLst>
          </p:cNvPr>
          <p:cNvCxnSpPr/>
          <p:nvPr/>
        </p:nvCxnSpPr>
        <p:spPr>
          <a:xfrm xmlns:a="http://schemas.openxmlformats.org/drawingml/2006/main" flipH="1" flipV="0">
            <a:off x="9334500" y="2914650"/>
            <a:ext cx="1066800" cy="0"/>
          </a:xfrm>
          <a:prstGeom xmlns:a="http://schemas.openxmlformats.org/drawingml/2006/main" prst="straightConnector1">
            <a:avLst/>
          </a:prstGeom>
          <a:ln xmlns:a="http://schemas.openxmlformats.org/drawingml/2006/main" w="12383">
            <a:solidFill>
              <a:srgbClr val="000000"/>
            </a:solidFill>
            <a:prstDash val="solid"/>
            <a:tailEnd type="triangle" w="sm" len="sm"/>
          </a:ln>
        </p:spPr>
      </p:cxnSp>
      <p:sp>
        <p:nvSpPr>
          <p:cNvPr id="55" name="candidate-box-210">
            <a:extLst xmlns:a="http://schemas.openxmlformats.org/drawingml/2006/main">
              <a:ext uri="{FF2B5EF4-FFF2-40B4-BE49-F238E27FC236}">
                <a16:creationId xmlns:a16="http://schemas.microsoft.com/office/drawing/2014/main" id="{7A13AF96-CB18-49BC-8C0D-325E5959D63E}"/>
              </a:ext>
            </a:extLst>
          </p:cNvPr>
          <p:cNvSpPr>
            <a:spLocks xmlns:a="http://schemas.openxmlformats.org/drawingml/2006/main" noGrp="1"/>
          </p:cNvSpPr>
          <p:nvPr/>
        </p:nvSpPr>
        <p:spPr>
          <a:xfrm xmlns:a="http://schemas.openxmlformats.org/drawingml/2006/main">
            <a:off x="8029575" y="3095625"/>
            <a:ext cx="2619375" cy="39052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800" b="1" lang="zh-CN" altLang="en-US">
                <a:solidFill>
                  <a:srgbClr val="000000"/>
                </a:solidFill>
                <a:latin typeface="Times New Roman"/>
                <a:ea typeface="SimHei"/>
                <a:cs typeface="Times New Roman"/>
              </a:defRPr>
            </a:defPPr>
          </a:lstStyle>
          <a:p xmlns:a="http://schemas.openxmlformats.org/drawingml/2006/main">
            <a:pPr algn="ctr">
              <a:defRPr sz="1800" b="1" lang="zh-CN" altLang="en-US">
                <a:solidFill>
                  <a:srgbClr val="000000"/>
                </a:solidFill>
                <a:latin typeface="Times New Roman"/>
                <a:ea typeface="SimHei"/>
                <a:cs typeface="Times New Roman"/>
              </a:defRPr>
            </a:pPr>
            <a:r>
              <a:rPr b="1" lang="zh-CN" altLang="en-US">
                <a:latin typeface="Times New Roman"/>
                <a:ea typeface="SimHei"/>
                <a:cs typeface="Times New Roman"/>
              </a:rPr>
              <a:t>选择下一成员</a:t>
            </a:r>
          </a:p>
        </p:txBody>
      </p:sp>
      <p:cxnSp>
        <p:nvCxnSpPr>
          <p:cNvPr id="56" name="candidate-arrow-211">
            <a:extLst xmlns:a="http://schemas.openxmlformats.org/drawingml/2006/main">
              <a:ext uri="{FF2B5EF4-FFF2-40B4-BE49-F238E27FC236}">
                <a16:creationId xmlns:a16="http://schemas.microsoft.com/office/drawing/2014/main" id="{111C5BD2-DC7E-46F3-850E-CCFA9598D614}"/>
              </a:ext>
            </a:extLst>
          </p:cNvPr>
          <p:cNvCxnSpPr/>
          <p:nvPr/>
        </p:nvCxnSpPr>
        <p:spPr>
          <a:xfrm xmlns:a="http://schemas.openxmlformats.org/drawingml/2006/main" flipH="0" flipV="0">
            <a:off x="9334500" y="3486150"/>
            <a:ext cx="0" cy="15240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sp>
        <p:nvSpPr>
          <p:cNvPr id="57" name="candidate-box-212">
            <a:extLst xmlns:a="http://schemas.openxmlformats.org/drawingml/2006/main">
              <a:ext uri="{FF2B5EF4-FFF2-40B4-BE49-F238E27FC236}">
                <a16:creationId xmlns:a16="http://schemas.microsoft.com/office/drawing/2014/main" id="{29CC9617-A599-4D1A-BD8C-B303BC6EA1BA}"/>
              </a:ext>
            </a:extLst>
          </p:cNvPr>
          <p:cNvSpPr>
            <a:spLocks xmlns:a="http://schemas.openxmlformats.org/drawingml/2006/main" noGrp="1"/>
          </p:cNvSpPr>
          <p:nvPr/>
        </p:nvSpPr>
        <p:spPr>
          <a:xfrm xmlns:a="http://schemas.openxmlformats.org/drawingml/2006/main">
            <a:off x="8029575" y="3638550"/>
            <a:ext cx="2619375" cy="39052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650" b="0" lang="zh-CN" altLang="en-US">
                <a:solidFill>
                  <a:srgbClr val="000000"/>
                </a:solidFill>
                <a:latin typeface="Times New Roman"/>
                <a:ea typeface="SimHei"/>
                <a:cs typeface="Times New Roman"/>
              </a:defRPr>
            </a:defPPr>
          </a:lstStyle>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加入成员，更新人员候选</a:t>
            </a:r>
          </a:p>
        </p:txBody>
      </p:sp>
      <p:sp>
        <p:nvSpPr>
          <p:cNvPr id="58" name="candidate-line-213">
            <a:extLst xmlns:a="http://schemas.openxmlformats.org/drawingml/2006/main">
              <a:ext uri="{FF2B5EF4-FFF2-40B4-BE49-F238E27FC236}">
                <a16:creationId xmlns:a16="http://schemas.microsoft.com/office/drawing/2014/main" id="{F5CF86D0-52CA-4FCB-9A96-11D004500A71}"/>
              </a:ext>
            </a:extLst>
          </p:cNvPr>
          <p:cNvSpPr>
            <a:spLocks xmlns:a="http://schemas.openxmlformats.org/drawingml/2006/main" noGrp="1"/>
          </p:cNvSpPr>
          <p:nvPr/>
        </p:nvSpPr>
        <p:spPr>
          <a:xfrm xmlns:a="http://schemas.openxmlformats.org/drawingml/2006/main" flipH="1" flipV="0">
            <a:off x="7286625" y="3829050"/>
            <a:ext cx="742950" cy="0"/>
          </a:xfrm>
          <a:prstGeom xmlns:a="http://schemas.openxmlformats.org/drawingml/2006/main" prst="line">
            <a:avLst/>
          </a:prstGeom>
          <a:noFill xmlns:a="http://schemas.openxmlformats.org/drawingml/2006/main"/>
          <a:ln xmlns:a="http://schemas.openxmlformats.org/drawingml/2006/main" w="12383">
            <a:solidFill>
              <a:srgbClr val="000000"/>
            </a:solidFill>
            <a:prstDash val="solid"/>
          </a:ln>
        </p:spPr>
      </p:sp>
      <p:cxnSp>
        <p:nvCxnSpPr>
          <p:cNvPr id="59" name="candidate-arrow-214">
            <a:extLst xmlns:a="http://schemas.openxmlformats.org/drawingml/2006/main">
              <a:ext uri="{FF2B5EF4-FFF2-40B4-BE49-F238E27FC236}">
                <a16:creationId xmlns:a16="http://schemas.microsoft.com/office/drawing/2014/main" id="{3C8A2A73-C304-4CD6-B245-DE24A679C42C}"/>
              </a:ext>
            </a:extLst>
          </p:cNvPr>
          <p:cNvCxnSpPr/>
          <p:nvPr/>
        </p:nvCxnSpPr>
        <p:spPr>
          <a:xfrm xmlns:a="http://schemas.openxmlformats.org/drawingml/2006/main" flipH="0" flipV="1">
            <a:off x="7286625" y="2419350"/>
            <a:ext cx="0" cy="1409700"/>
          </a:xfrm>
          <a:prstGeom xmlns:a="http://schemas.openxmlformats.org/drawingml/2006/main" prst="straightConnector1">
            <a:avLst/>
          </a:prstGeom>
          <a:ln xmlns:a="http://schemas.openxmlformats.org/drawingml/2006/main" w="12383">
            <a:solidFill>
              <a:srgbClr val="000000"/>
            </a:solidFill>
            <a:prstDash val="solid"/>
            <a:tailEnd type="triangle" w="sm" len="sm"/>
          </a:ln>
        </p:spPr>
      </p:cxnSp>
      <p:sp>
        <p:nvSpPr>
          <p:cNvPr id="60" name="candidate-text-215">
            <a:extLst xmlns:a="http://schemas.openxmlformats.org/drawingml/2006/main">
              <a:ext uri="{FF2B5EF4-FFF2-40B4-BE49-F238E27FC236}">
                <a16:creationId xmlns:a16="http://schemas.microsoft.com/office/drawing/2014/main" id="{9D699D6A-7AB4-4699-A4B7-2D4A4F4ABA96}"/>
              </a:ext>
            </a:extLst>
          </p:cNvPr>
          <p:cNvSpPr>
            <a:spLocks xmlns:a="http://schemas.openxmlformats.org/drawingml/2006/main" noGrp="1"/>
          </p:cNvSpPr>
          <p:nvPr/>
        </p:nvSpPr>
        <p:spPr>
          <a:xfrm xmlns:a="http://schemas.openxmlformats.org/drawingml/2006/main">
            <a:off x="7334250" y="2876550"/>
            <a:ext cx="6953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lang="zh-CN" altLang="en-US">
                <a:solidFill>
                  <a:srgbClr val="000000"/>
                </a:solidFill>
                <a:latin typeface="Times New Roman"/>
                <a:ea typeface="SimHei"/>
                <a:cs typeface="Times New Roman"/>
              </a:defRPr>
            </a:defPPr>
          </a:lstStyle>
          <a:p xmlns:a="http://schemas.openxmlformats.org/drawingml/2006/main">
            <a:pPr algn="ctr">
              <a:defRPr sz="1350" b="0" lang="zh-CN" altLang="en-US">
                <a:solidFill>
                  <a:srgbClr val="000000"/>
                </a:solidFill>
                <a:latin typeface="Times New Roman"/>
                <a:ea typeface="SimHei"/>
                <a:cs typeface="Times New Roman"/>
              </a:defRPr>
            </a:pPr>
            <a:r>
              <a:rPr b="0" lang="zh-CN" altLang="en-US">
                <a:latin typeface="Times New Roman"/>
                <a:ea typeface="SimHei"/>
                <a:cs typeface="Times New Roman"/>
              </a:rPr>
              <a:t>人数未满</a:t>
            </a:r>
          </a:p>
          <a:p xmlns:a="http://schemas.openxmlformats.org/drawingml/2006/main">
            <a:pPr algn="ctr">
              <a:defRPr sz="1350" b="0" lang="zh-CN" altLang="en-US">
                <a:solidFill>
                  <a:srgbClr val="000000"/>
                </a:solidFill>
                <a:latin typeface="Times New Roman"/>
                <a:ea typeface="SimHei"/>
                <a:cs typeface="Times New Roman"/>
              </a:defRPr>
            </a:pPr>
            <a:r>
              <a:rPr b="0" lang="zh-CN" altLang="en-US">
                <a:latin typeface="Times New Roman"/>
                <a:ea typeface="SimHei"/>
                <a:cs typeface="Times New Roman"/>
              </a:rPr>
              <a:t>继续选择</a:t>
            </a:r>
          </a:p>
        </p:txBody>
      </p:sp>
      <p:cxnSp>
        <p:nvCxnSpPr>
          <p:cNvPr id="61" name="candidate-arrow-216">
            <a:extLst xmlns:a="http://schemas.openxmlformats.org/drawingml/2006/main">
              <a:ext uri="{FF2B5EF4-FFF2-40B4-BE49-F238E27FC236}">
                <a16:creationId xmlns:a16="http://schemas.microsoft.com/office/drawing/2014/main" id="{54FEFEAB-C195-4BCD-BB46-3CD6F469BE4B}"/>
              </a:ext>
            </a:extLst>
          </p:cNvPr>
          <p:cNvCxnSpPr/>
          <p:nvPr/>
        </p:nvCxnSpPr>
        <p:spPr>
          <a:xfrm xmlns:a="http://schemas.openxmlformats.org/drawingml/2006/main" flipH="0" flipV="0">
            <a:off x="9334500" y="4029075"/>
            <a:ext cx="0" cy="59055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sp>
        <p:nvSpPr>
          <p:cNvPr id="62" name="candidate-text-217">
            <a:extLst xmlns:a="http://schemas.openxmlformats.org/drawingml/2006/main">
              <a:ext uri="{FF2B5EF4-FFF2-40B4-BE49-F238E27FC236}">
                <a16:creationId xmlns:a16="http://schemas.microsoft.com/office/drawing/2014/main" id="{2DA9D11C-AE6D-4988-B695-755FDA96F5B5}"/>
              </a:ext>
            </a:extLst>
          </p:cNvPr>
          <p:cNvSpPr>
            <a:spLocks xmlns:a="http://schemas.openxmlformats.org/drawingml/2006/main" noGrp="1"/>
          </p:cNvSpPr>
          <p:nvPr/>
        </p:nvSpPr>
        <p:spPr>
          <a:xfrm xmlns:a="http://schemas.openxmlformats.org/drawingml/2006/main">
            <a:off x="9525000" y="4133850"/>
            <a:ext cx="1847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lang="zh-CN" altLang="en-US">
                <a:solidFill>
                  <a:srgbClr val="000000"/>
                </a:solidFill>
                <a:latin typeface="Times New Roman"/>
                <a:ea typeface="SimHei"/>
                <a:cs typeface="Times New Roman"/>
              </a:defRPr>
            </a:defPPr>
          </a:lstStyle>
          <a:p xmlns:a="http://schemas.openxmlformats.org/drawingml/2006/main">
            <a:pPr algn="ctr">
              <a:defRPr sz="1425" b="0" lang="zh-CN" altLang="en-US">
                <a:solidFill>
                  <a:srgbClr val="000000"/>
                </a:solidFill>
                <a:latin typeface="Times New Roman"/>
                <a:ea typeface="SimHei"/>
                <a:cs typeface="Times New Roman"/>
              </a:defRPr>
            </a:pPr>
            <a:r>
              <a:rPr b="0" lang="zh-CN" altLang="en-US">
                <a:latin typeface="Times New Roman"/>
                <a:ea typeface="SimHei"/>
                <a:cs typeface="Times New Roman"/>
              </a:rPr>
              <a:t>达到工序需求人数</a:t>
            </a:r>
          </a:p>
        </p:txBody>
      </p:sp>
      <p:sp>
        <p:nvSpPr>
          <p:cNvPr id="63" name="candidate-box-218">
            <a:extLst xmlns:a="http://schemas.openxmlformats.org/drawingml/2006/main">
              <a:ext uri="{FF2B5EF4-FFF2-40B4-BE49-F238E27FC236}">
                <a16:creationId xmlns:a16="http://schemas.microsoft.com/office/drawing/2014/main" id="{97E20428-AD65-4BCD-A3FC-0420351B4598}"/>
              </a:ext>
            </a:extLst>
          </p:cNvPr>
          <p:cNvSpPr>
            <a:spLocks xmlns:a="http://schemas.openxmlformats.org/drawingml/2006/main" noGrp="1"/>
          </p:cNvSpPr>
          <p:nvPr/>
        </p:nvSpPr>
        <p:spPr>
          <a:xfrm xmlns:a="http://schemas.openxmlformats.org/drawingml/2006/main">
            <a:off x="7277100" y="4619625"/>
            <a:ext cx="4114800" cy="66675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725" b="1" lang="zh-CN" altLang="en-US">
                <a:solidFill>
                  <a:srgbClr val="000000"/>
                </a:solidFill>
                <a:latin typeface="Times New Roman"/>
                <a:ea typeface="SimHei"/>
                <a:cs typeface="Times New Roman"/>
              </a:defRPr>
            </a:defPPr>
          </a:lstStyle>
          <a:p xmlns:a="http://schemas.openxmlformats.org/drawingml/2006/main">
            <a:pPr algn="ctr">
              <a:defRPr sz="1725" b="1" lang="zh-CN" altLang="en-US">
                <a:solidFill>
                  <a:srgbClr val="000000"/>
                </a:solidFill>
                <a:latin typeface="Times New Roman"/>
                <a:ea typeface="SimHei"/>
                <a:cs typeface="Times New Roman"/>
              </a:defRPr>
            </a:pPr>
            <a:r>
              <a:rPr b="1" lang="zh-CN" altLang="en-US">
                <a:latin typeface="Times New Roman"/>
                <a:ea typeface="SimHei"/>
                <a:cs typeface="Times New Roman"/>
              </a:rPr>
              <a:t>完整动作</a:t>
            </a:r>
          </a:p>
          <a:p xmlns:a="http://schemas.openxmlformats.org/drawingml/2006/main">
            <a:pPr algn="ctr">
              <a:defRPr sz="1725" b="1" lang="zh-CN" altLang="en-US">
                <a:solidFill>
                  <a:srgbClr val="000000"/>
                </a:solidFill>
                <a:latin typeface="Times New Roman"/>
                <a:ea typeface="SimHei"/>
                <a:cs typeface="Times New Roman"/>
              </a:defRPr>
            </a:pPr>
            <a:r>
              <a:rPr b="1" lang="zh-CN" altLang="en-US">
                <a:latin typeface="Times New Roman"/>
                <a:ea typeface="SimHei"/>
                <a:cs typeface="Times New Roman"/>
              </a:rPr>
              <a:t>工序</a:t>
            </a:r>
            <a:r>
              <a:rPr b="1" lang="zh-CN" altLang="en-US">
                <a:latin typeface="Times New Roman"/>
                <a:ea typeface="SimHei"/>
                <a:cs typeface="Times New Roman"/>
              </a:rPr>
              <a:t> i</a:t>
            </a:r>
            <a:r>
              <a:rPr b="1" lang="zh-CN" altLang="en-US">
                <a:latin typeface="Times New Roman"/>
                <a:ea typeface="SimHei"/>
                <a:cs typeface="Times New Roman"/>
              </a:rPr>
              <a:t>、站位</a:t>
            </a:r>
            <a:r>
              <a:rPr b="1" lang="zh-CN" altLang="en-US">
                <a:latin typeface="Times New Roman"/>
                <a:ea typeface="SimHei"/>
                <a:cs typeface="Times New Roman"/>
              </a:rPr>
              <a:t> m</a:t>
            </a:r>
            <a:r>
              <a:rPr b="1" lang="zh-CN" altLang="en-US">
                <a:latin typeface="Times New Roman"/>
                <a:ea typeface="SimHei"/>
                <a:cs typeface="Times New Roman"/>
              </a:rPr>
              <a:t>、具体团队</a:t>
            </a:r>
            <a:r>
              <a:rPr b="1" lang="zh-CN" altLang="en-US">
                <a:latin typeface="Times New Roman"/>
                <a:ea typeface="SimHei"/>
                <a:cs typeface="Times New Roman"/>
              </a:rPr>
              <a:t> W</a:t>
            </a:r>
          </a:p>
        </p:txBody>
      </p:sp>
      <p:sp>
        <p:nvSpPr>
          <p:cNvPr id="64" name="candidate-line-219">
            <a:extLst xmlns:a="http://schemas.openxmlformats.org/drawingml/2006/main">
              <a:ext uri="{FF2B5EF4-FFF2-40B4-BE49-F238E27FC236}">
                <a16:creationId xmlns:a16="http://schemas.microsoft.com/office/drawing/2014/main" id="{900B3512-A91F-44B2-AE8E-04FDBC8EE93E}"/>
              </a:ext>
            </a:extLst>
          </p:cNvPr>
          <p:cNvSpPr>
            <a:spLocks xmlns:a="http://schemas.openxmlformats.org/drawingml/2006/main" noGrp="1"/>
          </p:cNvSpPr>
          <p:nvPr/>
        </p:nvSpPr>
        <p:spPr>
          <a:xfrm xmlns:a="http://schemas.openxmlformats.org/drawingml/2006/main" flipH="0" flipV="0">
            <a:off x="6724650" y="4381500"/>
            <a:ext cx="200025" cy="0"/>
          </a:xfrm>
          <a:prstGeom xmlns:a="http://schemas.openxmlformats.org/drawingml/2006/main" prst="line">
            <a:avLst/>
          </a:prstGeom>
          <a:noFill xmlns:a="http://schemas.openxmlformats.org/drawingml/2006/main"/>
          <a:ln xmlns:a="http://schemas.openxmlformats.org/drawingml/2006/main" w="12383">
            <a:solidFill>
              <a:srgbClr val="000000"/>
            </a:solidFill>
            <a:prstDash val="solid"/>
          </a:ln>
        </p:spPr>
      </p:sp>
      <p:sp>
        <p:nvSpPr>
          <p:cNvPr id="65" name="candidate-line-220">
            <a:extLst xmlns:a="http://schemas.openxmlformats.org/drawingml/2006/main">
              <a:ext uri="{FF2B5EF4-FFF2-40B4-BE49-F238E27FC236}">
                <a16:creationId xmlns:a16="http://schemas.microsoft.com/office/drawing/2014/main" id="{8476E872-CD5E-4B84-AC23-8705880B9762}"/>
              </a:ext>
            </a:extLst>
          </p:cNvPr>
          <p:cNvSpPr>
            <a:spLocks xmlns:a="http://schemas.openxmlformats.org/drawingml/2006/main" noGrp="1"/>
          </p:cNvSpPr>
          <p:nvPr/>
        </p:nvSpPr>
        <p:spPr>
          <a:xfrm xmlns:a="http://schemas.openxmlformats.org/drawingml/2006/main" flipH="0" flipV="1">
            <a:off x="6924675" y="2419350"/>
            <a:ext cx="0" cy="1962150"/>
          </a:xfrm>
          <a:prstGeom xmlns:a="http://schemas.openxmlformats.org/drawingml/2006/main" prst="line">
            <a:avLst/>
          </a:prstGeom>
          <a:noFill xmlns:a="http://schemas.openxmlformats.org/drawingml/2006/main"/>
          <a:ln xmlns:a="http://schemas.openxmlformats.org/drawingml/2006/main" w="12383">
            <a:solidFill>
              <a:srgbClr val="000000"/>
            </a:solidFill>
            <a:prstDash val="solid"/>
          </a:ln>
        </p:spPr>
      </p:sp>
      <p:cxnSp>
        <p:nvCxnSpPr>
          <p:cNvPr id="66" name="candidate-arrow-221">
            <a:extLst xmlns:a="http://schemas.openxmlformats.org/drawingml/2006/main">
              <a:ext uri="{FF2B5EF4-FFF2-40B4-BE49-F238E27FC236}">
                <a16:creationId xmlns:a16="http://schemas.microsoft.com/office/drawing/2014/main" id="{FCF8C6C7-DB2E-4E50-869D-0C4B260024D5}"/>
              </a:ext>
            </a:extLst>
          </p:cNvPr>
          <p:cNvCxnSpPr/>
          <p:nvPr/>
        </p:nvCxnSpPr>
        <p:spPr>
          <a:xfrm xmlns:a="http://schemas.openxmlformats.org/drawingml/2006/main" flipH="0" flipV="0">
            <a:off x="6924675" y="2419350"/>
            <a:ext cx="180975" cy="0"/>
          </a:xfrm>
          <a:prstGeom xmlns:a="http://schemas.openxmlformats.org/drawingml/2006/main" prst="straightConnector1">
            <a:avLst/>
          </a:prstGeom>
          <a:ln xmlns:a="http://schemas.openxmlformats.org/drawingml/2006/main" w="12383">
            <a:solidFill>
              <a:srgbClr val="000000"/>
            </a:solidFill>
            <a:prstDash val="solid"/>
            <a:tailEnd type="triangle" w="sm" len="sm"/>
          </a:ln>
        </p:spPr>
      </p:cxnSp>
      <p:sp>
        <p:nvSpPr>
          <p:cNvPr id="67" name="candidate-box-222">
            <a:extLst xmlns:a="http://schemas.openxmlformats.org/drawingml/2006/main">
              <a:ext uri="{FF2B5EF4-FFF2-40B4-BE49-F238E27FC236}">
                <a16:creationId xmlns:a16="http://schemas.microsoft.com/office/drawing/2014/main" id="{E549065B-07FB-430D-BA15-ABF51D80C355}"/>
              </a:ext>
            </a:extLst>
          </p:cNvPr>
          <p:cNvSpPr>
            <a:spLocks xmlns:a="http://schemas.openxmlformats.org/drawingml/2006/main" noGrp="1"/>
          </p:cNvSpPr>
          <p:nvPr/>
        </p:nvSpPr>
        <p:spPr>
          <a:xfrm xmlns:a="http://schemas.openxmlformats.org/drawingml/2006/main">
            <a:off x="619125" y="5543550"/>
            <a:ext cx="3381375" cy="45720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650" b="0" lang="zh-CN" altLang="en-US">
                <a:solidFill>
                  <a:srgbClr val="000000"/>
                </a:solidFill>
                <a:latin typeface="Times New Roman"/>
                <a:ea typeface="SimHei"/>
                <a:cs typeface="Times New Roman"/>
              </a:defRPr>
            </a:defPPr>
          </a:lstStyle>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前驱完成＋人员日历</a:t>
            </a:r>
          </a:p>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分配合法起止时刻</a:t>
            </a:r>
          </a:p>
        </p:txBody>
      </p:sp>
      <p:sp>
        <p:nvSpPr>
          <p:cNvPr id="68" name="candidate-box-223">
            <a:extLst xmlns:a="http://schemas.openxmlformats.org/drawingml/2006/main">
              <a:ext uri="{FF2B5EF4-FFF2-40B4-BE49-F238E27FC236}">
                <a16:creationId xmlns:a16="http://schemas.microsoft.com/office/drawing/2014/main" id="{7358BBC2-AC87-4506-80AA-DE44E1AD936B}"/>
              </a:ext>
            </a:extLst>
          </p:cNvPr>
          <p:cNvSpPr>
            <a:spLocks xmlns:a="http://schemas.openxmlformats.org/drawingml/2006/main" noGrp="1"/>
          </p:cNvSpPr>
          <p:nvPr/>
        </p:nvSpPr>
        <p:spPr>
          <a:xfrm xmlns:a="http://schemas.openxmlformats.org/drawingml/2006/main">
            <a:off x="4381500" y="5543550"/>
            <a:ext cx="5124450" cy="45720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650" b="0" lang="zh-CN" altLang="en-US">
                <a:solidFill>
                  <a:srgbClr val="000000"/>
                </a:solidFill>
                <a:latin typeface="Times New Roman"/>
                <a:ea typeface="SimHei"/>
                <a:cs typeface="Times New Roman"/>
              </a:defRPr>
            </a:defPPr>
          </a:lstStyle>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写入安排、人员占用与首次使用绑定</a:t>
            </a:r>
          </a:p>
        </p:txBody>
      </p:sp>
      <p:sp>
        <p:nvSpPr>
          <p:cNvPr id="69" name="candidate-box-224">
            <a:extLst xmlns:a="http://schemas.openxmlformats.org/drawingml/2006/main">
              <a:ext uri="{FF2B5EF4-FFF2-40B4-BE49-F238E27FC236}">
                <a16:creationId xmlns:a16="http://schemas.microsoft.com/office/drawing/2014/main" id="{1A60579E-1AAA-42EF-BC93-EF8F3435ED09}"/>
              </a:ext>
            </a:extLst>
          </p:cNvPr>
          <p:cNvSpPr>
            <a:spLocks xmlns:a="http://schemas.openxmlformats.org/drawingml/2006/main" noGrp="1"/>
          </p:cNvSpPr>
          <p:nvPr/>
        </p:nvSpPr>
        <p:spPr>
          <a:xfrm xmlns:a="http://schemas.openxmlformats.org/drawingml/2006/main">
            <a:off x="9820275" y="5543550"/>
            <a:ext cx="1752600" cy="45720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00" b="1" lang="zh-CN" altLang="en-US">
                <a:solidFill>
                  <a:srgbClr val="000000"/>
                </a:solidFill>
                <a:latin typeface="Times New Roman"/>
                <a:ea typeface="SimHei"/>
                <a:cs typeface="Times New Roman"/>
              </a:defRPr>
            </a:defPPr>
          </a:lstStyle>
          <a:p xmlns:a="http://schemas.openxmlformats.org/drawingml/2006/main">
            <a:pPr algn="ctr">
              <a:defRPr sz="1500" b="1" lang="zh-CN" altLang="en-US">
                <a:solidFill>
                  <a:srgbClr val="000000"/>
                </a:solidFill>
                <a:latin typeface="Times New Roman"/>
                <a:ea typeface="SimHei"/>
                <a:cs typeface="Times New Roman"/>
              </a:defRPr>
            </a:pPr>
            <a:r>
              <a:rPr b="1" lang="zh-CN" altLang="en-US">
                <a:latin typeface="Times New Roman"/>
                <a:ea typeface="SimHei"/>
                <a:cs typeface="Times New Roman"/>
              </a:rPr>
              <a:t>全部安排完成</a:t>
            </a:r>
          </a:p>
          <a:p xmlns:a="http://schemas.openxmlformats.org/drawingml/2006/main">
            <a:pPr algn="ctr">
              <a:defRPr sz="1500" b="1" lang="zh-CN" altLang="en-US">
                <a:solidFill>
                  <a:srgbClr val="000000"/>
                </a:solidFill>
                <a:latin typeface="Times New Roman"/>
                <a:ea typeface="SimHei"/>
                <a:cs typeface="Times New Roman"/>
              </a:defRPr>
            </a:pPr>
            <a:r>
              <a:rPr b="1" lang="zh-CN" altLang="en-US">
                <a:latin typeface="Times New Roman"/>
                <a:ea typeface="SimHei"/>
                <a:cs typeface="Times New Roman"/>
              </a:rPr>
              <a:t>基准排程</a:t>
            </a:r>
          </a:p>
        </p:txBody>
      </p:sp>
      <p:sp>
        <p:nvSpPr>
          <p:cNvPr id="70" name="candidate-line-225">
            <a:extLst xmlns:a="http://schemas.openxmlformats.org/drawingml/2006/main">
              <a:ext uri="{FF2B5EF4-FFF2-40B4-BE49-F238E27FC236}">
                <a16:creationId xmlns:a16="http://schemas.microsoft.com/office/drawing/2014/main" id="{EA2C1CAA-05CF-482A-9E00-D6F59804A936}"/>
              </a:ext>
            </a:extLst>
          </p:cNvPr>
          <p:cNvSpPr>
            <a:spLocks xmlns:a="http://schemas.openxmlformats.org/drawingml/2006/main" noGrp="1"/>
          </p:cNvSpPr>
          <p:nvPr/>
        </p:nvSpPr>
        <p:spPr>
          <a:xfrm xmlns:a="http://schemas.openxmlformats.org/drawingml/2006/main" flipH="0" flipV="0">
            <a:off x="9324975" y="5286375"/>
            <a:ext cx="0" cy="142875"/>
          </a:xfrm>
          <a:prstGeom xmlns:a="http://schemas.openxmlformats.org/drawingml/2006/main" prst="line">
            <a:avLst/>
          </a:prstGeom>
          <a:noFill xmlns:a="http://schemas.openxmlformats.org/drawingml/2006/main"/>
          <a:ln xmlns:a="http://schemas.openxmlformats.org/drawingml/2006/main" w="12383">
            <a:solidFill>
              <a:srgbClr val="000000"/>
            </a:solidFill>
            <a:prstDash val="solid"/>
          </a:ln>
        </p:spPr>
      </p:sp>
      <p:sp>
        <p:nvSpPr>
          <p:cNvPr id="71" name="candidate-line-226">
            <a:extLst xmlns:a="http://schemas.openxmlformats.org/drawingml/2006/main">
              <a:ext uri="{FF2B5EF4-FFF2-40B4-BE49-F238E27FC236}">
                <a16:creationId xmlns:a16="http://schemas.microsoft.com/office/drawing/2014/main" id="{9248640C-DF14-4556-A39E-626A7B3CD92F}"/>
              </a:ext>
            </a:extLst>
          </p:cNvPr>
          <p:cNvSpPr>
            <a:spLocks xmlns:a="http://schemas.openxmlformats.org/drawingml/2006/main" noGrp="1"/>
          </p:cNvSpPr>
          <p:nvPr/>
        </p:nvSpPr>
        <p:spPr>
          <a:xfrm xmlns:a="http://schemas.openxmlformats.org/drawingml/2006/main" flipH="1" flipV="0">
            <a:off x="2305050" y="5429250"/>
            <a:ext cx="7019925" cy="0"/>
          </a:xfrm>
          <a:prstGeom xmlns:a="http://schemas.openxmlformats.org/drawingml/2006/main" prst="line">
            <a:avLst/>
          </a:prstGeom>
          <a:noFill xmlns:a="http://schemas.openxmlformats.org/drawingml/2006/main"/>
          <a:ln xmlns:a="http://schemas.openxmlformats.org/drawingml/2006/main" w="12383">
            <a:solidFill>
              <a:srgbClr val="000000"/>
            </a:solidFill>
            <a:prstDash val="solid"/>
          </a:ln>
        </p:spPr>
      </p:sp>
      <p:cxnSp>
        <p:nvCxnSpPr>
          <p:cNvPr id="72" name="candidate-arrow-227">
            <a:extLst xmlns:a="http://schemas.openxmlformats.org/drawingml/2006/main">
              <a:ext uri="{FF2B5EF4-FFF2-40B4-BE49-F238E27FC236}">
                <a16:creationId xmlns:a16="http://schemas.microsoft.com/office/drawing/2014/main" id="{FBBB97CF-18AF-467E-B6DA-D7F79D34C6D4}"/>
              </a:ext>
            </a:extLst>
          </p:cNvPr>
          <p:cNvCxnSpPr/>
          <p:nvPr/>
        </p:nvCxnSpPr>
        <p:spPr>
          <a:xfrm xmlns:a="http://schemas.openxmlformats.org/drawingml/2006/main" flipH="0" flipV="0">
            <a:off x="2305050" y="5429250"/>
            <a:ext cx="0" cy="114300"/>
          </a:xfrm>
          <a:prstGeom xmlns:a="http://schemas.openxmlformats.org/drawingml/2006/main" prst="straightConnector1">
            <a:avLst/>
          </a:prstGeom>
          <a:ln xmlns:a="http://schemas.openxmlformats.org/drawingml/2006/main" w="12383">
            <a:solidFill>
              <a:srgbClr val="000000"/>
            </a:solidFill>
            <a:prstDash val="solid"/>
            <a:tailEnd type="triangle" w="sm" len="sm"/>
          </a:ln>
        </p:spPr>
      </p:cxnSp>
      <p:cxnSp>
        <p:nvCxnSpPr>
          <p:cNvPr id="73" name="candidate-arrow-228">
            <a:extLst xmlns:a="http://schemas.openxmlformats.org/drawingml/2006/main">
              <a:ext uri="{FF2B5EF4-FFF2-40B4-BE49-F238E27FC236}">
                <a16:creationId xmlns:a16="http://schemas.microsoft.com/office/drawing/2014/main" id="{341CE8D8-3D20-43E6-8F9C-F627C8F0B90B}"/>
              </a:ext>
            </a:extLst>
          </p:cNvPr>
          <p:cNvCxnSpPr/>
          <p:nvPr/>
        </p:nvCxnSpPr>
        <p:spPr>
          <a:xfrm xmlns:a="http://schemas.openxmlformats.org/drawingml/2006/main" flipH="0" flipV="0">
            <a:off x="4000500" y="5772150"/>
            <a:ext cx="381000" cy="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cxnSp>
        <p:nvCxnSpPr>
          <p:cNvPr id="74" name="candidate-arrow-229">
            <a:extLst xmlns:a="http://schemas.openxmlformats.org/drawingml/2006/main">
              <a:ext uri="{FF2B5EF4-FFF2-40B4-BE49-F238E27FC236}">
                <a16:creationId xmlns:a16="http://schemas.microsoft.com/office/drawing/2014/main" id="{7B028CA7-3DF3-4E34-BEB5-E0D3B8033377}"/>
              </a:ext>
            </a:extLst>
          </p:cNvPr>
          <p:cNvCxnSpPr/>
          <p:nvPr/>
        </p:nvCxnSpPr>
        <p:spPr>
          <a:xfrm xmlns:a="http://schemas.openxmlformats.org/drawingml/2006/main" flipH="0" flipV="0">
            <a:off x="9505950" y="5772150"/>
            <a:ext cx="314325" cy="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sp>
        <p:nvSpPr>
          <p:cNvPr id="75" name="candidate-text-230">
            <a:extLst xmlns:a="http://schemas.openxmlformats.org/drawingml/2006/main">
              <a:ext uri="{FF2B5EF4-FFF2-40B4-BE49-F238E27FC236}">
                <a16:creationId xmlns:a16="http://schemas.microsoft.com/office/drawing/2014/main" id="{121C1C3C-9503-4A20-B1DE-C687E99B1A42}"/>
              </a:ext>
            </a:extLst>
          </p:cNvPr>
          <p:cNvSpPr>
            <a:spLocks xmlns:a="http://schemas.openxmlformats.org/drawingml/2006/main" noGrp="1"/>
          </p:cNvSpPr>
          <p:nvPr/>
        </p:nvSpPr>
        <p:spPr>
          <a:xfrm xmlns:a="http://schemas.openxmlformats.org/drawingml/2006/main">
            <a:off x="619125" y="6019800"/>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lang="zh-CN" altLang="en-US">
                <a:solidFill>
                  <a:srgbClr val="000000"/>
                </a:solidFill>
                <a:latin typeface="Times New Roman"/>
                <a:ea typeface="SimHei"/>
                <a:cs typeface="Times New Roman"/>
              </a:defRPr>
            </a:defPPr>
          </a:lstStyle>
          <a:p xmlns:a="http://schemas.openxmlformats.org/drawingml/2006/main">
            <a:pPr algn="l">
              <a:defRPr sz="1575" b="1" lang="zh-CN" altLang="en-US">
                <a:solidFill>
                  <a:srgbClr val="000000"/>
                </a:solidFill>
                <a:latin typeface="Times New Roman"/>
                <a:ea typeface="SimHei"/>
                <a:cs typeface="Times New Roman"/>
              </a:defRPr>
            </a:pPr>
            <a:r>
              <a:rPr b="1" lang="zh-CN" altLang="en-US">
                <a:latin typeface="Times New Roman"/>
                <a:ea typeface="SimHei"/>
                <a:cs typeface="Times New Roman"/>
              </a:rPr>
              <a:t>各选择读取共享图表示；状态更新后继续构造，全部完成时输出排程</a:t>
            </a:r>
          </a:p>
        </p:txBody>
      </p:sp>
      <p:sp xmlns:a="http://schemas.openxmlformats.org/drawingml/2006/main">
        <p:nvSpPr>
          <p:cNvPr id="76"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77"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78"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4 技术路线</a:t>
            </a:r>
          </a:p>
        </p:txBody>
      </p:sp>
      <p:sp>
        <p:nvSpPr>
          <p:cNvPr id="79"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lang="zh-CN" altLang="en-US">
                <a:solidFill>
                  <a:srgbClr val="000000"/>
                </a:solidFill>
                <a:latin typeface="Times New Roman"/>
                <a:ea typeface="SimHei"/>
                <a:cs typeface="Times New Roman"/>
              </a:defRPr>
            </a:defPPr>
          </a:lstStyle>
          <ns0:p xmlns:ns0="http://schemas.openxmlformats.org/drawingml/2006/main">
            <ns0:pPr algn="l">
              <ns0:defRPr sz="2850" b="1" lang="zh-CN" altLang="en-US">
                <ns0:solidFill>
                  <ns0:srgbClr val="000000"/>
                </ns0:solidFill>
                <ns0:latin typeface="Times New Roman"/>
                <ns0:ea typeface="SimHei"/>
                <ns0:cs typeface="Times New Roman"/>
              </ns0:defRPr>
            </ns0:pPr>
            <ns0:r>
              <ns0:rPr b="1" sz="2400" lang="zh-CN" altLang="en-US">
                <ns0:solidFill>
                  <ns0:srgbClr val="315CA9"/>
                </ns0:solidFill>
                <ns0:latin typeface="Times New Roman"/>
                <ns0:ea typeface="SimHei"/>
                <ns0:cs typeface="Times New Roman"/>
              </ns0:rPr>
              <ns0:t>研究内容一：同构图下的联合静态调度</ns0:t>
            </ns0:r>
          </ns0:p>
        </p:txBody>
      </p:sp>
      <p:sp>
        <p:nvSpPr>
          <p:cNvPr id="80"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1:p xmlns:ns1="http://schemas.openxmlformats.org/drawingml/2006/main">
            <ns1:pPr algn="r">
              <ns1:defRPr sz="1350" b="0" lang="zh-CN" altLang="en-US">
                <ns1:solidFill>
                  <ns1:srgbClr val="000000"/>
                </ns1:solidFill>
                <ns1:latin typeface="Times New Roman"/>
                <ns1:ea typeface="SimHei"/>
                <ns1:cs typeface="Times New Roman"/>
              </ns1:defRPr>
            </ns1:pPr>
            <ns1:r>
              <ns1:rPr b="0" sz="1200" lang="zh-CN" altLang="en-US">
                <ns1:solidFill>
                  <ns1:srgbClr val="666666"/>
                </ns1:solidFill>
                <ns1:latin typeface="Times New Roman"/>
                <ns1:ea typeface="SimHei"/>
                <ns1:cs typeface="Times New Roman"/>
              </ns1:rPr>
              <ns1:t>10</ns1:t>
            </ns1:r>
          </ns1:p>
        </p:txBody>
      </p:sp>
    </p:spTree>
    <p:extLst>
      <p:ext uri="{BB962C8B-B14F-4D97-AF65-F5344CB8AC3E}">
        <p14:creationId xmlns:p14="http://schemas.microsoft.com/office/powerpoint/2010/main" val="9948009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812EFDB8-E69E-44B2-9A3A-5EF457F12868}"/>
              </a:ext>
            </a:extLst>
          </p:cNvPr>
          <p:cNvCxnSpPr>
            <a:stCxn xmlns:a="http://schemas.openxmlformats.org/drawingml/2006/main" id="48" idx="3"/>
            <a:endCxn xmlns:a="http://schemas.openxmlformats.org/drawingml/2006/main" id="49" idx="1"/>
          </p:cNvCxnSpPr>
          <p:nvPr/>
        </p:nvCxnSpPr>
        <p:spPr>
          <a:xfrm xmlns:a="http://schemas.openxmlformats.org/drawingml/2006/main">
            <a:off x="9639300" y="5295900"/>
            <a:ext cx="400050" cy="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cxnSp>
        <p:nvCxnSpPr>
          <p:cNvPr id="3" name="">
            <a:extLst xmlns:a="http://schemas.openxmlformats.org/drawingml/2006/main">
              <a:ext uri="{FF2B5EF4-FFF2-40B4-BE49-F238E27FC236}">
                <a16:creationId xmlns:a16="http://schemas.microsoft.com/office/drawing/2014/main" id="{8838178B-9B6C-4766-BD42-39313E54322A}"/>
              </a:ext>
            </a:extLst>
          </p:cNvPr>
          <p:cNvCxnSpPr>
            <a:stCxn xmlns:a="http://schemas.openxmlformats.org/drawingml/2006/main" id="47" idx="3"/>
            <a:endCxn xmlns:a="http://schemas.openxmlformats.org/drawingml/2006/main" id="48" idx="1"/>
          </p:cNvCxnSpPr>
          <p:nvPr/>
        </p:nvCxnSpPr>
        <p:spPr>
          <a:xfrm xmlns:a="http://schemas.openxmlformats.org/drawingml/2006/main">
            <a:off x="7591425" y="5295900"/>
            <a:ext cx="400050" cy="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cxnSp>
        <p:nvCxnSpPr>
          <p:cNvPr id="4" name="">
            <a:extLst xmlns:a="http://schemas.openxmlformats.org/drawingml/2006/main">
              <a:ext uri="{FF2B5EF4-FFF2-40B4-BE49-F238E27FC236}">
                <a16:creationId xmlns:a16="http://schemas.microsoft.com/office/drawing/2014/main" id="{A7D653E9-D05D-4F0E-BAB7-7D0996FDF555}"/>
              </a:ext>
            </a:extLst>
          </p:cNvPr>
          <p:cNvCxnSpPr>
            <a:stCxn xmlns:a="http://schemas.openxmlformats.org/drawingml/2006/main" id="46" idx="3"/>
            <a:endCxn xmlns:a="http://schemas.openxmlformats.org/drawingml/2006/main" id="47" idx="1"/>
          </p:cNvCxnSpPr>
          <p:nvPr/>
        </p:nvCxnSpPr>
        <p:spPr>
          <a:xfrm xmlns:a="http://schemas.openxmlformats.org/drawingml/2006/main">
            <a:off x="4343400" y="5295900"/>
            <a:ext cx="371475" cy="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cxnSp>
        <p:nvCxnSpPr>
          <p:cNvPr id="5" name="">
            <a:extLst xmlns:a="http://schemas.openxmlformats.org/drawingml/2006/main">
              <a:ext uri="{FF2B5EF4-FFF2-40B4-BE49-F238E27FC236}">
                <a16:creationId xmlns:a16="http://schemas.microsoft.com/office/drawing/2014/main" id="{09790F19-B751-48EE-9540-22425ED37398}"/>
              </a:ext>
            </a:extLst>
          </p:cNvPr>
          <p:cNvCxnSpPr>
            <a:stCxn xmlns:a="http://schemas.openxmlformats.org/drawingml/2006/main" id="45" idx="3"/>
            <a:endCxn xmlns:a="http://schemas.openxmlformats.org/drawingml/2006/main" id="46" idx="1"/>
          </p:cNvCxnSpPr>
          <p:nvPr/>
        </p:nvCxnSpPr>
        <p:spPr>
          <a:xfrm xmlns:a="http://schemas.openxmlformats.org/drawingml/2006/main">
            <a:off x="2295525" y="5295900"/>
            <a:ext cx="371475" cy="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cxnSp>
        <p:nvCxnSpPr>
          <p:cNvPr id="6" name="">
            <a:extLst xmlns:a="http://schemas.openxmlformats.org/drawingml/2006/main">
              <a:ext uri="{FF2B5EF4-FFF2-40B4-BE49-F238E27FC236}">
                <a16:creationId xmlns:a16="http://schemas.microsoft.com/office/drawing/2014/main" id="{E8388C98-C9D2-4124-A77E-073AD3AF768B}"/>
              </a:ext>
            </a:extLst>
          </p:cNvPr>
          <p:cNvCxnSpPr>
            <a:stCxn xmlns:a="http://schemas.openxmlformats.org/drawingml/2006/main" id="16" idx="6"/>
            <a:endCxn xmlns:a="http://schemas.openxmlformats.org/drawingml/2006/main" id="17" idx="1"/>
          </p:cNvCxnSpPr>
          <p:nvPr/>
        </p:nvCxnSpPr>
        <p:spPr>
          <a:xfrm xmlns:a="http://schemas.openxmlformats.org/drawingml/2006/main">
            <a:off x="1581150" y="3362325"/>
            <a:ext cx="828675" cy="0"/>
          </a:xfrm>
          <a:prstGeom xmlns:a="http://schemas.openxmlformats.org/drawingml/2006/main" prst="straightConnector1">
            <a:avLst/>
          </a:prstGeom>
          <a:ln xmlns:a="http://schemas.openxmlformats.org/drawingml/2006/main" w="14288">
            <a:solidFill>
              <a:srgbClr val="000000"/>
            </a:solidFill>
            <a:prstDash val="solid"/>
            <a:headEnd type="triangle" w="sm" len="sm"/>
            <a:tailEnd type="triangle" w="sm" len="sm"/>
          </a:ln>
        </p:spPr>
      </p:cxnSp>
      <p:cxnSp>
        <p:nvCxnSpPr>
          <p:cNvPr id="7" name="">
            <a:extLst xmlns:a="http://schemas.openxmlformats.org/drawingml/2006/main">
              <a:ext uri="{FF2B5EF4-FFF2-40B4-BE49-F238E27FC236}">
                <a16:creationId xmlns:a16="http://schemas.microsoft.com/office/drawing/2014/main" id="{B6CD4984-C49C-488C-9906-80C52F60C58A}"/>
              </a:ext>
            </a:extLst>
          </p:cNvPr>
          <p:cNvCxnSpPr>
            <a:stCxn xmlns:a="http://schemas.openxmlformats.org/drawingml/2006/main" id="14" idx="2"/>
            <a:endCxn xmlns:a="http://schemas.openxmlformats.org/drawingml/2006/main" id="17" idx="0"/>
          </p:cNvCxnSpPr>
          <p:nvPr/>
        </p:nvCxnSpPr>
        <p:spPr>
          <a:xfrm xmlns:a="http://schemas.openxmlformats.org/drawingml/2006/main" flipH="1">
            <a:off x="3009900" y="2114550"/>
            <a:ext cx="19050" cy="847725"/>
          </a:xfrm>
          <a:prstGeom xmlns:a="http://schemas.openxmlformats.org/drawingml/2006/main" prst="straightConnector1">
            <a:avLst/>
          </a:prstGeom>
          <a:ln xmlns:a="http://schemas.openxmlformats.org/drawingml/2006/main" w="14288">
            <a:solidFill>
              <a:srgbClr val="000000"/>
            </a:solidFill>
            <a:prstDash val="solid"/>
            <a:headEnd type="triangle" w="sm" len="sm"/>
            <a:tailEnd type="triangle" w="sm" len="sm"/>
          </a:ln>
        </p:spPr>
      </p:cxnSp>
      <p:cxnSp>
        <p:nvCxnSpPr>
          <p:cNvPr id="8" name="">
            <a:extLst xmlns:a="http://schemas.openxmlformats.org/drawingml/2006/main">
              <a:ext uri="{FF2B5EF4-FFF2-40B4-BE49-F238E27FC236}">
                <a16:creationId xmlns:a16="http://schemas.microsoft.com/office/drawing/2014/main" id="{5CF840D4-4F99-4310-B3AC-515569F6E0BF}"/>
              </a:ext>
            </a:extLst>
          </p:cNvPr>
          <p:cNvCxnSpPr>
            <a:stCxn xmlns:a="http://schemas.openxmlformats.org/drawingml/2006/main" id="13" idx="2"/>
            <a:endCxn xmlns:a="http://schemas.openxmlformats.org/drawingml/2006/main" id="16" idx="0"/>
          </p:cNvCxnSpPr>
          <p:nvPr/>
        </p:nvCxnSpPr>
        <p:spPr>
          <a:xfrm xmlns:a="http://schemas.openxmlformats.org/drawingml/2006/main" flipH="1">
            <a:off x="1100138" y="2114550"/>
            <a:ext cx="19050" cy="95250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3F28BECE-4EC2-46F2-9FAE-8788DBA15737}"/>
              </a:ext>
            </a:extLst>
          </p:cNvPr>
          <p:cNvCxnSpPr>
            <a:stCxn xmlns:a="http://schemas.openxmlformats.org/drawingml/2006/main" id="14" idx="3"/>
            <a:endCxn xmlns:a="http://schemas.openxmlformats.org/drawingml/2006/main" id="15" idx="3"/>
          </p:cNvCxnSpPr>
          <p:nvPr/>
        </p:nvCxnSpPr>
        <p:spPr>
          <a:xfrm xmlns:a="http://schemas.openxmlformats.org/drawingml/2006/main">
            <a:off x="3533775" y="1871663"/>
            <a:ext cx="581025" cy="4763"/>
          </a:xfrm>
          <a:prstGeom xmlns:a="http://schemas.openxmlformats.org/drawingml/2006/main" prst="straightConnector1">
            <a:avLst/>
          </a:prstGeom>
          <a:ln xmlns:a="http://schemas.openxmlformats.org/drawingml/2006/main" w="14288">
            <a:solidFill>
              <a:srgbClr val="000000"/>
            </a:solidFill>
            <a:prstDash val="solid"/>
            <a:headEnd type="triangle" w="sm" len="sm"/>
            <a:tailEnd type="triangle" w="sm" len="sm"/>
          </a:ln>
        </p:spPr>
      </p:cxnSp>
      <p:cxnSp>
        <p:nvCxnSpPr>
          <p:cNvPr id="10" name="">
            <a:extLst xmlns:a="http://schemas.openxmlformats.org/drawingml/2006/main">
              <a:ext uri="{FF2B5EF4-FFF2-40B4-BE49-F238E27FC236}">
                <a16:creationId xmlns:a16="http://schemas.microsoft.com/office/drawing/2014/main" id="{A9D94AF9-500A-4E9F-8D56-8B80952CA1CC}"/>
              </a:ext>
            </a:extLst>
          </p:cNvPr>
          <p:cNvCxnSpPr>
            <a:stCxn xmlns:a="http://schemas.openxmlformats.org/drawingml/2006/main" id="13" idx="3"/>
            <a:endCxn xmlns:a="http://schemas.openxmlformats.org/drawingml/2006/main" id="14" idx="1"/>
          </p:cNvCxnSpPr>
          <p:nvPr/>
        </p:nvCxnSpPr>
        <p:spPr>
          <a:xfrm xmlns:a="http://schemas.openxmlformats.org/drawingml/2006/main">
            <a:off x="1619250" y="1871663"/>
            <a:ext cx="904875" cy="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sp>
        <p:nvSpPr>
          <p:cNvPr id="11" name="candidate-text-339">
            <a:extLst xmlns:a="http://schemas.openxmlformats.org/drawingml/2006/main">
              <a:ext uri="{FF2B5EF4-FFF2-40B4-BE49-F238E27FC236}">
                <a16:creationId xmlns:a16="http://schemas.microsoft.com/office/drawing/2014/main" id="{11BE7E82-9209-4E67-89F6-93B21E45DB4D}"/>
              </a:ext>
            </a:extLst>
          </p:cNvPr>
          <p:cNvSpPr>
            <a:spLocks xmlns:a="http://schemas.openxmlformats.org/drawingml/2006/main" noGrp="1"/>
          </p:cNvSpPr>
          <p:nvPr/>
        </p:nvSpPr>
        <p:spPr>
          <a:xfrm xmlns:a="http://schemas.openxmlformats.org/drawingml/2006/main">
            <a:off x="619125" y="1104900"/>
            <a:ext cx="4486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lang="zh-CN" altLang="en-US">
                <a:solidFill>
                  <a:srgbClr val="000000"/>
                </a:solidFill>
                <a:latin typeface="Times New Roman"/>
                <a:ea typeface="SimHei"/>
                <a:cs typeface="Times New Roman"/>
              </a:defRPr>
            </a:defPPr>
          </a:lstStyle>
          <a:p xmlns:a="http://schemas.openxmlformats.org/drawingml/2006/main">
            <a:pPr algn="l">
              <a:defRPr sz="1950" b="1" lang="zh-CN" altLang="en-US">
                <a:solidFill>
                  <a:srgbClr val="000000"/>
                </a:solidFill>
                <a:latin typeface="Times New Roman"/>
                <a:ea typeface="SimHei"/>
                <a:cs typeface="Times New Roman"/>
              </a:defRPr>
            </a:pPr>
            <a:r>
              <a:rPr b="1" lang="zh-CN" altLang="en-US">
                <a:latin typeface="Times New Roman"/>
                <a:ea typeface="SimHei"/>
                <a:cs typeface="Times New Roman"/>
              </a:rPr>
              <a:t>异构图联合调度</a:t>
            </a:r>
          </a:p>
        </p:txBody>
      </p:sp>
      <p:sp>
        <p:nvSpPr>
          <p:cNvPr id="12" name="candidate-text-340">
            <a:extLst xmlns:a="http://schemas.openxmlformats.org/drawingml/2006/main">
              <a:ext uri="{FF2B5EF4-FFF2-40B4-BE49-F238E27FC236}">
                <a16:creationId xmlns:a16="http://schemas.microsoft.com/office/drawing/2014/main" id="{EF57FFE5-F7FF-4613-8619-77FC95B8A2C9}"/>
              </a:ext>
            </a:extLst>
          </p:cNvPr>
          <p:cNvSpPr>
            <a:spLocks xmlns:a="http://schemas.openxmlformats.org/drawingml/2006/main" noGrp="1"/>
          </p:cNvSpPr>
          <p:nvPr/>
        </p:nvSpPr>
        <p:spPr>
          <a:xfrm xmlns:a="http://schemas.openxmlformats.org/drawingml/2006/main">
            <a:off x="5429250" y="1104900"/>
            <a:ext cx="610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lang="zh-CN" altLang="en-US">
                <a:solidFill>
                  <a:srgbClr val="000000"/>
                </a:solidFill>
                <a:latin typeface="Times New Roman"/>
                <a:ea typeface="SimHei"/>
                <a:cs typeface="Times New Roman"/>
              </a:defRPr>
            </a:defPPr>
          </a:lstStyle>
          <a:p xmlns:a="http://schemas.openxmlformats.org/drawingml/2006/main">
            <a:pPr algn="l">
              <a:defRPr sz="1950" b="1" lang="zh-CN" altLang="en-US">
                <a:solidFill>
                  <a:srgbClr val="000000"/>
                </a:solidFill>
                <a:latin typeface="Times New Roman"/>
                <a:ea typeface="SimHei"/>
                <a:cs typeface="Times New Roman"/>
              </a:defRPr>
            </a:pPr>
            <a:r>
              <a:rPr b="1" lang="zh-CN" altLang="en-US">
                <a:latin typeface="Times New Roman"/>
                <a:ea typeface="SimHei"/>
                <a:cs typeface="Times New Roman"/>
              </a:rPr>
              <a:t>考虑计划稳定性的重调度</a:t>
            </a:r>
          </a:p>
        </p:txBody>
      </p:sp>
      <p:sp>
        <p:nvSpPr>
          <p:cNvPr id="13" name="candidate-box-341">
            <a:extLst xmlns:a="http://schemas.openxmlformats.org/drawingml/2006/main">
              <a:ext uri="{FF2B5EF4-FFF2-40B4-BE49-F238E27FC236}">
                <a16:creationId xmlns:a16="http://schemas.microsoft.com/office/drawing/2014/main" id="{E9D963D0-226C-43B7-B479-75CA64236F3B}"/>
              </a:ext>
            </a:extLst>
          </p:cNvPr>
          <p:cNvSpPr>
            <a:spLocks xmlns:a="http://schemas.openxmlformats.org/drawingml/2006/main" noGrp="1"/>
          </p:cNvSpPr>
          <p:nvPr/>
        </p:nvSpPr>
        <p:spPr>
          <a:xfrm xmlns:a="http://schemas.openxmlformats.org/drawingml/2006/main">
            <a:off x="619125" y="1628775"/>
            <a:ext cx="1000125" cy="48577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800" b="0" lang="zh-CN" altLang="en-US">
                <a:solidFill>
                  <a:srgbClr val="000000"/>
                </a:solidFill>
                <a:latin typeface="Times New Roman"/>
                <a:ea typeface="SimHei"/>
                <a:cs typeface="Times New Roman"/>
              </a:defRPr>
            </a:defPPr>
          </a:lstStyle>
          <a:p xmlns:a="http://schemas.openxmlformats.org/drawingml/2006/main">
            <a:pPr algn="ctr">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工序</a:t>
            </a:r>
            <a:r>
              <a:rPr b="0" lang="zh-CN" altLang="en-US">
                <a:latin typeface="Times New Roman"/>
                <a:ea typeface="SimHei"/>
                <a:cs typeface="Times New Roman"/>
              </a:rPr>
              <a:t>1</a:t>
            </a:r>
          </a:p>
        </p:txBody>
      </p:sp>
      <p:sp>
        <p:nvSpPr>
          <p:cNvPr id="14" name="candidate-box-342">
            <a:extLst xmlns:a="http://schemas.openxmlformats.org/drawingml/2006/main">
              <a:ext uri="{FF2B5EF4-FFF2-40B4-BE49-F238E27FC236}">
                <a16:creationId xmlns:a16="http://schemas.microsoft.com/office/drawing/2014/main" id="{9E9209C7-AE81-42A7-AA3C-96552AF73AD0}"/>
              </a:ext>
            </a:extLst>
          </p:cNvPr>
          <p:cNvSpPr>
            <a:spLocks xmlns:a="http://schemas.openxmlformats.org/drawingml/2006/main" noGrp="1"/>
          </p:cNvSpPr>
          <p:nvPr/>
        </p:nvSpPr>
        <p:spPr>
          <a:xfrm xmlns:a="http://schemas.openxmlformats.org/drawingml/2006/main">
            <a:off x="2524125" y="1628775"/>
            <a:ext cx="1009650" cy="48577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800" b="0" lang="zh-CN" altLang="en-US">
                <a:solidFill>
                  <a:srgbClr val="000000"/>
                </a:solidFill>
                <a:latin typeface="Times New Roman"/>
                <a:ea typeface="SimHei"/>
                <a:cs typeface="Times New Roman"/>
              </a:defRPr>
            </a:defPPr>
          </a:lstStyle>
          <a:p xmlns:a="http://schemas.openxmlformats.org/drawingml/2006/main">
            <a:pPr algn="ctr">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工序</a:t>
            </a:r>
            <a:r>
              <a:rPr b="0" lang="zh-CN" altLang="en-US">
                <a:latin typeface="Times New Roman"/>
                <a:ea typeface="SimHei"/>
                <a:cs typeface="Times New Roman"/>
              </a:rPr>
              <a:t>2</a:t>
            </a:r>
          </a:p>
        </p:txBody>
      </p:sp>
      <p:sp>
        <p:nvSpPr>
          <p:cNvPr id="15" name="candidate-box-343">
            <a:extLst xmlns:a="http://schemas.openxmlformats.org/drawingml/2006/main">
              <a:ext uri="{FF2B5EF4-FFF2-40B4-BE49-F238E27FC236}">
                <a16:creationId xmlns:a16="http://schemas.microsoft.com/office/drawing/2014/main" id="{681CC4F0-A241-4960-A13C-A4E676D5C89A}"/>
              </a:ext>
            </a:extLst>
          </p:cNvPr>
          <p:cNvSpPr>
            <a:spLocks xmlns:a="http://schemas.openxmlformats.org/drawingml/2006/main" noGrp="1"/>
          </p:cNvSpPr>
          <p:nvPr/>
        </p:nvSpPr>
        <p:spPr>
          <a:xfrm xmlns:a="http://schemas.openxmlformats.org/drawingml/2006/main">
            <a:off x="4114800" y="1609725"/>
            <a:ext cx="1019175" cy="533400"/>
          </a:xfrm>
          <a:prstGeom xmlns:a="http://schemas.openxmlformats.org/drawingml/2006/main" prst="hexagon">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800" b="0" lang="zh-CN" altLang="en-US">
                <a:solidFill>
                  <a:srgbClr val="000000"/>
                </a:solidFill>
                <a:latin typeface="Times New Roman"/>
                <a:ea typeface="SimHei"/>
                <a:cs typeface="Times New Roman"/>
              </a:defRPr>
            </a:defPPr>
          </a:lstStyle>
          <a:p xmlns:a="http://schemas.openxmlformats.org/drawingml/2006/main">
            <a:pPr algn="ctr">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站位</a:t>
            </a:r>
          </a:p>
        </p:txBody>
      </p:sp>
      <p:sp>
        <p:nvSpPr>
          <p:cNvPr id="16" name="candidate-box-344">
            <a:extLst xmlns:a="http://schemas.openxmlformats.org/drawingml/2006/main">
              <a:ext uri="{FF2B5EF4-FFF2-40B4-BE49-F238E27FC236}">
                <a16:creationId xmlns:a16="http://schemas.microsoft.com/office/drawing/2014/main" id="{571D804F-474C-4CE9-870E-1F56530384CD}"/>
              </a:ext>
            </a:extLst>
          </p:cNvPr>
          <p:cNvSpPr>
            <a:spLocks xmlns:a="http://schemas.openxmlformats.org/drawingml/2006/main" noGrp="1"/>
          </p:cNvSpPr>
          <p:nvPr/>
        </p:nvSpPr>
        <p:spPr>
          <a:xfrm xmlns:a="http://schemas.openxmlformats.org/drawingml/2006/main">
            <a:off x="619125" y="3067050"/>
            <a:ext cx="962025" cy="590550"/>
          </a:xfrm>
          <a:prstGeom xmlns:a="http://schemas.openxmlformats.org/drawingml/2006/main" prst="ellipse">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800" b="0" lang="zh-CN" altLang="en-US">
                <a:solidFill>
                  <a:srgbClr val="000000"/>
                </a:solidFill>
                <a:latin typeface="Times New Roman"/>
                <a:ea typeface="SimHei"/>
                <a:cs typeface="Times New Roman"/>
              </a:defRPr>
            </a:defPPr>
          </a:lstStyle>
          <a:p xmlns:a="http://schemas.openxmlformats.org/drawingml/2006/main">
            <a:pPr algn="ctr">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人员</a:t>
            </a:r>
          </a:p>
        </p:txBody>
      </p:sp>
      <p:sp>
        <p:nvSpPr>
          <p:cNvPr id="17" name="candidate-box-345">
            <a:extLst xmlns:a="http://schemas.openxmlformats.org/drawingml/2006/main">
              <a:ext uri="{FF2B5EF4-FFF2-40B4-BE49-F238E27FC236}">
                <a16:creationId xmlns:a16="http://schemas.microsoft.com/office/drawing/2014/main" id="{676C8C2C-2138-4990-86F3-A459A74E1566}"/>
              </a:ext>
            </a:extLst>
          </p:cNvPr>
          <p:cNvSpPr>
            <a:spLocks xmlns:a="http://schemas.openxmlformats.org/drawingml/2006/main" noGrp="1"/>
          </p:cNvSpPr>
          <p:nvPr/>
        </p:nvSpPr>
        <p:spPr>
          <a:xfrm xmlns:a="http://schemas.openxmlformats.org/drawingml/2006/main">
            <a:off x="2409825" y="2962275"/>
            <a:ext cx="1200150" cy="800100"/>
          </a:xfrm>
          <a:prstGeom xmlns:a="http://schemas.openxmlformats.org/drawingml/2006/main" prst="diamond">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800" b="0" lang="zh-CN" altLang="en-US">
                <a:solidFill>
                  <a:srgbClr val="000000"/>
                </a:solidFill>
                <a:latin typeface="Times New Roman"/>
                <a:ea typeface="SimHei"/>
                <a:cs typeface="Times New Roman"/>
              </a:defRPr>
            </a:defPPr>
          </a:lstStyle>
          <a:p xmlns:a="http://schemas.openxmlformats.org/drawingml/2006/main">
            <a:pPr algn="ctr">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技能</a:t>
            </a:r>
          </a:p>
        </p:txBody>
      </p:sp>
      <p:sp>
        <p:nvSpPr>
          <p:cNvPr id="18" name="candidate-text-346">
            <a:extLst xmlns:a="http://schemas.openxmlformats.org/drawingml/2006/main">
              <a:ext uri="{FF2B5EF4-FFF2-40B4-BE49-F238E27FC236}">
                <a16:creationId xmlns:a16="http://schemas.microsoft.com/office/drawing/2014/main" id="{2660BEB0-FF0C-4E81-8932-3F1D95C74CF8}"/>
              </a:ext>
            </a:extLst>
          </p:cNvPr>
          <p:cNvSpPr>
            <a:spLocks xmlns:a="http://schemas.openxmlformats.org/drawingml/2006/main" noGrp="1"/>
          </p:cNvSpPr>
          <p:nvPr/>
        </p:nvSpPr>
        <p:spPr>
          <a:xfrm xmlns:a="http://schemas.openxmlformats.org/drawingml/2006/main">
            <a:off x="1800225" y="1590675"/>
            <a:ext cx="581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lang="zh-CN" altLang="en-US">
                <a:solidFill>
                  <a:srgbClr val="000000"/>
                </a:solidFill>
                <a:latin typeface="Times New Roman"/>
                <a:ea typeface="SimHei"/>
                <a:cs typeface="Times New Roman"/>
              </a:defRPr>
            </a:defPPr>
          </a:lstStyle>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前序</a:t>
            </a:r>
          </a:p>
        </p:txBody>
      </p:sp>
      <p:sp>
        <p:nvSpPr>
          <p:cNvPr id="19" name="candidate-text-347">
            <a:extLst xmlns:a="http://schemas.openxmlformats.org/drawingml/2006/main">
              <a:ext uri="{FF2B5EF4-FFF2-40B4-BE49-F238E27FC236}">
                <a16:creationId xmlns:a16="http://schemas.microsoft.com/office/drawing/2014/main" id="{6DEB375C-0261-4D85-99F9-2F048DFD8DD6}"/>
              </a:ext>
            </a:extLst>
          </p:cNvPr>
          <p:cNvSpPr>
            <a:spLocks xmlns:a="http://schemas.openxmlformats.org/drawingml/2006/main" noGrp="1"/>
          </p:cNvSpPr>
          <p:nvPr/>
        </p:nvSpPr>
        <p:spPr>
          <a:xfrm xmlns:a="http://schemas.openxmlformats.org/drawingml/2006/main">
            <a:off x="3571875" y="1590675"/>
            <a:ext cx="50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归属</a:t>
            </a:r>
          </a:p>
        </p:txBody>
      </p:sp>
      <p:sp>
        <p:nvSpPr>
          <p:cNvPr id="20" name="candidate-text-348">
            <a:extLst xmlns:a="http://schemas.openxmlformats.org/drawingml/2006/main">
              <a:ext uri="{FF2B5EF4-FFF2-40B4-BE49-F238E27FC236}">
                <a16:creationId xmlns:a16="http://schemas.microsoft.com/office/drawing/2014/main" id="{63D8516D-A004-4882-8A15-5219CE61690F}"/>
              </a:ext>
            </a:extLst>
          </p:cNvPr>
          <p:cNvSpPr>
            <a:spLocks xmlns:a="http://schemas.openxmlformats.org/drawingml/2006/main" noGrp="1"/>
          </p:cNvSpPr>
          <p:nvPr/>
        </p:nvSpPr>
        <p:spPr>
          <a:xfrm xmlns:a="http://schemas.openxmlformats.org/drawingml/2006/main">
            <a:off x="1314450" y="2476500"/>
            <a:ext cx="657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lang="zh-CN" altLang="en-US">
                <a:solidFill>
                  <a:srgbClr val="000000"/>
                </a:solidFill>
                <a:latin typeface="Times New Roman"/>
                <a:ea typeface="SimHei"/>
                <a:cs typeface="Times New Roman"/>
              </a:defRPr>
            </a:defPPr>
          </a:lstStyle>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安排</a:t>
            </a:r>
          </a:p>
        </p:txBody>
      </p:sp>
      <p:sp>
        <p:nvSpPr>
          <p:cNvPr id="21" name="candidate-text-349">
            <a:extLst xmlns:a="http://schemas.openxmlformats.org/drawingml/2006/main">
              <a:ext uri="{FF2B5EF4-FFF2-40B4-BE49-F238E27FC236}">
                <a16:creationId xmlns:a16="http://schemas.microsoft.com/office/drawing/2014/main" id="{D9C64B36-0E4C-47BD-89BD-2577354CAE63}"/>
              </a:ext>
            </a:extLst>
          </p:cNvPr>
          <p:cNvSpPr>
            <a:spLocks xmlns:a="http://schemas.openxmlformats.org/drawingml/2006/main" noGrp="1"/>
          </p:cNvSpPr>
          <p:nvPr/>
        </p:nvSpPr>
        <p:spPr>
          <a:xfrm xmlns:a="http://schemas.openxmlformats.org/drawingml/2006/main">
            <a:off x="3257550" y="2428875"/>
            <a:ext cx="657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lang="zh-CN" altLang="en-US">
                <a:solidFill>
                  <a:srgbClr val="000000"/>
                </a:solidFill>
                <a:latin typeface="Times New Roman"/>
                <a:ea typeface="SimHei"/>
                <a:cs typeface="Times New Roman"/>
              </a:defRPr>
            </a:defPPr>
          </a:lstStyle>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需求</a:t>
            </a:r>
          </a:p>
        </p:txBody>
      </p:sp>
      <p:sp>
        <p:nvSpPr>
          <p:cNvPr id="22" name="candidate-text-350">
            <a:extLst xmlns:a="http://schemas.openxmlformats.org/drawingml/2006/main">
              <a:ext uri="{FF2B5EF4-FFF2-40B4-BE49-F238E27FC236}">
                <a16:creationId xmlns:a16="http://schemas.microsoft.com/office/drawing/2014/main" id="{95E23D67-23EC-40F3-BB4C-DEB2973EDDDE}"/>
              </a:ext>
            </a:extLst>
          </p:cNvPr>
          <p:cNvSpPr>
            <a:spLocks xmlns:a="http://schemas.openxmlformats.org/drawingml/2006/main" noGrp="1"/>
          </p:cNvSpPr>
          <p:nvPr/>
        </p:nvSpPr>
        <p:spPr>
          <a:xfrm xmlns:a="http://schemas.openxmlformats.org/drawingml/2006/main">
            <a:off x="1752600" y="3038475"/>
            <a:ext cx="5810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lang="zh-CN" altLang="en-US">
                <a:solidFill>
                  <a:srgbClr val="000000"/>
                </a:solidFill>
                <a:latin typeface="Times New Roman"/>
                <a:ea typeface="SimHei"/>
                <a:cs typeface="Times New Roman"/>
              </a:defRPr>
            </a:defPPr>
          </a:lstStyle>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资格</a:t>
            </a:r>
          </a:p>
        </p:txBody>
      </p:sp>
      <p:sp>
        <p:nvSpPr>
          <p:cNvPr id="23" name="candidate-box-351">
            <a:extLst xmlns:a="http://schemas.openxmlformats.org/drawingml/2006/main">
              <a:ext uri="{FF2B5EF4-FFF2-40B4-BE49-F238E27FC236}">
                <a16:creationId xmlns:a16="http://schemas.microsoft.com/office/drawing/2014/main" id="{FF989FA2-EFDD-4806-BE11-195DF329D228}"/>
              </a:ext>
            </a:extLst>
          </p:cNvPr>
          <p:cNvSpPr>
            <a:spLocks xmlns:a="http://schemas.openxmlformats.org/drawingml/2006/main" noGrp="1"/>
          </p:cNvSpPr>
          <p:nvPr/>
        </p:nvSpPr>
        <p:spPr>
          <a:xfrm xmlns:a="http://schemas.openxmlformats.org/drawingml/2006/main">
            <a:off x="619125" y="3886200"/>
            <a:ext cx="4238625" cy="67627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875" b="0" lang="zh-CN" altLang="en-US">
                <a:solidFill>
                  <a:srgbClr val="000000"/>
                </a:solidFill>
                <a:latin typeface="Times New Roman"/>
                <a:ea typeface="SimHei"/>
                <a:cs typeface="Times New Roman"/>
              </a:defRPr>
            </a:defPPr>
          </a:lstStyle>
          <a:p xmlns:a="http://schemas.openxmlformats.org/drawingml/2006/main">
            <a:pPr algn="ctr">
              <a:defRPr sz="1875" b="0" lang="zh-CN" altLang="en-US">
                <a:solidFill>
                  <a:srgbClr val="000000"/>
                </a:solidFill>
                <a:latin typeface="Times New Roman"/>
                <a:ea typeface="SimHei"/>
                <a:cs typeface="Times New Roman"/>
              </a:defRPr>
            </a:pPr>
            <a:r>
              <a:rPr b="0" lang="zh-CN" altLang="en-US">
                <a:latin typeface="Times New Roman"/>
                <a:ea typeface="SimHei"/>
                <a:cs typeface="Times New Roman"/>
              </a:rPr>
              <a:t>异构图编码</a:t>
            </a:r>
          </a:p>
          <a:p xmlns:a="http://schemas.openxmlformats.org/drawingml/2006/main">
            <a:pPr algn="ctr">
              <a:defRPr sz="1875" b="0" lang="zh-CN" altLang="en-US">
                <a:solidFill>
                  <a:srgbClr val="000000"/>
                </a:solidFill>
                <a:latin typeface="Times New Roman"/>
                <a:ea typeface="SimHei"/>
                <a:cs typeface="Times New Roman"/>
              </a:defRPr>
            </a:pPr>
            <a:r>
              <a:rPr b="0" lang="zh-CN" altLang="en-US">
                <a:latin typeface="Times New Roman"/>
                <a:ea typeface="SimHei"/>
                <a:cs typeface="Times New Roman"/>
              </a:rPr>
              <a:t>按关系传播与读出</a:t>
            </a:r>
          </a:p>
        </p:txBody>
      </p:sp>
      <p:cxnSp>
        <p:nvCxnSpPr>
          <p:cNvPr id="24" name="candidate-arrow-352">
            <a:extLst xmlns:a="http://schemas.openxmlformats.org/drawingml/2006/main">
              <a:ext uri="{FF2B5EF4-FFF2-40B4-BE49-F238E27FC236}">
                <a16:creationId xmlns:a16="http://schemas.microsoft.com/office/drawing/2014/main" id="{583B7EF9-4C32-4856-8D83-D00C57DB16A0}"/>
              </a:ext>
            </a:extLst>
          </p:cNvPr>
          <p:cNvCxnSpPr/>
          <p:nvPr/>
        </p:nvCxnSpPr>
        <p:spPr>
          <a:xfrm xmlns:a="http://schemas.openxmlformats.org/drawingml/2006/main" flipH="0" flipV="0">
            <a:off x="2743200" y="3762375"/>
            <a:ext cx="0" cy="123825"/>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sp>
        <p:nvSpPr>
          <p:cNvPr id="25" name="candidate-box-353">
            <a:extLst xmlns:a="http://schemas.openxmlformats.org/drawingml/2006/main">
              <a:ext uri="{FF2B5EF4-FFF2-40B4-BE49-F238E27FC236}">
                <a16:creationId xmlns:a16="http://schemas.microsoft.com/office/drawing/2014/main" id="{DC51DD81-8560-4DEC-B99E-776BCAFCDC5C}"/>
              </a:ext>
            </a:extLst>
          </p:cNvPr>
          <p:cNvSpPr>
            <a:spLocks xmlns:a="http://schemas.openxmlformats.org/drawingml/2006/main" noGrp="1"/>
          </p:cNvSpPr>
          <p:nvPr/>
        </p:nvSpPr>
        <p:spPr>
          <a:xfrm xmlns:a="http://schemas.openxmlformats.org/drawingml/2006/main">
            <a:off x="5429250" y="1628775"/>
            <a:ext cx="6105525"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800" b="0" lang="zh-CN" altLang="en-US">
                <a:solidFill>
                  <a:srgbClr val="000000"/>
                </a:solidFill>
                <a:latin typeface="Times New Roman"/>
                <a:ea typeface="SimHei"/>
                <a:cs typeface="Times New Roman"/>
              </a:defRPr>
            </a:defPPr>
          </a:lstStyle>
          <a:p xmlns:a="http://schemas.openxmlformats.org/drawingml/2006/main">
            <a:pPr algn="ctr">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固定基准计划与已揭示开工延迟</a:t>
            </a:r>
          </a:p>
        </p:txBody>
      </p:sp>
      <p:sp>
        <p:nvSpPr>
          <p:cNvPr id="26" name="candidate-text-354">
            <a:extLst xmlns:a="http://schemas.openxmlformats.org/drawingml/2006/main">
              <a:ext uri="{FF2B5EF4-FFF2-40B4-BE49-F238E27FC236}">
                <a16:creationId xmlns:a16="http://schemas.microsoft.com/office/drawing/2014/main" id="{D260A90D-683A-44B0-8296-0CDF17346095}"/>
              </a:ext>
            </a:extLst>
          </p:cNvPr>
          <p:cNvSpPr>
            <a:spLocks xmlns:a="http://schemas.openxmlformats.org/drawingml/2006/main" noGrp="1"/>
          </p:cNvSpPr>
          <p:nvPr/>
        </p:nvSpPr>
        <p:spPr>
          <a:xfrm xmlns:a="http://schemas.openxmlformats.org/drawingml/2006/main">
            <a:off x="5429250" y="2324100"/>
            <a:ext cx="61055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lang="zh-CN" altLang="en-US">
                <a:solidFill>
                  <a:srgbClr val="000000"/>
                </a:solidFill>
                <a:latin typeface="Times New Roman"/>
                <a:ea typeface="SimHei"/>
                <a:cs typeface="Times New Roman"/>
              </a:defRPr>
            </a:defPPr>
          </a:lstStyle>
          <a:p xmlns:a="http://schemas.openxmlformats.org/drawingml/2006/main">
            <a:pPr algn="ctr">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按基准开工时刻与重调度边界划分</a:t>
            </a:r>
          </a:p>
        </p:txBody>
      </p:sp>
      <p:sp>
        <p:nvSpPr>
          <p:cNvPr id="27" name="candidate-box-355">
            <a:extLst xmlns:a="http://schemas.openxmlformats.org/drawingml/2006/main">
              <a:ext uri="{FF2B5EF4-FFF2-40B4-BE49-F238E27FC236}">
                <a16:creationId xmlns:a16="http://schemas.microsoft.com/office/drawing/2014/main" id="{8F297EB0-F6E7-4DDB-9D6B-684BF43BF779}"/>
              </a:ext>
            </a:extLst>
          </p:cNvPr>
          <p:cNvSpPr>
            <a:spLocks xmlns:a="http://schemas.openxmlformats.org/drawingml/2006/main" noGrp="1"/>
          </p:cNvSpPr>
          <p:nvPr/>
        </p:nvSpPr>
        <p:spPr>
          <a:xfrm xmlns:a="http://schemas.openxmlformats.org/drawingml/2006/main">
            <a:off x="5429250" y="2828925"/>
            <a:ext cx="2457450"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725" b="0" lang="zh-CN" altLang="en-US">
                <a:solidFill>
                  <a:srgbClr val="000000"/>
                </a:solidFill>
                <a:latin typeface="Times New Roman"/>
                <a:ea typeface="SimHei"/>
                <a:cs typeface="Times New Roman"/>
              </a:defRPr>
            </a:defPPr>
          </a:lstStyle>
          <a:p xmlns:a="http://schemas.openxmlformats.org/drawingml/2006/main">
            <a:pPr algn="ctr">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冻结条目</a:t>
            </a:r>
          </a:p>
          <a:p xmlns:a="http://schemas.openxmlformats.org/drawingml/2006/main">
            <a:pPr algn="ctr">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保留站位、团队与时刻</a:t>
            </a:r>
          </a:p>
        </p:txBody>
      </p:sp>
      <p:sp>
        <p:nvSpPr>
          <p:cNvPr id="28" name="candidate-box-356">
            <a:extLst xmlns:a="http://schemas.openxmlformats.org/drawingml/2006/main">
              <a:ext uri="{FF2B5EF4-FFF2-40B4-BE49-F238E27FC236}">
                <a16:creationId xmlns:a16="http://schemas.microsoft.com/office/drawing/2014/main" id="{44D37401-25D8-4B90-9862-90EE1FD786BE}"/>
              </a:ext>
            </a:extLst>
          </p:cNvPr>
          <p:cNvSpPr>
            <a:spLocks xmlns:a="http://schemas.openxmlformats.org/drawingml/2006/main" noGrp="1"/>
          </p:cNvSpPr>
          <p:nvPr/>
        </p:nvSpPr>
        <p:spPr>
          <a:xfrm xmlns:a="http://schemas.openxmlformats.org/drawingml/2006/main">
            <a:off x="9039225" y="2828925"/>
            <a:ext cx="2495550"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725" b="0" lang="zh-CN" altLang="en-US">
                <a:solidFill>
                  <a:srgbClr val="000000"/>
                </a:solidFill>
                <a:latin typeface="Times New Roman"/>
                <a:ea typeface="SimHei"/>
                <a:cs typeface="Times New Roman"/>
              </a:defRPr>
            </a:defPPr>
          </a:lstStyle>
          <a:p xmlns:a="http://schemas.openxmlformats.org/drawingml/2006/main">
            <a:pPr algn="ctr">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可调条目</a:t>
            </a:r>
          </a:p>
          <a:p xmlns:a="http://schemas.openxmlformats.org/drawingml/2006/main">
            <a:pPr algn="ctr">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保留基准，更新开工条件</a:t>
            </a:r>
          </a:p>
        </p:txBody>
      </p:sp>
      <p:sp>
        <p:nvSpPr>
          <p:cNvPr id="29" name="candidate-line-357">
            <a:extLst xmlns:a="http://schemas.openxmlformats.org/drawingml/2006/main">
              <a:ext uri="{FF2B5EF4-FFF2-40B4-BE49-F238E27FC236}">
                <a16:creationId xmlns:a16="http://schemas.microsoft.com/office/drawing/2014/main" id="{7114ECF3-43BB-499F-A131-AEBBA3C6A328}"/>
              </a:ext>
            </a:extLst>
          </p:cNvPr>
          <p:cNvSpPr>
            <a:spLocks xmlns:a="http://schemas.openxmlformats.org/drawingml/2006/main" noGrp="1"/>
          </p:cNvSpPr>
          <p:nvPr/>
        </p:nvSpPr>
        <p:spPr>
          <a:xfrm xmlns:a="http://schemas.openxmlformats.org/drawingml/2006/main" flipH="0" flipV="0">
            <a:off x="8477250" y="2209800"/>
            <a:ext cx="0" cy="485775"/>
          </a:xfrm>
          <a:prstGeom xmlns:a="http://schemas.openxmlformats.org/drawingml/2006/main" prst="line">
            <a:avLst/>
          </a:prstGeom>
          <a:noFill xmlns:a="http://schemas.openxmlformats.org/drawingml/2006/main"/>
          <a:ln xmlns:a="http://schemas.openxmlformats.org/drawingml/2006/main" w="12383">
            <a:solidFill>
              <a:srgbClr val="000000"/>
            </a:solidFill>
            <a:prstDash val="solid"/>
          </a:ln>
        </p:spPr>
      </p:sp>
      <p:sp>
        <p:nvSpPr>
          <p:cNvPr id="30" name="candidate-line-358">
            <a:extLst xmlns:a="http://schemas.openxmlformats.org/drawingml/2006/main">
              <a:ext uri="{FF2B5EF4-FFF2-40B4-BE49-F238E27FC236}">
                <a16:creationId xmlns:a16="http://schemas.microsoft.com/office/drawing/2014/main" id="{3688A9A5-EEB9-4724-8F55-E9347D47FCA2}"/>
              </a:ext>
            </a:extLst>
          </p:cNvPr>
          <p:cNvSpPr>
            <a:spLocks xmlns:a="http://schemas.openxmlformats.org/drawingml/2006/main" noGrp="1"/>
          </p:cNvSpPr>
          <p:nvPr/>
        </p:nvSpPr>
        <p:spPr>
          <a:xfrm xmlns:a="http://schemas.openxmlformats.org/drawingml/2006/main" flipH="0" flipV="0">
            <a:off x="6657975" y="2695575"/>
            <a:ext cx="3629025" cy="0"/>
          </a:xfrm>
          <a:prstGeom xmlns:a="http://schemas.openxmlformats.org/drawingml/2006/main" prst="line">
            <a:avLst/>
          </a:prstGeom>
          <a:noFill xmlns:a="http://schemas.openxmlformats.org/drawingml/2006/main"/>
          <a:ln xmlns:a="http://schemas.openxmlformats.org/drawingml/2006/main" w="12383">
            <a:solidFill>
              <a:srgbClr val="000000"/>
            </a:solidFill>
            <a:prstDash val="solid"/>
          </a:ln>
        </p:spPr>
      </p:sp>
      <p:cxnSp>
        <p:nvCxnSpPr>
          <p:cNvPr id="31" name="candidate-arrow-359">
            <a:extLst xmlns:a="http://schemas.openxmlformats.org/drawingml/2006/main">
              <a:ext uri="{FF2B5EF4-FFF2-40B4-BE49-F238E27FC236}">
                <a16:creationId xmlns:a16="http://schemas.microsoft.com/office/drawing/2014/main" id="{D95B1416-C19D-4E14-98DC-D2455EE7BD47}"/>
              </a:ext>
            </a:extLst>
          </p:cNvPr>
          <p:cNvCxnSpPr/>
          <p:nvPr/>
        </p:nvCxnSpPr>
        <p:spPr>
          <a:xfrm xmlns:a="http://schemas.openxmlformats.org/drawingml/2006/main" flipH="0" flipV="0">
            <a:off x="6657975" y="2695575"/>
            <a:ext cx="0" cy="13335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cxnSp>
        <p:nvCxnSpPr>
          <p:cNvPr id="32" name="candidate-arrow-360">
            <a:extLst xmlns:a="http://schemas.openxmlformats.org/drawingml/2006/main">
              <a:ext uri="{FF2B5EF4-FFF2-40B4-BE49-F238E27FC236}">
                <a16:creationId xmlns:a16="http://schemas.microsoft.com/office/drawing/2014/main" id="{E365372B-833A-457B-8976-977F3A55F85A}"/>
              </a:ext>
            </a:extLst>
          </p:cNvPr>
          <p:cNvCxnSpPr/>
          <p:nvPr/>
        </p:nvCxnSpPr>
        <p:spPr>
          <a:xfrm xmlns:a="http://schemas.openxmlformats.org/drawingml/2006/main" flipH="0" flipV="0">
            <a:off x="10287000" y="2695575"/>
            <a:ext cx="0" cy="13335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sp>
        <p:nvSpPr>
          <p:cNvPr id="33" name="candidate-text-361">
            <a:extLst xmlns:a="http://schemas.openxmlformats.org/drawingml/2006/main">
              <a:ext uri="{FF2B5EF4-FFF2-40B4-BE49-F238E27FC236}">
                <a16:creationId xmlns:a16="http://schemas.microsoft.com/office/drawing/2014/main" id="{33068A49-DB3E-4911-ABCD-20E71225729B}"/>
              </a:ext>
            </a:extLst>
          </p:cNvPr>
          <p:cNvSpPr>
            <a:spLocks xmlns:a="http://schemas.openxmlformats.org/drawingml/2006/main" noGrp="1"/>
          </p:cNvSpPr>
          <p:nvPr/>
        </p:nvSpPr>
        <p:spPr>
          <a:xfrm xmlns:a="http://schemas.openxmlformats.org/drawingml/2006/main">
            <a:off x="5429250" y="3676650"/>
            <a:ext cx="61055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lang="zh-CN" altLang="en-US">
                <a:solidFill>
                  <a:srgbClr val="000000"/>
                </a:solidFill>
                <a:latin typeface="Times New Roman"/>
                <a:ea typeface="SimHei"/>
                <a:cs typeface="Times New Roman"/>
              </a:defRPr>
            </a:defPPr>
          </a:lstStyle>
          <a:p xmlns:a="http://schemas.openxmlformats.org/drawingml/2006/main">
            <a:pPr algn="l">
              <a:defRPr sz="1650" b="1" lang="zh-CN" altLang="en-US">
                <a:solidFill>
                  <a:srgbClr val="000000"/>
                </a:solidFill>
                <a:latin typeface="Times New Roman"/>
                <a:ea typeface="SimHei"/>
                <a:cs typeface="Times New Roman"/>
              </a:defRPr>
            </a:pPr>
            <a:r>
              <a:rPr b="1" lang="zh-CN" altLang="en-US">
                <a:latin typeface="Times New Roman"/>
                <a:ea typeface="SimHei"/>
                <a:cs typeface="Times New Roman"/>
              </a:rPr>
              <a:t>人员候选继承规则</a:t>
            </a:r>
          </a:p>
        </p:txBody>
      </p:sp>
      <p:sp>
        <p:nvSpPr>
          <p:cNvPr id="34" name="candidate-text-362">
            <a:extLst xmlns:a="http://schemas.openxmlformats.org/drawingml/2006/main">
              <a:ext uri="{FF2B5EF4-FFF2-40B4-BE49-F238E27FC236}">
                <a16:creationId xmlns:a16="http://schemas.microsoft.com/office/drawing/2014/main" id="{71EA6D9D-27C3-4833-97A5-FFF8C686B9D9}"/>
              </a:ext>
            </a:extLst>
          </p:cNvPr>
          <p:cNvSpPr>
            <a:spLocks xmlns:a="http://schemas.openxmlformats.org/drawingml/2006/main" noGrp="1"/>
          </p:cNvSpPr>
          <p:nvPr/>
        </p:nvSpPr>
        <p:spPr>
          <a:xfrm xmlns:a="http://schemas.openxmlformats.org/drawingml/2006/main">
            <a:off x="5429250" y="3962400"/>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lang="zh-CN" altLang="en-US">
                <a:solidFill>
                  <a:srgbClr val="000000"/>
                </a:solidFill>
                <a:latin typeface="Times New Roman"/>
                <a:ea typeface="SimHei"/>
                <a:cs typeface="Times New Roman"/>
              </a:defRPr>
            </a:defPPr>
          </a:lstStyle>
          <a:p xmlns:a="http://schemas.openxmlformats.org/drawingml/2006/main">
            <a:pPr algn="l">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已用人员留原站位</a:t>
            </a:r>
          </a:p>
        </p:txBody>
      </p:sp>
      <p:sp>
        <p:nvSpPr>
          <p:cNvPr id="35" name="candidate-text-363">
            <a:extLst xmlns:a="http://schemas.openxmlformats.org/drawingml/2006/main">
              <a:ext uri="{FF2B5EF4-FFF2-40B4-BE49-F238E27FC236}">
                <a16:creationId xmlns:a16="http://schemas.microsoft.com/office/drawing/2014/main" id="{C0856CD2-3307-4E4F-89AD-56B7EC490BCA}"/>
              </a:ext>
            </a:extLst>
          </p:cNvPr>
          <p:cNvSpPr>
            <a:spLocks xmlns:a="http://schemas.openxmlformats.org/drawingml/2006/main" noGrp="1"/>
          </p:cNvSpPr>
          <p:nvPr/>
        </p:nvSpPr>
        <p:spPr>
          <a:xfrm xmlns:a="http://schemas.openxmlformats.org/drawingml/2006/main">
            <a:off x="9039225" y="3962400"/>
            <a:ext cx="2495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lang="zh-CN" altLang="en-US">
                <a:solidFill>
                  <a:srgbClr val="000000"/>
                </a:solidFill>
                <a:latin typeface="Times New Roman"/>
                <a:ea typeface="SimHei"/>
                <a:cs typeface="Times New Roman"/>
              </a:defRPr>
            </a:defPPr>
          </a:lstStyle>
          <a:p xmlns:a="http://schemas.openxmlformats.org/drawingml/2006/main">
            <a:pPr algn="l">
              <a:defRPr sz="1650" b="0" lang="zh-CN" altLang="en-US">
                <a:solidFill>
                  <a:srgbClr val="000000"/>
                </a:solidFill>
                <a:latin typeface="Times New Roman"/>
                <a:ea typeface="SimHei"/>
                <a:cs typeface="Times New Roman"/>
              </a:defRPr>
            </a:pPr>
            <a:r>
              <a:rPr b="0" lang="zh-CN" altLang="en-US">
                <a:latin typeface="Times New Roman"/>
                <a:ea typeface="SimHei"/>
                <a:cs typeface="Times New Roman"/>
              </a:rPr>
              <a:t>未用人员按首次使用</a:t>
            </a:r>
          </a:p>
        </p:txBody>
      </p:sp>
      <p:sp>
        <p:nvSpPr>
          <p:cNvPr id="36" name="candidate-line-364">
            <a:extLst xmlns:a="http://schemas.openxmlformats.org/drawingml/2006/main">
              <a:ext uri="{FF2B5EF4-FFF2-40B4-BE49-F238E27FC236}">
                <a16:creationId xmlns:a16="http://schemas.microsoft.com/office/drawing/2014/main" id="{09031814-7B34-479E-A9AE-5AA5B7C48878}"/>
              </a:ext>
            </a:extLst>
          </p:cNvPr>
          <p:cNvSpPr>
            <a:spLocks xmlns:a="http://schemas.openxmlformats.org/drawingml/2006/main" noGrp="1"/>
          </p:cNvSpPr>
          <p:nvPr/>
        </p:nvSpPr>
        <p:spPr>
          <a:xfrm xmlns:a="http://schemas.openxmlformats.org/drawingml/2006/main" flipH="1" flipV="0">
            <a:off x="8334375" y="3200400"/>
            <a:ext cx="704850" cy="0"/>
          </a:xfrm>
          <a:prstGeom xmlns:a="http://schemas.openxmlformats.org/drawingml/2006/main" prst="line">
            <a:avLst/>
          </a:prstGeom>
          <a:noFill xmlns:a="http://schemas.openxmlformats.org/drawingml/2006/main"/>
          <a:ln xmlns:a="http://schemas.openxmlformats.org/drawingml/2006/main" w="14288">
            <a:solidFill>
              <a:srgbClr val="000000"/>
            </a:solidFill>
            <a:prstDash val="solid"/>
          </a:ln>
        </p:spPr>
      </p:sp>
      <p:sp>
        <p:nvSpPr>
          <p:cNvPr id="37" name="candidate-line-365">
            <a:extLst xmlns:a="http://schemas.openxmlformats.org/drawingml/2006/main">
              <a:ext uri="{FF2B5EF4-FFF2-40B4-BE49-F238E27FC236}">
                <a16:creationId xmlns:a16="http://schemas.microsoft.com/office/drawing/2014/main" id="{8A5E1CCB-86D3-42B0-BEAD-F084560E1AED}"/>
              </a:ext>
            </a:extLst>
          </p:cNvPr>
          <p:cNvSpPr>
            <a:spLocks xmlns:a="http://schemas.openxmlformats.org/drawingml/2006/main" noGrp="1"/>
          </p:cNvSpPr>
          <p:nvPr/>
        </p:nvSpPr>
        <p:spPr>
          <a:xfrm xmlns:a="http://schemas.openxmlformats.org/drawingml/2006/main" flipH="0" flipV="0">
            <a:off x="8334375" y="3200400"/>
            <a:ext cx="0" cy="1181100"/>
          </a:xfrm>
          <a:prstGeom xmlns:a="http://schemas.openxmlformats.org/drawingml/2006/main" prst="line">
            <a:avLst/>
          </a:prstGeom>
          <a:noFill xmlns:a="http://schemas.openxmlformats.org/drawingml/2006/main"/>
          <a:ln xmlns:a="http://schemas.openxmlformats.org/drawingml/2006/main" w="14288">
            <a:solidFill>
              <a:srgbClr val="000000"/>
            </a:solidFill>
            <a:prstDash val="solid"/>
          </a:ln>
        </p:spPr>
      </p:sp>
      <p:cxnSp>
        <p:nvCxnSpPr>
          <p:cNvPr id="38" name="candidate-arrow-366">
            <a:extLst xmlns:a="http://schemas.openxmlformats.org/drawingml/2006/main">
              <a:ext uri="{FF2B5EF4-FFF2-40B4-BE49-F238E27FC236}">
                <a16:creationId xmlns:a16="http://schemas.microsoft.com/office/drawing/2014/main" id="{CE3B00C8-DC1C-4F98-8DEA-67DDD1E5C3F4}"/>
              </a:ext>
            </a:extLst>
          </p:cNvPr>
          <p:cNvCxnSpPr/>
          <p:nvPr/>
        </p:nvCxnSpPr>
        <p:spPr>
          <a:xfrm xmlns:a="http://schemas.openxmlformats.org/drawingml/2006/main" flipH="1" flipV="0">
            <a:off x="4857750" y="4381500"/>
            <a:ext cx="3476625" cy="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sp>
        <p:nvSpPr>
          <p:cNvPr id="39" name="candidate-line-367">
            <a:extLst xmlns:a="http://schemas.openxmlformats.org/drawingml/2006/main">
              <a:ext uri="{FF2B5EF4-FFF2-40B4-BE49-F238E27FC236}">
                <a16:creationId xmlns:a16="http://schemas.microsoft.com/office/drawing/2014/main" id="{5EBC623A-C27F-4C0C-B8BA-357D8EDD1CB0}"/>
              </a:ext>
            </a:extLst>
          </p:cNvPr>
          <p:cNvSpPr>
            <a:spLocks xmlns:a="http://schemas.openxmlformats.org/drawingml/2006/main" noGrp="1"/>
          </p:cNvSpPr>
          <p:nvPr/>
        </p:nvSpPr>
        <p:spPr>
          <a:xfrm xmlns:a="http://schemas.openxmlformats.org/drawingml/2006/main" flipH="0" flipV="0">
            <a:off x="7886700" y="3200400"/>
            <a:ext cx="209550" cy="0"/>
          </a:xfrm>
          <a:prstGeom xmlns:a="http://schemas.openxmlformats.org/drawingml/2006/main" prst="line">
            <a:avLst/>
          </a:prstGeom>
          <a:noFill xmlns:a="http://schemas.openxmlformats.org/drawingml/2006/main"/>
          <a:ln xmlns:a="http://schemas.openxmlformats.org/drawingml/2006/main" w="14288">
            <a:solidFill>
              <a:srgbClr val="000000"/>
            </a:solidFill>
            <a:prstDash val="solid"/>
          </a:ln>
        </p:spPr>
      </p:sp>
      <p:sp>
        <p:nvSpPr>
          <p:cNvPr id="40" name="candidate-line-368">
            <a:extLst xmlns:a="http://schemas.openxmlformats.org/drawingml/2006/main">
              <a:ext uri="{FF2B5EF4-FFF2-40B4-BE49-F238E27FC236}">
                <a16:creationId xmlns:a16="http://schemas.microsoft.com/office/drawing/2014/main" id="{1362A0D4-2E2A-4574-9B17-9FDFEDA4ABB5}"/>
              </a:ext>
            </a:extLst>
          </p:cNvPr>
          <p:cNvSpPr>
            <a:spLocks xmlns:a="http://schemas.openxmlformats.org/drawingml/2006/main" noGrp="1"/>
          </p:cNvSpPr>
          <p:nvPr/>
        </p:nvSpPr>
        <p:spPr>
          <a:xfrm xmlns:a="http://schemas.openxmlformats.org/drawingml/2006/main" flipH="0" flipV="0">
            <a:off x="8096250" y="3200400"/>
            <a:ext cx="0" cy="1362075"/>
          </a:xfrm>
          <a:prstGeom xmlns:a="http://schemas.openxmlformats.org/drawingml/2006/main" prst="line">
            <a:avLst/>
          </a:prstGeom>
          <a:noFill xmlns:a="http://schemas.openxmlformats.org/drawingml/2006/main"/>
          <a:ln xmlns:a="http://schemas.openxmlformats.org/drawingml/2006/main" w="14288">
            <a:solidFill>
              <a:srgbClr val="000000"/>
            </a:solidFill>
            <a:prstDash val="solid"/>
          </a:ln>
        </p:spPr>
      </p:sp>
      <p:sp>
        <p:nvSpPr>
          <p:cNvPr id="41" name="candidate-line-369">
            <a:extLst xmlns:a="http://schemas.openxmlformats.org/drawingml/2006/main">
              <a:ext uri="{FF2B5EF4-FFF2-40B4-BE49-F238E27FC236}">
                <a16:creationId xmlns:a16="http://schemas.microsoft.com/office/drawing/2014/main" id="{6FC34DE4-7D0C-4AC2-92D8-EB26A096AA2F}"/>
              </a:ext>
            </a:extLst>
          </p:cNvPr>
          <p:cNvSpPr>
            <a:spLocks xmlns:a="http://schemas.openxmlformats.org/drawingml/2006/main" noGrp="1"/>
          </p:cNvSpPr>
          <p:nvPr/>
        </p:nvSpPr>
        <p:spPr>
          <a:xfrm xmlns:a="http://schemas.openxmlformats.org/drawingml/2006/main" flipH="0" flipV="0">
            <a:off x="8096250" y="4562475"/>
            <a:ext cx="2705100" cy="0"/>
          </a:xfrm>
          <a:prstGeom xmlns:a="http://schemas.openxmlformats.org/drawingml/2006/main" prst="line">
            <a:avLst/>
          </a:prstGeom>
          <a:noFill xmlns:a="http://schemas.openxmlformats.org/drawingml/2006/main"/>
          <a:ln xmlns:a="http://schemas.openxmlformats.org/drawingml/2006/main" w="14288">
            <a:solidFill>
              <a:srgbClr val="000000"/>
            </a:solidFill>
            <a:prstDash val="solid"/>
          </a:ln>
        </p:spPr>
      </p:sp>
      <p:cxnSp>
        <p:nvCxnSpPr>
          <p:cNvPr id="42" name="candidate-arrow-370">
            <a:extLst xmlns:a="http://schemas.openxmlformats.org/drawingml/2006/main">
              <a:ext uri="{FF2B5EF4-FFF2-40B4-BE49-F238E27FC236}">
                <a16:creationId xmlns:a16="http://schemas.microsoft.com/office/drawing/2014/main" id="{4CC0E9F0-64E4-40D9-8574-0A0ABFD39CD2}"/>
              </a:ext>
            </a:extLst>
          </p:cNvPr>
          <p:cNvCxnSpPr/>
          <p:nvPr/>
        </p:nvCxnSpPr>
        <p:spPr>
          <a:xfrm xmlns:a="http://schemas.openxmlformats.org/drawingml/2006/main" flipH="0" flipV="0">
            <a:off x="10801350" y="4562475"/>
            <a:ext cx="0" cy="333375"/>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sp>
        <p:nvSpPr>
          <p:cNvPr id="43" name="candidate-text-371">
            <a:extLst xmlns:a="http://schemas.openxmlformats.org/drawingml/2006/main">
              <a:ext uri="{FF2B5EF4-FFF2-40B4-BE49-F238E27FC236}">
                <a16:creationId xmlns:a16="http://schemas.microsoft.com/office/drawing/2014/main" id="{CA6DD385-B3D2-4235-A1BE-9F50B8948D59}"/>
              </a:ext>
            </a:extLst>
          </p:cNvPr>
          <p:cNvSpPr>
            <a:spLocks xmlns:a="http://schemas.openxmlformats.org/drawingml/2006/main" noGrp="1"/>
          </p:cNvSpPr>
          <p:nvPr/>
        </p:nvSpPr>
        <p:spPr>
          <a:xfrm xmlns:a="http://schemas.openxmlformats.org/drawingml/2006/main">
            <a:off x="8401050" y="4257675"/>
            <a:ext cx="2924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冻结条目直接保留</a:t>
            </a:r>
          </a:p>
        </p:txBody>
      </p:sp>
      <p:sp>
        <p:nvSpPr>
          <p:cNvPr id="44" name="candidate-text-372">
            <a:extLst xmlns:a="http://schemas.openxmlformats.org/drawingml/2006/main">
              <a:ext uri="{FF2B5EF4-FFF2-40B4-BE49-F238E27FC236}">
                <a16:creationId xmlns:a16="http://schemas.microsoft.com/office/drawing/2014/main" id="{7083CC4C-D822-4B93-9044-EC74630F97D3}"/>
              </a:ext>
            </a:extLst>
          </p:cNvPr>
          <p:cNvSpPr>
            <a:spLocks xmlns:a="http://schemas.openxmlformats.org/drawingml/2006/main" noGrp="1"/>
          </p:cNvSpPr>
          <p:nvPr/>
        </p:nvSpPr>
        <p:spPr>
          <a:xfrm xmlns:a="http://schemas.openxmlformats.org/drawingml/2006/main">
            <a:off x="5429250" y="4600575"/>
            <a:ext cx="610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lang="zh-CN" altLang="en-US">
                <a:solidFill>
                  <a:srgbClr val="000000"/>
                </a:solidFill>
                <a:latin typeface="Times New Roman"/>
                <a:ea typeface="SimHei"/>
                <a:cs typeface="Times New Roman"/>
              </a:defRPr>
            </a:defPPr>
          </a:lstStyle>
          <a:p xmlns:a="http://schemas.openxmlformats.org/drawingml/2006/main">
            <a:pPr algn="ctr">
              <a:defRPr sz="1800" b="1" lang="zh-CN" altLang="en-US">
                <a:solidFill>
                  <a:srgbClr val="000000"/>
                </a:solidFill>
                <a:latin typeface="Times New Roman"/>
                <a:ea typeface="SimHei"/>
                <a:cs typeface="Times New Roman"/>
              </a:defRPr>
            </a:pPr>
            <a:r>
              <a:rPr b="1" lang="zh-CN" altLang="en-US">
                <a:latin typeface="Times New Roman"/>
                <a:ea typeface="SimHei"/>
                <a:cs typeface="Times New Roman"/>
              </a:rPr>
              <a:t>共享自回归联合动作与时间分配</a:t>
            </a:r>
          </a:p>
        </p:txBody>
      </p:sp>
      <p:sp>
        <p:nvSpPr>
          <p:cNvPr id="45" name="candidate-box-373">
            <a:extLst xmlns:a="http://schemas.openxmlformats.org/drawingml/2006/main">
              <a:ext uri="{FF2B5EF4-FFF2-40B4-BE49-F238E27FC236}">
                <a16:creationId xmlns:a16="http://schemas.microsoft.com/office/drawing/2014/main" id="{09BC5F8D-DF23-4CBA-ABC3-DE84B405B76B}"/>
              </a:ext>
            </a:extLst>
          </p:cNvPr>
          <p:cNvSpPr>
            <a:spLocks xmlns:a="http://schemas.openxmlformats.org/drawingml/2006/main" noGrp="1"/>
          </p:cNvSpPr>
          <p:nvPr/>
        </p:nvSpPr>
        <p:spPr>
          <a:xfrm xmlns:a="http://schemas.openxmlformats.org/drawingml/2006/main">
            <a:off x="619125" y="5019675"/>
            <a:ext cx="16764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800" b="0" lang="zh-CN" altLang="en-US">
                <a:solidFill>
                  <a:srgbClr val="000000"/>
                </a:solidFill>
                <a:latin typeface="Times New Roman"/>
                <a:ea typeface="SimHei"/>
                <a:cs typeface="Times New Roman"/>
              </a:defRPr>
            </a:defPPr>
          </a:lstStyle>
          <a:p xmlns:a="http://schemas.openxmlformats.org/drawingml/2006/main">
            <a:pPr algn="ctr">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工序选择</a:t>
            </a:r>
          </a:p>
        </p:txBody>
      </p:sp>
      <p:sp>
        <p:nvSpPr>
          <p:cNvPr id="46" name="candidate-box-374">
            <a:extLst xmlns:a="http://schemas.openxmlformats.org/drawingml/2006/main">
              <a:ext uri="{FF2B5EF4-FFF2-40B4-BE49-F238E27FC236}">
                <a16:creationId xmlns:a16="http://schemas.microsoft.com/office/drawing/2014/main" id="{1E794121-2C9B-46B8-84BB-1E99B5831B10}"/>
              </a:ext>
            </a:extLst>
          </p:cNvPr>
          <p:cNvSpPr>
            <a:spLocks xmlns:a="http://schemas.openxmlformats.org/drawingml/2006/main" noGrp="1"/>
          </p:cNvSpPr>
          <p:nvPr/>
        </p:nvSpPr>
        <p:spPr>
          <a:xfrm xmlns:a="http://schemas.openxmlformats.org/drawingml/2006/main">
            <a:off x="2667000" y="5019675"/>
            <a:ext cx="16764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800" b="0" lang="zh-CN" altLang="en-US">
                <a:solidFill>
                  <a:srgbClr val="000000"/>
                </a:solidFill>
                <a:latin typeface="Times New Roman"/>
                <a:ea typeface="SimHei"/>
                <a:cs typeface="Times New Roman"/>
              </a:defRPr>
            </a:defPPr>
          </a:lstStyle>
          <a:p xmlns:a="http://schemas.openxmlformats.org/drawingml/2006/main">
            <a:pPr algn="ctr">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站位分配</a:t>
            </a:r>
          </a:p>
        </p:txBody>
      </p:sp>
      <p:sp>
        <p:nvSpPr>
          <p:cNvPr id="47" name="candidate-box-375">
            <a:extLst xmlns:a="http://schemas.openxmlformats.org/drawingml/2006/main">
              <a:ext uri="{FF2B5EF4-FFF2-40B4-BE49-F238E27FC236}">
                <a16:creationId xmlns:a16="http://schemas.microsoft.com/office/drawing/2014/main" id="{89101907-FDC8-4F7B-A2C2-4E3728B6059C}"/>
              </a:ext>
            </a:extLst>
          </p:cNvPr>
          <p:cNvSpPr>
            <a:spLocks xmlns:a="http://schemas.openxmlformats.org/drawingml/2006/main" noGrp="1"/>
          </p:cNvSpPr>
          <p:nvPr/>
        </p:nvSpPr>
        <p:spPr>
          <a:xfrm xmlns:a="http://schemas.openxmlformats.org/drawingml/2006/main">
            <a:off x="4714875" y="4895850"/>
            <a:ext cx="2876550" cy="80010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800" b="0" lang="zh-CN" altLang="en-US">
                <a:solidFill>
                  <a:srgbClr val="000000"/>
                </a:solidFill>
                <a:latin typeface="Times New Roman"/>
                <a:ea typeface="SimHei"/>
                <a:cs typeface="Times New Roman"/>
              </a:defRPr>
            </a:defPPr>
          </a:lstStyle>
          <a:p xmlns:a="http://schemas.openxmlformats.org/drawingml/2006/main">
            <a:pPr algn="ctr">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具体团队选择</a:t>
            </a:r>
          </a:p>
          <a:p xmlns:a="http://schemas.openxmlformats.org/drawingml/2006/main">
            <a:pPr algn="ctr">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逐人选满给定人数</a:t>
            </a:r>
          </a:p>
        </p:txBody>
      </p:sp>
      <p:sp>
        <p:nvSpPr>
          <p:cNvPr id="48" name="candidate-box-376">
            <a:extLst xmlns:a="http://schemas.openxmlformats.org/drawingml/2006/main">
              <a:ext uri="{FF2B5EF4-FFF2-40B4-BE49-F238E27FC236}">
                <a16:creationId xmlns:a16="http://schemas.microsoft.com/office/drawing/2014/main" id="{E5F32FFF-37B3-4CB4-BA32-084982F23FD0}"/>
              </a:ext>
            </a:extLst>
          </p:cNvPr>
          <p:cNvSpPr>
            <a:spLocks xmlns:a="http://schemas.openxmlformats.org/drawingml/2006/main" noGrp="1"/>
          </p:cNvSpPr>
          <p:nvPr/>
        </p:nvSpPr>
        <p:spPr>
          <a:xfrm xmlns:a="http://schemas.openxmlformats.org/drawingml/2006/main">
            <a:off x="7991475" y="4895850"/>
            <a:ext cx="1647825" cy="80010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725" b="0" lang="zh-CN" altLang="en-US">
                <a:solidFill>
                  <a:srgbClr val="000000"/>
                </a:solidFill>
                <a:latin typeface="Times New Roman"/>
                <a:ea typeface="SimHei"/>
                <a:cs typeface="Times New Roman"/>
              </a:defRPr>
            </a:defPPr>
          </a:lstStyle>
          <a:p xmlns:a="http://schemas.openxmlformats.org/drawingml/2006/main">
            <a:pPr algn="ctr">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前向时间分配</a:t>
            </a:r>
          </a:p>
          <a:p xmlns:a="http://schemas.openxmlformats.org/drawingml/2006/main">
            <a:pPr algn="ctr">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合法起止时刻</a:t>
            </a:r>
          </a:p>
        </p:txBody>
      </p:sp>
      <p:sp>
        <p:nvSpPr>
          <p:cNvPr id="49" name="candidate-box-377">
            <a:extLst xmlns:a="http://schemas.openxmlformats.org/drawingml/2006/main">
              <a:ext uri="{FF2B5EF4-FFF2-40B4-BE49-F238E27FC236}">
                <a16:creationId xmlns:a16="http://schemas.microsoft.com/office/drawing/2014/main" id="{474B8556-D3C6-4741-B88D-51D15FD60008}"/>
              </a:ext>
            </a:extLst>
          </p:cNvPr>
          <p:cNvSpPr>
            <a:spLocks xmlns:a="http://schemas.openxmlformats.org/drawingml/2006/main" noGrp="1"/>
          </p:cNvSpPr>
          <p:nvPr/>
        </p:nvSpPr>
        <p:spPr>
          <a:xfrm xmlns:a="http://schemas.openxmlformats.org/drawingml/2006/main">
            <a:off x="10039350" y="4895850"/>
            <a:ext cx="1495425" cy="80010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800" b="0" lang="zh-CN" altLang="en-US">
                <a:solidFill>
                  <a:srgbClr val="000000"/>
                </a:solidFill>
                <a:latin typeface="Times New Roman"/>
                <a:ea typeface="SimHei"/>
                <a:cs typeface="Times New Roman"/>
              </a:defRPr>
            </a:defPPr>
          </a:lstStyle>
          <a:p xmlns:a="http://schemas.openxmlformats.org/drawingml/2006/main">
            <a:pPr algn="ctr">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初始排程</a:t>
            </a:r>
          </a:p>
          <a:p xmlns:a="http://schemas.openxmlformats.org/drawingml/2006/main">
            <a:pPr algn="ctr">
              <a:defRPr sz="1800" b="0" lang="zh-CN" altLang="en-US">
                <a:solidFill>
                  <a:srgbClr val="000000"/>
                </a:solidFill>
                <a:latin typeface="Times New Roman"/>
                <a:ea typeface="SimHei"/>
                <a:cs typeface="Times New Roman"/>
              </a:defRPr>
            </a:pPr>
            <a:r>
              <a:rPr b="0" lang="zh-CN" altLang="en-US">
                <a:latin typeface="Times New Roman"/>
                <a:ea typeface="SimHei"/>
                <a:cs typeface="Times New Roman"/>
              </a:rPr>
              <a:t>修复排程</a:t>
            </a:r>
          </a:p>
        </p:txBody>
      </p:sp>
      <p:cxnSp>
        <p:nvCxnSpPr>
          <p:cNvPr id="50" name="candidate-arrow-378">
            <a:extLst xmlns:a="http://schemas.openxmlformats.org/drawingml/2006/main">
              <a:ext uri="{FF2B5EF4-FFF2-40B4-BE49-F238E27FC236}">
                <a16:creationId xmlns:a16="http://schemas.microsoft.com/office/drawing/2014/main" id="{FFA749EC-FB22-4A61-A385-D0C5C3459463}"/>
              </a:ext>
            </a:extLst>
          </p:cNvPr>
          <p:cNvCxnSpPr/>
          <p:nvPr/>
        </p:nvCxnSpPr>
        <p:spPr>
          <a:xfrm xmlns:a="http://schemas.openxmlformats.org/drawingml/2006/main" flipH="0" flipV="0">
            <a:off x="1457325" y="4562475"/>
            <a:ext cx="0" cy="45720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sp>
        <p:nvSpPr>
          <p:cNvPr id="51" name="candidate-text-379">
            <a:extLst xmlns:a="http://schemas.openxmlformats.org/drawingml/2006/main">
              <a:ext uri="{FF2B5EF4-FFF2-40B4-BE49-F238E27FC236}">
                <a16:creationId xmlns:a16="http://schemas.microsoft.com/office/drawing/2014/main" id="{4B3570FF-BA88-4263-B147-446A5C06CE19}"/>
              </a:ext>
            </a:extLst>
          </p:cNvPr>
          <p:cNvSpPr>
            <a:spLocks xmlns:a="http://schemas.openxmlformats.org/drawingml/2006/main" noGrp="1"/>
          </p:cNvSpPr>
          <p:nvPr/>
        </p:nvSpPr>
        <p:spPr>
          <a:xfrm xmlns:a="http://schemas.openxmlformats.org/drawingml/2006/main">
            <a:off x="619125" y="59436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lang="zh-CN" altLang="en-US">
                <a:solidFill>
                  <a:srgbClr val="000000"/>
                </a:solidFill>
                <a:latin typeface="Times New Roman"/>
                <a:ea typeface="SimHei"/>
                <a:cs typeface="Times New Roman"/>
              </a:defRPr>
            </a:defPPr>
          </a:lstStyle>
          <a:p xmlns:a="http://schemas.openxmlformats.org/drawingml/2006/main">
            <a:pPr algn="l">
              <a:defRPr sz="1650" b="1" lang="zh-CN" altLang="en-US">
                <a:solidFill>
                  <a:srgbClr val="000000"/>
                </a:solidFill>
                <a:latin typeface="Times New Roman"/>
                <a:ea typeface="SimHei"/>
                <a:cs typeface="Times New Roman"/>
              </a:defRPr>
            </a:pPr>
            <a:r>
              <a:rPr b="1" lang="zh-CN" altLang="en-US">
                <a:latin typeface="Times New Roman"/>
                <a:ea typeface="SimHei"/>
                <a:cs typeface="Times New Roman"/>
              </a:rPr>
              <a:t>修复评价：计划完工时间及相对固定基准的开工、站位、具体团队偏离。</a:t>
            </a:r>
          </a:p>
        </p:txBody>
      </p:sp>
      <p:sp xmlns:a="http://schemas.openxmlformats.org/drawingml/2006/main">
        <p:nvSpPr>
          <p:cNvPr id="52"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53"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54"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4 技术路线</a:t>
            </a:r>
          </a:p>
        </p:txBody>
      </p:sp>
      <p:sp>
        <p:nvSpPr>
          <p:cNvPr id="55"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lang="zh-CN" altLang="en-US">
                <a:solidFill>
                  <a:srgbClr val="000000"/>
                </a:solidFill>
                <a:latin typeface="Times New Roman"/>
                <a:ea typeface="SimHei"/>
                <a:cs typeface="Times New Roman"/>
              </a:defRPr>
            </a:defPPr>
          </a:lstStyle>
          <ns0:p xmlns:ns0="http://schemas.openxmlformats.org/drawingml/2006/main">
            <ns0:pPr algn="l">
              <ns0:defRPr sz="2850" b="1" lang="zh-CN" altLang="en-US">
                <ns0:solidFill>
                  <ns0:srgbClr val="000000"/>
                </ns0:solidFill>
                <ns0:latin typeface="Times New Roman"/>
                <ns0:ea typeface="SimHei"/>
                <ns0:cs typeface="Times New Roman"/>
              </ns0:defRPr>
            </ns0:pPr>
            <ns0:r>
              <ns0:rPr b="1" sz="2400" lang="zh-CN" altLang="en-US">
                <ns0:solidFill>
                  <ns0:srgbClr val="315CA9"/>
                </ns0:solidFill>
                <ns0:latin typeface="Times New Roman"/>
                <ns0:ea typeface="SimHei"/>
                <ns0:cs typeface="Times New Roman"/>
              </ns0:rPr>
              <ns0:t>研究内容二：异构联合调度与计划稳定性</ns0:t>
            </ns0:r>
          </ns0:p>
        </p:txBody>
      </p:sp>
      <p:sp>
        <p:nvSpPr>
          <p:cNvPr id="56"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1:p xmlns:ns1="http://schemas.openxmlformats.org/drawingml/2006/main">
            <ns1:pPr algn="r">
              <ns1:defRPr sz="1350" b="0" lang="zh-CN" altLang="en-US">
                <ns1:solidFill>
                  <ns1:srgbClr val="000000"/>
                </ns1:solidFill>
                <ns1:latin typeface="Times New Roman"/>
                <ns1:ea typeface="SimHei"/>
                <ns1:cs typeface="Times New Roman"/>
              </ns1:defRPr>
            </ns1:pPr>
            <ns1:r>
              <ns1:rPr b="0" sz="1200" lang="zh-CN" altLang="en-US">
                <ns1:solidFill>
                  <ns1:srgbClr val="666666"/>
                </ns1:solidFill>
                <ns1:latin typeface="Times New Roman"/>
                <ns1:ea typeface="SimHei"/>
                <ns1:cs typeface="Times New Roman"/>
              </ns1:rPr>
              <ns1:t>11</ns1:t>
            </ns1:r>
          </ns1:p>
        </p:txBody>
      </p:sp>
    </p:spTree>
    <p:extLst>
      <p:ext uri="{BB962C8B-B14F-4D97-AF65-F5344CB8AC3E}">
        <p14:creationId xmlns:p14="http://schemas.microsoft.com/office/powerpoint/2010/main" val="12688813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andidate-text-385">
            <a:extLst xmlns:a="http://schemas.openxmlformats.org/drawingml/2006/main">
              <a:ext uri="{FF2B5EF4-FFF2-40B4-BE49-F238E27FC236}">
                <a16:creationId xmlns:a16="http://schemas.microsoft.com/office/drawing/2014/main" id="{37ECDD00-B764-4393-8F11-DBCCE10E0675}"/>
              </a:ext>
            </a:extLst>
          </p:cNvPr>
          <p:cNvSpPr>
            <a:spLocks xmlns:a="http://schemas.openxmlformats.org/drawingml/2006/main" noGrp="1"/>
          </p:cNvSpPr>
          <p:nvPr/>
        </p:nvSpPr>
        <p:spPr>
          <a:xfrm xmlns:a="http://schemas.openxmlformats.org/drawingml/2006/main">
            <a:off x="619125" y="10477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lang="zh-CN" altLang="en-US">
                <a:solidFill>
                  <a:srgbClr val="000000"/>
                </a:solidFill>
                <a:latin typeface="Times New Roman"/>
                <a:ea typeface="SimHei"/>
                <a:cs typeface="Times New Roman"/>
              </a:defRPr>
            </a:defPPr>
          </a:lstStyle>
          <a:p xmlns:a="http://schemas.openxmlformats.org/drawingml/2006/main">
            <a:pPr algn="l">
              <a:defRPr sz="1875" b="1" lang="zh-CN" altLang="en-US">
                <a:solidFill>
                  <a:srgbClr val="000000"/>
                </a:solidFill>
                <a:latin typeface="Times New Roman"/>
                <a:ea typeface="SimHei"/>
                <a:cs typeface="Times New Roman"/>
              </a:defRPr>
            </a:pPr>
            <a:r>
              <a:rPr b="1" lang="zh-CN" altLang="en-US">
                <a:latin typeface="Times New Roman"/>
                <a:ea typeface="SimHei"/>
                <a:cs typeface="Times New Roman"/>
              </a:rPr>
              <a:t>多架飞机驻站并行，现场事件刷新当前状态</a:t>
            </a:r>
          </a:p>
        </p:txBody>
      </p:sp>
      <p:sp>
        <p:nvSpPr>
          <p:cNvPr id="3" name="candidate-box-386">
            <a:extLst xmlns:a="http://schemas.openxmlformats.org/drawingml/2006/main">
              <a:ext uri="{FF2B5EF4-FFF2-40B4-BE49-F238E27FC236}">
                <a16:creationId xmlns:a16="http://schemas.microsoft.com/office/drawing/2014/main" id="{F1087432-9559-4923-A794-1DDF5344C0C6}"/>
              </a:ext>
            </a:extLst>
          </p:cNvPr>
          <p:cNvSpPr>
            <a:spLocks xmlns:a="http://schemas.openxmlformats.org/drawingml/2006/main" noGrp="1"/>
          </p:cNvSpPr>
          <p:nvPr/>
        </p:nvSpPr>
        <p:spPr>
          <a:xfrm xmlns:a="http://schemas.openxmlformats.org/drawingml/2006/main">
            <a:off x="619125" y="1409700"/>
            <a:ext cx="10953750" cy="723900"/>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4" name="candidate-box-387">
            <a:extLst xmlns:a="http://schemas.openxmlformats.org/drawingml/2006/main">
              <a:ext uri="{FF2B5EF4-FFF2-40B4-BE49-F238E27FC236}">
                <a16:creationId xmlns:a16="http://schemas.microsoft.com/office/drawing/2014/main" id="{E6667875-2BF4-482F-BBFA-2A5C0EC6E42C}"/>
              </a:ext>
            </a:extLst>
          </p:cNvPr>
          <p:cNvSpPr>
            <a:spLocks xmlns:a="http://schemas.openxmlformats.org/drawingml/2006/main" noGrp="1"/>
          </p:cNvSpPr>
          <p:nvPr/>
        </p:nvSpPr>
        <p:spPr>
          <a:xfrm xmlns:a="http://schemas.openxmlformats.org/drawingml/2006/main">
            <a:off x="714375" y="1495425"/>
            <a:ext cx="161544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sp>
      <p:sp>
        <p:nvSpPr>
          <p:cNvPr id="5" name="candidate-text-388">
            <a:extLst xmlns:a="http://schemas.openxmlformats.org/drawingml/2006/main">
              <a:ext uri="{FF2B5EF4-FFF2-40B4-BE49-F238E27FC236}">
                <a16:creationId xmlns:a16="http://schemas.microsoft.com/office/drawing/2014/main" id="{6EBFC732-E8CD-4534-9D68-49DBA2495011}"/>
              </a:ext>
            </a:extLst>
          </p:cNvPr>
          <p:cNvSpPr>
            <a:spLocks xmlns:a="http://schemas.openxmlformats.org/drawingml/2006/main" noGrp="1"/>
          </p:cNvSpPr>
          <p:nvPr/>
        </p:nvSpPr>
        <p:spPr>
          <a:xfrm xmlns:a="http://schemas.openxmlformats.org/drawingml/2006/main">
            <a:off x="742950" y="1514475"/>
            <a:ext cx="155829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lang="zh-CN" altLang="en-US">
                <a:solidFill>
                  <a:srgbClr val="000000"/>
                </a:solidFill>
                <a:latin typeface="Times New Roman"/>
                <a:ea typeface="SimHei"/>
                <a:cs typeface="Times New Roman"/>
              </a:defRPr>
            </a:defPPr>
          </a:lstStyle>
          <a:p xmlns:a="http://schemas.openxmlformats.org/drawingml/2006/main">
            <a:pPr algn="ctr">
              <a:defRPr sz="1575" b="1" lang="zh-CN" altLang="en-US">
                <a:solidFill>
                  <a:srgbClr val="000000"/>
                </a:solidFill>
                <a:latin typeface="Times New Roman"/>
                <a:ea typeface="SimHei"/>
                <a:cs typeface="Times New Roman"/>
              </a:defRPr>
            </a:pPr>
            <a:r>
              <a:rPr b="1" lang="zh-CN" altLang="en-US">
                <a:latin typeface="Times New Roman"/>
                <a:ea typeface="SimHei"/>
                <a:cs typeface="Times New Roman"/>
              </a:rPr>
              <a:t>站位</a:t>
            </a:r>
            <a:r>
              <a:rPr b="1" lang="zh-CN" altLang="en-US">
                <a:latin typeface="Times New Roman"/>
                <a:ea typeface="SimHei"/>
                <a:cs typeface="Times New Roman"/>
              </a:rPr>
              <a:t>1</a:t>
            </a:r>
          </a:p>
        </p:txBody>
      </p:sp>
      <p:sp>
        <p:nvSpPr>
          <p:cNvPr id="6" name="candidate-line-389">
            <a:extLst xmlns:a="http://schemas.openxmlformats.org/drawingml/2006/main">
              <a:ext uri="{FF2B5EF4-FFF2-40B4-BE49-F238E27FC236}">
                <a16:creationId xmlns:a16="http://schemas.microsoft.com/office/drawing/2014/main" id="{0B09A256-B9AA-40E6-952B-EB4AE069EB10}"/>
              </a:ext>
            </a:extLst>
          </p:cNvPr>
          <p:cNvSpPr>
            <a:spLocks xmlns:a="http://schemas.openxmlformats.org/drawingml/2006/main" noGrp="1"/>
          </p:cNvSpPr>
          <p:nvPr/>
        </p:nvSpPr>
        <p:spPr>
          <a:xfrm xmlns:a="http://schemas.openxmlformats.org/drawingml/2006/main" flipH="0" flipV="0">
            <a:off x="714375" y="1781175"/>
            <a:ext cx="1615440" cy="0"/>
          </a:xfrm>
          <a:prstGeom xmlns:a="http://schemas.openxmlformats.org/drawingml/2006/main" prst="line">
            <a:avLst/>
          </a:prstGeom>
          <a:noFill xmlns:a="http://schemas.openxmlformats.org/drawingml/2006/main"/>
          <a:ln xmlns:a="http://schemas.openxmlformats.org/drawingml/2006/main" w="8573">
            <a:solidFill>
              <a:srgbClr val="000000"/>
            </a:solidFill>
            <a:prstDash val="solid"/>
          </a:ln>
        </p:spPr>
      </p:sp>
      <p:sp>
        <p:nvSpPr>
          <p:cNvPr id="7" name="candidate-text-390">
            <a:extLst xmlns:a="http://schemas.openxmlformats.org/drawingml/2006/main">
              <a:ext uri="{FF2B5EF4-FFF2-40B4-BE49-F238E27FC236}">
                <a16:creationId xmlns:a16="http://schemas.microsoft.com/office/drawing/2014/main" id="{C41D1402-E21A-4733-88AF-78DC6DDE1AE8}"/>
              </a:ext>
            </a:extLst>
          </p:cNvPr>
          <p:cNvSpPr>
            <a:spLocks xmlns:a="http://schemas.openxmlformats.org/drawingml/2006/main" noGrp="1"/>
          </p:cNvSpPr>
          <p:nvPr/>
        </p:nvSpPr>
        <p:spPr>
          <a:xfrm xmlns:a="http://schemas.openxmlformats.org/drawingml/2006/main">
            <a:off x="742950" y="1809750"/>
            <a:ext cx="155829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飞机</a:t>
            </a:r>
            <a:r>
              <a:rPr b="0" lang="zh-CN" altLang="en-US">
                <a:latin typeface="Times New Roman"/>
                <a:ea typeface="SimHei"/>
                <a:cs typeface="Times New Roman"/>
              </a:rPr>
              <a:t>5</a:t>
            </a:r>
          </a:p>
        </p:txBody>
      </p:sp>
      <p:sp>
        <p:nvSpPr>
          <p:cNvPr id="8" name="candidate-box-391">
            <a:extLst xmlns:a="http://schemas.openxmlformats.org/drawingml/2006/main">
              <a:ext uri="{FF2B5EF4-FFF2-40B4-BE49-F238E27FC236}">
                <a16:creationId xmlns:a16="http://schemas.microsoft.com/office/drawing/2014/main" id="{CA749E2E-68F9-4777-8408-AD8813917F12}"/>
              </a:ext>
            </a:extLst>
          </p:cNvPr>
          <p:cNvSpPr>
            <a:spLocks xmlns:a="http://schemas.openxmlformats.org/drawingml/2006/main" noGrp="1"/>
          </p:cNvSpPr>
          <p:nvPr/>
        </p:nvSpPr>
        <p:spPr>
          <a:xfrm xmlns:a="http://schemas.openxmlformats.org/drawingml/2006/main">
            <a:off x="2425065" y="1495425"/>
            <a:ext cx="161544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sp>
      <p:sp>
        <p:nvSpPr>
          <p:cNvPr id="9" name="candidate-text-392">
            <a:extLst xmlns:a="http://schemas.openxmlformats.org/drawingml/2006/main">
              <a:ext uri="{FF2B5EF4-FFF2-40B4-BE49-F238E27FC236}">
                <a16:creationId xmlns:a16="http://schemas.microsoft.com/office/drawing/2014/main" id="{2A83C157-52A3-45B7-83B0-D211B2293D8C}"/>
              </a:ext>
            </a:extLst>
          </p:cNvPr>
          <p:cNvSpPr>
            <a:spLocks xmlns:a="http://schemas.openxmlformats.org/drawingml/2006/main" noGrp="1"/>
          </p:cNvSpPr>
          <p:nvPr/>
        </p:nvSpPr>
        <p:spPr>
          <a:xfrm xmlns:a="http://schemas.openxmlformats.org/drawingml/2006/main">
            <a:off x="2453640" y="1514475"/>
            <a:ext cx="155829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lang="zh-CN" altLang="en-US">
                <a:solidFill>
                  <a:srgbClr val="000000"/>
                </a:solidFill>
                <a:latin typeface="Times New Roman"/>
                <a:ea typeface="SimHei"/>
                <a:cs typeface="Times New Roman"/>
              </a:defRPr>
            </a:defPPr>
          </a:lstStyle>
          <a:p xmlns:a="http://schemas.openxmlformats.org/drawingml/2006/main">
            <a:pPr algn="ctr">
              <a:defRPr sz="1575" b="1" lang="zh-CN" altLang="en-US">
                <a:solidFill>
                  <a:srgbClr val="000000"/>
                </a:solidFill>
                <a:latin typeface="Times New Roman"/>
                <a:ea typeface="SimHei"/>
                <a:cs typeface="Times New Roman"/>
              </a:defRPr>
            </a:pPr>
            <a:r>
              <a:rPr b="1" lang="zh-CN" altLang="en-US">
                <a:latin typeface="Times New Roman"/>
                <a:ea typeface="SimHei"/>
                <a:cs typeface="Times New Roman"/>
              </a:rPr>
              <a:t>站位</a:t>
            </a:r>
            <a:r>
              <a:rPr b="1" lang="zh-CN" altLang="en-US">
                <a:latin typeface="Times New Roman"/>
                <a:ea typeface="SimHei"/>
                <a:cs typeface="Times New Roman"/>
              </a:rPr>
              <a:t>2</a:t>
            </a:r>
          </a:p>
        </p:txBody>
      </p:sp>
      <p:sp>
        <p:nvSpPr>
          <p:cNvPr id="10" name="candidate-line-393">
            <a:extLst xmlns:a="http://schemas.openxmlformats.org/drawingml/2006/main">
              <a:ext uri="{FF2B5EF4-FFF2-40B4-BE49-F238E27FC236}">
                <a16:creationId xmlns:a16="http://schemas.microsoft.com/office/drawing/2014/main" id="{C1ED559A-C05E-4991-B1F9-54135CEA2159}"/>
              </a:ext>
            </a:extLst>
          </p:cNvPr>
          <p:cNvSpPr>
            <a:spLocks xmlns:a="http://schemas.openxmlformats.org/drawingml/2006/main" noGrp="1"/>
          </p:cNvSpPr>
          <p:nvPr/>
        </p:nvSpPr>
        <p:spPr>
          <a:xfrm xmlns:a="http://schemas.openxmlformats.org/drawingml/2006/main" flipH="0" flipV="0">
            <a:off x="2425065" y="1781175"/>
            <a:ext cx="1615440" cy="0"/>
          </a:xfrm>
          <a:prstGeom xmlns:a="http://schemas.openxmlformats.org/drawingml/2006/main" prst="line">
            <a:avLst/>
          </a:prstGeom>
          <a:noFill xmlns:a="http://schemas.openxmlformats.org/drawingml/2006/main"/>
          <a:ln xmlns:a="http://schemas.openxmlformats.org/drawingml/2006/main" w="8573">
            <a:solidFill>
              <a:srgbClr val="000000"/>
            </a:solidFill>
            <a:prstDash val="solid"/>
          </a:ln>
        </p:spPr>
      </p:sp>
      <p:sp>
        <p:nvSpPr>
          <p:cNvPr id="11" name="candidate-text-394">
            <a:extLst xmlns:a="http://schemas.openxmlformats.org/drawingml/2006/main">
              <a:ext uri="{FF2B5EF4-FFF2-40B4-BE49-F238E27FC236}">
                <a16:creationId xmlns:a16="http://schemas.microsoft.com/office/drawing/2014/main" id="{807C2605-318E-4820-B18C-094221418F2D}"/>
              </a:ext>
            </a:extLst>
          </p:cNvPr>
          <p:cNvSpPr>
            <a:spLocks xmlns:a="http://schemas.openxmlformats.org/drawingml/2006/main" noGrp="1"/>
          </p:cNvSpPr>
          <p:nvPr/>
        </p:nvSpPr>
        <p:spPr>
          <a:xfrm xmlns:a="http://schemas.openxmlformats.org/drawingml/2006/main">
            <a:off x="2453640" y="1809750"/>
            <a:ext cx="155829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飞机</a:t>
            </a:r>
            <a:r>
              <a:rPr b="0" lang="zh-CN" altLang="en-US">
                <a:latin typeface="Times New Roman"/>
                <a:ea typeface="SimHei"/>
                <a:cs typeface="Times New Roman"/>
              </a:rPr>
              <a:t>4</a:t>
            </a:r>
          </a:p>
        </p:txBody>
      </p:sp>
      <p:sp>
        <p:nvSpPr>
          <p:cNvPr id="12" name="candidate-box-395">
            <a:extLst xmlns:a="http://schemas.openxmlformats.org/drawingml/2006/main">
              <a:ext uri="{FF2B5EF4-FFF2-40B4-BE49-F238E27FC236}">
                <a16:creationId xmlns:a16="http://schemas.microsoft.com/office/drawing/2014/main" id="{9467FE61-2791-45F3-AA83-B21E007150BC}"/>
              </a:ext>
            </a:extLst>
          </p:cNvPr>
          <p:cNvSpPr>
            <a:spLocks xmlns:a="http://schemas.openxmlformats.org/drawingml/2006/main" noGrp="1"/>
          </p:cNvSpPr>
          <p:nvPr/>
        </p:nvSpPr>
        <p:spPr>
          <a:xfrm xmlns:a="http://schemas.openxmlformats.org/drawingml/2006/main">
            <a:off x="4135755" y="1495425"/>
            <a:ext cx="161544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sp>
      <p:sp>
        <p:nvSpPr>
          <p:cNvPr id="13" name="candidate-text-396">
            <a:extLst xmlns:a="http://schemas.openxmlformats.org/drawingml/2006/main">
              <a:ext uri="{FF2B5EF4-FFF2-40B4-BE49-F238E27FC236}">
                <a16:creationId xmlns:a16="http://schemas.microsoft.com/office/drawing/2014/main" id="{D9C73205-E780-4E6F-8153-01A8B7B35E3E}"/>
              </a:ext>
            </a:extLst>
          </p:cNvPr>
          <p:cNvSpPr>
            <a:spLocks xmlns:a="http://schemas.openxmlformats.org/drawingml/2006/main" noGrp="1"/>
          </p:cNvSpPr>
          <p:nvPr/>
        </p:nvSpPr>
        <p:spPr>
          <a:xfrm xmlns:a="http://schemas.openxmlformats.org/drawingml/2006/main">
            <a:off x="4164330" y="1514475"/>
            <a:ext cx="155829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lang="zh-CN" altLang="en-US">
                <a:solidFill>
                  <a:srgbClr val="000000"/>
                </a:solidFill>
                <a:latin typeface="Times New Roman"/>
                <a:ea typeface="SimHei"/>
                <a:cs typeface="Times New Roman"/>
              </a:defRPr>
            </a:defPPr>
          </a:lstStyle>
          <a:p xmlns:a="http://schemas.openxmlformats.org/drawingml/2006/main">
            <a:pPr algn="ctr">
              <a:defRPr sz="1575" b="1" lang="zh-CN" altLang="en-US">
                <a:solidFill>
                  <a:srgbClr val="000000"/>
                </a:solidFill>
                <a:latin typeface="Times New Roman"/>
                <a:ea typeface="SimHei"/>
                <a:cs typeface="Times New Roman"/>
              </a:defRPr>
            </a:pPr>
            <a:r>
              <a:rPr b="1" lang="zh-CN" altLang="en-US">
                <a:latin typeface="Times New Roman"/>
                <a:ea typeface="SimHei"/>
                <a:cs typeface="Times New Roman"/>
              </a:rPr>
              <a:t>站位</a:t>
            </a:r>
            <a:r>
              <a:rPr b="1" lang="zh-CN" altLang="en-US">
                <a:latin typeface="Times New Roman"/>
                <a:ea typeface="SimHei"/>
                <a:cs typeface="Times New Roman"/>
              </a:rPr>
              <a:t>3</a:t>
            </a:r>
          </a:p>
        </p:txBody>
      </p:sp>
      <p:sp>
        <p:nvSpPr>
          <p:cNvPr id="14" name="candidate-line-397">
            <a:extLst xmlns:a="http://schemas.openxmlformats.org/drawingml/2006/main">
              <a:ext uri="{FF2B5EF4-FFF2-40B4-BE49-F238E27FC236}">
                <a16:creationId xmlns:a16="http://schemas.microsoft.com/office/drawing/2014/main" id="{AD65CD37-754A-4009-8084-CDCC13CE6C05}"/>
              </a:ext>
            </a:extLst>
          </p:cNvPr>
          <p:cNvSpPr>
            <a:spLocks xmlns:a="http://schemas.openxmlformats.org/drawingml/2006/main" noGrp="1"/>
          </p:cNvSpPr>
          <p:nvPr/>
        </p:nvSpPr>
        <p:spPr>
          <a:xfrm xmlns:a="http://schemas.openxmlformats.org/drawingml/2006/main" flipH="0" flipV="0">
            <a:off x="4135755" y="1781175"/>
            <a:ext cx="1615440" cy="0"/>
          </a:xfrm>
          <a:prstGeom xmlns:a="http://schemas.openxmlformats.org/drawingml/2006/main" prst="line">
            <a:avLst/>
          </a:prstGeom>
          <a:noFill xmlns:a="http://schemas.openxmlformats.org/drawingml/2006/main"/>
          <a:ln xmlns:a="http://schemas.openxmlformats.org/drawingml/2006/main" w="8573">
            <a:solidFill>
              <a:srgbClr val="000000"/>
            </a:solidFill>
            <a:prstDash val="solid"/>
          </a:ln>
        </p:spPr>
      </p:sp>
      <p:sp>
        <p:nvSpPr>
          <p:cNvPr id="15" name="candidate-text-398">
            <a:extLst xmlns:a="http://schemas.openxmlformats.org/drawingml/2006/main">
              <a:ext uri="{FF2B5EF4-FFF2-40B4-BE49-F238E27FC236}">
                <a16:creationId xmlns:a16="http://schemas.microsoft.com/office/drawing/2014/main" id="{462F904E-6FDF-41EA-83F0-928048ACB47F}"/>
              </a:ext>
            </a:extLst>
          </p:cNvPr>
          <p:cNvSpPr>
            <a:spLocks xmlns:a="http://schemas.openxmlformats.org/drawingml/2006/main" noGrp="1"/>
          </p:cNvSpPr>
          <p:nvPr/>
        </p:nvSpPr>
        <p:spPr>
          <a:xfrm xmlns:a="http://schemas.openxmlformats.org/drawingml/2006/main">
            <a:off x="4164330" y="1809750"/>
            <a:ext cx="155829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飞机</a:t>
            </a:r>
            <a:r>
              <a:rPr b="0" lang="zh-CN" altLang="en-US">
                <a:latin typeface="Times New Roman"/>
                <a:ea typeface="SimHei"/>
                <a:cs typeface="Times New Roman"/>
              </a:rPr>
              <a:t>3</a:t>
            </a:r>
          </a:p>
        </p:txBody>
      </p:sp>
      <p:sp>
        <p:nvSpPr>
          <p:cNvPr id="16" name="candidate-box-399">
            <a:extLst xmlns:a="http://schemas.openxmlformats.org/drawingml/2006/main">
              <a:ext uri="{FF2B5EF4-FFF2-40B4-BE49-F238E27FC236}">
                <a16:creationId xmlns:a16="http://schemas.microsoft.com/office/drawing/2014/main" id="{7E9F5DF6-00B6-46F5-B402-6475F8354D31}"/>
              </a:ext>
            </a:extLst>
          </p:cNvPr>
          <p:cNvSpPr>
            <a:spLocks xmlns:a="http://schemas.openxmlformats.org/drawingml/2006/main" noGrp="1"/>
          </p:cNvSpPr>
          <p:nvPr/>
        </p:nvSpPr>
        <p:spPr>
          <a:xfrm xmlns:a="http://schemas.openxmlformats.org/drawingml/2006/main">
            <a:off x="5846445" y="1495425"/>
            <a:ext cx="161544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sp>
      <p:sp>
        <p:nvSpPr>
          <p:cNvPr id="17" name="candidate-text-400">
            <a:extLst xmlns:a="http://schemas.openxmlformats.org/drawingml/2006/main">
              <a:ext uri="{FF2B5EF4-FFF2-40B4-BE49-F238E27FC236}">
                <a16:creationId xmlns:a16="http://schemas.microsoft.com/office/drawing/2014/main" id="{3A85EBEB-7024-4BD7-B09E-70EC8CD6AC6B}"/>
              </a:ext>
            </a:extLst>
          </p:cNvPr>
          <p:cNvSpPr>
            <a:spLocks xmlns:a="http://schemas.openxmlformats.org/drawingml/2006/main" noGrp="1"/>
          </p:cNvSpPr>
          <p:nvPr/>
        </p:nvSpPr>
        <p:spPr>
          <a:xfrm xmlns:a="http://schemas.openxmlformats.org/drawingml/2006/main">
            <a:off x="5875020" y="1514475"/>
            <a:ext cx="155829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lang="zh-CN" altLang="en-US">
                <a:solidFill>
                  <a:srgbClr val="000000"/>
                </a:solidFill>
                <a:latin typeface="Times New Roman"/>
                <a:ea typeface="SimHei"/>
                <a:cs typeface="Times New Roman"/>
              </a:defRPr>
            </a:defPPr>
          </a:lstStyle>
          <a:p xmlns:a="http://schemas.openxmlformats.org/drawingml/2006/main">
            <a:pPr algn="ctr">
              <a:defRPr sz="1575" b="1" lang="zh-CN" altLang="en-US">
                <a:solidFill>
                  <a:srgbClr val="000000"/>
                </a:solidFill>
                <a:latin typeface="Times New Roman"/>
                <a:ea typeface="SimHei"/>
                <a:cs typeface="Times New Roman"/>
              </a:defRPr>
            </a:pPr>
            <a:r>
              <a:rPr b="1" lang="zh-CN" altLang="en-US">
                <a:latin typeface="Times New Roman"/>
                <a:ea typeface="SimHei"/>
                <a:cs typeface="Times New Roman"/>
              </a:rPr>
              <a:t>站位</a:t>
            </a:r>
            <a:r>
              <a:rPr b="1" lang="zh-CN" altLang="en-US">
                <a:latin typeface="Times New Roman"/>
                <a:ea typeface="SimHei"/>
                <a:cs typeface="Times New Roman"/>
              </a:rPr>
              <a:t>4</a:t>
            </a:r>
          </a:p>
        </p:txBody>
      </p:sp>
      <p:sp>
        <p:nvSpPr>
          <p:cNvPr id="18" name="candidate-line-401">
            <a:extLst xmlns:a="http://schemas.openxmlformats.org/drawingml/2006/main">
              <a:ext uri="{FF2B5EF4-FFF2-40B4-BE49-F238E27FC236}">
                <a16:creationId xmlns:a16="http://schemas.microsoft.com/office/drawing/2014/main" id="{077A9B76-1669-47D3-ACED-FB82C03952B6}"/>
              </a:ext>
            </a:extLst>
          </p:cNvPr>
          <p:cNvSpPr>
            <a:spLocks xmlns:a="http://schemas.openxmlformats.org/drawingml/2006/main" noGrp="1"/>
          </p:cNvSpPr>
          <p:nvPr/>
        </p:nvSpPr>
        <p:spPr>
          <a:xfrm xmlns:a="http://schemas.openxmlformats.org/drawingml/2006/main" flipH="0" flipV="0">
            <a:off x="5846445" y="1781175"/>
            <a:ext cx="1615440" cy="0"/>
          </a:xfrm>
          <a:prstGeom xmlns:a="http://schemas.openxmlformats.org/drawingml/2006/main" prst="line">
            <a:avLst/>
          </a:prstGeom>
          <a:noFill xmlns:a="http://schemas.openxmlformats.org/drawingml/2006/main"/>
          <a:ln xmlns:a="http://schemas.openxmlformats.org/drawingml/2006/main" w="8573">
            <a:solidFill>
              <a:srgbClr val="000000"/>
            </a:solidFill>
            <a:prstDash val="solid"/>
          </a:ln>
        </p:spPr>
      </p:sp>
      <p:sp>
        <p:nvSpPr>
          <p:cNvPr id="19" name="candidate-text-402">
            <a:extLst xmlns:a="http://schemas.openxmlformats.org/drawingml/2006/main">
              <a:ext uri="{FF2B5EF4-FFF2-40B4-BE49-F238E27FC236}">
                <a16:creationId xmlns:a16="http://schemas.microsoft.com/office/drawing/2014/main" id="{91F7DB12-37E6-4208-B47E-F1A9296D5B5D}"/>
              </a:ext>
            </a:extLst>
          </p:cNvPr>
          <p:cNvSpPr>
            <a:spLocks xmlns:a="http://schemas.openxmlformats.org/drawingml/2006/main" noGrp="1"/>
          </p:cNvSpPr>
          <p:nvPr/>
        </p:nvSpPr>
        <p:spPr>
          <a:xfrm xmlns:a="http://schemas.openxmlformats.org/drawingml/2006/main">
            <a:off x="5875020" y="1809750"/>
            <a:ext cx="155829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飞机</a:t>
            </a:r>
            <a:r>
              <a:rPr b="0" lang="zh-CN" altLang="en-US">
                <a:latin typeface="Times New Roman"/>
                <a:ea typeface="SimHei"/>
                <a:cs typeface="Times New Roman"/>
              </a:rPr>
              <a:t>2</a:t>
            </a:r>
          </a:p>
        </p:txBody>
      </p:sp>
      <p:sp>
        <p:nvSpPr>
          <p:cNvPr id="20" name="candidate-box-403">
            <a:extLst xmlns:a="http://schemas.openxmlformats.org/drawingml/2006/main">
              <a:ext uri="{FF2B5EF4-FFF2-40B4-BE49-F238E27FC236}">
                <a16:creationId xmlns:a16="http://schemas.microsoft.com/office/drawing/2014/main" id="{A2E0E1F7-0EE5-429C-8757-60B427190960}"/>
              </a:ext>
            </a:extLst>
          </p:cNvPr>
          <p:cNvSpPr>
            <a:spLocks xmlns:a="http://schemas.openxmlformats.org/drawingml/2006/main" noGrp="1"/>
          </p:cNvSpPr>
          <p:nvPr/>
        </p:nvSpPr>
        <p:spPr>
          <a:xfrm xmlns:a="http://schemas.openxmlformats.org/drawingml/2006/main">
            <a:off x="7557135" y="1495425"/>
            <a:ext cx="161544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000000"/>
            </a:solidFill>
            <a:prstDash val="solid"/>
          </a:ln>
        </p:spPr>
      </p:sp>
      <p:sp>
        <p:nvSpPr>
          <p:cNvPr id="21" name="candidate-text-404">
            <a:extLst xmlns:a="http://schemas.openxmlformats.org/drawingml/2006/main">
              <a:ext uri="{FF2B5EF4-FFF2-40B4-BE49-F238E27FC236}">
                <a16:creationId xmlns:a16="http://schemas.microsoft.com/office/drawing/2014/main" id="{F0ADDA52-7E67-484C-A527-B1F6F70A9002}"/>
              </a:ext>
            </a:extLst>
          </p:cNvPr>
          <p:cNvSpPr>
            <a:spLocks xmlns:a="http://schemas.openxmlformats.org/drawingml/2006/main" noGrp="1"/>
          </p:cNvSpPr>
          <p:nvPr/>
        </p:nvSpPr>
        <p:spPr>
          <a:xfrm xmlns:a="http://schemas.openxmlformats.org/drawingml/2006/main">
            <a:off x="7585710" y="1514475"/>
            <a:ext cx="155829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lang="zh-CN" altLang="en-US">
                <a:solidFill>
                  <a:srgbClr val="000000"/>
                </a:solidFill>
                <a:latin typeface="Times New Roman"/>
                <a:ea typeface="SimHei"/>
                <a:cs typeface="Times New Roman"/>
              </a:defRPr>
            </a:defPPr>
          </a:lstStyle>
          <a:p xmlns:a="http://schemas.openxmlformats.org/drawingml/2006/main">
            <a:pPr algn="ctr">
              <a:defRPr sz="1575" b="1" lang="zh-CN" altLang="en-US">
                <a:solidFill>
                  <a:srgbClr val="000000"/>
                </a:solidFill>
                <a:latin typeface="Times New Roman"/>
                <a:ea typeface="SimHei"/>
                <a:cs typeface="Times New Roman"/>
              </a:defRPr>
            </a:pPr>
            <a:r>
              <a:rPr b="1" lang="zh-CN" altLang="en-US">
                <a:latin typeface="Times New Roman"/>
                <a:ea typeface="SimHei"/>
                <a:cs typeface="Times New Roman"/>
              </a:rPr>
              <a:t>站位</a:t>
            </a:r>
            <a:r>
              <a:rPr b="1" lang="zh-CN" altLang="en-US">
                <a:latin typeface="Times New Roman"/>
                <a:ea typeface="SimHei"/>
                <a:cs typeface="Times New Roman"/>
              </a:rPr>
              <a:t>5</a:t>
            </a:r>
          </a:p>
        </p:txBody>
      </p:sp>
      <p:sp>
        <p:nvSpPr>
          <p:cNvPr id="22" name="candidate-line-405">
            <a:extLst xmlns:a="http://schemas.openxmlformats.org/drawingml/2006/main">
              <a:ext uri="{FF2B5EF4-FFF2-40B4-BE49-F238E27FC236}">
                <a16:creationId xmlns:a16="http://schemas.microsoft.com/office/drawing/2014/main" id="{F61ACCAE-9D23-4341-8D67-E7CEDA7B7516}"/>
              </a:ext>
            </a:extLst>
          </p:cNvPr>
          <p:cNvSpPr>
            <a:spLocks xmlns:a="http://schemas.openxmlformats.org/drawingml/2006/main" noGrp="1"/>
          </p:cNvSpPr>
          <p:nvPr/>
        </p:nvSpPr>
        <p:spPr>
          <a:xfrm xmlns:a="http://schemas.openxmlformats.org/drawingml/2006/main" flipH="0" flipV="0">
            <a:off x="7557135" y="1781175"/>
            <a:ext cx="1615440" cy="0"/>
          </a:xfrm>
          <a:prstGeom xmlns:a="http://schemas.openxmlformats.org/drawingml/2006/main" prst="line">
            <a:avLst/>
          </a:prstGeom>
          <a:noFill xmlns:a="http://schemas.openxmlformats.org/drawingml/2006/main"/>
          <a:ln xmlns:a="http://schemas.openxmlformats.org/drawingml/2006/main" w="8573">
            <a:solidFill>
              <a:srgbClr val="000000"/>
            </a:solidFill>
            <a:prstDash val="solid"/>
          </a:ln>
        </p:spPr>
      </p:sp>
      <p:sp>
        <p:nvSpPr>
          <p:cNvPr id="23" name="candidate-text-406">
            <a:extLst xmlns:a="http://schemas.openxmlformats.org/drawingml/2006/main">
              <a:ext uri="{FF2B5EF4-FFF2-40B4-BE49-F238E27FC236}">
                <a16:creationId xmlns:a16="http://schemas.microsoft.com/office/drawing/2014/main" id="{426BCB51-5F2A-4591-83BC-4D1EA9FCD0C2}"/>
              </a:ext>
            </a:extLst>
          </p:cNvPr>
          <p:cNvSpPr>
            <a:spLocks xmlns:a="http://schemas.openxmlformats.org/drawingml/2006/main" noGrp="1"/>
          </p:cNvSpPr>
          <p:nvPr/>
        </p:nvSpPr>
        <p:spPr>
          <a:xfrm xmlns:a="http://schemas.openxmlformats.org/drawingml/2006/main">
            <a:off x="7585710" y="1809750"/>
            <a:ext cx="155829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飞机</a:t>
            </a:r>
            <a:r>
              <a:rPr b="0" lang="zh-CN" altLang="en-US">
                <a:latin typeface="Times New Roman"/>
                <a:ea typeface="SimHei"/>
                <a:cs typeface="Times New Roman"/>
              </a:rPr>
              <a:t>1</a:t>
            </a:r>
          </a:p>
        </p:txBody>
      </p:sp>
      <p:sp>
        <p:nvSpPr>
          <p:cNvPr id="24" name="candidate-line-407">
            <a:extLst xmlns:a="http://schemas.openxmlformats.org/drawingml/2006/main">
              <a:ext uri="{FF2B5EF4-FFF2-40B4-BE49-F238E27FC236}">
                <a16:creationId xmlns:a16="http://schemas.microsoft.com/office/drawing/2014/main" id="{12709DA8-CB61-4441-A2A3-D637DF0F84FD}"/>
              </a:ext>
            </a:extLst>
          </p:cNvPr>
          <p:cNvSpPr>
            <a:spLocks xmlns:a="http://schemas.openxmlformats.org/drawingml/2006/main" noGrp="1"/>
          </p:cNvSpPr>
          <p:nvPr/>
        </p:nvSpPr>
        <p:spPr>
          <a:xfrm xmlns:a="http://schemas.openxmlformats.org/drawingml/2006/main" flipH="0" flipV="0">
            <a:off x="9191625" y="1485900"/>
            <a:ext cx="0" cy="571500"/>
          </a:xfrm>
          <a:prstGeom xmlns:a="http://schemas.openxmlformats.org/drawingml/2006/main" prst="line">
            <a:avLst/>
          </a:prstGeom>
          <a:noFill xmlns:a="http://schemas.openxmlformats.org/drawingml/2006/main"/>
          <a:ln xmlns:a="http://schemas.openxmlformats.org/drawingml/2006/main" w="8573">
            <a:solidFill>
              <a:srgbClr val="000000"/>
            </a:solidFill>
            <a:prstDash val="solid"/>
          </a:ln>
        </p:spPr>
      </p:sp>
      <p:sp>
        <p:nvSpPr>
          <p:cNvPr id="25" name="candidate-text-408">
            <a:extLst xmlns:a="http://schemas.openxmlformats.org/drawingml/2006/main">
              <a:ext uri="{FF2B5EF4-FFF2-40B4-BE49-F238E27FC236}">
                <a16:creationId xmlns:a16="http://schemas.microsoft.com/office/drawing/2014/main" id="{9DA1D724-362C-4518-869A-039F4E0E70D1}"/>
              </a:ext>
            </a:extLst>
          </p:cNvPr>
          <p:cNvSpPr>
            <a:spLocks xmlns:a="http://schemas.openxmlformats.org/drawingml/2006/main" noGrp="1"/>
          </p:cNvSpPr>
          <p:nvPr/>
        </p:nvSpPr>
        <p:spPr>
          <a:xfrm xmlns:a="http://schemas.openxmlformats.org/drawingml/2006/main">
            <a:off x="9267825" y="1533525"/>
            <a:ext cx="220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lang="zh-CN" altLang="en-US">
                <a:solidFill>
                  <a:srgbClr val="000000"/>
                </a:solidFill>
                <a:latin typeface="Times New Roman"/>
                <a:ea typeface="SimHei"/>
                <a:cs typeface="Times New Roman"/>
              </a:defRPr>
            </a:defPPr>
          </a:lstStyle>
          <a:p xmlns:a="http://schemas.openxmlformats.org/drawingml/2006/main">
            <a:pPr algn="ctr">
              <a:defRPr sz="1650" b="1" lang="zh-CN" altLang="en-US">
                <a:solidFill>
                  <a:srgbClr val="000000"/>
                </a:solidFill>
                <a:latin typeface="Times New Roman"/>
                <a:ea typeface="SimHei"/>
                <a:cs typeface="Times New Roman"/>
              </a:defRPr>
            </a:pPr>
            <a:r>
              <a:rPr b="1" lang="zh-CN" altLang="en-US">
                <a:latin typeface="Times New Roman"/>
                <a:ea typeface="SimHei"/>
                <a:cs typeface="Times New Roman"/>
              </a:rPr>
              <a:t>占用站位全部就绪</a:t>
            </a:r>
          </a:p>
          <a:p xmlns:a="http://schemas.openxmlformats.org/drawingml/2006/main">
            <a:pPr algn="ctr">
              <a:defRPr sz="1650" b="1" lang="zh-CN" altLang="en-US">
                <a:solidFill>
                  <a:srgbClr val="000000"/>
                </a:solidFill>
                <a:latin typeface="Times New Roman"/>
                <a:ea typeface="SimHei"/>
                <a:cs typeface="Times New Roman"/>
              </a:defRPr>
            </a:pPr>
            <a:r>
              <a:rPr b="1" lang="zh-CN" altLang="en-US">
                <a:latin typeface="Times New Roman"/>
                <a:ea typeface="SimHei"/>
                <a:cs typeface="Times New Roman"/>
              </a:rPr>
              <a:t>最晚时刻共同脉动</a:t>
            </a:r>
          </a:p>
        </p:txBody>
      </p:sp>
      <p:sp>
        <p:nvSpPr>
          <p:cNvPr id="26" name="candidate-text-409">
            <a:extLst xmlns:a="http://schemas.openxmlformats.org/drawingml/2006/main">
              <a:ext uri="{FF2B5EF4-FFF2-40B4-BE49-F238E27FC236}">
                <a16:creationId xmlns:a16="http://schemas.microsoft.com/office/drawing/2014/main" id="{BBC0F739-2904-411A-9AE3-1D0A137B735D}"/>
              </a:ext>
            </a:extLst>
          </p:cNvPr>
          <p:cNvSpPr>
            <a:spLocks xmlns:a="http://schemas.openxmlformats.org/drawingml/2006/main" noGrp="1"/>
          </p:cNvSpPr>
          <p:nvPr/>
        </p:nvSpPr>
        <p:spPr>
          <a:xfrm xmlns:a="http://schemas.openxmlformats.org/drawingml/2006/main">
            <a:off x="619125" y="2324100"/>
            <a:ext cx="857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lang="zh-CN" altLang="en-US">
                <a:solidFill>
                  <a:srgbClr val="000000"/>
                </a:solidFill>
                <a:latin typeface="Times New Roman"/>
                <a:ea typeface="SimHei"/>
                <a:cs typeface="Times New Roman"/>
              </a:defRPr>
            </a:defPPr>
          </a:lstStyle>
          <a:p xmlns:a="http://schemas.openxmlformats.org/drawingml/2006/main">
            <a:pPr algn="l">
              <a:defRPr sz="1650" b="1" lang="zh-CN" altLang="en-US">
                <a:solidFill>
                  <a:srgbClr val="000000"/>
                </a:solidFill>
                <a:latin typeface="Times New Roman"/>
                <a:ea typeface="SimHei"/>
                <a:cs typeface="Times New Roman"/>
              </a:defRPr>
            </a:pPr>
            <a:r>
              <a:rPr b="1" lang="zh-CN" altLang="en-US">
                <a:latin typeface="Times New Roman"/>
                <a:ea typeface="SimHei"/>
                <a:cs typeface="Times New Roman"/>
              </a:rPr>
              <a:t>完整固定预测副本：轨迹内参数固定，每次决策重算</a:t>
            </a:r>
          </a:p>
        </p:txBody>
      </p:sp>
      <p:sp>
        <p:nvSpPr>
          <p:cNvPr id="27" name="candidate-box-410">
            <a:extLst xmlns:a="http://schemas.openxmlformats.org/drawingml/2006/main">
              <a:ext uri="{FF2B5EF4-FFF2-40B4-BE49-F238E27FC236}">
                <a16:creationId xmlns:a16="http://schemas.microsoft.com/office/drawing/2014/main" id="{8D7C207C-D6D9-4392-A3FF-FA8AEF6F29F6}"/>
              </a:ext>
            </a:extLst>
          </p:cNvPr>
          <p:cNvSpPr>
            <a:spLocks xmlns:a="http://schemas.openxmlformats.org/drawingml/2006/main" noGrp="1"/>
          </p:cNvSpPr>
          <p:nvPr/>
        </p:nvSpPr>
        <p:spPr>
          <a:xfrm xmlns:a="http://schemas.openxmlformats.org/drawingml/2006/main">
            <a:off x="619125" y="2667000"/>
            <a:ext cx="2190750" cy="2152650"/>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28" name="candidate-text-411">
            <a:extLst xmlns:a="http://schemas.openxmlformats.org/drawingml/2006/main">
              <a:ext uri="{FF2B5EF4-FFF2-40B4-BE49-F238E27FC236}">
                <a16:creationId xmlns:a16="http://schemas.microsoft.com/office/drawing/2014/main" id="{F837C790-6860-4D54-82FE-C1AC5431D5A9}"/>
              </a:ext>
            </a:extLst>
          </p:cNvPr>
          <p:cNvSpPr>
            <a:spLocks xmlns:a="http://schemas.openxmlformats.org/drawingml/2006/main" noGrp="1"/>
          </p:cNvSpPr>
          <p:nvPr/>
        </p:nvSpPr>
        <p:spPr>
          <a:xfrm xmlns:a="http://schemas.openxmlformats.org/drawingml/2006/main">
            <a:off x="685800" y="2733675"/>
            <a:ext cx="2057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lang="zh-CN" altLang="en-US">
                <a:solidFill>
                  <a:srgbClr val="000000"/>
                </a:solidFill>
                <a:latin typeface="Times New Roman"/>
                <a:ea typeface="SimHei"/>
                <a:cs typeface="Times New Roman"/>
              </a:defRPr>
            </a:defPPr>
          </a:lstStyle>
          <a:p xmlns:a="http://schemas.openxmlformats.org/drawingml/2006/main">
            <a:pPr algn="ctr">
              <a:defRPr sz="1800" b="1" lang="zh-CN" altLang="en-US">
                <a:solidFill>
                  <a:srgbClr val="000000"/>
                </a:solidFill>
                <a:latin typeface="Times New Roman"/>
                <a:ea typeface="SimHei"/>
                <a:cs typeface="Times New Roman"/>
              </a:defRPr>
            </a:pPr>
            <a:r>
              <a:rPr b="1" lang="zh-CN" altLang="en-US">
                <a:latin typeface="Times New Roman"/>
                <a:ea typeface="SimHei"/>
                <a:cs typeface="Times New Roman"/>
              </a:rPr>
              <a:t>完整图编码</a:t>
            </a:r>
          </a:p>
        </p:txBody>
      </p:sp>
      <p:sp>
        <p:nvSpPr>
          <p:cNvPr id="29" name="candidate-text-412">
            <a:extLst xmlns:a="http://schemas.openxmlformats.org/drawingml/2006/main">
              <a:ext uri="{FF2B5EF4-FFF2-40B4-BE49-F238E27FC236}">
                <a16:creationId xmlns:a16="http://schemas.microsoft.com/office/drawing/2014/main" id="{5714CB84-4852-4E73-900E-C7D5FA2E12A8}"/>
              </a:ext>
            </a:extLst>
          </p:cNvPr>
          <p:cNvSpPr>
            <a:spLocks xmlns:a="http://schemas.openxmlformats.org/drawingml/2006/main" noGrp="1"/>
          </p:cNvSpPr>
          <p:nvPr/>
        </p:nvSpPr>
        <p:spPr>
          <a:xfrm xmlns:a="http://schemas.openxmlformats.org/drawingml/2006/main">
            <a:off x="685800" y="3086100"/>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全部可见工序与资源</a:t>
            </a:r>
          </a:p>
        </p:txBody>
      </p:sp>
      <p:sp>
        <p:nvSpPr>
          <p:cNvPr id="30" name="candidate-box-413">
            <a:extLst xmlns:a="http://schemas.openxmlformats.org/drawingml/2006/main">
              <a:ext uri="{FF2B5EF4-FFF2-40B4-BE49-F238E27FC236}">
                <a16:creationId xmlns:a16="http://schemas.microsoft.com/office/drawing/2014/main" id="{162057EF-F586-4621-B491-178AF4F04D25}"/>
              </a:ext>
            </a:extLst>
          </p:cNvPr>
          <p:cNvSpPr>
            <a:spLocks xmlns:a="http://schemas.openxmlformats.org/drawingml/2006/main" noGrp="1"/>
          </p:cNvSpPr>
          <p:nvPr/>
        </p:nvSpPr>
        <p:spPr>
          <a:xfrm xmlns:a="http://schemas.openxmlformats.org/drawingml/2006/main">
            <a:off x="1013460" y="3400425"/>
            <a:ext cx="438150" cy="438150"/>
          </a:xfrm>
          <a:prstGeom xmlns:a="http://schemas.openxmlformats.org/drawingml/2006/main" prst="ellipse">
            <a:avLst/>
          </a:prstGeom>
          <a:solidFill xmlns:a="http://schemas.openxmlformats.org/drawingml/2006/main">
            <a:srgbClr val="FFFFFF"/>
          </a:solidFill>
          <a:ln xmlns:a="http://schemas.openxmlformats.org/drawingml/2006/main" w="13335">
            <a:solidFill>
              <a:srgbClr val="000000"/>
            </a:solidFill>
            <a:prstDash val="solid"/>
          </a:ln>
        </p:spPr>
      </p:sp>
      <p:sp>
        <p:nvSpPr>
          <p:cNvPr id="31" name="candidate-text-414">
            <a:extLst xmlns:a="http://schemas.openxmlformats.org/drawingml/2006/main">
              <a:ext uri="{FF2B5EF4-FFF2-40B4-BE49-F238E27FC236}">
                <a16:creationId xmlns:a16="http://schemas.microsoft.com/office/drawing/2014/main" id="{65FCBFB1-6E38-4CB3-94C7-075318BD2282}"/>
              </a:ext>
            </a:extLst>
          </p:cNvPr>
          <p:cNvSpPr>
            <a:spLocks xmlns:a="http://schemas.openxmlformats.org/drawingml/2006/main" noGrp="1"/>
          </p:cNvSpPr>
          <p:nvPr/>
        </p:nvSpPr>
        <p:spPr>
          <a:xfrm xmlns:a="http://schemas.openxmlformats.org/drawingml/2006/main">
            <a:off x="1013460" y="340042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lang="zh-CN" altLang="en-US">
                <a:solidFill>
                  <a:srgbClr val="000000"/>
                </a:solidFill>
                <a:latin typeface="Times New Roman"/>
                <a:ea typeface="SimHei"/>
                <a:cs typeface="Times New Roman"/>
              </a:defRPr>
            </a:defPPr>
          </a:lstStyle>
          <a:p xmlns:a="http://schemas.openxmlformats.org/drawingml/2006/main">
            <a:pPr algn="ctr">
              <a:defRPr sz="1350" b="0" lang="zh-CN" altLang="en-US">
                <a:solidFill>
                  <a:srgbClr val="000000"/>
                </a:solidFill>
                <a:latin typeface="Times New Roman"/>
                <a:ea typeface="SimHei"/>
                <a:cs typeface="Times New Roman"/>
              </a:defRPr>
            </a:pPr>
            <a:r>
              <a:rPr b="0" lang="zh-CN" altLang="en-US">
                <a:latin typeface="Times New Roman"/>
                <a:ea typeface="SimHei"/>
                <a:cs typeface="Times New Roman"/>
              </a:rPr>
              <a:t>已完</a:t>
            </a:r>
          </a:p>
        </p:txBody>
      </p:sp>
      <p:sp>
        <p:nvSpPr>
          <p:cNvPr id="32" name="candidate-box-415">
            <a:extLst xmlns:a="http://schemas.openxmlformats.org/drawingml/2006/main">
              <a:ext uri="{FF2B5EF4-FFF2-40B4-BE49-F238E27FC236}">
                <a16:creationId xmlns:a16="http://schemas.microsoft.com/office/drawing/2014/main" id="{84D5E00F-F65D-4428-8B34-50B8611DBA62}"/>
              </a:ext>
            </a:extLst>
          </p:cNvPr>
          <p:cNvSpPr>
            <a:spLocks xmlns:a="http://schemas.openxmlformats.org/drawingml/2006/main" noGrp="1"/>
          </p:cNvSpPr>
          <p:nvPr/>
        </p:nvSpPr>
        <p:spPr>
          <a:xfrm xmlns:a="http://schemas.openxmlformats.org/drawingml/2006/main">
            <a:off x="1977390" y="3400425"/>
            <a:ext cx="438150" cy="438150"/>
          </a:xfrm>
          <a:prstGeom xmlns:a="http://schemas.openxmlformats.org/drawingml/2006/main" prst="ellipse">
            <a:avLst/>
          </a:prstGeom>
          <a:solidFill xmlns:a="http://schemas.openxmlformats.org/drawingml/2006/main">
            <a:srgbClr val="FFFFFF"/>
          </a:solidFill>
          <a:ln xmlns:a="http://schemas.openxmlformats.org/drawingml/2006/main" w="13335">
            <a:solidFill>
              <a:srgbClr val="000000"/>
            </a:solidFill>
            <a:prstDash val="solid"/>
          </a:ln>
        </p:spPr>
      </p:sp>
      <p:sp>
        <p:nvSpPr>
          <p:cNvPr id="33" name="candidate-text-416">
            <a:extLst xmlns:a="http://schemas.openxmlformats.org/drawingml/2006/main">
              <a:ext uri="{FF2B5EF4-FFF2-40B4-BE49-F238E27FC236}">
                <a16:creationId xmlns:a16="http://schemas.microsoft.com/office/drawing/2014/main" id="{3FE5E2F3-8DCE-45B0-A4DB-B30837282A8D}"/>
              </a:ext>
            </a:extLst>
          </p:cNvPr>
          <p:cNvSpPr>
            <a:spLocks xmlns:a="http://schemas.openxmlformats.org/drawingml/2006/main" noGrp="1"/>
          </p:cNvSpPr>
          <p:nvPr/>
        </p:nvSpPr>
        <p:spPr>
          <a:xfrm xmlns:a="http://schemas.openxmlformats.org/drawingml/2006/main">
            <a:off x="1977390" y="340042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lang="zh-CN" altLang="en-US">
                <a:solidFill>
                  <a:srgbClr val="000000"/>
                </a:solidFill>
                <a:latin typeface="Times New Roman"/>
                <a:ea typeface="SimHei"/>
                <a:cs typeface="Times New Roman"/>
              </a:defRPr>
            </a:defPPr>
          </a:lstStyle>
          <a:p xmlns:a="http://schemas.openxmlformats.org/drawingml/2006/main">
            <a:pPr algn="ctr">
              <a:defRPr sz="1350" b="0" lang="zh-CN" altLang="en-US">
                <a:solidFill>
                  <a:srgbClr val="000000"/>
                </a:solidFill>
                <a:latin typeface="Times New Roman"/>
                <a:ea typeface="SimHei"/>
                <a:cs typeface="Times New Roman"/>
              </a:defRPr>
            </a:pPr>
            <a:r>
              <a:rPr b="0" lang="zh-CN" altLang="en-US">
                <a:latin typeface="Times New Roman"/>
                <a:ea typeface="SimHei"/>
                <a:cs typeface="Times New Roman"/>
              </a:rPr>
              <a:t>未完</a:t>
            </a:r>
          </a:p>
        </p:txBody>
      </p:sp>
      <p:sp>
        <p:nvSpPr>
          <p:cNvPr id="34" name="candidate-box-417">
            <a:extLst xmlns:a="http://schemas.openxmlformats.org/drawingml/2006/main">
              <a:ext uri="{FF2B5EF4-FFF2-40B4-BE49-F238E27FC236}">
                <a16:creationId xmlns:a16="http://schemas.microsoft.com/office/drawing/2014/main" id="{0F4172C6-5E72-4E6E-93E8-6A0A74E96948}"/>
              </a:ext>
            </a:extLst>
          </p:cNvPr>
          <p:cNvSpPr>
            <a:spLocks xmlns:a="http://schemas.openxmlformats.org/drawingml/2006/main" noGrp="1"/>
          </p:cNvSpPr>
          <p:nvPr/>
        </p:nvSpPr>
        <p:spPr>
          <a:xfrm xmlns:a="http://schemas.openxmlformats.org/drawingml/2006/main">
            <a:off x="1013460" y="3952875"/>
            <a:ext cx="438150" cy="438150"/>
          </a:xfrm>
          <a:prstGeom xmlns:a="http://schemas.openxmlformats.org/drawingml/2006/main" prst="ellipse">
            <a:avLst/>
          </a:prstGeom>
          <a:solidFill xmlns:a="http://schemas.openxmlformats.org/drawingml/2006/main">
            <a:srgbClr val="FFFFFF"/>
          </a:solidFill>
          <a:ln xmlns:a="http://schemas.openxmlformats.org/drawingml/2006/main" w="13335">
            <a:solidFill>
              <a:srgbClr val="000000"/>
            </a:solidFill>
            <a:prstDash val="solid"/>
          </a:ln>
        </p:spPr>
      </p:sp>
      <p:sp>
        <p:nvSpPr>
          <p:cNvPr id="35" name="candidate-text-418">
            <a:extLst xmlns:a="http://schemas.openxmlformats.org/drawingml/2006/main">
              <a:ext uri="{FF2B5EF4-FFF2-40B4-BE49-F238E27FC236}">
                <a16:creationId xmlns:a16="http://schemas.microsoft.com/office/drawing/2014/main" id="{8B017C40-EA28-4FBF-8416-C61E46205BF4}"/>
              </a:ext>
            </a:extLst>
          </p:cNvPr>
          <p:cNvSpPr>
            <a:spLocks xmlns:a="http://schemas.openxmlformats.org/drawingml/2006/main" noGrp="1"/>
          </p:cNvSpPr>
          <p:nvPr/>
        </p:nvSpPr>
        <p:spPr>
          <a:xfrm xmlns:a="http://schemas.openxmlformats.org/drawingml/2006/main">
            <a:off x="1013460" y="39528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lang="zh-CN" altLang="en-US">
                <a:solidFill>
                  <a:srgbClr val="000000"/>
                </a:solidFill>
                <a:latin typeface="Times New Roman"/>
                <a:ea typeface="SimHei"/>
                <a:cs typeface="Times New Roman"/>
              </a:defRPr>
            </a:defPPr>
          </a:lstStyle>
          <a:p xmlns:a="http://schemas.openxmlformats.org/drawingml/2006/main">
            <a:pPr algn="ctr">
              <a:defRPr sz="1350" b="0" lang="zh-CN" altLang="en-US">
                <a:solidFill>
                  <a:srgbClr val="000000"/>
                </a:solidFill>
                <a:latin typeface="Times New Roman"/>
                <a:ea typeface="SimHei"/>
                <a:cs typeface="Times New Roman"/>
              </a:defRPr>
            </a:pPr>
            <a:r>
              <a:rPr b="0" lang="zh-CN" altLang="en-US">
                <a:latin typeface="Times New Roman"/>
                <a:ea typeface="SimHei"/>
                <a:cs typeface="Times New Roman"/>
              </a:rPr>
              <a:t>未完</a:t>
            </a:r>
          </a:p>
        </p:txBody>
      </p:sp>
      <p:sp>
        <p:nvSpPr>
          <p:cNvPr id="36" name="candidate-box-419">
            <a:extLst xmlns:a="http://schemas.openxmlformats.org/drawingml/2006/main">
              <a:ext uri="{FF2B5EF4-FFF2-40B4-BE49-F238E27FC236}">
                <a16:creationId xmlns:a16="http://schemas.microsoft.com/office/drawing/2014/main" id="{1B4D49D7-50B7-4FA0-81F8-DC3CE9BF14AD}"/>
              </a:ext>
            </a:extLst>
          </p:cNvPr>
          <p:cNvSpPr>
            <a:spLocks xmlns:a="http://schemas.openxmlformats.org/drawingml/2006/main" noGrp="1"/>
          </p:cNvSpPr>
          <p:nvPr/>
        </p:nvSpPr>
        <p:spPr>
          <a:xfrm xmlns:a="http://schemas.openxmlformats.org/drawingml/2006/main">
            <a:off x="1977390" y="3952875"/>
            <a:ext cx="438150" cy="438150"/>
          </a:xfrm>
          <a:prstGeom xmlns:a="http://schemas.openxmlformats.org/drawingml/2006/main" prst="ellipse">
            <a:avLst/>
          </a:prstGeom>
          <a:solidFill xmlns:a="http://schemas.openxmlformats.org/drawingml/2006/main">
            <a:srgbClr val="FFFFFF"/>
          </a:solidFill>
          <a:ln xmlns:a="http://schemas.openxmlformats.org/drawingml/2006/main" w="13335">
            <a:solidFill>
              <a:srgbClr val="000000"/>
            </a:solidFill>
            <a:prstDash val="solid"/>
          </a:ln>
        </p:spPr>
      </p:sp>
      <p:sp>
        <p:nvSpPr>
          <p:cNvPr id="37" name="candidate-text-420">
            <a:extLst xmlns:a="http://schemas.openxmlformats.org/drawingml/2006/main">
              <a:ext uri="{FF2B5EF4-FFF2-40B4-BE49-F238E27FC236}">
                <a16:creationId xmlns:a16="http://schemas.microsoft.com/office/drawing/2014/main" id="{AA3D5B30-A741-4FE2-94F5-AFDD082BFCBA}"/>
              </a:ext>
            </a:extLst>
          </p:cNvPr>
          <p:cNvSpPr>
            <a:spLocks xmlns:a="http://schemas.openxmlformats.org/drawingml/2006/main" noGrp="1"/>
          </p:cNvSpPr>
          <p:nvPr/>
        </p:nvSpPr>
        <p:spPr>
          <a:xfrm xmlns:a="http://schemas.openxmlformats.org/drawingml/2006/main">
            <a:off x="1977390" y="39528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lang="zh-CN" altLang="en-US">
                <a:solidFill>
                  <a:srgbClr val="000000"/>
                </a:solidFill>
                <a:latin typeface="Times New Roman"/>
                <a:ea typeface="SimHei"/>
                <a:cs typeface="Times New Roman"/>
              </a:defRPr>
            </a:defPPr>
          </a:lstStyle>
          <a:p xmlns:a="http://schemas.openxmlformats.org/drawingml/2006/main">
            <a:pPr algn="ctr">
              <a:defRPr sz="1350" b="0" lang="zh-CN" altLang="en-US">
                <a:solidFill>
                  <a:srgbClr val="000000"/>
                </a:solidFill>
                <a:latin typeface="Times New Roman"/>
                <a:ea typeface="SimHei"/>
                <a:cs typeface="Times New Roman"/>
              </a:defRPr>
            </a:pPr>
            <a:r>
              <a:rPr b="0" lang="zh-CN" altLang="en-US">
                <a:latin typeface="Times New Roman"/>
                <a:ea typeface="SimHei"/>
                <a:cs typeface="Times New Roman"/>
              </a:rPr>
              <a:t>后续</a:t>
            </a:r>
          </a:p>
        </p:txBody>
      </p:sp>
      <p:cxnSp>
        <p:nvCxnSpPr>
          <p:cNvPr id="38" name="candidate-arrow-421">
            <a:extLst xmlns:a="http://schemas.openxmlformats.org/drawingml/2006/main">
              <a:ext uri="{FF2B5EF4-FFF2-40B4-BE49-F238E27FC236}">
                <a16:creationId xmlns:a16="http://schemas.microsoft.com/office/drawing/2014/main" id="{A7F640C1-CB74-4466-BA80-471274BBD3F5}"/>
              </a:ext>
            </a:extLst>
          </p:cNvPr>
          <p:cNvCxnSpPr/>
          <p:nvPr/>
        </p:nvCxnSpPr>
        <p:spPr>
          <a:xfrm xmlns:a="http://schemas.openxmlformats.org/drawingml/2006/main" flipH="0" flipV="0">
            <a:off x="1451610" y="3619500"/>
            <a:ext cx="525780" cy="0"/>
          </a:xfrm>
          <a:prstGeom xmlns:a="http://schemas.openxmlformats.org/drawingml/2006/main" prst="straightConnector1">
            <a:avLst/>
          </a:prstGeom>
          <a:ln xmlns:a="http://schemas.openxmlformats.org/drawingml/2006/main" w="11430">
            <a:solidFill>
              <a:srgbClr val="000000"/>
            </a:solidFill>
            <a:prstDash val="solid"/>
            <a:tailEnd type="triangle" w="sm" len="sm"/>
          </a:ln>
        </p:spPr>
      </p:cxnSp>
      <p:sp>
        <p:nvSpPr>
          <p:cNvPr id="39" name="candidate-line-422">
            <a:extLst xmlns:a="http://schemas.openxmlformats.org/drawingml/2006/main">
              <a:ext uri="{FF2B5EF4-FFF2-40B4-BE49-F238E27FC236}">
                <a16:creationId xmlns:a16="http://schemas.microsoft.com/office/drawing/2014/main" id="{1D2FB80C-74E2-4A5C-8D5E-61CE0A0BA02C}"/>
              </a:ext>
            </a:extLst>
          </p:cNvPr>
          <p:cNvSpPr>
            <a:spLocks xmlns:a="http://schemas.openxmlformats.org/drawingml/2006/main" noGrp="1"/>
          </p:cNvSpPr>
          <p:nvPr/>
        </p:nvSpPr>
        <p:spPr>
          <a:xfrm xmlns:a="http://schemas.openxmlformats.org/drawingml/2006/main" flipH="0" flipV="0">
            <a:off x="2196465" y="3838575"/>
            <a:ext cx="0" cy="85725"/>
          </a:xfrm>
          <a:prstGeom xmlns:a="http://schemas.openxmlformats.org/drawingml/2006/main" prst="line">
            <a:avLst/>
          </a:prstGeom>
          <a:noFill xmlns:a="http://schemas.openxmlformats.org/drawingml/2006/main"/>
          <a:ln xmlns:a="http://schemas.openxmlformats.org/drawingml/2006/main" w="11430">
            <a:solidFill>
              <a:srgbClr val="000000"/>
            </a:solidFill>
            <a:prstDash val="solid"/>
          </a:ln>
        </p:spPr>
      </p:sp>
      <p:sp>
        <p:nvSpPr>
          <p:cNvPr id="40" name="candidate-line-423">
            <a:extLst xmlns:a="http://schemas.openxmlformats.org/drawingml/2006/main">
              <a:ext uri="{FF2B5EF4-FFF2-40B4-BE49-F238E27FC236}">
                <a16:creationId xmlns:a16="http://schemas.microsoft.com/office/drawing/2014/main" id="{1CFEFD21-ED1C-459D-9BE9-D335A64244FC}"/>
              </a:ext>
            </a:extLst>
          </p:cNvPr>
          <p:cNvSpPr>
            <a:spLocks xmlns:a="http://schemas.openxmlformats.org/drawingml/2006/main" noGrp="1"/>
          </p:cNvSpPr>
          <p:nvPr/>
        </p:nvSpPr>
        <p:spPr>
          <a:xfrm xmlns:a="http://schemas.openxmlformats.org/drawingml/2006/main" flipH="1" flipV="0">
            <a:off x="1232535" y="3924300"/>
            <a:ext cx="963930" cy="0"/>
          </a:xfrm>
          <a:prstGeom xmlns:a="http://schemas.openxmlformats.org/drawingml/2006/main" prst="line">
            <a:avLst/>
          </a:prstGeom>
          <a:noFill xmlns:a="http://schemas.openxmlformats.org/drawingml/2006/main"/>
          <a:ln xmlns:a="http://schemas.openxmlformats.org/drawingml/2006/main" w="11430">
            <a:solidFill>
              <a:srgbClr val="000000"/>
            </a:solidFill>
            <a:prstDash val="solid"/>
          </a:ln>
        </p:spPr>
      </p:sp>
      <p:cxnSp>
        <p:nvCxnSpPr>
          <p:cNvPr id="41" name="candidate-arrow-424">
            <a:extLst xmlns:a="http://schemas.openxmlformats.org/drawingml/2006/main">
              <a:ext uri="{FF2B5EF4-FFF2-40B4-BE49-F238E27FC236}">
                <a16:creationId xmlns:a16="http://schemas.microsoft.com/office/drawing/2014/main" id="{C8FDFA44-B120-4971-A5D7-D99053C01C3F}"/>
              </a:ext>
            </a:extLst>
          </p:cNvPr>
          <p:cNvCxnSpPr/>
          <p:nvPr/>
        </p:nvCxnSpPr>
        <p:spPr>
          <a:xfrm xmlns:a="http://schemas.openxmlformats.org/drawingml/2006/main" flipH="0" flipV="0">
            <a:off x="1232535" y="3924300"/>
            <a:ext cx="0" cy="28575"/>
          </a:xfrm>
          <a:prstGeom xmlns:a="http://schemas.openxmlformats.org/drawingml/2006/main" prst="straightConnector1">
            <a:avLst/>
          </a:prstGeom>
          <a:ln xmlns:a="http://schemas.openxmlformats.org/drawingml/2006/main" w="11430">
            <a:solidFill>
              <a:srgbClr val="000000"/>
            </a:solidFill>
            <a:prstDash val="solid"/>
            <a:tailEnd type="triangle" w="sm" len="sm"/>
          </a:ln>
        </p:spPr>
      </p:cxnSp>
      <p:cxnSp>
        <p:nvCxnSpPr>
          <p:cNvPr id="42" name="candidate-arrow-425">
            <a:extLst xmlns:a="http://schemas.openxmlformats.org/drawingml/2006/main">
              <a:ext uri="{FF2B5EF4-FFF2-40B4-BE49-F238E27FC236}">
                <a16:creationId xmlns:a16="http://schemas.microsoft.com/office/drawing/2014/main" id="{65D4CFD5-F656-4066-8C46-B584FF836C11}"/>
              </a:ext>
            </a:extLst>
          </p:cNvPr>
          <p:cNvCxnSpPr/>
          <p:nvPr/>
        </p:nvCxnSpPr>
        <p:spPr>
          <a:xfrm xmlns:a="http://schemas.openxmlformats.org/drawingml/2006/main" flipH="0" flipV="0">
            <a:off x="1451610" y="4171950"/>
            <a:ext cx="525780" cy="0"/>
          </a:xfrm>
          <a:prstGeom xmlns:a="http://schemas.openxmlformats.org/drawingml/2006/main" prst="straightConnector1">
            <a:avLst/>
          </a:prstGeom>
          <a:ln xmlns:a="http://schemas.openxmlformats.org/drawingml/2006/main" w="11430">
            <a:solidFill>
              <a:srgbClr val="000000"/>
            </a:solidFill>
            <a:prstDash val="solid"/>
            <a:tailEnd type="triangle" w="sm" len="sm"/>
          </a:ln>
        </p:spPr>
      </p:cxnSp>
      <p:sp>
        <p:nvSpPr>
          <p:cNvPr id="43" name="candidate-text-426">
            <a:extLst xmlns:a="http://schemas.openxmlformats.org/drawingml/2006/main">
              <a:ext uri="{FF2B5EF4-FFF2-40B4-BE49-F238E27FC236}">
                <a16:creationId xmlns:a16="http://schemas.microsoft.com/office/drawing/2014/main" id="{67D25769-6261-4200-8DC9-2215F27200B1}"/>
              </a:ext>
            </a:extLst>
          </p:cNvPr>
          <p:cNvSpPr>
            <a:spLocks xmlns:a="http://schemas.openxmlformats.org/drawingml/2006/main" noGrp="1"/>
          </p:cNvSpPr>
          <p:nvPr/>
        </p:nvSpPr>
        <p:spPr>
          <a:xfrm xmlns:a="http://schemas.openxmlformats.org/drawingml/2006/main">
            <a:off x="685800" y="4457700"/>
            <a:ext cx="2057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lang="zh-CN" altLang="en-US">
                <a:solidFill>
                  <a:srgbClr val="000000"/>
                </a:solidFill>
                <a:latin typeface="Times New Roman"/>
                <a:ea typeface="SimHei"/>
                <a:cs typeface="Times New Roman"/>
              </a:defRPr>
            </a:defPPr>
          </a:lstStyle>
          <a:p xmlns:a="http://schemas.openxmlformats.org/drawingml/2006/main">
            <a:pPr algn="ctr">
              <a:defRPr sz="1425" b="0" lang="zh-CN" altLang="en-US">
                <a:solidFill>
                  <a:srgbClr val="000000"/>
                </a:solidFill>
                <a:latin typeface="Times New Roman"/>
                <a:ea typeface="SimHei"/>
                <a:cs typeface="Times New Roman"/>
              </a:defRPr>
            </a:pPr>
            <a:r>
              <a:rPr b="0" lang="zh-CN" altLang="en-US">
                <a:latin typeface="Times New Roman"/>
                <a:ea typeface="SimHei"/>
                <a:cs typeface="Times New Roman"/>
              </a:rPr>
              <a:t>保留前序及资源上下文</a:t>
            </a:r>
          </a:p>
        </p:txBody>
      </p:sp>
      <p:sp>
        <p:nvSpPr>
          <p:cNvPr id="44" name="candidate-box-427">
            <a:extLst xmlns:a="http://schemas.openxmlformats.org/drawingml/2006/main">
              <a:ext uri="{FF2B5EF4-FFF2-40B4-BE49-F238E27FC236}">
                <a16:creationId xmlns:a16="http://schemas.microsoft.com/office/drawing/2014/main" id="{68B966EB-E2FD-4E13-8CD9-118B34D71A45}"/>
              </a:ext>
            </a:extLst>
          </p:cNvPr>
          <p:cNvSpPr>
            <a:spLocks xmlns:a="http://schemas.openxmlformats.org/drawingml/2006/main" noGrp="1"/>
          </p:cNvSpPr>
          <p:nvPr/>
        </p:nvSpPr>
        <p:spPr>
          <a:xfrm xmlns:a="http://schemas.openxmlformats.org/drawingml/2006/main">
            <a:off x="3086100" y="2667000"/>
            <a:ext cx="3028950" cy="2152650"/>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45" name="candidate-text-428">
            <a:extLst xmlns:a="http://schemas.openxmlformats.org/drawingml/2006/main">
              <a:ext uri="{FF2B5EF4-FFF2-40B4-BE49-F238E27FC236}">
                <a16:creationId xmlns:a16="http://schemas.microsoft.com/office/drawing/2014/main" id="{ED930770-CB27-4E05-83E5-519A729D1264}"/>
              </a:ext>
            </a:extLst>
          </p:cNvPr>
          <p:cNvSpPr>
            <a:spLocks xmlns:a="http://schemas.openxmlformats.org/drawingml/2006/main" noGrp="1"/>
          </p:cNvSpPr>
          <p:nvPr/>
        </p:nvSpPr>
        <p:spPr>
          <a:xfrm xmlns:a="http://schemas.openxmlformats.org/drawingml/2006/main">
            <a:off x="3152775" y="2733675"/>
            <a:ext cx="2895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lang="zh-CN" altLang="en-US">
                <a:solidFill>
                  <a:srgbClr val="000000"/>
                </a:solidFill>
                <a:latin typeface="Times New Roman"/>
                <a:ea typeface="SimHei"/>
                <a:cs typeface="Times New Roman"/>
              </a:defRPr>
            </a:defPPr>
          </a:lstStyle>
          <a:p xmlns:a="http://schemas.openxmlformats.org/drawingml/2006/main">
            <a:pPr algn="ctr">
              <a:defRPr sz="1725" b="1" lang="zh-CN" altLang="en-US">
                <a:solidFill>
                  <a:srgbClr val="000000"/>
                </a:solidFill>
                <a:latin typeface="Times New Roman"/>
                <a:ea typeface="SimHei"/>
                <a:cs typeface="Times New Roman"/>
              </a:defRPr>
            </a:pPr>
            <a:r>
              <a:rPr b="1" lang="zh-CN" altLang="en-US">
                <a:latin typeface="Times New Roman"/>
                <a:ea typeface="SimHei"/>
                <a:cs typeface="Times New Roman"/>
              </a:rPr>
              <a:t>分层汇总与</a:t>
            </a:r>
            <a:r>
              <a:rPr b="1" lang="zh-CN" altLang="en-US">
                <a:latin typeface="Times New Roman"/>
                <a:ea typeface="SimHei"/>
                <a:cs typeface="Times New Roman"/>
              </a:rPr>
              <a:t>MLP</a:t>
            </a:r>
            <a:r>
              <a:rPr b="1" lang="zh-CN" altLang="en-US">
                <a:latin typeface="Times New Roman"/>
                <a:ea typeface="SimHei"/>
                <a:cs typeface="Times New Roman"/>
              </a:rPr>
              <a:t>融合</a:t>
            </a:r>
          </a:p>
        </p:txBody>
      </p:sp>
      <p:sp>
        <p:nvSpPr>
          <p:cNvPr id="46" name="candidate-box-429">
            <a:extLst xmlns:a="http://schemas.openxmlformats.org/drawingml/2006/main">
              <a:ext uri="{FF2B5EF4-FFF2-40B4-BE49-F238E27FC236}">
                <a16:creationId xmlns:a16="http://schemas.microsoft.com/office/drawing/2014/main" id="{FF99F51A-4A03-47A1-9B85-C6EFC44F5B29}"/>
              </a:ext>
            </a:extLst>
          </p:cNvPr>
          <p:cNvSpPr>
            <a:spLocks xmlns:a="http://schemas.openxmlformats.org/drawingml/2006/main" noGrp="1"/>
          </p:cNvSpPr>
          <p:nvPr/>
        </p:nvSpPr>
        <p:spPr>
          <a:xfrm xmlns:a="http://schemas.openxmlformats.org/drawingml/2006/main">
            <a:off x="3181350" y="3114675"/>
            <a:ext cx="2838450" cy="48577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47" name="candidate-text-430">
            <a:extLst xmlns:a="http://schemas.openxmlformats.org/drawingml/2006/main">
              <a:ext uri="{FF2B5EF4-FFF2-40B4-BE49-F238E27FC236}">
                <a16:creationId xmlns:a16="http://schemas.microsoft.com/office/drawing/2014/main" id="{23D4B6E2-EC04-42BF-88F4-AC4FBF5B678A}"/>
              </a:ext>
            </a:extLst>
          </p:cNvPr>
          <p:cNvSpPr>
            <a:spLocks xmlns:a="http://schemas.openxmlformats.org/drawingml/2006/main" noGrp="1"/>
          </p:cNvSpPr>
          <p:nvPr/>
        </p:nvSpPr>
        <p:spPr>
          <a:xfrm xmlns:a="http://schemas.openxmlformats.org/drawingml/2006/main">
            <a:off x="3219450" y="3143250"/>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lang="zh-CN" altLang="en-US">
                <a:solidFill>
                  <a:srgbClr val="000000"/>
                </a:solidFill>
                <a:latin typeface="Times New Roman"/>
                <a:ea typeface="SimHei"/>
                <a:cs typeface="Times New Roman"/>
              </a:defRPr>
            </a:defPPr>
          </a:lstStyle>
          <a:p xmlns:a="http://schemas.openxmlformats.org/drawingml/2006/main">
            <a:pPr algn="ctr">
              <a:defRPr sz="1650" b="1" lang="zh-CN" altLang="en-US">
                <a:solidFill>
                  <a:srgbClr val="000000"/>
                </a:solidFill>
                <a:latin typeface="Times New Roman"/>
                <a:ea typeface="SimHei"/>
                <a:cs typeface="Times New Roman"/>
              </a:defRPr>
            </a:pPr>
            <a:r>
              <a:rPr b="1" lang="zh-CN" altLang="en-US">
                <a:latin typeface="Times New Roman"/>
                <a:ea typeface="SimHei"/>
                <a:cs typeface="Times New Roman"/>
              </a:rPr>
              <a:t>飞机摘要</a:t>
            </a:r>
          </a:p>
        </p:txBody>
      </p:sp>
      <p:sp>
        <p:nvSpPr>
          <p:cNvPr id="48" name="candidate-text-431">
            <a:extLst xmlns:a="http://schemas.openxmlformats.org/drawingml/2006/main">
              <a:ext uri="{FF2B5EF4-FFF2-40B4-BE49-F238E27FC236}">
                <a16:creationId xmlns:a16="http://schemas.microsoft.com/office/drawing/2014/main" id="{93AA631A-5989-4190-9ABC-A5DD2A71CD68}"/>
              </a:ext>
            </a:extLst>
          </p:cNvPr>
          <p:cNvSpPr>
            <a:spLocks xmlns:a="http://schemas.openxmlformats.org/drawingml/2006/main" noGrp="1"/>
          </p:cNvSpPr>
          <p:nvPr/>
        </p:nvSpPr>
        <p:spPr>
          <a:xfrm xmlns:a="http://schemas.openxmlformats.org/drawingml/2006/main">
            <a:off x="3219450" y="337185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未完任务与执行进度</a:t>
            </a:r>
          </a:p>
        </p:txBody>
      </p:sp>
      <p:cxnSp>
        <p:nvCxnSpPr>
          <p:cNvPr id="49" name="candidate-arrow-432">
            <a:extLst xmlns:a="http://schemas.openxmlformats.org/drawingml/2006/main">
              <a:ext uri="{FF2B5EF4-FFF2-40B4-BE49-F238E27FC236}">
                <a16:creationId xmlns:a16="http://schemas.microsoft.com/office/drawing/2014/main" id="{1119C373-333F-4FE1-BFD1-CE55E5E72833}"/>
              </a:ext>
            </a:extLst>
          </p:cNvPr>
          <p:cNvCxnSpPr/>
          <p:nvPr/>
        </p:nvCxnSpPr>
        <p:spPr>
          <a:xfrm xmlns:a="http://schemas.openxmlformats.org/drawingml/2006/main" flipH="0" flipV="0">
            <a:off x="4600575" y="3600450"/>
            <a:ext cx="0" cy="95250"/>
          </a:xfrm>
          <a:prstGeom xmlns:a="http://schemas.openxmlformats.org/drawingml/2006/main" prst="straightConnector1">
            <a:avLst/>
          </a:prstGeom>
          <a:ln xmlns:a="http://schemas.openxmlformats.org/drawingml/2006/main" w="10478">
            <a:solidFill>
              <a:srgbClr val="000000"/>
            </a:solidFill>
            <a:prstDash val="solid"/>
            <a:tailEnd type="triangle" w="sm" len="sm"/>
          </a:ln>
        </p:spPr>
      </p:cxnSp>
      <p:sp>
        <p:nvSpPr>
          <p:cNvPr id="50" name="candidate-box-433">
            <a:extLst xmlns:a="http://schemas.openxmlformats.org/drawingml/2006/main">
              <a:ext uri="{FF2B5EF4-FFF2-40B4-BE49-F238E27FC236}">
                <a16:creationId xmlns:a16="http://schemas.microsoft.com/office/drawing/2014/main" id="{B36A65FA-684D-4B28-9A57-E18E6DF59C0C}"/>
              </a:ext>
            </a:extLst>
          </p:cNvPr>
          <p:cNvSpPr>
            <a:spLocks xmlns:a="http://schemas.openxmlformats.org/drawingml/2006/main" noGrp="1"/>
          </p:cNvSpPr>
          <p:nvPr/>
        </p:nvSpPr>
        <p:spPr>
          <a:xfrm xmlns:a="http://schemas.openxmlformats.org/drawingml/2006/main">
            <a:off x="3181350" y="3695700"/>
            <a:ext cx="2838450" cy="48577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51" name="candidate-text-434">
            <a:extLst xmlns:a="http://schemas.openxmlformats.org/drawingml/2006/main">
              <a:ext uri="{FF2B5EF4-FFF2-40B4-BE49-F238E27FC236}">
                <a16:creationId xmlns:a16="http://schemas.microsoft.com/office/drawing/2014/main" id="{A0FFE4E1-7C62-49C9-8C36-EA4D2D77E651}"/>
              </a:ext>
            </a:extLst>
          </p:cNvPr>
          <p:cNvSpPr>
            <a:spLocks xmlns:a="http://schemas.openxmlformats.org/drawingml/2006/main" noGrp="1"/>
          </p:cNvSpPr>
          <p:nvPr/>
        </p:nvSpPr>
        <p:spPr>
          <a:xfrm xmlns:a="http://schemas.openxmlformats.org/drawingml/2006/main">
            <a:off x="3219450" y="3724275"/>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lang="zh-CN" altLang="en-US">
                <a:solidFill>
                  <a:srgbClr val="000000"/>
                </a:solidFill>
                <a:latin typeface="Times New Roman"/>
                <a:ea typeface="SimHei"/>
                <a:cs typeface="Times New Roman"/>
              </a:defRPr>
            </a:defPPr>
          </a:lstStyle>
          <a:p xmlns:a="http://schemas.openxmlformats.org/drawingml/2006/main">
            <a:pPr algn="ctr">
              <a:defRPr sz="1650" b="1" lang="zh-CN" altLang="en-US">
                <a:solidFill>
                  <a:srgbClr val="000000"/>
                </a:solidFill>
                <a:latin typeface="Times New Roman"/>
                <a:ea typeface="SimHei"/>
                <a:cs typeface="Times New Roman"/>
              </a:defRPr>
            </a:pPr>
            <a:r>
              <a:rPr b="1" lang="zh-CN" altLang="en-US">
                <a:latin typeface="Times New Roman"/>
                <a:ea typeface="SimHei"/>
                <a:cs typeface="Times New Roman"/>
              </a:rPr>
              <a:t>站位任务与资源</a:t>
            </a:r>
          </a:p>
        </p:txBody>
      </p:sp>
      <p:sp>
        <p:nvSpPr>
          <p:cNvPr id="52" name="candidate-text-435">
            <a:extLst xmlns:a="http://schemas.openxmlformats.org/drawingml/2006/main">
              <a:ext uri="{FF2B5EF4-FFF2-40B4-BE49-F238E27FC236}">
                <a16:creationId xmlns:a16="http://schemas.microsoft.com/office/drawing/2014/main" id="{410306C1-11D1-4F26-AD36-1A7A1EAEF8A2}"/>
              </a:ext>
            </a:extLst>
          </p:cNvPr>
          <p:cNvSpPr>
            <a:spLocks xmlns:a="http://schemas.openxmlformats.org/drawingml/2006/main" noGrp="1"/>
          </p:cNvSpPr>
          <p:nvPr/>
        </p:nvSpPr>
        <p:spPr>
          <a:xfrm xmlns:a="http://schemas.openxmlformats.org/drawingml/2006/main">
            <a:off x="3219450" y="3952875"/>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当前／下一任务、本站人员</a:t>
            </a:r>
          </a:p>
        </p:txBody>
      </p:sp>
      <p:cxnSp>
        <p:nvCxnSpPr>
          <p:cNvPr id="53" name="candidate-arrow-436">
            <a:extLst xmlns:a="http://schemas.openxmlformats.org/drawingml/2006/main">
              <a:ext uri="{FF2B5EF4-FFF2-40B4-BE49-F238E27FC236}">
                <a16:creationId xmlns:a16="http://schemas.microsoft.com/office/drawing/2014/main" id="{2A7992F8-FDC9-41DB-B5A0-DF5159D03593}"/>
              </a:ext>
            </a:extLst>
          </p:cNvPr>
          <p:cNvCxnSpPr/>
          <p:nvPr/>
        </p:nvCxnSpPr>
        <p:spPr>
          <a:xfrm xmlns:a="http://schemas.openxmlformats.org/drawingml/2006/main" flipH="0" flipV="0">
            <a:off x="4600575" y="4181475"/>
            <a:ext cx="0" cy="95250"/>
          </a:xfrm>
          <a:prstGeom xmlns:a="http://schemas.openxmlformats.org/drawingml/2006/main" prst="straightConnector1">
            <a:avLst/>
          </a:prstGeom>
          <a:ln xmlns:a="http://schemas.openxmlformats.org/drawingml/2006/main" w="10478">
            <a:solidFill>
              <a:srgbClr val="000000"/>
            </a:solidFill>
            <a:prstDash val="solid"/>
            <a:tailEnd type="triangle" w="sm" len="sm"/>
          </a:ln>
        </p:spPr>
      </p:cxnSp>
      <p:sp>
        <p:nvSpPr>
          <p:cNvPr id="54" name="candidate-box-437">
            <a:extLst xmlns:a="http://schemas.openxmlformats.org/drawingml/2006/main">
              <a:ext uri="{FF2B5EF4-FFF2-40B4-BE49-F238E27FC236}">
                <a16:creationId xmlns:a16="http://schemas.microsoft.com/office/drawing/2014/main" id="{1FAC4FCD-1205-45E2-AAF9-00EB6EB7E9DE}"/>
              </a:ext>
            </a:extLst>
          </p:cNvPr>
          <p:cNvSpPr>
            <a:spLocks xmlns:a="http://schemas.openxmlformats.org/drawingml/2006/main" noGrp="1"/>
          </p:cNvSpPr>
          <p:nvPr/>
        </p:nvSpPr>
        <p:spPr>
          <a:xfrm xmlns:a="http://schemas.openxmlformats.org/drawingml/2006/main">
            <a:off x="3181350" y="4276725"/>
            <a:ext cx="2838450" cy="48577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55" name="candidate-text-438">
            <a:extLst xmlns:a="http://schemas.openxmlformats.org/drawingml/2006/main">
              <a:ext uri="{FF2B5EF4-FFF2-40B4-BE49-F238E27FC236}">
                <a16:creationId xmlns:a16="http://schemas.microsoft.com/office/drawing/2014/main" id="{4D2F8784-D920-4267-81BC-AF2D593AB185}"/>
              </a:ext>
            </a:extLst>
          </p:cNvPr>
          <p:cNvSpPr>
            <a:spLocks xmlns:a="http://schemas.openxmlformats.org/drawingml/2006/main" noGrp="1"/>
          </p:cNvSpPr>
          <p:nvPr/>
        </p:nvSpPr>
        <p:spPr>
          <a:xfrm xmlns:a="http://schemas.openxmlformats.org/drawingml/2006/main">
            <a:off x="3219450" y="4305300"/>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lang="zh-CN" altLang="en-US">
                <a:solidFill>
                  <a:srgbClr val="000000"/>
                </a:solidFill>
                <a:latin typeface="Times New Roman"/>
                <a:ea typeface="SimHei"/>
                <a:cs typeface="Times New Roman"/>
              </a:defRPr>
            </a:defPPr>
          </a:lstStyle>
          <a:p xmlns:a="http://schemas.openxmlformats.org/drawingml/2006/main">
            <a:pPr algn="ctr">
              <a:defRPr sz="1650" b="1" lang="zh-CN" altLang="en-US">
                <a:solidFill>
                  <a:srgbClr val="000000"/>
                </a:solidFill>
                <a:latin typeface="Times New Roman"/>
                <a:ea typeface="SimHei"/>
                <a:cs typeface="Times New Roman"/>
              </a:defRPr>
            </a:pPr>
            <a:r>
              <a:rPr b="1" lang="zh-CN" altLang="en-US">
                <a:latin typeface="Times New Roman"/>
                <a:ea typeface="SimHei"/>
                <a:cs typeface="Times New Roman"/>
              </a:rPr>
              <a:t>整线状态</a:t>
            </a:r>
          </a:p>
        </p:txBody>
      </p:sp>
      <p:sp>
        <p:nvSpPr>
          <p:cNvPr id="56" name="candidate-text-439">
            <a:extLst xmlns:a="http://schemas.openxmlformats.org/drawingml/2006/main">
              <a:ext uri="{FF2B5EF4-FFF2-40B4-BE49-F238E27FC236}">
                <a16:creationId xmlns:a16="http://schemas.microsoft.com/office/drawing/2014/main" id="{669C1B05-3235-4D06-B977-E6BFBCAF4970}"/>
              </a:ext>
            </a:extLst>
          </p:cNvPr>
          <p:cNvSpPr>
            <a:spLocks xmlns:a="http://schemas.openxmlformats.org/drawingml/2006/main" noGrp="1"/>
          </p:cNvSpPr>
          <p:nvPr/>
        </p:nvSpPr>
        <p:spPr>
          <a:xfrm xmlns:a="http://schemas.openxmlformats.org/drawingml/2006/main">
            <a:off x="3219450" y="453390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各站负荷与待投产数量</a:t>
            </a:r>
          </a:p>
        </p:txBody>
      </p:sp>
      <p:sp>
        <p:nvSpPr>
          <p:cNvPr id="57" name="candidate-box-440">
            <a:extLst xmlns:a="http://schemas.openxmlformats.org/drawingml/2006/main">
              <a:ext uri="{FF2B5EF4-FFF2-40B4-BE49-F238E27FC236}">
                <a16:creationId xmlns:a16="http://schemas.microsoft.com/office/drawing/2014/main" id="{438C0B8B-8557-4EEE-A25E-E3FFE2FAC946}"/>
              </a:ext>
            </a:extLst>
          </p:cNvPr>
          <p:cNvSpPr>
            <a:spLocks xmlns:a="http://schemas.openxmlformats.org/drawingml/2006/main" noGrp="1"/>
          </p:cNvSpPr>
          <p:nvPr/>
        </p:nvSpPr>
        <p:spPr>
          <a:xfrm xmlns:a="http://schemas.openxmlformats.org/drawingml/2006/main">
            <a:off x="6400800" y="2667000"/>
            <a:ext cx="2857500" cy="2152650"/>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58" name="candidate-text-441">
            <a:extLst xmlns:a="http://schemas.openxmlformats.org/drawingml/2006/main">
              <a:ext uri="{FF2B5EF4-FFF2-40B4-BE49-F238E27FC236}">
                <a16:creationId xmlns:a16="http://schemas.microsoft.com/office/drawing/2014/main" id="{03144EA1-45B4-453C-B1FD-B70971CCA6A8}"/>
              </a:ext>
            </a:extLst>
          </p:cNvPr>
          <p:cNvSpPr>
            <a:spLocks xmlns:a="http://schemas.openxmlformats.org/drawingml/2006/main" noGrp="1"/>
          </p:cNvSpPr>
          <p:nvPr/>
        </p:nvSpPr>
        <p:spPr>
          <a:xfrm xmlns:a="http://schemas.openxmlformats.org/drawingml/2006/main">
            <a:off x="6467475" y="2733675"/>
            <a:ext cx="2724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lang="zh-CN" altLang="en-US">
                <a:solidFill>
                  <a:srgbClr val="000000"/>
                </a:solidFill>
                <a:latin typeface="Times New Roman"/>
                <a:ea typeface="SimHei"/>
                <a:cs typeface="Times New Roman"/>
              </a:defRPr>
            </a:defPPr>
          </a:lstStyle>
          <a:p xmlns:a="http://schemas.openxmlformats.org/drawingml/2006/main">
            <a:pPr algn="ctr">
              <a:defRPr sz="1725" b="1" lang="zh-CN" altLang="en-US">
                <a:solidFill>
                  <a:srgbClr val="000000"/>
                </a:solidFill>
                <a:latin typeface="Times New Roman"/>
                <a:ea typeface="SimHei"/>
                <a:cs typeface="Times New Roman"/>
              </a:defRPr>
            </a:pPr>
            <a:r>
              <a:rPr b="1" lang="zh-CN" altLang="en-US">
                <a:latin typeface="Times New Roman"/>
                <a:ea typeface="SimHei"/>
                <a:cs typeface="Times New Roman"/>
              </a:rPr>
              <a:t>当前与紧邻下一周期</a:t>
            </a:r>
          </a:p>
        </p:txBody>
      </p:sp>
      <p:sp>
        <p:nvSpPr>
          <p:cNvPr id="59" name="candidate-box-442">
            <a:extLst xmlns:a="http://schemas.openxmlformats.org/drawingml/2006/main">
              <a:ext uri="{FF2B5EF4-FFF2-40B4-BE49-F238E27FC236}">
                <a16:creationId xmlns:a16="http://schemas.microsoft.com/office/drawing/2014/main" id="{3A4393EC-2836-4E7C-9DC9-5AFBD25F0447}"/>
              </a:ext>
            </a:extLst>
          </p:cNvPr>
          <p:cNvSpPr>
            <a:spLocks xmlns:a="http://schemas.openxmlformats.org/drawingml/2006/main" noGrp="1"/>
          </p:cNvSpPr>
          <p:nvPr/>
        </p:nvSpPr>
        <p:spPr>
          <a:xfrm xmlns:a="http://schemas.openxmlformats.org/drawingml/2006/main">
            <a:off x="6496050" y="3124200"/>
            <a:ext cx="2667000" cy="6572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60" name="candidate-text-443">
            <a:extLst xmlns:a="http://schemas.openxmlformats.org/drawingml/2006/main">
              <a:ext uri="{FF2B5EF4-FFF2-40B4-BE49-F238E27FC236}">
                <a16:creationId xmlns:a16="http://schemas.microsoft.com/office/drawing/2014/main" id="{74E7B333-136A-4AEC-A29C-B5CBDF6DEDED}"/>
              </a:ext>
            </a:extLst>
          </p:cNvPr>
          <p:cNvSpPr>
            <a:spLocks xmlns:a="http://schemas.openxmlformats.org/drawingml/2006/main" noGrp="1"/>
          </p:cNvSpPr>
          <p:nvPr/>
        </p:nvSpPr>
        <p:spPr>
          <a:xfrm xmlns:a="http://schemas.openxmlformats.org/drawingml/2006/main">
            <a:off x="6562725" y="3171825"/>
            <a:ext cx="2533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lang="zh-CN" altLang="en-US">
                <a:solidFill>
                  <a:srgbClr val="000000"/>
                </a:solidFill>
                <a:latin typeface="Times New Roman"/>
                <a:ea typeface="SimHei"/>
                <a:cs typeface="Times New Roman"/>
              </a:defRPr>
            </a:defPPr>
          </a:lstStyle>
          <a:p xmlns:a="http://schemas.openxmlformats.org/drawingml/2006/main">
            <a:pPr algn="ctr">
              <a:defRPr sz="1650" b="1" lang="zh-CN" altLang="en-US">
                <a:solidFill>
                  <a:srgbClr val="000000"/>
                </a:solidFill>
                <a:latin typeface="Times New Roman"/>
                <a:ea typeface="SimHei"/>
                <a:cs typeface="Times New Roman"/>
              </a:defRPr>
            </a:pPr>
            <a:r>
              <a:rPr b="1" lang="zh-CN" altLang="en-US">
                <a:latin typeface="Times New Roman"/>
                <a:ea typeface="SimHei"/>
                <a:cs typeface="Times New Roman"/>
              </a:rPr>
              <a:t>当前共同脉动</a:t>
            </a:r>
          </a:p>
        </p:txBody>
      </p:sp>
      <p:sp>
        <p:nvSpPr>
          <p:cNvPr id="61" name="candidate-text-444">
            <a:extLst xmlns:a="http://schemas.openxmlformats.org/drawingml/2006/main">
              <a:ext uri="{FF2B5EF4-FFF2-40B4-BE49-F238E27FC236}">
                <a16:creationId xmlns:a16="http://schemas.microsoft.com/office/drawing/2014/main" id="{FCA3662A-BEC9-4331-B739-16E0A343C8BA}"/>
              </a:ext>
            </a:extLst>
          </p:cNvPr>
          <p:cNvSpPr>
            <a:spLocks xmlns:a="http://schemas.openxmlformats.org/drawingml/2006/main" noGrp="1"/>
          </p:cNvSpPr>
          <p:nvPr/>
        </p:nvSpPr>
        <p:spPr>
          <a:xfrm xmlns:a="http://schemas.openxmlformats.org/drawingml/2006/main">
            <a:off x="6562725" y="3467100"/>
            <a:ext cx="2533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启发式估计＋时间修正</a:t>
            </a:r>
          </a:p>
        </p:txBody>
      </p:sp>
      <p:sp>
        <p:nvSpPr>
          <p:cNvPr id="62" name="candidate-box-445">
            <a:extLst xmlns:a="http://schemas.openxmlformats.org/drawingml/2006/main">
              <a:ext uri="{FF2B5EF4-FFF2-40B4-BE49-F238E27FC236}">
                <a16:creationId xmlns:a16="http://schemas.microsoft.com/office/drawing/2014/main" id="{A6C88CDD-78A7-4388-97FC-5FD16BAB295B}"/>
              </a:ext>
            </a:extLst>
          </p:cNvPr>
          <p:cNvSpPr>
            <a:spLocks xmlns:a="http://schemas.openxmlformats.org/drawingml/2006/main" noGrp="1"/>
          </p:cNvSpPr>
          <p:nvPr/>
        </p:nvSpPr>
        <p:spPr>
          <a:xfrm xmlns:a="http://schemas.openxmlformats.org/drawingml/2006/main">
            <a:off x="6496050" y="3924300"/>
            <a:ext cx="2667000" cy="800100"/>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63" name="candidate-text-446">
            <a:extLst xmlns:a="http://schemas.openxmlformats.org/drawingml/2006/main">
              <a:ext uri="{FF2B5EF4-FFF2-40B4-BE49-F238E27FC236}">
                <a16:creationId xmlns:a16="http://schemas.microsoft.com/office/drawing/2014/main" id="{53024E7C-FBFD-42EC-985E-CD6C9761F702}"/>
              </a:ext>
            </a:extLst>
          </p:cNvPr>
          <p:cNvSpPr>
            <a:spLocks xmlns:a="http://schemas.openxmlformats.org/drawingml/2006/main" noGrp="1"/>
          </p:cNvSpPr>
          <p:nvPr/>
        </p:nvSpPr>
        <p:spPr>
          <a:xfrm xmlns:a="http://schemas.openxmlformats.org/drawingml/2006/main">
            <a:off x="6543675" y="39719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lang="zh-CN" altLang="en-US">
                <a:solidFill>
                  <a:srgbClr val="000000"/>
                </a:solidFill>
                <a:latin typeface="Times New Roman"/>
                <a:ea typeface="SimHei"/>
                <a:cs typeface="Times New Roman"/>
              </a:defRPr>
            </a:defPPr>
          </a:lstStyle>
          <a:p xmlns:a="http://schemas.openxmlformats.org/drawingml/2006/main">
            <a:pPr algn="ctr">
              <a:defRPr sz="1575" b="1" lang="zh-CN" altLang="en-US">
                <a:solidFill>
                  <a:srgbClr val="000000"/>
                </a:solidFill>
                <a:latin typeface="Times New Roman"/>
                <a:ea typeface="SimHei"/>
                <a:cs typeface="Times New Roman"/>
              </a:defRPr>
            </a:pPr>
            <a:r>
              <a:rPr b="1" lang="zh-CN" altLang="en-US">
                <a:latin typeface="Times New Roman"/>
                <a:ea typeface="SimHei"/>
                <a:cs typeface="Times New Roman"/>
              </a:rPr>
              <a:t>下一周期各站就绪偏差</a:t>
            </a:r>
          </a:p>
        </p:txBody>
      </p:sp>
      <p:sp>
        <p:nvSpPr>
          <p:cNvPr id="64" name="candidate-box-447">
            <a:extLst xmlns:a="http://schemas.openxmlformats.org/drawingml/2006/main">
              <a:ext uri="{FF2B5EF4-FFF2-40B4-BE49-F238E27FC236}">
                <a16:creationId xmlns:a16="http://schemas.microsoft.com/office/drawing/2014/main" id="{44B099AA-7265-47FA-B1CA-8C43711978F3}"/>
              </a:ext>
            </a:extLst>
          </p:cNvPr>
          <p:cNvSpPr>
            <a:spLocks xmlns:a="http://schemas.openxmlformats.org/drawingml/2006/main" noGrp="1"/>
          </p:cNvSpPr>
          <p:nvPr/>
        </p:nvSpPr>
        <p:spPr>
          <a:xfrm xmlns:a="http://schemas.openxmlformats.org/drawingml/2006/main">
            <a:off x="6543675" y="4267200"/>
            <a:ext cx="476250" cy="2381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Δ</a:t>
            </a:r>
            <a:r>
              <a:rPr b="0" lang="zh-CN" altLang="en-US">
                <a:latin typeface="Times New Roman"/>
                <a:ea typeface="SimHei"/>
                <a:cs typeface="Times New Roman"/>
              </a:rPr>
              <a:t>1</a:t>
            </a:r>
          </a:p>
        </p:txBody>
      </p:sp>
      <p:sp>
        <p:nvSpPr>
          <p:cNvPr id="65" name="candidate-box-448">
            <a:extLst xmlns:a="http://schemas.openxmlformats.org/drawingml/2006/main">
              <a:ext uri="{FF2B5EF4-FFF2-40B4-BE49-F238E27FC236}">
                <a16:creationId xmlns:a16="http://schemas.microsoft.com/office/drawing/2014/main" id="{20ADBC05-2C61-4729-BBA8-12923BC466AB}"/>
              </a:ext>
            </a:extLst>
          </p:cNvPr>
          <p:cNvSpPr>
            <a:spLocks xmlns:a="http://schemas.openxmlformats.org/drawingml/2006/main" noGrp="1"/>
          </p:cNvSpPr>
          <p:nvPr/>
        </p:nvSpPr>
        <p:spPr>
          <a:xfrm xmlns:a="http://schemas.openxmlformats.org/drawingml/2006/main">
            <a:off x="7067550" y="4267200"/>
            <a:ext cx="476250" cy="2381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Δ</a:t>
            </a:r>
            <a:r>
              <a:rPr b="0" lang="zh-CN" altLang="en-US">
                <a:latin typeface="Times New Roman"/>
                <a:ea typeface="SimHei"/>
                <a:cs typeface="Times New Roman"/>
              </a:rPr>
              <a:t>2</a:t>
            </a:r>
          </a:p>
        </p:txBody>
      </p:sp>
      <p:sp>
        <p:nvSpPr>
          <p:cNvPr id="66" name="candidate-box-449">
            <a:extLst xmlns:a="http://schemas.openxmlformats.org/drawingml/2006/main">
              <a:ext uri="{FF2B5EF4-FFF2-40B4-BE49-F238E27FC236}">
                <a16:creationId xmlns:a16="http://schemas.microsoft.com/office/drawing/2014/main" id="{C784C230-1CDC-4E4C-AF4A-61CE0E0E5E58}"/>
              </a:ext>
            </a:extLst>
          </p:cNvPr>
          <p:cNvSpPr>
            <a:spLocks xmlns:a="http://schemas.openxmlformats.org/drawingml/2006/main" noGrp="1"/>
          </p:cNvSpPr>
          <p:nvPr/>
        </p:nvSpPr>
        <p:spPr>
          <a:xfrm xmlns:a="http://schemas.openxmlformats.org/drawingml/2006/main">
            <a:off x="7591425" y="4267200"/>
            <a:ext cx="476250" cy="2381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Δ</a:t>
            </a:r>
            <a:r>
              <a:rPr b="0" lang="zh-CN" altLang="en-US">
                <a:latin typeface="Times New Roman"/>
                <a:ea typeface="SimHei"/>
                <a:cs typeface="Times New Roman"/>
              </a:rPr>
              <a:t>3</a:t>
            </a:r>
          </a:p>
        </p:txBody>
      </p:sp>
      <p:sp>
        <p:nvSpPr>
          <p:cNvPr id="67" name="candidate-box-450">
            <a:extLst xmlns:a="http://schemas.openxmlformats.org/drawingml/2006/main">
              <a:ext uri="{FF2B5EF4-FFF2-40B4-BE49-F238E27FC236}">
                <a16:creationId xmlns:a16="http://schemas.microsoft.com/office/drawing/2014/main" id="{729B436B-A6A9-4A70-9048-B92A901FB6F4}"/>
              </a:ext>
            </a:extLst>
          </p:cNvPr>
          <p:cNvSpPr>
            <a:spLocks xmlns:a="http://schemas.openxmlformats.org/drawingml/2006/main" noGrp="1"/>
          </p:cNvSpPr>
          <p:nvPr/>
        </p:nvSpPr>
        <p:spPr>
          <a:xfrm xmlns:a="http://schemas.openxmlformats.org/drawingml/2006/main">
            <a:off x="8115300" y="4267200"/>
            <a:ext cx="476250" cy="2381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Δ</a:t>
            </a:r>
            <a:r>
              <a:rPr b="0" lang="zh-CN" altLang="en-US">
                <a:latin typeface="Times New Roman"/>
                <a:ea typeface="SimHei"/>
                <a:cs typeface="Times New Roman"/>
              </a:rPr>
              <a:t>4</a:t>
            </a:r>
          </a:p>
        </p:txBody>
      </p:sp>
      <p:sp>
        <p:nvSpPr>
          <p:cNvPr id="68" name="candidate-box-451">
            <a:extLst xmlns:a="http://schemas.openxmlformats.org/drawingml/2006/main">
              <a:ext uri="{FF2B5EF4-FFF2-40B4-BE49-F238E27FC236}">
                <a16:creationId xmlns:a16="http://schemas.microsoft.com/office/drawing/2014/main" id="{C2E0CCF4-8F54-4FA6-B6FE-BC496DF179F7}"/>
              </a:ext>
            </a:extLst>
          </p:cNvPr>
          <p:cNvSpPr>
            <a:spLocks xmlns:a="http://schemas.openxmlformats.org/drawingml/2006/main" noGrp="1"/>
          </p:cNvSpPr>
          <p:nvPr/>
        </p:nvSpPr>
        <p:spPr>
          <a:xfrm xmlns:a="http://schemas.openxmlformats.org/drawingml/2006/main">
            <a:off x="8639175" y="4267200"/>
            <a:ext cx="476250" cy="2381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Δ</a:t>
            </a:r>
            <a:r>
              <a:rPr b="0" lang="zh-CN" altLang="en-US">
                <a:latin typeface="Times New Roman"/>
                <a:ea typeface="SimHei"/>
                <a:cs typeface="Times New Roman"/>
              </a:rPr>
              <a:t>5</a:t>
            </a:r>
          </a:p>
        </p:txBody>
      </p:sp>
      <p:sp>
        <p:nvSpPr>
          <p:cNvPr id="69" name="candidate-text-452">
            <a:extLst xmlns:a="http://schemas.openxmlformats.org/drawingml/2006/main">
              <a:ext uri="{FF2B5EF4-FFF2-40B4-BE49-F238E27FC236}">
                <a16:creationId xmlns:a16="http://schemas.microsoft.com/office/drawing/2014/main" id="{C9117D84-C7AD-43F4-B4B4-A634235D663B}"/>
              </a:ext>
            </a:extLst>
          </p:cNvPr>
          <p:cNvSpPr>
            <a:spLocks xmlns:a="http://schemas.openxmlformats.org/drawingml/2006/main" noGrp="1"/>
          </p:cNvSpPr>
          <p:nvPr/>
        </p:nvSpPr>
        <p:spPr>
          <a:xfrm xmlns:a="http://schemas.openxmlformats.org/drawingml/2006/main">
            <a:off x="6543675" y="4524375"/>
            <a:ext cx="2571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lang="zh-CN" altLang="en-US">
                <a:solidFill>
                  <a:srgbClr val="000000"/>
                </a:solidFill>
                <a:latin typeface="Times New Roman"/>
                <a:ea typeface="SimHei"/>
                <a:cs typeface="Times New Roman"/>
              </a:defRPr>
            </a:defPPr>
          </a:lstStyle>
          <a:p xmlns:a="http://schemas.openxmlformats.org/drawingml/2006/main">
            <a:pPr algn="ctr">
              <a:defRPr sz="1425" b="0" lang="zh-CN" altLang="en-US">
                <a:solidFill>
                  <a:srgbClr val="000000"/>
                </a:solidFill>
                <a:latin typeface="Times New Roman"/>
                <a:ea typeface="SimHei"/>
                <a:cs typeface="Times New Roman"/>
              </a:defRPr>
            </a:pPr>
            <a:r>
              <a:rPr b="0" lang="zh-CN" altLang="en-US">
                <a:latin typeface="Times New Roman"/>
                <a:ea typeface="SimHei"/>
                <a:cs typeface="Times New Roman"/>
              </a:rPr>
              <a:t>正值晚，负值早</a:t>
            </a:r>
          </a:p>
        </p:txBody>
      </p:sp>
      <p:sp>
        <p:nvSpPr>
          <p:cNvPr id="70" name="candidate-box-453">
            <a:extLst xmlns:a="http://schemas.openxmlformats.org/drawingml/2006/main">
              <a:ext uri="{FF2B5EF4-FFF2-40B4-BE49-F238E27FC236}">
                <a16:creationId xmlns:a16="http://schemas.microsoft.com/office/drawing/2014/main" id="{DC39756F-3950-4446-AA99-D39EE3868F69}"/>
              </a:ext>
            </a:extLst>
          </p:cNvPr>
          <p:cNvSpPr>
            <a:spLocks xmlns:a="http://schemas.openxmlformats.org/drawingml/2006/main" noGrp="1"/>
          </p:cNvSpPr>
          <p:nvPr/>
        </p:nvSpPr>
        <p:spPr>
          <a:xfrm xmlns:a="http://schemas.openxmlformats.org/drawingml/2006/main">
            <a:off x="9582150" y="2667000"/>
            <a:ext cx="1990725" cy="2152650"/>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71" name="candidate-text-454">
            <a:extLst xmlns:a="http://schemas.openxmlformats.org/drawingml/2006/main">
              <a:ext uri="{FF2B5EF4-FFF2-40B4-BE49-F238E27FC236}">
                <a16:creationId xmlns:a16="http://schemas.microsoft.com/office/drawing/2014/main" id="{68841072-7790-4F21-8F02-B35F2E8B37B8}"/>
              </a:ext>
            </a:extLst>
          </p:cNvPr>
          <p:cNvSpPr>
            <a:spLocks xmlns:a="http://schemas.openxmlformats.org/drawingml/2006/main" noGrp="1"/>
          </p:cNvSpPr>
          <p:nvPr/>
        </p:nvSpPr>
        <p:spPr>
          <a:xfrm xmlns:a="http://schemas.openxmlformats.org/drawingml/2006/main">
            <a:off x="9639300" y="2743200"/>
            <a:ext cx="1876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lang="zh-CN" altLang="en-US">
                <a:solidFill>
                  <a:srgbClr val="000000"/>
                </a:solidFill>
                <a:latin typeface="Times New Roman"/>
                <a:ea typeface="SimHei"/>
                <a:cs typeface="Times New Roman"/>
              </a:defRPr>
            </a:defPPr>
          </a:lstStyle>
          <a:p xmlns:a="http://schemas.openxmlformats.org/drawingml/2006/main">
            <a:pPr algn="ctr">
              <a:defRPr sz="1725" b="1" lang="zh-CN" altLang="en-US">
                <a:solidFill>
                  <a:srgbClr val="000000"/>
                </a:solidFill>
                <a:latin typeface="Times New Roman"/>
                <a:ea typeface="SimHei"/>
                <a:cs typeface="Times New Roman"/>
              </a:defRPr>
            </a:pPr>
            <a:r>
              <a:rPr b="1" lang="zh-CN" altLang="en-US">
                <a:latin typeface="Times New Roman"/>
                <a:ea typeface="SimHei"/>
                <a:cs typeface="Times New Roman"/>
              </a:rPr>
              <a:t>协同联合决策</a:t>
            </a:r>
          </a:p>
        </p:txBody>
      </p:sp>
      <p:sp>
        <p:nvSpPr>
          <p:cNvPr id="72" name="candidate-box-455">
            <a:extLst xmlns:a="http://schemas.openxmlformats.org/drawingml/2006/main">
              <a:ext uri="{FF2B5EF4-FFF2-40B4-BE49-F238E27FC236}">
                <a16:creationId xmlns:a16="http://schemas.microsoft.com/office/drawing/2014/main" id="{45AE8A3D-7A52-45E1-9857-ECF48AF25FD5}"/>
              </a:ext>
            </a:extLst>
          </p:cNvPr>
          <p:cNvSpPr>
            <a:spLocks xmlns:a="http://schemas.openxmlformats.org/drawingml/2006/main" noGrp="1"/>
          </p:cNvSpPr>
          <p:nvPr/>
        </p:nvSpPr>
        <p:spPr>
          <a:xfrm xmlns:a="http://schemas.openxmlformats.org/drawingml/2006/main">
            <a:off x="9696450" y="3152775"/>
            <a:ext cx="1762125" cy="3524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选择工序</a:t>
            </a:r>
          </a:p>
        </p:txBody>
      </p:sp>
      <p:cxnSp>
        <p:nvCxnSpPr>
          <p:cNvPr id="73" name="candidate-arrow-456">
            <a:extLst xmlns:a="http://schemas.openxmlformats.org/drawingml/2006/main">
              <a:ext uri="{FF2B5EF4-FFF2-40B4-BE49-F238E27FC236}">
                <a16:creationId xmlns:a16="http://schemas.microsoft.com/office/drawing/2014/main" id="{AC7E3957-70A5-4DFE-9963-4562A8AB5FBB}"/>
              </a:ext>
            </a:extLst>
          </p:cNvPr>
          <p:cNvCxnSpPr/>
          <p:nvPr/>
        </p:nvCxnSpPr>
        <p:spPr>
          <a:xfrm xmlns:a="http://schemas.openxmlformats.org/drawingml/2006/main" flipH="0" flipV="0">
            <a:off x="10577513" y="3505200"/>
            <a:ext cx="0" cy="123825"/>
          </a:xfrm>
          <a:prstGeom xmlns:a="http://schemas.openxmlformats.org/drawingml/2006/main" prst="straightConnector1">
            <a:avLst/>
          </a:prstGeom>
          <a:ln xmlns:a="http://schemas.openxmlformats.org/drawingml/2006/main" w="10478">
            <a:solidFill>
              <a:srgbClr val="000000"/>
            </a:solidFill>
            <a:prstDash val="solid"/>
            <a:tailEnd type="triangle" w="sm" len="sm"/>
          </a:ln>
        </p:spPr>
      </p:cxnSp>
      <p:sp>
        <p:nvSpPr>
          <p:cNvPr id="74" name="candidate-box-457">
            <a:extLst xmlns:a="http://schemas.openxmlformats.org/drawingml/2006/main">
              <a:ext uri="{FF2B5EF4-FFF2-40B4-BE49-F238E27FC236}">
                <a16:creationId xmlns:a16="http://schemas.microsoft.com/office/drawing/2014/main" id="{63A27850-AB55-4A0E-AF7C-60792408A2A9}"/>
              </a:ext>
            </a:extLst>
          </p:cNvPr>
          <p:cNvSpPr>
            <a:spLocks xmlns:a="http://schemas.openxmlformats.org/drawingml/2006/main" noGrp="1"/>
          </p:cNvSpPr>
          <p:nvPr/>
        </p:nvSpPr>
        <p:spPr>
          <a:xfrm xmlns:a="http://schemas.openxmlformats.org/drawingml/2006/main">
            <a:off x="9696450" y="3629025"/>
            <a:ext cx="1762125" cy="3524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留站／合法后移</a:t>
            </a:r>
          </a:p>
        </p:txBody>
      </p:sp>
      <p:cxnSp>
        <p:nvCxnSpPr>
          <p:cNvPr id="75" name="candidate-arrow-458">
            <a:extLst xmlns:a="http://schemas.openxmlformats.org/drawingml/2006/main">
              <a:ext uri="{FF2B5EF4-FFF2-40B4-BE49-F238E27FC236}">
                <a16:creationId xmlns:a16="http://schemas.microsoft.com/office/drawing/2014/main" id="{77E5ECF9-0BA7-4C6F-BA6B-F86C7C051D35}"/>
              </a:ext>
            </a:extLst>
          </p:cNvPr>
          <p:cNvCxnSpPr/>
          <p:nvPr/>
        </p:nvCxnSpPr>
        <p:spPr>
          <a:xfrm xmlns:a="http://schemas.openxmlformats.org/drawingml/2006/main" flipH="0" flipV="0">
            <a:off x="10577513" y="3981450"/>
            <a:ext cx="0" cy="123825"/>
          </a:xfrm>
          <a:prstGeom xmlns:a="http://schemas.openxmlformats.org/drawingml/2006/main" prst="straightConnector1">
            <a:avLst/>
          </a:prstGeom>
          <a:ln xmlns:a="http://schemas.openxmlformats.org/drawingml/2006/main" w="10478">
            <a:solidFill>
              <a:srgbClr val="000000"/>
            </a:solidFill>
            <a:prstDash val="solid"/>
            <a:tailEnd type="triangle" w="sm" len="sm"/>
          </a:ln>
        </p:spPr>
      </p:cxnSp>
      <p:sp>
        <p:nvSpPr>
          <p:cNvPr id="76" name="candidate-box-459">
            <a:extLst xmlns:a="http://schemas.openxmlformats.org/drawingml/2006/main">
              <a:ext uri="{FF2B5EF4-FFF2-40B4-BE49-F238E27FC236}">
                <a16:creationId xmlns:a16="http://schemas.microsoft.com/office/drawing/2014/main" id="{02412EA8-FB8D-4513-9ABD-77EC311FDFC9}"/>
              </a:ext>
            </a:extLst>
          </p:cNvPr>
          <p:cNvSpPr>
            <a:spLocks xmlns:a="http://schemas.openxmlformats.org/drawingml/2006/main" noGrp="1"/>
          </p:cNvSpPr>
          <p:nvPr/>
        </p:nvSpPr>
        <p:spPr>
          <a:xfrm xmlns:a="http://schemas.openxmlformats.org/drawingml/2006/main">
            <a:off x="9696450" y="4105275"/>
            <a:ext cx="1762125" cy="3524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ns0:p xmlns:ns0="http://schemas.openxmlformats.org/drawingml/2006/main">
            <ns0:pPr algn="ctr">
              <ns0:defRPr sz="1575" b="0" lang="zh-CN" altLang="en-US">
                <ns0:solidFill>
                  <ns0:srgbClr val="000000"/>
                </ns0:solidFill>
                <ns0:latin typeface="Times New Roman"/>
                <ns0:ea typeface="SimHei"/>
                <ns0:cs typeface="Times New Roman"/>
              </ns0:defRPr>
            </ns0:pPr>
            <ns0:r>
              <ns0:rPr b="0" sz="1400" lang="zh-CN" altLang="en-US">
                <ns0:latin typeface="Times New Roman"/>
                <ns0:ea typeface="SimHei"/>
                <ns0:cs typeface="Times New Roman"/>
              </ns0:rPr>
              <ns0:t>留站：团队与开工</ns0:t>
            </ns0:r>
          </ns0:p>
        </p:txBody>
      </p:sp>
      <p:cxnSp>
        <p:nvCxnSpPr>
          <p:cNvPr id="77" name="candidate-arrow-460">
            <a:extLst xmlns:a="http://schemas.openxmlformats.org/drawingml/2006/main">
              <a:ext uri="{FF2B5EF4-FFF2-40B4-BE49-F238E27FC236}">
                <a16:creationId xmlns:a16="http://schemas.microsoft.com/office/drawing/2014/main" id="{0870027F-A7D2-41B4-9265-48708D6B25B9}"/>
              </a:ext>
            </a:extLst>
          </p:cNvPr>
          <p:cNvCxnSpPr/>
          <p:nvPr/>
        </p:nvCxnSpPr>
        <p:spPr>
          <a:xfrm xmlns:a="http://schemas.openxmlformats.org/drawingml/2006/main" flipH="0" flipV="0">
            <a:off x="2809875" y="3724275"/>
            <a:ext cx="276225" cy="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cxnSp>
        <p:nvCxnSpPr>
          <p:cNvPr id="78" name="candidate-arrow-461">
            <a:extLst xmlns:a="http://schemas.openxmlformats.org/drawingml/2006/main">
              <a:ext uri="{FF2B5EF4-FFF2-40B4-BE49-F238E27FC236}">
                <a16:creationId xmlns:a16="http://schemas.microsoft.com/office/drawing/2014/main" id="{D512F005-991A-4EE4-850F-F4D4139EAFCD}"/>
              </a:ext>
            </a:extLst>
          </p:cNvPr>
          <p:cNvCxnSpPr/>
          <p:nvPr/>
        </p:nvCxnSpPr>
        <p:spPr>
          <a:xfrm xmlns:a="http://schemas.openxmlformats.org/drawingml/2006/main" flipH="0" flipV="0">
            <a:off x="6115050" y="3724275"/>
            <a:ext cx="285750" cy="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cxnSp>
        <p:nvCxnSpPr>
          <p:cNvPr id="79" name="candidate-arrow-462">
            <a:extLst xmlns:a="http://schemas.openxmlformats.org/drawingml/2006/main">
              <a:ext uri="{FF2B5EF4-FFF2-40B4-BE49-F238E27FC236}">
                <a16:creationId xmlns:a16="http://schemas.microsoft.com/office/drawing/2014/main" id="{2CDA0A50-ED34-4F29-AE90-4290A1E6E1FD}"/>
              </a:ext>
            </a:extLst>
          </p:cNvPr>
          <p:cNvCxnSpPr/>
          <p:nvPr/>
        </p:nvCxnSpPr>
        <p:spPr>
          <a:xfrm xmlns:a="http://schemas.openxmlformats.org/drawingml/2006/main" flipH="0" flipV="0">
            <a:off x="9258300" y="3724275"/>
            <a:ext cx="323850" cy="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sp>
        <p:nvSpPr>
          <p:cNvPr id="80" name="candidate-line-463">
            <a:extLst xmlns:a="http://schemas.openxmlformats.org/drawingml/2006/main">
              <a:ext uri="{FF2B5EF4-FFF2-40B4-BE49-F238E27FC236}">
                <a16:creationId xmlns:a16="http://schemas.microsoft.com/office/drawing/2014/main" id="{2F404CCD-132C-4633-8331-17A0C60DBE2F}"/>
              </a:ext>
            </a:extLst>
          </p:cNvPr>
          <p:cNvSpPr>
            <a:spLocks xmlns:a="http://schemas.openxmlformats.org/drawingml/2006/main" noGrp="1"/>
          </p:cNvSpPr>
          <p:nvPr/>
        </p:nvSpPr>
        <p:spPr>
          <a:xfrm xmlns:a="http://schemas.openxmlformats.org/drawingml/2006/main" flipH="0" flipV="1">
            <a:off x="10582275" y="2352675"/>
            <a:ext cx="0" cy="314325"/>
          </a:xfrm>
          <a:prstGeom xmlns:a="http://schemas.openxmlformats.org/drawingml/2006/main" prst="line">
            <a:avLst/>
          </a:prstGeom>
          <a:noFill xmlns:a="http://schemas.openxmlformats.org/drawingml/2006/main"/>
          <a:ln xmlns:a="http://schemas.openxmlformats.org/drawingml/2006/main" w="11430">
            <a:solidFill>
              <a:srgbClr val="000000"/>
            </a:solidFill>
            <a:prstDash val="solid"/>
          </a:ln>
        </p:spPr>
      </p:sp>
      <p:sp>
        <p:nvSpPr>
          <p:cNvPr id="81" name="candidate-line-464">
            <a:extLst xmlns:a="http://schemas.openxmlformats.org/drawingml/2006/main">
              <a:ext uri="{FF2B5EF4-FFF2-40B4-BE49-F238E27FC236}">
                <a16:creationId xmlns:a16="http://schemas.microsoft.com/office/drawing/2014/main" id="{572BDF25-5B7C-42DA-B7C7-8FCEBB483BA7}"/>
              </a:ext>
            </a:extLst>
          </p:cNvPr>
          <p:cNvSpPr>
            <a:spLocks xmlns:a="http://schemas.openxmlformats.org/drawingml/2006/main" noGrp="1"/>
          </p:cNvSpPr>
          <p:nvPr/>
        </p:nvSpPr>
        <p:spPr>
          <a:xfrm xmlns:a="http://schemas.openxmlformats.org/drawingml/2006/main" flipH="0" flipV="0">
            <a:off x="10582275" y="2352675"/>
            <a:ext cx="676275" cy="0"/>
          </a:xfrm>
          <a:prstGeom xmlns:a="http://schemas.openxmlformats.org/drawingml/2006/main" prst="line">
            <a:avLst/>
          </a:prstGeom>
          <a:noFill xmlns:a="http://schemas.openxmlformats.org/drawingml/2006/main"/>
          <a:ln xmlns:a="http://schemas.openxmlformats.org/drawingml/2006/main" w="11430">
            <a:solidFill>
              <a:srgbClr val="000000"/>
            </a:solidFill>
            <a:prstDash val="solid"/>
          </a:ln>
        </p:spPr>
      </p:sp>
      <p:cxnSp>
        <p:nvCxnSpPr>
          <p:cNvPr id="82" name="candidate-arrow-465">
            <a:extLst xmlns:a="http://schemas.openxmlformats.org/drawingml/2006/main">
              <a:ext uri="{FF2B5EF4-FFF2-40B4-BE49-F238E27FC236}">
                <a16:creationId xmlns:a16="http://schemas.microsoft.com/office/drawing/2014/main" id="{A4DAE5E1-604A-4F57-B40E-59D2119B8C11}"/>
              </a:ext>
            </a:extLst>
          </p:cNvPr>
          <p:cNvCxnSpPr/>
          <p:nvPr/>
        </p:nvCxnSpPr>
        <p:spPr>
          <a:xfrm xmlns:a="http://schemas.openxmlformats.org/drawingml/2006/main" flipH="0" flipV="1">
            <a:off x="11258550" y="2133600"/>
            <a:ext cx="0" cy="219075"/>
          </a:xfrm>
          <a:prstGeom xmlns:a="http://schemas.openxmlformats.org/drawingml/2006/main" prst="straightConnector1">
            <a:avLst/>
          </a:prstGeom>
          <a:ln xmlns:a="http://schemas.openxmlformats.org/drawingml/2006/main" w="11430">
            <a:solidFill>
              <a:srgbClr val="000000"/>
            </a:solidFill>
            <a:prstDash val="solid"/>
            <a:tailEnd type="triangle" w="sm" len="sm"/>
          </a:ln>
        </p:spPr>
      </p:cxnSp>
      <p:sp>
        <p:nvSpPr>
          <p:cNvPr id="83" name="candidate-text-466">
            <a:extLst xmlns:a="http://schemas.openxmlformats.org/drawingml/2006/main">
              <a:ext uri="{FF2B5EF4-FFF2-40B4-BE49-F238E27FC236}">
                <a16:creationId xmlns:a16="http://schemas.microsoft.com/office/drawing/2014/main" id="{CCCCA03E-7656-4965-921C-2718B4E3B7EB}"/>
              </a:ext>
            </a:extLst>
          </p:cNvPr>
          <p:cNvSpPr>
            <a:spLocks xmlns:a="http://schemas.openxmlformats.org/drawingml/2006/main" noGrp="1"/>
          </p:cNvSpPr>
          <p:nvPr/>
        </p:nvSpPr>
        <p:spPr>
          <a:xfrm xmlns:a="http://schemas.openxmlformats.org/drawingml/2006/main">
            <a:off x="9620250" y="23241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完整提交</a:t>
            </a:r>
          </a:p>
        </p:txBody>
      </p:sp>
      <p:sp>
        <p:nvSpPr>
          <p:cNvPr id="84" name="candidate-box-467">
            <a:extLst xmlns:a="http://schemas.openxmlformats.org/drawingml/2006/main">
              <a:ext uri="{FF2B5EF4-FFF2-40B4-BE49-F238E27FC236}">
                <a16:creationId xmlns:a16="http://schemas.microsoft.com/office/drawing/2014/main" id="{4DC4B10B-8E05-4BD4-A831-3EA2DDC9E7C9}"/>
              </a:ext>
            </a:extLst>
          </p:cNvPr>
          <p:cNvSpPr>
            <a:spLocks xmlns:a="http://schemas.openxmlformats.org/drawingml/2006/main" noGrp="1"/>
          </p:cNvSpPr>
          <p:nvPr/>
        </p:nvSpPr>
        <p:spPr>
          <a:xfrm xmlns:a="http://schemas.openxmlformats.org/drawingml/2006/main">
            <a:off x="619125" y="5153025"/>
            <a:ext cx="2190750" cy="4667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85" name="candidate-text-468">
            <a:extLst xmlns:a="http://schemas.openxmlformats.org/drawingml/2006/main">
              <a:ext uri="{FF2B5EF4-FFF2-40B4-BE49-F238E27FC236}">
                <a16:creationId xmlns:a16="http://schemas.microsoft.com/office/drawing/2014/main" id="{D18774E5-4EC3-413D-9C95-6E45C2B14200}"/>
              </a:ext>
            </a:extLst>
          </p:cNvPr>
          <p:cNvSpPr>
            <a:spLocks xmlns:a="http://schemas.openxmlformats.org/drawingml/2006/main" noGrp="1"/>
          </p:cNvSpPr>
          <p:nvPr/>
        </p:nvSpPr>
        <p:spPr>
          <a:xfrm xmlns:a="http://schemas.openxmlformats.org/drawingml/2006/main">
            <a:off x="685800" y="5172075"/>
            <a:ext cx="205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lang="zh-CN" altLang="en-US">
                <a:solidFill>
                  <a:srgbClr val="000000"/>
                </a:solidFill>
                <a:latin typeface="Times New Roman"/>
                <a:ea typeface="SimHei"/>
                <a:cs typeface="Times New Roman"/>
              </a:defRPr>
            </a:defPPr>
          </a:lstStyle>
          <a:p xmlns:a="http://schemas.openxmlformats.org/drawingml/2006/main">
            <a:pPr algn="ctr">
              <a:defRPr sz="1575" b="1" lang="zh-CN" altLang="en-US">
                <a:solidFill>
                  <a:srgbClr val="000000"/>
                </a:solidFill>
                <a:latin typeface="Times New Roman"/>
                <a:ea typeface="SimHei"/>
                <a:cs typeface="Times New Roman"/>
              </a:defRPr>
            </a:pPr>
            <a:r>
              <a:rPr b="1" lang="zh-CN" altLang="en-US">
                <a:latin typeface="Times New Roman"/>
                <a:ea typeface="SimHei"/>
                <a:cs typeface="Times New Roman"/>
              </a:rPr>
              <a:t>最新状态＋最近变化</a:t>
            </a:r>
          </a:p>
        </p:txBody>
      </p:sp>
      <p:sp>
        <p:nvSpPr>
          <p:cNvPr id="86" name="candidate-text-469">
            <a:extLst xmlns:a="http://schemas.openxmlformats.org/drawingml/2006/main">
              <a:ext uri="{FF2B5EF4-FFF2-40B4-BE49-F238E27FC236}">
                <a16:creationId xmlns:a16="http://schemas.microsoft.com/office/drawing/2014/main" id="{EED19E28-4424-41DE-8C19-54B22545A9F3}"/>
              </a:ext>
            </a:extLst>
          </p:cNvPr>
          <p:cNvSpPr>
            <a:spLocks xmlns:a="http://schemas.openxmlformats.org/drawingml/2006/main" noGrp="1"/>
          </p:cNvSpPr>
          <p:nvPr/>
        </p:nvSpPr>
        <p:spPr>
          <a:xfrm xmlns:a="http://schemas.openxmlformats.org/drawingml/2006/main">
            <a:off x="685800" y="5410200"/>
            <a:ext cx="20574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同一现场快照</a:t>
            </a:r>
          </a:p>
        </p:txBody>
      </p:sp>
      <p:sp>
        <p:nvSpPr>
          <p:cNvPr id="87" name="candidate-box-470">
            <a:extLst xmlns:a="http://schemas.openxmlformats.org/drawingml/2006/main">
              <a:ext uri="{FF2B5EF4-FFF2-40B4-BE49-F238E27FC236}">
                <a16:creationId xmlns:a16="http://schemas.microsoft.com/office/drawing/2014/main" id="{3C6E79EE-15E6-46EE-9763-1E647E1D9C91}"/>
              </a:ext>
            </a:extLst>
          </p:cNvPr>
          <p:cNvSpPr>
            <a:spLocks xmlns:a="http://schemas.openxmlformats.org/drawingml/2006/main" noGrp="1"/>
          </p:cNvSpPr>
          <p:nvPr/>
        </p:nvSpPr>
        <p:spPr>
          <a:xfrm xmlns:a="http://schemas.openxmlformats.org/drawingml/2006/main">
            <a:off x="3086100" y="5153025"/>
            <a:ext cx="6172200" cy="4667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88" name="candidate-text-471">
            <a:extLst xmlns:a="http://schemas.openxmlformats.org/drawingml/2006/main">
              <a:ext uri="{FF2B5EF4-FFF2-40B4-BE49-F238E27FC236}">
                <a16:creationId xmlns:a16="http://schemas.microsoft.com/office/drawing/2014/main" id="{7DC1B557-23D5-4FDF-A747-7E41384DA7B2}"/>
              </a:ext>
            </a:extLst>
          </p:cNvPr>
          <p:cNvSpPr>
            <a:spLocks xmlns:a="http://schemas.openxmlformats.org/drawingml/2006/main" noGrp="1"/>
          </p:cNvSpPr>
          <p:nvPr/>
        </p:nvSpPr>
        <p:spPr>
          <a:xfrm xmlns:a="http://schemas.openxmlformats.org/drawingml/2006/main">
            <a:off x="3152775" y="5172075"/>
            <a:ext cx="603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lang="zh-CN" altLang="en-US">
                <a:solidFill>
                  <a:srgbClr val="000000"/>
                </a:solidFill>
                <a:latin typeface="Times New Roman"/>
                <a:ea typeface="SimHei"/>
                <a:cs typeface="Times New Roman"/>
              </a:defRPr>
            </a:defPPr>
          </a:lstStyle>
          <a:p xmlns:a="http://schemas.openxmlformats.org/drawingml/2006/main">
            <a:pPr algn="ctr">
              <a:defRPr sz="1650" b="1" lang="zh-CN" altLang="en-US">
                <a:solidFill>
                  <a:srgbClr val="000000"/>
                </a:solidFill>
                <a:latin typeface="Times New Roman"/>
                <a:ea typeface="SimHei"/>
                <a:cs typeface="Times New Roman"/>
              </a:defRPr>
            </a:pPr>
            <a:r>
              <a:rPr b="1" lang="zh-CN" altLang="en-US">
                <a:latin typeface="Times New Roman"/>
                <a:ea typeface="SimHei"/>
                <a:cs typeface="Times New Roman"/>
              </a:rPr>
              <a:t>独立在线图编码与分层融合</a:t>
            </a:r>
          </a:p>
        </p:txBody>
      </p:sp>
      <p:sp>
        <p:nvSpPr>
          <p:cNvPr id="89" name="candidate-text-472">
            <a:extLst xmlns:a="http://schemas.openxmlformats.org/drawingml/2006/main">
              <a:ext uri="{FF2B5EF4-FFF2-40B4-BE49-F238E27FC236}">
                <a16:creationId xmlns:a16="http://schemas.microsoft.com/office/drawing/2014/main" id="{381BD81B-30D2-46A3-965A-FBBA17A02F6B}"/>
              </a:ext>
            </a:extLst>
          </p:cNvPr>
          <p:cNvSpPr>
            <a:spLocks xmlns:a="http://schemas.openxmlformats.org/drawingml/2006/main" noGrp="1"/>
          </p:cNvSpPr>
          <p:nvPr/>
        </p:nvSpPr>
        <p:spPr>
          <a:xfrm xmlns:a="http://schemas.openxmlformats.org/drawingml/2006/main">
            <a:off x="3152775" y="5410200"/>
            <a:ext cx="60388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lang="zh-CN" altLang="en-US">
                <a:solidFill>
                  <a:srgbClr val="000000"/>
                </a:solidFill>
                <a:latin typeface="Times New Roman"/>
                <a:ea typeface="SimHei"/>
                <a:cs typeface="Times New Roman"/>
              </a:defRPr>
            </a:defPPr>
          </a:lstStyle>
          <a:p xmlns:a="http://schemas.openxmlformats.org/drawingml/2006/main">
            <a:pPr algn="ctr">
              <a:defRPr sz="1575" b="0" lang="zh-CN" altLang="en-US">
                <a:solidFill>
                  <a:srgbClr val="000000"/>
                </a:solidFill>
                <a:latin typeface="Times New Roman"/>
                <a:ea typeface="SimHei"/>
                <a:cs typeface="Times New Roman"/>
              </a:defRPr>
            </a:pPr>
            <a:r>
              <a:rPr b="0" lang="zh-CN" altLang="en-US">
                <a:latin typeface="Times New Roman"/>
                <a:ea typeface="SimHei"/>
                <a:cs typeface="Times New Roman"/>
              </a:rPr>
              <a:t>候选表示及跨层上下文</a:t>
            </a:r>
          </a:p>
        </p:txBody>
      </p:sp>
      <p:cxnSp>
        <p:nvCxnSpPr>
          <p:cNvPr id="90" name="candidate-arrow-473">
            <a:extLst xmlns:a="http://schemas.openxmlformats.org/drawingml/2006/main">
              <a:ext uri="{FF2B5EF4-FFF2-40B4-BE49-F238E27FC236}">
                <a16:creationId xmlns:a16="http://schemas.microsoft.com/office/drawing/2014/main" id="{321E835F-5F3B-4FD3-9E49-C516E0D379F6}"/>
              </a:ext>
            </a:extLst>
          </p:cNvPr>
          <p:cNvCxnSpPr/>
          <p:nvPr/>
        </p:nvCxnSpPr>
        <p:spPr>
          <a:xfrm xmlns:a="http://schemas.openxmlformats.org/drawingml/2006/main" flipH="0" flipV="0">
            <a:off x="2809875" y="5391150"/>
            <a:ext cx="276225" cy="0"/>
          </a:xfrm>
          <a:prstGeom xmlns:a="http://schemas.openxmlformats.org/drawingml/2006/main" prst="straightConnector1">
            <a:avLst/>
          </a:prstGeom>
          <a:ln xmlns:a="http://schemas.openxmlformats.org/drawingml/2006/main" w="14288">
            <a:solidFill>
              <a:srgbClr val="000000"/>
            </a:solidFill>
            <a:prstDash val="solid"/>
            <a:tailEnd type="triangle" w="sm" len="sm"/>
          </a:ln>
        </p:spPr>
      </p:cxnSp>
      <p:sp>
        <p:nvSpPr>
          <p:cNvPr id="91" name="candidate-line-474">
            <a:extLst xmlns:a="http://schemas.openxmlformats.org/drawingml/2006/main">
              <a:ext uri="{FF2B5EF4-FFF2-40B4-BE49-F238E27FC236}">
                <a16:creationId xmlns:a16="http://schemas.microsoft.com/office/drawing/2014/main" id="{C51ADCD1-A844-4487-8D71-3DADB0F8B2A3}"/>
              </a:ext>
            </a:extLst>
          </p:cNvPr>
          <p:cNvSpPr>
            <a:spLocks xmlns:a="http://schemas.openxmlformats.org/drawingml/2006/main" noGrp="1"/>
          </p:cNvSpPr>
          <p:nvPr/>
        </p:nvSpPr>
        <p:spPr>
          <a:xfrm xmlns:a="http://schemas.openxmlformats.org/drawingml/2006/main" flipH="0" flipV="0">
            <a:off x="9258300" y="5391150"/>
            <a:ext cx="1323975" cy="0"/>
          </a:xfrm>
          <a:prstGeom xmlns:a="http://schemas.openxmlformats.org/drawingml/2006/main" prst="line">
            <a:avLst/>
          </a:prstGeom>
          <a:noFill xmlns:a="http://schemas.openxmlformats.org/drawingml/2006/main"/>
          <a:ln xmlns:a="http://schemas.openxmlformats.org/drawingml/2006/main" w="12383">
            <a:solidFill>
              <a:srgbClr val="000000"/>
            </a:solidFill>
            <a:prstDash val="solid"/>
          </a:ln>
        </p:spPr>
      </p:sp>
      <p:cxnSp>
        <p:nvCxnSpPr>
          <p:cNvPr id="92" name="candidate-arrow-475">
            <a:extLst xmlns:a="http://schemas.openxmlformats.org/drawingml/2006/main">
              <a:ext uri="{FF2B5EF4-FFF2-40B4-BE49-F238E27FC236}">
                <a16:creationId xmlns:a16="http://schemas.microsoft.com/office/drawing/2014/main" id="{014452D9-F1A7-4EBB-B60D-E6D1FC32F7C6}"/>
              </a:ext>
            </a:extLst>
          </p:cNvPr>
          <p:cNvCxnSpPr/>
          <p:nvPr/>
        </p:nvCxnSpPr>
        <p:spPr>
          <a:xfrm xmlns:a="http://schemas.openxmlformats.org/drawingml/2006/main" flipH="0" flipV="1">
            <a:off x="10582275" y="4819650"/>
            <a:ext cx="0" cy="571500"/>
          </a:xfrm>
          <a:prstGeom xmlns:a="http://schemas.openxmlformats.org/drawingml/2006/main" prst="straightConnector1">
            <a:avLst/>
          </a:prstGeom>
          <a:ln xmlns:a="http://schemas.openxmlformats.org/drawingml/2006/main" w="12383">
            <a:solidFill>
              <a:srgbClr val="000000"/>
            </a:solidFill>
            <a:prstDash val="solid"/>
            <a:tailEnd type="triangle" w="sm" len="sm"/>
          </a:ln>
        </p:spPr>
      </p:cxnSp>
      <p:sp>
        <p:nvSpPr>
          <p:cNvPr id="93" name="candidate-text-476">
            <a:extLst xmlns:a="http://schemas.openxmlformats.org/drawingml/2006/main">
              <a:ext uri="{FF2B5EF4-FFF2-40B4-BE49-F238E27FC236}">
                <a16:creationId xmlns:a16="http://schemas.microsoft.com/office/drawing/2014/main" id="{4DCA656B-FE68-4628-8DAB-09596666D45F}"/>
              </a:ext>
            </a:extLst>
          </p:cNvPr>
          <p:cNvSpPr>
            <a:spLocks xmlns:a="http://schemas.openxmlformats.org/drawingml/2006/main" noGrp="1"/>
          </p:cNvSpPr>
          <p:nvPr/>
        </p:nvSpPr>
        <p:spPr>
          <a:xfrm xmlns:a="http://schemas.openxmlformats.org/drawingml/2006/main">
            <a:off x="9382125" y="4886325"/>
            <a:ext cx="2143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在线候选上下文</a:t>
            </a:r>
          </a:p>
        </p:txBody>
      </p:sp>
      <p:sp>
        <p:nvSpPr>
          <p:cNvPr id="94" name="candidate-line-477">
            <a:extLst xmlns:a="http://schemas.openxmlformats.org/drawingml/2006/main">
              <a:ext uri="{FF2B5EF4-FFF2-40B4-BE49-F238E27FC236}">
                <a16:creationId xmlns:a16="http://schemas.microsoft.com/office/drawing/2014/main" id="{C21D7659-28FC-4820-8C1B-3C6442FC83F7}"/>
              </a:ext>
            </a:extLst>
          </p:cNvPr>
          <p:cNvSpPr>
            <a:spLocks xmlns:a="http://schemas.openxmlformats.org/drawingml/2006/main" noGrp="1"/>
          </p:cNvSpPr>
          <p:nvPr/>
        </p:nvSpPr>
        <p:spPr>
          <a:xfrm xmlns:a="http://schemas.openxmlformats.org/drawingml/2006/main" flipH="1" flipV="0">
            <a:off x="514350" y="2133600"/>
            <a:ext cx="104775" cy="0"/>
          </a:xfrm>
          <a:prstGeom xmlns:a="http://schemas.openxmlformats.org/drawingml/2006/main" prst="line">
            <a:avLst/>
          </a:prstGeom>
          <a:noFill xmlns:a="http://schemas.openxmlformats.org/drawingml/2006/main"/>
          <a:ln xmlns:a="http://schemas.openxmlformats.org/drawingml/2006/main" w="10478">
            <a:solidFill>
              <a:srgbClr val="000000"/>
            </a:solidFill>
            <a:prstDash val="solid"/>
          </a:ln>
        </p:spPr>
      </p:sp>
      <p:sp>
        <p:nvSpPr>
          <p:cNvPr id="95" name="candidate-line-478">
            <a:extLst xmlns:a="http://schemas.openxmlformats.org/drawingml/2006/main">
              <a:ext uri="{FF2B5EF4-FFF2-40B4-BE49-F238E27FC236}">
                <a16:creationId xmlns:a16="http://schemas.microsoft.com/office/drawing/2014/main" id="{C24391C8-0F38-4AE9-9E03-3B407413868A}"/>
              </a:ext>
            </a:extLst>
          </p:cNvPr>
          <p:cNvSpPr>
            <a:spLocks xmlns:a="http://schemas.openxmlformats.org/drawingml/2006/main" noGrp="1"/>
          </p:cNvSpPr>
          <p:nvPr/>
        </p:nvSpPr>
        <p:spPr>
          <a:xfrm xmlns:a="http://schemas.openxmlformats.org/drawingml/2006/main" flipH="0" flipV="0">
            <a:off x="514350" y="2133600"/>
            <a:ext cx="0" cy="3257550"/>
          </a:xfrm>
          <a:prstGeom xmlns:a="http://schemas.openxmlformats.org/drawingml/2006/main" prst="line">
            <a:avLst/>
          </a:prstGeom>
          <a:noFill xmlns:a="http://schemas.openxmlformats.org/drawingml/2006/main"/>
          <a:ln xmlns:a="http://schemas.openxmlformats.org/drawingml/2006/main" w="10478">
            <a:solidFill>
              <a:srgbClr val="000000"/>
            </a:solidFill>
            <a:prstDash val="solid"/>
          </a:ln>
        </p:spPr>
      </p:sp>
      <p:cxnSp>
        <p:nvCxnSpPr>
          <p:cNvPr id="96" name="candidate-arrow-479">
            <a:extLst xmlns:a="http://schemas.openxmlformats.org/drawingml/2006/main">
              <a:ext uri="{FF2B5EF4-FFF2-40B4-BE49-F238E27FC236}">
                <a16:creationId xmlns:a16="http://schemas.microsoft.com/office/drawing/2014/main" id="{E854DB37-8920-47FE-91A4-017BCC0B0A23}"/>
              </a:ext>
            </a:extLst>
          </p:cNvPr>
          <p:cNvCxnSpPr/>
          <p:nvPr/>
        </p:nvCxnSpPr>
        <p:spPr>
          <a:xfrm xmlns:a="http://schemas.openxmlformats.org/drawingml/2006/main" flipH="0" flipV="0">
            <a:off x="514350" y="5391150"/>
            <a:ext cx="104775" cy="0"/>
          </a:xfrm>
          <a:prstGeom xmlns:a="http://schemas.openxmlformats.org/drawingml/2006/main" prst="straightConnector1">
            <a:avLst/>
          </a:prstGeom>
          <a:ln xmlns:a="http://schemas.openxmlformats.org/drawingml/2006/main" w="10478">
            <a:solidFill>
              <a:srgbClr val="000000"/>
            </a:solidFill>
            <a:prstDash val="solid"/>
            <a:tailEnd type="triangle" w="sm" len="sm"/>
          </a:ln>
        </p:spPr>
      </p:cxnSp>
      <p:cxnSp>
        <p:nvCxnSpPr>
          <p:cNvPr id="97" name="candidate-arrow-480">
            <a:extLst xmlns:a="http://schemas.openxmlformats.org/drawingml/2006/main">
              <a:ext uri="{FF2B5EF4-FFF2-40B4-BE49-F238E27FC236}">
                <a16:creationId xmlns:a16="http://schemas.microsoft.com/office/drawing/2014/main" id="{07D99302-AD34-47D1-A23A-02F4B7DA83D6}"/>
              </a:ext>
            </a:extLst>
          </p:cNvPr>
          <p:cNvCxnSpPr/>
          <p:nvPr/>
        </p:nvCxnSpPr>
        <p:spPr>
          <a:xfrm xmlns:a="http://schemas.openxmlformats.org/drawingml/2006/main" flipH="0" flipV="0">
            <a:off x="514350" y="3724275"/>
            <a:ext cx="104775" cy="0"/>
          </a:xfrm>
          <a:prstGeom xmlns:a="http://schemas.openxmlformats.org/drawingml/2006/main" prst="straightConnector1">
            <a:avLst/>
          </a:prstGeom>
          <a:ln xmlns:a="http://schemas.openxmlformats.org/drawingml/2006/main" w="10478">
            <a:solidFill>
              <a:srgbClr val="000000"/>
            </a:solidFill>
            <a:prstDash val="solid"/>
            <a:tailEnd type="triangle" w="sm" len="sm"/>
          </a:ln>
        </p:spPr>
      </p:cxnSp>
      <p:sp>
        <p:nvSpPr>
          <p:cNvPr id="98" name="candidate-box-481">
            <a:extLst xmlns:a="http://schemas.openxmlformats.org/drawingml/2006/main">
              <a:ext uri="{FF2B5EF4-FFF2-40B4-BE49-F238E27FC236}">
                <a16:creationId xmlns:a16="http://schemas.microsoft.com/office/drawing/2014/main" id="{FDA611D5-B73C-4EC3-9F65-C7E2B88C17B2}"/>
              </a:ext>
            </a:extLst>
          </p:cNvPr>
          <p:cNvSpPr>
            <a:spLocks xmlns:a="http://schemas.openxmlformats.org/drawingml/2006/main" noGrp="1"/>
          </p:cNvSpPr>
          <p:nvPr/>
        </p:nvSpPr>
        <p:spPr>
          <a:xfrm xmlns:a="http://schemas.openxmlformats.org/drawingml/2006/main">
            <a:off x="619125" y="5772150"/>
            <a:ext cx="2590800" cy="4667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99" name="candidate-text-482">
            <a:extLst xmlns:a="http://schemas.openxmlformats.org/drawingml/2006/main">
              <a:ext uri="{FF2B5EF4-FFF2-40B4-BE49-F238E27FC236}">
                <a16:creationId xmlns:a16="http://schemas.microsoft.com/office/drawing/2014/main" id="{84DCAC34-756A-4B01-8EC3-3130266FA51E}"/>
              </a:ext>
            </a:extLst>
          </p:cNvPr>
          <p:cNvSpPr>
            <a:spLocks xmlns:a="http://schemas.openxmlformats.org/drawingml/2006/main" noGrp="1"/>
          </p:cNvSpPr>
          <p:nvPr/>
        </p:nvSpPr>
        <p:spPr>
          <a:xfrm xmlns:a="http://schemas.openxmlformats.org/drawingml/2006/main">
            <a:off x="685800" y="5791200"/>
            <a:ext cx="2457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lang="zh-CN" altLang="en-US">
                <a:solidFill>
                  <a:srgbClr val="000000"/>
                </a:solidFill>
                <a:latin typeface="Times New Roman"/>
                <a:ea typeface="SimHei"/>
                <a:cs typeface="Times New Roman"/>
              </a:defRPr>
            </a:defPPr>
          </a:lstStyle>
          <a:p xmlns:a="http://schemas.openxmlformats.org/drawingml/2006/main">
            <a:pPr algn="ctr">
              <a:defRPr sz="1575" b="1" lang="zh-CN" altLang="en-US">
                <a:solidFill>
                  <a:srgbClr val="000000"/>
                </a:solidFill>
                <a:latin typeface="Times New Roman"/>
                <a:ea typeface="SimHei"/>
                <a:cs typeface="Times New Roman"/>
              </a:defRPr>
            </a:pPr>
            <a:r>
              <a:rPr b="1" lang="zh-CN" altLang="en-US">
                <a:latin typeface="Times New Roman"/>
                <a:ea typeface="SimHei"/>
                <a:cs typeface="Times New Roman"/>
              </a:rPr>
              <a:t>实际脉动与站位就绪</a:t>
            </a:r>
          </a:p>
        </p:txBody>
      </p:sp>
      <p:sp>
        <p:nvSpPr>
          <p:cNvPr id="100" name="candidate-text-483">
            <a:extLst xmlns:a="http://schemas.openxmlformats.org/drawingml/2006/main">
              <a:ext uri="{FF2B5EF4-FFF2-40B4-BE49-F238E27FC236}">
                <a16:creationId xmlns:a16="http://schemas.microsoft.com/office/drawing/2014/main" id="{013D7175-C0CC-4026-ADE2-A127111A3C5B}"/>
              </a:ext>
            </a:extLst>
          </p:cNvPr>
          <p:cNvSpPr>
            <a:spLocks xmlns:a="http://schemas.openxmlformats.org/drawingml/2006/main" noGrp="1"/>
          </p:cNvSpPr>
          <p:nvPr/>
        </p:nvSpPr>
        <p:spPr>
          <a:xfrm xmlns:a="http://schemas.openxmlformats.org/drawingml/2006/main">
            <a:off x="685800" y="6029325"/>
            <a:ext cx="2457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形成实际时间结果</a:t>
            </a:r>
          </a:p>
        </p:txBody>
      </p:sp>
      <p:sp>
        <p:nvSpPr>
          <p:cNvPr id="101" name="candidate-box-484">
            <a:extLst xmlns:a="http://schemas.openxmlformats.org/drawingml/2006/main">
              <a:ext uri="{FF2B5EF4-FFF2-40B4-BE49-F238E27FC236}">
                <a16:creationId xmlns:a16="http://schemas.microsoft.com/office/drawing/2014/main" id="{B685D6FD-99EF-497C-A911-82F54F49BB9B}"/>
              </a:ext>
            </a:extLst>
          </p:cNvPr>
          <p:cNvSpPr>
            <a:spLocks xmlns:a="http://schemas.openxmlformats.org/drawingml/2006/main" noGrp="1"/>
          </p:cNvSpPr>
          <p:nvPr/>
        </p:nvSpPr>
        <p:spPr>
          <a:xfrm xmlns:a="http://schemas.openxmlformats.org/drawingml/2006/main">
            <a:off x="3514725" y="5772150"/>
            <a:ext cx="2552700" cy="4667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102" name="candidate-text-485">
            <a:extLst xmlns:a="http://schemas.openxmlformats.org/drawingml/2006/main">
              <a:ext uri="{FF2B5EF4-FFF2-40B4-BE49-F238E27FC236}">
                <a16:creationId xmlns:a16="http://schemas.microsoft.com/office/drawing/2014/main" id="{416810CC-EABC-4D1C-9107-C0555A862731}"/>
              </a:ext>
            </a:extLst>
          </p:cNvPr>
          <p:cNvSpPr>
            <a:spLocks xmlns:a="http://schemas.openxmlformats.org/drawingml/2006/main" noGrp="1"/>
          </p:cNvSpPr>
          <p:nvPr/>
        </p:nvSpPr>
        <p:spPr>
          <a:xfrm xmlns:a="http://schemas.openxmlformats.org/drawingml/2006/main">
            <a:off x="3581400" y="5791200"/>
            <a:ext cx="2419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lang="zh-CN" altLang="en-US">
                <a:solidFill>
                  <a:srgbClr val="000000"/>
                </a:solidFill>
                <a:latin typeface="Times New Roman"/>
                <a:ea typeface="SimHei"/>
                <a:cs typeface="Times New Roman"/>
              </a:defRPr>
            </a:defPPr>
          </a:lstStyle>
          <a:p xmlns:a="http://schemas.openxmlformats.org/drawingml/2006/main">
            <a:pPr algn="ctr">
              <a:defRPr sz="1575" b="1" lang="zh-CN" altLang="en-US">
                <a:solidFill>
                  <a:srgbClr val="000000"/>
                </a:solidFill>
                <a:latin typeface="Times New Roman"/>
                <a:ea typeface="SimHei"/>
                <a:cs typeface="Times New Roman"/>
              </a:defRPr>
            </a:pPr>
            <a:r>
              <a:rPr b="1" lang="zh-CN" altLang="en-US">
                <a:latin typeface="Times New Roman"/>
                <a:ea typeface="SimHei"/>
                <a:cs typeface="Times New Roman"/>
              </a:rPr>
              <a:t>两项时间标签分别回填</a:t>
            </a:r>
          </a:p>
        </p:txBody>
      </p:sp>
      <p:sp>
        <p:nvSpPr>
          <p:cNvPr id="103" name="candidate-text-486">
            <a:extLst xmlns:a="http://schemas.openxmlformats.org/drawingml/2006/main">
              <a:ext uri="{FF2B5EF4-FFF2-40B4-BE49-F238E27FC236}">
                <a16:creationId xmlns:a16="http://schemas.microsoft.com/office/drawing/2014/main" id="{B7A5AC68-544C-4E93-8276-843DC2242376}"/>
              </a:ext>
            </a:extLst>
          </p:cNvPr>
          <p:cNvSpPr>
            <a:spLocks xmlns:a="http://schemas.openxmlformats.org/drawingml/2006/main" noGrp="1"/>
          </p:cNvSpPr>
          <p:nvPr/>
        </p:nvSpPr>
        <p:spPr>
          <a:xfrm xmlns:a="http://schemas.openxmlformats.org/drawingml/2006/main">
            <a:off x="3581400" y="6029325"/>
            <a:ext cx="24193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当前与下一周期分别监督</a:t>
            </a:r>
          </a:p>
        </p:txBody>
      </p:sp>
      <p:sp>
        <p:nvSpPr>
          <p:cNvPr id="104" name="candidate-box-487">
            <a:extLst xmlns:a="http://schemas.openxmlformats.org/drawingml/2006/main">
              <a:ext uri="{FF2B5EF4-FFF2-40B4-BE49-F238E27FC236}">
                <a16:creationId xmlns:a16="http://schemas.microsoft.com/office/drawing/2014/main" id="{78E1F800-3F9D-43BC-B3AC-8DBA1937C0BF}"/>
              </a:ext>
            </a:extLst>
          </p:cNvPr>
          <p:cNvSpPr>
            <a:spLocks xmlns:a="http://schemas.openxmlformats.org/drawingml/2006/main" noGrp="1"/>
          </p:cNvSpPr>
          <p:nvPr/>
        </p:nvSpPr>
        <p:spPr>
          <a:xfrm xmlns:a="http://schemas.openxmlformats.org/drawingml/2006/main">
            <a:off x="6391275" y="5772150"/>
            <a:ext cx="5181600" cy="466725"/>
          </a:xfrm>
          <a:prstGeom xmlns:a="http://schemas.openxmlformats.org/drawingml/2006/main" prst="rect">
            <a:avLst/>
          </a:prstGeom>
          <a:noFill xmlns:a="http://schemas.openxmlformats.org/drawingml/2006/main"/>
          <a:ln xmlns:a="http://schemas.openxmlformats.org/drawingml/2006/main" w="13335">
            <a:solidFill>
              <a:srgbClr val="000000"/>
            </a:solidFill>
            <a:prstDash val="solid"/>
          </a:ln>
        </p:spPr>
      </p:sp>
      <p:sp>
        <p:nvSpPr>
          <p:cNvPr id="105" name="candidate-text-488">
            <a:extLst xmlns:a="http://schemas.openxmlformats.org/drawingml/2006/main">
              <a:ext uri="{FF2B5EF4-FFF2-40B4-BE49-F238E27FC236}">
                <a16:creationId xmlns:a16="http://schemas.microsoft.com/office/drawing/2014/main" id="{EE7F367D-E9A5-4E67-9A2A-C1A76DB366C9}"/>
              </a:ext>
            </a:extLst>
          </p:cNvPr>
          <p:cNvSpPr>
            <a:spLocks xmlns:a="http://schemas.openxmlformats.org/drawingml/2006/main" noGrp="1"/>
          </p:cNvSpPr>
          <p:nvPr/>
        </p:nvSpPr>
        <p:spPr>
          <a:xfrm xmlns:a="http://schemas.openxmlformats.org/drawingml/2006/main">
            <a:off x="6457950" y="5791200"/>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lang="zh-CN" altLang="en-US">
                <a:solidFill>
                  <a:srgbClr val="000000"/>
                </a:solidFill>
                <a:latin typeface="Times New Roman"/>
                <a:ea typeface="SimHei"/>
                <a:cs typeface="Times New Roman"/>
              </a:defRPr>
            </a:defPPr>
          </a:lstStyle>
          <a:p xmlns:a="http://schemas.openxmlformats.org/drawingml/2006/main">
            <a:pPr algn="ctr">
              <a:defRPr sz="1575" b="1" lang="zh-CN" altLang="en-US">
                <a:solidFill>
                  <a:srgbClr val="000000"/>
                </a:solidFill>
                <a:latin typeface="Times New Roman"/>
                <a:ea typeface="SimHei"/>
                <a:cs typeface="Times New Roman"/>
              </a:defRPr>
            </a:pPr>
            <a:r>
              <a:rPr b="1" lang="zh-CN" altLang="en-US">
                <a:latin typeface="Times New Roman"/>
                <a:ea typeface="SimHei"/>
                <a:cs typeface="Times New Roman"/>
              </a:rPr>
              <a:t>在线表征与策略学习</a:t>
            </a:r>
          </a:p>
        </p:txBody>
      </p:sp>
      <p:sp>
        <p:nvSpPr>
          <p:cNvPr id="106" name="candidate-text-489">
            <a:extLst xmlns:a="http://schemas.openxmlformats.org/drawingml/2006/main">
              <a:ext uri="{FF2B5EF4-FFF2-40B4-BE49-F238E27FC236}">
                <a16:creationId xmlns:a16="http://schemas.microsoft.com/office/drawing/2014/main" id="{037E7999-EB1B-4B02-B166-2B2BDF852B4B}"/>
              </a:ext>
            </a:extLst>
          </p:cNvPr>
          <p:cNvSpPr>
            <a:spLocks xmlns:a="http://schemas.openxmlformats.org/drawingml/2006/main" noGrp="1"/>
          </p:cNvSpPr>
          <p:nvPr/>
        </p:nvSpPr>
        <p:spPr>
          <a:xfrm xmlns:a="http://schemas.openxmlformats.org/drawingml/2006/main">
            <a:off x="6457950" y="6029325"/>
            <a:ext cx="5048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lang="zh-CN" altLang="en-US">
                <a:solidFill>
                  <a:srgbClr val="000000"/>
                </a:solidFill>
                <a:latin typeface="Times New Roman"/>
                <a:ea typeface="SimHei"/>
                <a:cs typeface="Times New Roman"/>
              </a:defRPr>
            </a:defPPr>
          </a:lstStyle>
          <a:p xmlns:a="http://schemas.openxmlformats.org/drawingml/2006/main">
            <a:pPr algn="ctr">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时间辅助监督及</a:t>
            </a:r>
            <a:r>
              <a:rPr b="0" lang="zh-CN" altLang="en-US">
                <a:latin typeface="Times New Roman"/>
                <a:ea typeface="SimHei"/>
                <a:cs typeface="Times New Roman"/>
              </a:rPr>
              <a:t>PPO</a:t>
            </a:r>
            <a:r>
              <a:rPr b="0" lang="zh-CN" altLang="en-US">
                <a:latin typeface="Times New Roman"/>
                <a:ea typeface="SimHei"/>
                <a:cs typeface="Times New Roman"/>
              </a:rPr>
              <a:t>更新</a:t>
            </a:r>
          </a:p>
        </p:txBody>
      </p:sp>
      <p:cxnSp>
        <p:nvCxnSpPr>
          <p:cNvPr id="107" name="candidate-arrow-490">
            <a:extLst xmlns:a="http://schemas.openxmlformats.org/drawingml/2006/main">
              <a:ext uri="{FF2B5EF4-FFF2-40B4-BE49-F238E27FC236}">
                <a16:creationId xmlns:a16="http://schemas.microsoft.com/office/drawing/2014/main" id="{F7CE098B-DC04-437F-99FC-F7BC30C47EB5}"/>
              </a:ext>
            </a:extLst>
          </p:cNvPr>
          <p:cNvCxnSpPr/>
          <p:nvPr/>
        </p:nvCxnSpPr>
        <p:spPr>
          <a:xfrm xmlns:a="http://schemas.openxmlformats.org/drawingml/2006/main" flipH="0" flipV="0">
            <a:off x="3209925" y="6010275"/>
            <a:ext cx="304800" cy="0"/>
          </a:xfrm>
          <a:prstGeom xmlns:a="http://schemas.openxmlformats.org/drawingml/2006/main" prst="straightConnector1">
            <a:avLst/>
          </a:prstGeom>
          <a:ln xmlns:a="http://schemas.openxmlformats.org/drawingml/2006/main" w="11430">
            <a:solidFill>
              <a:srgbClr val="000000"/>
            </a:solidFill>
            <a:prstDash val="solid"/>
            <a:tailEnd type="triangle" w="sm" len="sm"/>
          </a:ln>
        </p:spPr>
      </p:cxnSp>
      <p:cxnSp>
        <p:nvCxnSpPr>
          <p:cNvPr id="108" name="candidate-arrow-491">
            <a:extLst xmlns:a="http://schemas.openxmlformats.org/drawingml/2006/main">
              <a:ext uri="{FF2B5EF4-FFF2-40B4-BE49-F238E27FC236}">
                <a16:creationId xmlns:a16="http://schemas.microsoft.com/office/drawing/2014/main" id="{0D177BD0-34C4-4143-8C74-23E9034A25F1}"/>
              </a:ext>
            </a:extLst>
          </p:cNvPr>
          <p:cNvCxnSpPr/>
          <p:nvPr/>
        </p:nvCxnSpPr>
        <p:spPr>
          <a:xfrm xmlns:a="http://schemas.openxmlformats.org/drawingml/2006/main" flipH="0" flipV="0">
            <a:off x="6067425" y="6010275"/>
            <a:ext cx="323850" cy="0"/>
          </a:xfrm>
          <a:prstGeom xmlns:a="http://schemas.openxmlformats.org/drawingml/2006/main" prst="straightConnector1">
            <a:avLst/>
          </a:prstGeom>
          <a:ln xmlns:a="http://schemas.openxmlformats.org/drawingml/2006/main" w="11430">
            <a:solidFill>
              <a:srgbClr val="000000"/>
            </a:solidFill>
            <a:prstDash val="solid"/>
            <a:tailEnd type="triangle" w="sm" len="sm"/>
          </a:ln>
        </p:spPr>
      </p:cxnSp>
      <p:sp xmlns:a="http://schemas.openxmlformats.org/drawingml/2006/main">
        <p:nvSpPr>
          <p:cNvPr id="109"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110"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111"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4 技术路线</a:t>
            </a:r>
          </a:p>
        </p:txBody>
      </p:sp>
      <p:sp>
        <p:nvSpPr>
          <p:cNvPr id="112"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lang="zh-CN" altLang="en-US">
                <a:solidFill>
                  <a:srgbClr val="000000"/>
                </a:solidFill>
                <a:latin typeface="Times New Roman"/>
                <a:ea typeface="SimHei"/>
                <a:cs typeface="Times New Roman"/>
              </a:defRPr>
            </a:defPPr>
          </a:lstStyle>
          <ns0:p xmlns:ns0="http://schemas.openxmlformats.org/drawingml/2006/main">
            <ns0:pPr algn="l">
              <ns0:defRPr sz="2850" b="1" lang="zh-CN" altLang="en-US">
                <ns0:solidFill>
                  <ns0:srgbClr val="000000"/>
                </ns0:solidFill>
                <ns0:latin typeface="Times New Roman"/>
                <ns0:ea typeface="SimHei"/>
                <ns0:cs typeface="Times New Roman"/>
              </ns0:defRPr>
            </ns0:pPr>
            <ns0:r>
              <ns0:rPr b="1" sz="2400" lang="zh-CN" altLang="en-US">
                <ns0:solidFill>
                  <ns0:srgbClr val="315CA9"/>
                </ns0:solidFill>
                <ns0:latin typeface="Times New Roman"/>
                <ns0:ea typeface="SimHei"/>
                <ns0:cs typeface="Times New Roman"/>
              </ns0:rPr>
              <ns0:t>研究内容三：语义增强的多架次协同动态调度</ns0:t>
            </ns0:r>
          </ns0:p>
        </p:txBody>
      </p:sp>
      <p:sp>
        <p:nvSpPr>
          <p:cNvPr id="113"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1:p xmlns:ns1="http://schemas.openxmlformats.org/drawingml/2006/main">
            <ns1:pPr algn="r">
              <ns1:defRPr sz="1350" b="0" lang="zh-CN" altLang="en-US">
                <ns1:solidFill>
                  <ns1:srgbClr val="000000"/>
                </ns1:solidFill>
                <ns1:latin typeface="Times New Roman"/>
                <ns1:ea typeface="SimHei"/>
                <ns1:cs typeface="Times New Roman"/>
              </ns1:defRPr>
            </ns1:pPr>
            <ns1:r>
              <ns1:rPr b="0" sz="1200" lang="zh-CN" altLang="en-US">
                <ns1:solidFill>
                  <ns1:srgbClr val="666666"/>
                </ns1:solidFill>
                <ns1:latin typeface="Times New Roman"/>
                <ns1:ea typeface="SimHei"/>
                <ns1:cs typeface="Times New Roman"/>
              </ns1:rPr>
              <ns1:t>12</ns1:t>
            </ns1:r>
          </ns1:p>
        </p:txBody>
      </p:sp>
    </p:spTree>
    <p:extLst>
      <p:ext uri="{BB962C8B-B14F-4D97-AF65-F5344CB8AC3E}">
        <p14:creationId xmlns:p14="http://schemas.microsoft.com/office/powerpoint/2010/main" val="12535893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vision-text-1069">
            <a:extLst xmlns:a="http://schemas.openxmlformats.org/drawingml/2006/main">
              <a:ext uri="{FF2B5EF4-FFF2-40B4-BE49-F238E27FC236}">
                <a16:creationId xmlns:a16="http://schemas.microsoft.com/office/drawing/2014/main" id="{05F8E316-157B-40F5-AB0F-B2BF827EFAFA}"/>
              </a:ext>
            </a:extLst>
          </p:cNvPr>
          <p:cNvSpPr>
            <a:spLocks xmlns:a="http://schemas.openxmlformats.org/drawingml/2006/main" noGrp="1"/>
          </p:cNvSpPr>
          <p:nvPr/>
        </p:nvSpPr>
        <p:spPr>
          <a:xfrm xmlns:a="http://schemas.openxmlformats.org/drawingml/2006/main">
            <a:off x="619125" y="1343025"/>
            <a:ext cx="2362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lang="zh-CN" altLang="en-US">
                <a:solidFill>
                  <a:srgbClr val="000000"/>
                </a:solidFill>
                <a:latin typeface="Times New Roman"/>
                <a:ea typeface="SimHei"/>
                <a:cs typeface="Times New Roman"/>
              </a:defRPr>
            </a:defPPr>
          </a:lstStyle>
          <a:p xmlns:a="http://schemas.openxmlformats.org/drawingml/2006/main">
            <a:pPr algn="l">
              <a:defRPr sz="2175" b="1" lang="zh-CN" altLang="en-US">
                <a:solidFill>
                  <a:srgbClr val="000000"/>
                </a:solidFill>
                <a:latin typeface="Times New Roman"/>
                <a:ea typeface="SimHei"/>
                <a:cs typeface="Times New Roman"/>
              </a:defRPr>
            </a:pPr>
            <a:r>
              <a:rPr b="1" lang="zh-CN" altLang="en-US">
                <a:latin typeface="Times New Roman"/>
                <a:ea typeface="SimHei"/>
                <a:cs typeface="Times New Roman"/>
              </a:rPr>
              <a:t>数据基础</a:t>
            </a:r>
          </a:p>
        </p:txBody>
      </p:sp>
      <p:sp>
        <p:nvSpPr>
          <p:cNvPr id="3" name="revision-text-1070">
            <a:extLst xmlns:a="http://schemas.openxmlformats.org/drawingml/2006/main">
              <a:ext uri="{FF2B5EF4-FFF2-40B4-BE49-F238E27FC236}">
                <a16:creationId xmlns:a16="http://schemas.microsoft.com/office/drawing/2014/main" id="{38689552-8D4F-4F0A-8378-B4A423626823}"/>
              </a:ext>
            </a:extLst>
          </p:cNvPr>
          <p:cNvSpPr>
            <a:spLocks xmlns:a="http://schemas.openxmlformats.org/drawingml/2006/main" noGrp="1"/>
          </p:cNvSpPr>
          <p:nvPr/>
        </p:nvSpPr>
        <p:spPr>
          <a:xfrm xmlns:a="http://schemas.openxmlformats.org/drawingml/2006/main">
            <a:off x="3019425" y="1314450"/>
            <a:ext cx="85629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lang="zh-CN" altLang="en-US">
                <a:solidFill>
                  <a:srgbClr val="000000"/>
                </a:solidFill>
                <a:latin typeface="Times New Roman"/>
                <a:ea typeface="SimHei"/>
                <a:cs typeface="Times New Roman"/>
              </a:defRPr>
            </a:defPPr>
          </a:lstStyle>
          <a:p xmlns:a="http://schemas.openxmlformats.org/drawingml/2006/main">
            <a:pPr algn="l">
              <a:defRPr sz="1950" b="0" lang="zh-CN" altLang="en-US">
                <a:solidFill>
                  <a:srgbClr val="000000"/>
                </a:solidFill>
                <a:latin typeface="Times New Roman"/>
                <a:ea typeface="SimHei"/>
                <a:cs typeface="Times New Roman"/>
              </a:defRPr>
            </a:pPr>
            <a:r>
              <a:rPr b="0" lang="zh-CN" altLang="en-US">
                <a:latin typeface="Times New Roman"/>
                <a:ea typeface="SimHei"/>
                <a:cs typeface="Times New Roman"/>
              </a:rPr>
              <a:t>具备</a:t>
            </a:r>
            <a:r>
              <a:rPr b="0" lang="zh-CN" altLang="en-US">
                <a:latin typeface="Times New Roman"/>
                <a:ea typeface="SimHei"/>
                <a:cs typeface="Times New Roman"/>
              </a:rPr>
              <a:t>283</a:t>
            </a:r>
            <a:r>
              <a:rPr b="0" lang="zh-CN" altLang="en-US">
                <a:latin typeface="Times New Roman"/>
                <a:ea typeface="SimHei"/>
                <a:cs typeface="Times New Roman"/>
              </a:rPr>
              <a:t>、</a:t>
            </a:r>
            <a:r>
              <a:rPr b="0" lang="zh-CN" altLang="en-US">
                <a:latin typeface="Times New Roman"/>
                <a:ea typeface="SimHei"/>
                <a:cs typeface="Times New Roman"/>
              </a:rPr>
              <a:t>680</a:t>
            </a:r>
            <a:r>
              <a:rPr b="0" lang="zh-CN" altLang="en-US">
                <a:latin typeface="Times New Roman"/>
                <a:ea typeface="SimHei"/>
                <a:cs typeface="Times New Roman"/>
              </a:rPr>
              <a:t>、</a:t>
            </a:r>
            <a:r>
              <a:rPr b="0" lang="zh-CN" altLang="en-US">
                <a:latin typeface="Times New Roman"/>
                <a:ea typeface="SimHei"/>
                <a:cs typeface="Times New Roman"/>
              </a:rPr>
              <a:t>2338</a:t>
            </a:r>
            <a:r>
              <a:rPr b="0" lang="zh-CN" altLang="en-US">
                <a:latin typeface="Times New Roman"/>
                <a:ea typeface="SimHei"/>
                <a:cs typeface="Times New Roman"/>
              </a:rPr>
              <a:t>和</a:t>
            </a:r>
            <a:r>
              <a:rPr b="0" lang="zh-CN" altLang="en-US">
                <a:latin typeface="Times New Roman"/>
                <a:ea typeface="SimHei"/>
                <a:cs typeface="Times New Roman"/>
              </a:rPr>
              <a:t>3182</a:t>
            </a:r>
            <a:r>
              <a:rPr b="0" lang="zh-CN" altLang="en-US">
                <a:latin typeface="Times New Roman"/>
                <a:ea typeface="SimHei"/>
                <a:cs typeface="Times New Roman"/>
              </a:rPr>
              <a:t>四种规模的工业工艺数据，</a:t>
            </a:r>
          </a:p>
          <a:p xmlns:a="http://schemas.openxmlformats.org/drawingml/2006/main">
            <a:pPr algn="l">
              <a:defRPr sz="1950" b="0" lang="zh-CN" altLang="en-US">
                <a:solidFill>
                  <a:srgbClr val="000000"/>
                </a:solidFill>
                <a:latin typeface="Times New Roman"/>
                <a:ea typeface="SimHei"/>
                <a:cs typeface="Times New Roman"/>
              </a:defRPr>
            </a:pPr>
            <a:r>
              <a:rPr b="0" lang="zh-CN" altLang="en-US">
                <a:latin typeface="Times New Roman"/>
                <a:ea typeface="SimHei"/>
                <a:cs typeface="Times New Roman"/>
              </a:rPr>
              <a:t>包含工艺前序、标准工时与需求人数。</a:t>
            </a:r>
          </a:p>
        </p:txBody>
      </p:sp>
      <p:sp>
        <p:nvSpPr>
          <p:cNvPr id="4" name="revision-text-1071">
            <a:extLst xmlns:a="http://schemas.openxmlformats.org/drawingml/2006/main">
              <a:ext uri="{FF2B5EF4-FFF2-40B4-BE49-F238E27FC236}">
                <a16:creationId xmlns:a16="http://schemas.microsoft.com/office/drawing/2014/main" id="{22BC270C-B3A0-4916-B03C-076DD2021CCC}"/>
              </a:ext>
            </a:extLst>
          </p:cNvPr>
          <p:cNvSpPr>
            <a:spLocks xmlns:a="http://schemas.openxmlformats.org/drawingml/2006/main" noGrp="1"/>
          </p:cNvSpPr>
          <p:nvPr/>
        </p:nvSpPr>
        <p:spPr>
          <a:xfrm xmlns:a="http://schemas.openxmlformats.org/drawingml/2006/main">
            <a:off x="3019425" y="2190750"/>
            <a:ext cx="8562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lang="zh-CN" altLang="en-US">
                <a:solidFill>
                  <a:srgbClr val="000000"/>
                </a:solidFill>
                <a:latin typeface="Times New Roman"/>
                <a:ea typeface="SimHei"/>
                <a:cs typeface="Times New Roman"/>
              </a:defRPr>
            </a:defPPr>
          </a:lstStyle>
          <a:p xmlns:a="http://schemas.openxmlformats.org/drawingml/2006/main">
            <a:pPr algn="l">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人员总量、资格和效率采用实验配置。</a:t>
            </a:r>
          </a:p>
        </p:txBody>
      </p:sp>
      <p:sp>
        <p:nvSpPr>
          <p:cNvPr id="5" name="revision-line-1072">
            <a:extLst xmlns:a="http://schemas.openxmlformats.org/drawingml/2006/main">
              <a:ext uri="{FF2B5EF4-FFF2-40B4-BE49-F238E27FC236}">
                <a16:creationId xmlns:a16="http://schemas.microsoft.com/office/drawing/2014/main" id="{05839F1A-E03B-4062-8903-90C7BCF0F1D1}"/>
              </a:ext>
            </a:extLst>
          </p:cNvPr>
          <p:cNvSpPr>
            <a:spLocks xmlns:a="http://schemas.openxmlformats.org/drawingml/2006/main" noGrp="1"/>
          </p:cNvSpPr>
          <p:nvPr/>
        </p:nvSpPr>
        <p:spPr>
          <a:xfrm xmlns:a="http://schemas.openxmlformats.org/drawingml/2006/main">
            <a:off x="619125" y="2781300"/>
            <a:ext cx="10963275" cy="0"/>
          </a:xfrm>
          <a:prstGeom xmlns:a="http://schemas.openxmlformats.org/drawingml/2006/main" prst="line">
            <a:avLst/>
          </a:prstGeom>
          <a:noFill xmlns:a="http://schemas.openxmlformats.org/drawingml/2006/main"/>
          <a:ln xmlns:a="http://schemas.openxmlformats.org/drawingml/2006/main" w="7620">
            <a:solidFill>
              <a:srgbClr val="000000"/>
            </a:solidFill>
          </a:ln>
        </p:spPr>
      </p:sp>
      <p:sp>
        <p:nvSpPr>
          <p:cNvPr id="6" name="revision-text-1073">
            <a:extLst xmlns:a="http://schemas.openxmlformats.org/drawingml/2006/main">
              <a:ext uri="{FF2B5EF4-FFF2-40B4-BE49-F238E27FC236}">
                <a16:creationId xmlns:a16="http://schemas.microsoft.com/office/drawing/2014/main" id="{3C1EEC90-FA5C-4B36-A61B-7DF6EBB5C654}"/>
              </a:ext>
            </a:extLst>
          </p:cNvPr>
          <p:cNvSpPr>
            <a:spLocks xmlns:a="http://schemas.openxmlformats.org/drawingml/2006/main" noGrp="1"/>
          </p:cNvSpPr>
          <p:nvPr/>
        </p:nvSpPr>
        <p:spPr>
          <a:xfrm xmlns:a="http://schemas.openxmlformats.org/drawingml/2006/main">
            <a:off x="619125" y="3028950"/>
            <a:ext cx="2362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lang="zh-CN" altLang="en-US">
                <a:solidFill>
                  <a:srgbClr val="000000"/>
                </a:solidFill>
                <a:latin typeface="Times New Roman"/>
                <a:ea typeface="SimHei"/>
                <a:cs typeface="Times New Roman"/>
              </a:defRPr>
            </a:defPPr>
          </a:lstStyle>
          <a:p xmlns:a="http://schemas.openxmlformats.org/drawingml/2006/main">
            <a:pPr algn="l">
              <a:defRPr sz="2175" b="1" lang="zh-CN" altLang="en-US">
                <a:solidFill>
                  <a:srgbClr val="000000"/>
                </a:solidFill>
                <a:latin typeface="Times New Roman"/>
                <a:ea typeface="SimHei"/>
                <a:cs typeface="Times New Roman"/>
              </a:defRPr>
            </a:pPr>
            <a:r>
              <a:rPr b="1" lang="zh-CN" altLang="en-US">
                <a:latin typeface="Times New Roman"/>
                <a:ea typeface="SimHei"/>
                <a:cs typeface="Times New Roman"/>
              </a:rPr>
              <a:t>已有研究基础</a:t>
            </a:r>
          </a:p>
        </p:txBody>
      </p:sp>
      <p:sp>
        <p:nvSpPr>
          <p:cNvPr id="7" name="revision-text-1074">
            <a:extLst xmlns:a="http://schemas.openxmlformats.org/drawingml/2006/main">
              <a:ext uri="{FF2B5EF4-FFF2-40B4-BE49-F238E27FC236}">
                <a16:creationId xmlns:a16="http://schemas.microsoft.com/office/drawing/2014/main" id="{E56589CF-358B-43AC-ADCD-E7FA4BFDC132}"/>
              </a:ext>
            </a:extLst>
          </p:cNvPr>
          <p:cNvSpPr>
            <a:spLocks xmlns:a="http://schemas.openxmlformats.org/drawingml/2006/main" noGrp="1"/>
          </p:cNvSpPr>
          <p:nvPr/>
        </p:nvSpPr>
        <p:spPr>
          <a:xfrm xmlns:a="http://schemas.openxmlformats.org/drawingml/2006/main">
            <a:off x="3019425" y="2962275"/>
            <a:ext cx="85629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lang="zh-CN" altLang="en-US">
                <a:solidFill>
                  <a:srgbClr val="000000"/>
                </a:solidFill>
                <a:latin typeface="Times New Roman"/>
                <a:ea typeface="SimHei"/>
                <a:cs typeface="Times New Roman"/>
              </a:defRPr>
            </a:defPPr>
          </a:lstStyle>
          <a:p xmlns:a="http://schemas.openxmlformats.org/drawingml/2006/main">
            <a:pPr algn="l">
              <a:defRPr sz="1950" b="0" lang="zh-CN" altLang="en-US">
                <a:solidFill>
                  <a:srgbClr val="000000"/>
                </a:solidFill>
                <a:latin typeface="Times New Roman"/>
                <a:ea typeface="SimHei"/>
                <a:cs typeface="Times New Roman"/>
              </a:defRPr>
            </a:pPr>
            <a:r>
              <a:rPr b="0" lang="zh-CN" altLang="en-US">
                <a:latin typeface="Times New Roman"/>
                <a:ea typeface="SimHei"/>
                <a:cs typeface="Times New Roman"/>
              </a:rPr>
              <a:t>已形成</a:t>
            </a:r>
            <a:r>
              <a:rPr b="0" lang="zh-CN" altLang="en-US">
                <a:latin typeface="Times New Roman"/>
                <a:ea typeface="SimHei"/>
                <a:cs typeface="Times New Roman"/>
              </a:rPr>
              <a:t>CAC 2026</a:t>
            </a:r>
            <a:r>
              <a:rPr b="0" lang="zh-CN" altLang="en-US">
                <a:latin typeface="Times New Roman"/>
                <a:ea typeface="SimHei"/>
                <a:cs typeface="Times New Roman"/>
              </a:rPr>
              <a:t>录用论文。工作二已有论文稿、</a:t>
            </a:r>
          </a:p>
          <a:p xmlns:a="http://schemas.openxmlformats.org/drawingml/2006/main">
            <a:pPr algn="l">
              <a:defRPr sz="1950" b="0" lang="zh-CN" altLang="en-US">
                <a:solidFill>
                  <a:srgbClr val="000000"/>
                </a:solidFill>
                <a:latin typeface="Times New Roman"/>
                <a:ea typeface="SimHei"/>
                <a:cs typeface="Times New Roman"/>
              </a:defRPr>
            </a:pPr>
            <a:r>
              <a:rPr b="0" lang="zh-CN" altLang="en-US">
                <a:latin typeface="Times New Roman"/>
                <a:ea typeface="SimHei"/>
                <a:cs typeface="Times New Roman"/>
              </a:rPr>
              <a:t>联合调度代码与工序延迟场景实验。</a:t>
            </a:r>
          </a:p>
        </p:txBody>
      </p:sp>
      <p:sp>
        <p:nvSpPr>
          <p:cNvPr id="8" name="revision-text-1075">
            <a:extLst xmlns:a="http://schemas.openxmlformats.org/drawingml/2006/main">
              <a:ext uri="{FF2B5EF4-FFF2-40B4-BE49-F238E27FC236}">
                <a16:creationId xmlns:a16="http://schemas.microsoft.com/office/drawing/2014/main" id="{CAF93906-BF48-4431-A1D6-2F77341511BA}"/>
              </a:ext>
            </a:extLst>
          </p:cNvPr>
          <p:cNvSpPr>
            <a:spLocks xmlns:a="http://schemas.openxmlformats.org/drawingml/2006/main" noGrp="1"/>
          </p:cNvSpPr>
          <p:nvPr/>
        </p:nvSpPr>
        <p:spPr>
          <a:xfrm xmlns:a="http://schemas.openxmlformats.org/drawingml/2006/main">
            <a:off x="3019425" y="3876675"/>
            <a:ext cx="85629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lang="zh-CN" altLang="en-US">
                <a:solidFill>
                  <a:srgbClr val="000000"/>
                </a:solidFill>
                <a:latin typeface="Times New Roman"/>
                <a:ea typeface="SimHei"/>
                <a:cs typeface="Times New Roman"/>
              </a:defRPr>
            </a:defPPr>
          </a:lstStyle>
          <a:p xmlns:a="http://schemas.openxmlformats.org/drawingml/2006/main">
            <a:pPr algn="l">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已有图编码、团队选择、可行时间分配和强化学习训练可供复用。</a:t>
            </a:r>
          </a:p>
        </p:txBody>
      </p:sp>
      <p:sp>
        <p:nvSpPr>
          <p:cNvPr id="9" name="revision-line-1076">
            <a:extLst xmlns:a="http://schemas.openxmlformats.org/drawingml/2006/main">
              <a:ext uri="{FF2B5EF4-FFF2-40B4-BE49-F238E27FC236}">
                <a16:creationId xmlns:a16="http://schemas.microsoft.com/office/drawing/2014/main" id="{DEBB26BA-1497-4C20-B9B9-A32BEE18A35F}"/>
              </a:ext>
            </a:extLst>
          </p:cNvPr>
          <p:cNvSpPr>
            <a:spLocks xmlns:a="http://schemas.openxmlformats.org/drawingml/2006/main" noGrp="1"/>
          </p:cNvSpPr>
          <p:nvPr/>
        </p:nvSpPr>
        <p:spPr>
          <a:xfrm xmlns:a="http://schemas.openxmlformats.org/drawingml/2006/main">
            <a:off x="619125" y="4552950"/>
            <a:ext cx="10963275" cy="0"/>
          </a:xfrm>
          <a:prstGeom xmlns:a="http://schemas.openxmlformats.org/drawingml/2006/main" prst="line">
            <a:avLst/>
          </a:prstGeom>
          <a:noFill xmlns:a="http://schemas.openxmlformats.org/drawingml/2006/main"/>
          <a:ln xmlns:a="http://schemas.openxmlformats.org/drawingml/2006/main" w="7620">
            <a:solidFill>
              <a:srgbClr val="000000"/>
            </a:solidFill>
          </a:ln>
        </p:spPr>
      </p:sp>
      <p:sp>
        <p:nvSpPr>
          <p:cNvPr id="10" name="revision-text-1077">
            <a:extLst xmlns:a="http://schemas.openxmlformats.org/drawingml/2006/main">
              <a:ext uri="{FF2B5EF4-FFF2-40B4-BE49-F238E27FC236}">
                <a16:creationId xmlns:a16="http://schemas.microsoft.com/office/drawing/2014/main" id="{81E19E27-6BC0-41AB-8CEA-7ED8A0468FE0}"/>
              </a:ext>
            </a:extLst>
          </p:cNvPr>
          <p:cNvSpPr>
            <a:spLocks xmlns:a="http://schemas.openxmlformats.org/drawingml/2006/main" noGrp="1"/>
          </p:cNvSpPr>
          <p:nvPr/>
        </p:nvSpPr>
        <p:spPr>
          <a:xfrm xmlns:a="http://schemas.openxmlformats.org/drawingml/2006/main">
            <a:off x="619125" y="4810125"/>
            <a:ext cx="2362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lang="zh-CN" altLang="en-US">
                <a:solidFill>
                  <a:srgbClr val="000000"/>
                </a:solidFill>
                <a:latin typeface="Times New Roman"/>
                <a:ea typeface="SimHei"/>
                <a:cs typeface="Times New Roman"/>
              </a:defRPr>
            </a:defPPr>
          </a:lstStyle>
          <a:p xmlns:a="http://schemas.openxmlformats.org/drawingml/2006/main">
            <a:pPr algn="l">
              <a:defRPr sz="2175" b="1" lang="zh-CN" altLang="en-US">
                <a:solidFill>
                  <a:srgbClr val="000000"/>
                </a:solidFill>
                <a:latin typeface="Times New Roman"/>
                <a:ea typeface="SimHei"/>
                <a:cs typeface="Times New Roman"/>
              </a:defRPr>
            </a:pPr>
            <a:r>
              <a:rPr b="1" lang="zh-CN" altLang="en-US">
                <a:latin typeface="Times New Roman"/>
                <a:ea typeface="SimHei"/>
                <a:cs typeface="Times New Roman"/>
              </a:rPr>
              <a:t>实施条件</a:t>
            </a:r>
          </a:p>
        </p:txBody>
      </p:sp>
      <p:sp>
        <p:nvSpPr>
          <p:cNvPr id="11" name="revision-text-1078">
            <a:extLst xmlns:a="http://schemas.openxmlformats.org/drawingml/2006/main">
              <a:ext uri="{FF2B5EF4-FFF2-40B4-BE49-F238E27FC236}">
                <a16:creationId xmlns:a16="http://schemas.microsoft.com/office/drawing/2014/main" id="{A961660D-1839-4982-83BB-63DFFC0B4FA5}"/>
              </a:ext>
            </a:extLst>
          </p:cNvPr>
          <p:cNvSpPr>
            <a:spLocks xmlns:a="http://schemas.openxmlformats.org/drawingml/2006/main" noGrp="1"/>
          </p:cNvSpPr>
          <p:nvPr/>
        </p:nvSpPr>
        <p:spPr>
          <a:xfrm xmlns:a="http://schemas.openxmlformats.org/drawingml/2006/main">
            <a:off x="3019425" y="4743450"/>
            <a:ext cx="85629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lang="zh-CN" altLang="en-US">
                <a:solidFill>
                  <a:srgbClr val="000000"/>
                </a:solidFill>
                <a:latin typeface="Times New Roman"/>
                <a:ea typeface="SimHei"/>
                <a:cs typeface="Times New Roman"/>
              </a:defRPr>
            </a:defPPr>
          </a:lstStyle>
          <a:p xmlns:a="http://schemas.openxmlformats.org/drawingml/2006/main">
            <a:pPr algn="l">
              <a:defRPr sz="1950" b="0" lang="zh-CN" altLang="en-US">
                <a:solidFill>
                  <a:srgbClr val="000000"/>
                </a:solidFill>
                <a:latin typeface="Times New Roman"/>
                <a:ea typeface="SimHei"/>
                <a:cs typeface="Times New Roman"/>
              </a:defRPr>
            </a:pPr>
            <a:r>
              <a:rPr b="0" lang="zh-CN" altLang="en-US">
                <a:latin typeface="Times New Roman"/>
                <a:ea typeface="SimHei"/>
                <a:cs typeface="Times New Roman"/>
              </a:rPr>
              <a:t>拟租用</a:t>
            </a:r>
            <a:r>
              <a:rPr b="0" lang="zh-CN" altLang="en-US">
                <a:latin typeface="Times New Roman"/>
                <a:ea typeface="SimHei"/>
                <a:cs typeface="Times New Roman"/>
              </a:rPr>
              <a:t>AutoDL</a:t>
            </a:r>
            <a:r>
              <a:rPr b="0" lang="zh-CN" altLang="en-US">
                <a:latin typeface="Times New Roman"/>
                <a:ea typeface="SimHei"/>
                <a:cs typeface="Times New Roman"/>
              </a:rPr>
              <a:t>的</a:t>
            </a:r>
            <a:r>
              <a:rPr b="0" lang="zh-CN" altLang="en-US">
                <a:latin typeface="Times New Roman"/>
                <a:ea typeface="SimHei"/>
                <a:cs typeface="Times New Roman"/>
              </a:rPr>
              <a:t>RTX 4090</a:t>
            </a:r>
            <a:r>
              <a:rPr b="0" lang="zh-CN" altLang="en-US">
                <a:latin typeface="Times New Roman"/>
                <a:ea typeface="SimHei"/>
                <a:cs typeface="Times New Roman"/>
              </a:rPr>
              <a:t>服务器。工作三按执行环境、</a:t>
            </a:r>
          </a:p>
          <a:p xmlns:a="http://schemas.openxmlformats.org/drawingml/2006/main">
            <a:pPr algn="l">
              <a:defRPr sz="1950" b="0" lang="zh-CN" altLang="en-US">
                <a:solidFill>
                  <a:srgbClr val="000000"/>
                </a:solidFill>
                <a:latin typeface="Times New Roman"/>
                <a:ea typeface="SimHei"/>
                <a:cs typeface="Times New Roman"/>
              </a:defRPr>
            </a:pPr>
            <a:r>
              <a:rPr b="0" lang="zh-CN" altLang="en-US">
                <a:latin typeface="Times New Roman"/>
                <a:ea typeface="SimHei"/>
                <a:cs typeface="Times New Roman"/>
              </a:rPr>
              <a:t>分层融合、语义模块和训练验证分步完成。</a:t>
            </a:r>
          </a:p>
        </p:txBody>
      </p:sp>
      <p:sp>
        <p:nvSpPr>
          <p:cNvPr id="12" name="revision-text-1079">
            <a:extLst xmlns:a="http://schemas.openxmlformats.org/drawingml/2006/main">
              <a:ext uri="{FF2B5EF4-FFF2-40B4-BE49-F238E27FC236}">
                <a16:creationId xmlns:a16="http://schemas.microsoft.com/office/drawing/2014/main" id="{C71C479F-0358-488C-A048-2BEA3138F97B}"/>
              </a:ext>
            </a:extLst>
          </p:cNvPr>
          <p:cNvSpPr>
            <a:spLocks xmlns:a="http://schemas.openxmlformats.org/drawingml/2006/main" noGrp="1"/>
          </p:cNvSpPr>
          <p:nvPr/>
        </p:nvSpPr>
        <p:spPr>
          <a:xfrm xmlns:a="http://schemas.openxmlformats.org/drawingml/2006/main">
            <a:off x="3019425" y="5791200"/>
            <a:ext cx="8562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lang="zh-CN" altLang="en-US">
                <a:solidFill>
                  <a:srgbClr val="000000"/>
                </a:solidFill>
                <a:latin typeface="Times New Roman"/>
                <a:ea typeface="SimHei"/>
                <a:cs typeface="Times New Roman"/>
              </a:defRPr>
            </a:defPPr>
          </a:lstStyle>
          <a:p xmlns:a="http://schemas.openxmlformats.org/drawingml/2006/main">
            <a:pPr algn="l">
              <a:defRPr sz="1725" b="0" lang="zh-CN" altLang="en-US">
                <a:solidFill>
                  <a:srgbClr val="000000"/>
                </a:solidFill>
                <a:latin typeface="Times New Roman"/>
                <a:ea typeface="SimHei"/>
                <a:cs typeface="Times New Roman"/>
              </a:defRPr>
            </a:pPr>
            <a:r>
              <a:rPr b="0" lang="zh-CN" altLang="en-US">
                <a:latin typeface="Times New Roman"/>
                <a:ea typeface="SimHei"/>
                <a:cs typeface="Times New Roman"/>
              </a:rPr>
              <a:t>新同构方案与完整多架次方法仍需实现和验证。</a:t>
            </a:r>
          </a:p>
        </p:txBody>
      </p:sp>
      <p:sp xmlns:a="http://schemas.openxmlformats.org/drawingml/2006/main">
        <p:nvSpPr>
          <p:cNvPr id="13"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14"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15"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4 技术路线</a:t>
            </a:r>
          </a:p>
        </p:txBody>
      </p:sp>
      <p:sp>
        <p:nvSpPr>
          <p:cNvPr id="16"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lang="zh-CN" altLang="en-US">
                <a:solidFill>
                  <a:srgbClr val="000000"/>
                </a:solidFill>
                <a:latin typeface="Times New Roman"/>
                <a:ea typeface="SimHei"/>
                <a:cs typeface="Times New Roman"/>
              </a:defRPr>
            </a:defPPr>
          </a:lstStyle>
          <ns0:p xmlns:ns0="http://schemas.openxmlformats.org/drawingml/2006/main">
            <ns0:pPr algn="l">
              <ns0:defRPr sz="2850" b="1" lang="zh-CN" altLang="en-US">
                <ns0:solidFill>
                  <ns0:srgbClr val="000000"/>
                </ns0:solidFill>
                <ns0:latin typeface="Times New Roman"/>
                <ns0:ea typeface="SimHei"/>
                <ns0:cs typeface="Times New Roman"/>
              </ns0:defRPr>
            </ns0:pPr>
            <ns0:r>
              <ns0:rPr b="1" sz="2400" lang="zh-CN" altLang="en-US">
                <ns0:solidFill>
                  <ns0:srgbClr val="315CA9"/>
                </ns0:solidFill>
                <ns0:latin typeface="Times New Roman"/>
                <ns0:ea typeface="SimHei"/>
                <ns0:cs typeface="Times New Roman"/>
              </ns0:rPr>
              <ns0:t>可行性分析</ns0:t>
            </ns0:r>
          </ns0:p>
        </p:txBody>
      </p:sp>
      <p:sp>
        <p:nvSpPr>
          <p:cNvPr id="17"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1:p xmlns:ns1="http://schemas.openxmlformats.org/drawingml/2006/main">
            <ns1:pPr algn="r">
              <ns1:defRPr sz="1350" b="0" lang="zh-CN" altLang="en-US">
                <ns1:solidFill>
                  <ns1:srgbClr val="000000"/>
                </ns1:solidFill>
                <ns1:latin typeface="Times New Roman"/>
                <ns1:ea typeface="SimHei"/>
                <ns1:cs typeface="Times New Roman"/>
              </ns1:defRPr>
            </ns1:pPr>
            <ns1:r>
              <ns1:rPr b="0" sz="1200" lang="zh-CN" altLang="en-US">
                <ns1:solidFill>
                  <ns1:srgbClr val="666666"/>
                </ns1:solidFill>
                <ns1:latin typeface="Times New Roman"/>
                <ns1:ea typeface="SimHei"/>
                <ns1:cs typeface="Times New Roman"/>
              </ns1:rPr>
              <ns1:t>13</ns1:t>
            </ns1:r>
          </ns1:p>
        </p:txBody>
      </p:sp>
    </p:spTree>
    <p:extLst>
      <p:ext uri="{BB962C8B-B14F-4D97-AF65-F5344CB8AC3E}">
        <p14:creationId xmlns:p14="http://schemas.microsoft.com/office/powerpoint/2010/main" val="12129972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vision-text-1086">
            <a:extLst xmlns:a="http://schemas.openxmlformats.org/drawingml/2006/main">
              <a:ext uri="{FF2B5EF4-FFF2-40B4-BE49-F238E27FC236}">
                <a16:creationId xmlns:a16="http://schemas.microsoft.com/office/drawing/2014/main" id="{C083E290-7200-4162-A3AE-6A62B1A1E539}"/>
              </a:ext>
            </a:extLst>
          </p:cNvPr>
          <p:cNvSpPr>
            <a:spLocks xmlns:a="http://schemas.openxmlformats.org/drawingml/2006/main" noGrp="1"/>
          </p:cNvSpPr>
          <p:nvPr/>
        </p:nvSpPr>
        <p:spPr>
          <a:xfrm xmlns:a="http://schemas.openxmlformats.org/drawingml/2006/main">
            <a:off x="657225" y="5934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lang="zh-CN" altLang="en-US">
                <a:solidFill>
                  <a:srgbClr val="000000"/>
                </a:solidFill>
                <a:latin typeface="Times New Roman"/>
                <a:ea typeface="SimHei"/>
                <a:cs typeface="Times New Roman"/>
              </a:defRPr>
            </a:defPPr>
          </a:lstStyle>
          <a:p xmlns:a="http://schemas.openxmlformats.org/drawingml/2006/main">
            <a:pPr algn="l">
              <a:defRPr sz="1950" b="1" lang="zh-CN" altLang="en-US">
                <a:solidFill>
                  <a:srgbClr val="000000"/>
                </a:solidFill>
                <a:latin typeface="Times New Roman"/>
                <a:ea typeface="SimHei"/>
                <a:cs typeface="Times New Roman"/>
              </a:defRPr>
            </a:pPr>
            <a:r>
              <a:rPr b="1" lang="zh-CN" altLang="en-US">
                <a:latin typeface="Times New Roman"/>
                <a:ea typeface="SimHei"/>
                <a:cs typeface="Times New Roman"/>
              </a:rPr>
              <a:t>预期成果：</a:t>
            </a:r>
            <a:r>
              <a:rPr b="1" lang="zh-CN" altLang="en-US">
                <a:latin typeface="Times New Roman"/>
                <a:ea typeface="SimHei"/>
                <a:cs typeface="Times New Roman"/>
              </a:rPr>
              <a:t>1</a:t>
            </a:r>
            <a:r>
              <a:rPr b="1" lang="zh-CN" altLang="en-US">
                <a:latin typeface="Times New Roman"/>
                <a:ea typeface="SimHei"/>
                <a:cs typeface="Times New Roman"/>
              </a:rPr>
              <a:t>—</a:t>
            </a:r>
            <a:r>
              <a:rPr b="1" lang="zh-CN" altLang="en-US">
                <a:latin typeface="Times New Roman"/>
                <a:ea typeface="SimHei"/>
                <a:cs typeface="Times New Roman"/>
              </a:rPr>
              <a:t>2</a:t>
            </a:r>
            <a:r>
              <a:rPr b="1" lang="zh-CN" altLang="en-US">
                <a:latin typeface="Times New Roman"/>
                <a:ea typeface="SimHei"/>
                <a:cs typeface="Times New Roman"/>
              </a:rPr>
              <a:t>篇论文、</a:t>
            </a:r>
            <a:r>
              <a:rPr b="1" lang="zh-CN" altLang="en-US">
                <a:latin typeface="Times New Roman"/>
                <a:ea typeface="SimHei"/>
                <a:cs typeface="Times New Roman"/>
              </a:rPr>
              <a:t>1</a:t>
            </a:r>
            <a:r>
              <a:rPr b="1" lang="zh-CN" altLang="en-US">
                <a:latin typeface="Times New Roman"/>
                <a:ea typeface="SimHei"/>
                <a:cs typeface="Times New Roman"/>
              </a:rPr>
              <a:t>篇会议论文及硕士学位论文。</a:t>
            </a:r>
          </a:p>
        </p:txBody>
      </p:sp>
      <p:graphicFrame xmlns:a="http://schemas.openxmlformats.org/drawingml/2006/main">
        <p:nvGraphicFramePr>
          <p:cNvPr id="3" name="表格 31"/>
          <p:cNvGraphicFramePr>
            <a:graphicFrameLocks noGrp="1"/>
          </p:cNvGraphicFramePr>
          <p:nvPr>
            <p:extLst>
              <p:ext uri="{D42A27DB-BD31-4B8C-83A1-F6EECF244321}">
                <p14:modId xmlns:p14="http://schemas.microsoft.com/office/powerpoint/2010/main" val="1302317781"/>
              </p:ext>
            </p:extLst>
          </p:nvPr>
        </p:nvGraphicFramePr>
        <p:xfrm>
          <a:off x="756285" y="2316670"/>
          <a:ext cx="10679571" cy="3517824"/>
        </p:xfrm>
        <a:graphic>
          <a:graphicData uri="http://schemas.openxmlformats.org/drawingml/2006/table">
            <a:tbl>
              <a:tblPr firstRow="1" bandRow="1">
                <a:tableStyleId>{5C22544A-7EE6-4342-B048-85BDC9FD1C3A}</a:tableStyleId>
              </a:tblPr>
              <a:tblGrid>
                <a:gridCol w="2744771">
                  <a:extLst>
                    <a:ext uri="{9D8B030D-6E8A-4147-A177-3AD203B41FA5}">
                      <a16:colId xmlns:a16="http://schemas.microsoft.com/office/drawing/2014/main" val="20000"/>
                    </a:ext>
                  </a:extLst>
                </a:gridCol>
                <a:gridCol w="5373278">
                  <a:extLst>
                    <a:ext uri="{9D8B030D-6E8A-4147-A177-3AD203B41FA5}">
                      <a16:colId xmlns:a16="http://schemas.microsoft.com/office/drawing/2014/main" val="20001"/>
                    </a:ext>
                  </a:extLst>
                </a:gridCol>
                <a:gridCol w="2561522">
                  <a:extLst>
                    <a:ext uri="{9D8B030D-6E8A-4147-A177-3AD203B41FA5}">
                      <a16:colId xmlns:a16="http://schemas.microsoft.com/office/drawing/2014/main" val="20002"/>
                    </a:ext>
                  </a:extLst>
                </a:gridCol>
              </a:tblGrid>
              <a:tr h="439728">
                <a:tc>
                  <a:txBody>
                    <a:bodyPr/>
                    <a:lstStyle/>
                    <a:p>
                      <a:pPr algn="ctr"/>
                      <a:r>
                        <a:rPr lang="zh-CN" altLang="en-US" dirty="0">
                          <a:solidFill>
                            <a:srgbClr val="FFFFFF"/>
                          </a:solidFill>
                          <a:latin typeface="Times New Roman"/>
                          <a:ea typeface="SimHei"/>
                          <a:cs typeface="Times New Roman"/>
                        </a:rPr>
                        <a:t>起讫日期</a:t>
                      </a:r>
                    </a:p>
                  </a:txBody>
                  <a:tcPr anchor="ctr">
                    <a:solidFill>
                      <a:srgbClr val="4674CD"/>
                    </a:solidFill>
                  </a:tcPr>
                </a:tc>
                <a:tc>
                  <a:txBody>
                    <a:bodyPr/>
                    <a:lstStyle/>
                    <a:p>
                      <a:pPr algn="ctr"/>
                      <a:r>
                        <a:rPr lang="zh-CN" altLang="en-US" dirty="0">
                          <a:solidFill>
                            <a:srgbClr val="FFFFFF"/>
                          </a:solidFill>
                          <a:latin typeface="Times New Roman"/>
                          <a:ea typeface="SimHei"/>
                          <a:cs typeface="Times New Roman"/>
                        </a:rPr>
                        <a:t>主要研究内容</a:t>
                      </a:r>
                    </a:p>
                  </a:txBody>
                  <a:tcPr anchor="ctr">
                    <a:solidFill>
                      <a:srgbClr val="4674CD"/>
                    </a:solidFill>
                  </a:tcPr>
                </a:tc>
                <a:tc>
                  <a:txBody>
                    <a:bodyPr/>
                    <a:lstStyle/>
                    <a:p>
                      <a:pPr algn="ctr"/>
                      <a:r>
                        <a:rPr lang="zh-CN" altLang="en-US" dirty="0">
                          <a:solidFill>
                            <a:srgbClr val="FFFFFF"/>
                          </a:solidFill>
                          <a:latin typeface="Times New Roman"/>
                          <a:ea typeface="SimHei"/>
                          <a:cs typeface="Times New Roman"/>
                        </a:rPr>
                        <a:t>预期结果</a:t>
                      </a:r>
                    </a:p>
                  </a:txBody>
                  <a:tcPr anchor="ctr">
                    <a:solidFill>
                      <a:srgbClr val="4674CD"/>
                    </a:solidFill>
                  </a:tcPr>
                </a:tc>
                <a:extLst>
                  <a:ext uri="{0D108BD9-81ED-4DB2-BD59-A6C34878D82A}">
                    <a16:rowId xmlns:a16="http://schemas.microsoft.com/office/drawing/2014/main" val="10000"/>
                  </a:ext>
                </a:extLst>
              </a:tr>
              <a:tr h="439728">
                <a:tc>
                  <a:txBody>
                    <a:bodyPr/>
                    <a:lstStyle/>
                    <a:p>
                      <a:pPr algn="ctr"/>
                      <a:r>
                        <a:rPr lang="zh-CN" altLang="en-US" b="1" dirty="0">
                          <a:solidFill>
                            <a:srgbClr val="FFFFFF"/>
                          </a:solidFill>
                          <a:latin typeface="Times New Roman"/>
                          <a:ea typeface="SimHei"/>
                          <a:cs typeface="Times New Roman"/>
                        </a:rPr>
                        <a:t>2026.09—2026.10</a:t>
                      </a:r>
                    </a:p>
                  </a:txBody>
                  <a:tcPr anchor="ctr">
                    <a:solidFill>
                      <a:srgbClr val="4674CD"/>
                    </a:solidFill>
                  </a:tcPr>
                </a:tc>
                <a:tc>
                  <a:txBody>
                    <a:bodyPr/>
                    <a:lstStyle/>
                    <a:p>
                      <a:pPr algn="ctr"/>
                      <a:r>
                        <a:rPr lang="zh-CN" altLang="en-US" dirty="0">
                          <a:solidFill>
                            <a:srgbClr val="111111"/>
                          </a:solidFill>
                          <a:latin typeface="Times New Roman"/>
                          <a:ea typeface="SimHei"/>
                          <a:cs typeface="Times New Roman"/>
                        </a:rPr>
                        <a:t>开题报告与文献整理</a:t>
                      </a:r>
                    </a:p>
                  </a:txBody>
                  <a:tcPr anchor="ctr">
                    <a:solidFill>
                      <a:srgbClr val="E7ECF6"/>
                    </a:solidFill>
                  </a:tcPr>
                </a:tc>
                <a:tc>
                  <a:txBody>
                    <a:bodyPr/>
                    <a:lstStyle/>
                    <a:p>
                      <a:pPr algn="ctr"/>
                      <a:r>
                        <a:rPr lang="zh-CN" altLang="en-US" dirty="0">
                          <a:solidFill>
                            <a:srgbClr val="111111"/>
                          </a:solidFill>
                          <a:latin typeface="Times New Roman"/>
                          <a:ea typeface="SimHei"/>
                          <a:cs typeface="Times New Roman"/>
                        </a:rPr>
                        <a:t>研究方案与开题材料</a:t>
                      </a:r>
                    </a:p>
                  </a:txBody>
                  <a:tcPr anchor="ctr">
                    <a:solidFill>
                      <a:srgbClr val="E7ECF6"/>
                    </a:solidFill>
                  </a:tcPr>
                </a:tc>
                <a:extLst>
                  <a:ext uri="{0D108BD9-81ED-4DB2-BD59-A6C34878D82A}">
                    <a16:rowId xmlns:a16="http://schemas.microsoft.com/office/drawing/2014/main" val="10001"/>
                  </a:ext>
                </a:extLst>
              </a:tr>
              <a:tr h="439728">
                <a:tc>
                  <a:txBody>
                    <a:bodyPr/>
                    <a:lstStyle/>
                    <a:p>
                      <a:pPr algn="ctr"/>
                      <a:r>
                        <a:rPr lang="zh-CN" altLang="en-US" b="1" dirty="0">
                          <a:solidFill>
                            <a:srgbClr val="FFFFFF"/>
                          </a:solidFill>
                          <a:latin typeface="Times New Roman"/>
                          <a:ea typeface="SimHei"/>
                          <a:cs typeface="Times New Roman"/>
                        </a:rPr>
                        <a:t>2026.11—2027.01</a:t>
                      </a:r>
                    </a:p>
                  </a:txBody>
                  <a:tcPr anchor="ctr">
                    <a:solidFill>
                      <a:srgbClr val="4674CD"/>
                    </a:solidFill>
                  </a:tcPr>
                </a:tc>
                <a:tc>
                  <a:txBody>
                    <a:bodyPr/>
                    <a:lstStyle/>
                    <a:p>
                      <a:pPr algn="ctr"/>
                      <a:r>
                        <a:rPr lang="zh-CN" altLang="en-US" dirty="0">
                          <a:solidFill>
                            <a:srgbClr val="111111"/>
                          </a:solidFill>
                          <a:latin typeface="Times New Roman"/>
                          <a:ea typeface="SimHei"/>
                          <a:cs typeface="Times New Roman"/>
                        </a:rPr>
                        <a:t>同构方案实现与工作二稿件完善</a:t>
                      </a:r>
                    </a:p>
                  </a:txBody>
                  <a:tcPr anchor="ctr">
                    <a:solidFill>
                      <a:srgbClr val="F1F4F8"/>
                    </a:solidFill>
                  </a:tcPr>
                </a:tc>
                <a:tc>
                  <a:txBody>
                    <a:bodyPr/>
                    <a:lstStyle/>
                    <a:p>
                      <a:pPr algn="ctr"/>
                      <a:r>
                        <a:rPr lang="zh-CN" altLang="en-US" dirty="0">
                          <a:solidFill>
                            <a:srgbClr val="111111"/>
                          </a:solidFill>
                          <a:latin typeface="Times New Roman"/>
                          <a:ea typeface="SimHei"/>
                          <a:cs typeface="Times New Roman"/>
                        </a:rPr>
                        <a:t>同构实验与论文稿</a:t>
                      </a:r>
                    </a:p>
                  </a:txBody>
                  <a:tcPr anchor="ctr">
                    <a:solidFill>
                      <a:srgbClr val="F1F4F8"/>
                    </a:solidFill>
                  </a:tcPr>
                </a:tc>
                <a:extLst>
                  <a:ext uri="{0D108BD9-81ED-4DB2-BD59-A6C34878D82A}">
                    <a16:rowId xmlns:a16="http://schemas.microsoft.com/office/drawing/2014/main" val="10002"/>
                  </a:ext>
                </a:extLst>
              </a:tr>
              <a:tr h="439728">
                <a:tc>
                  <a:txBody>
                    <a:bodyPr/>
                    <a:lstStyle/>
                    <a:p>
                      <a:pPr algn="ctr"/>
                      <a:r>
                        <a:rPr lang="zh-CN" altLang="en-US" b="1" dirty="0">
                          <a:solidFill>
                            <a:srgbClr val="FFFFFF"/>
                          </a:solidFill>
                          <a:latin typeface="Times New Roman"/>
                          <a:ea typeface="SimHei"/>
                          <a:cs typeface="Times New Roman"/>
                        </a:rPr>
                        <a:t>2027.02—2027.04</a:t>
                      </a:r>
                    </a:p>
                  </a:txBody>
                  <a:tcPr anchor="ctr">
                    <a:solidFill>
                      <a:srgbClr val="4674CD"/>
                    </a:solidFill>
                  </a:tcPr>
                </a:tc>
                <a:tc>
                  <a:txBody>
                    <a:bodyPr/>
                    <a:lstStyle/>
                    <a:p>
                      <a:pPr algn="ctr"/>
                      <a:r>
                        <a:rPr lang="zh-CN" altLang="en-US" dirty="0">
                          <a:solidFill>
                            <a:srgbClr val="111111"/>
                          </a:solidFill>
                          <a:latin typeface="Times New Roman"/>
                          <a:ea typeface="SimHei"/>
                          <a:cs typeface="Times New Roman"/>
                        </a:rPr>
                        <a:t>工作二动态调度完善及补充验证</a:t>
                      </a:r>
                    </a:p>
                  </a:txBody>
                  <a:tcPr anchor="ctr">
                    <a:solidFill>
                      <a:srgbClr val="E7ECF6"/>
                    </a:solidFill>
                  </a:tcPr>
                </a:tc>
                <a:tc>
                  <a:txBody>
                    <a:bodyPr/>
                    <a:lstStyle/>
                    <a:p>
                      <a:pPr algn="ctr"/>
                      <a:r>
                        <a:rPr lang="zh-CN" altLang="en-US" dirty="0">
                          <a:solidFill>
                            <a:srgbClr val="111111"/>
                          </a:solidFill>
                          <a:latin typeface="Times New Roman"/>
                          <a:ea typeface="SimHei"/>
                          <a:cs typeface="Times New Roman"/>
                        </a:rPr>
                        <a:t>工作二实验与分析</a:t>
                      </a:r>
                    </a:p>
                  </a:txBody>
                  <a:tcPr anchor="ctr">
                    <a:solidFill>
                      <a:srgbClr val="E7ECF6"/>
                    </a:solidFill>
                  </a:tcPr>
                </a:tc>
                <a:extLst>
                  <a:ext uri="{0D108BD9-81ED-4DB2-BD59-A6C34878D82A}">
                    <a16:rowId xmlns:a16="http://schemas.microsoft.com/office/drawing/2014/main" val="10003"/>
                  </a:ext>
                </a:extLst>
              </a:tr>
              <a:tr h="439728">
                <a:tc>
                  <a:txBody>
                    <a:bodyPr/>
                    <a:lstStyle/>
                    <a:p>
                      <a:pPr algn="ctr"/>
                      <a:r>
                        <a:rPr lang="zh-CN" altLang="en-US" b="1" dirty="0">
                          <a:solidFill>
                            <a:srgbClr val="FFFFFF"/>
                          </a:solidFill>
                          <a:latin typeface="Times New Roman"/>
                          <a:ea typeface="SimHei"/>
                          <a:cs typeface="Times New Roman"/>
                        </a:rPr>
                        <a:t>2027.05—2027.07</a:t>
                      </a:r>
                    </a:p>
                  </a:txBody>
                  <a:tcPr anchor="ctr">
                    <a:solidFill>
                      <a:srgbClr val="4674CD"/>
                    </a:solidFill>
                  </a:tcPr>
                </a:tc>
                <a:tc>
                  <a:txBody>
                    <a:bodyPr/>
                    <a:lstStyle/>
                    <a:p>
                      <a:pPr algn="ctr"/>
                      <a:r>
                        <a:rPr lang="zh-CN" altLang="en-US" dirty="0">
                          <a:solidFill>
                            <a:srgbClr val="111111"/>
                          </a:solidFill>
                          <a:latin typeface="Times New Roman"/>
                          <a:ea typeface="SimHei"/>
                          <a:cs typeface="Times New Roman"/>
                        </a:rPr>
                        <a:t>多架次环境与语义增强方法实现</a:t>
                      </a:r>
                    </a:p>
                  </a:txBody>
                  <a:tcPr anchor="ctr">
                    <a:solidFill>
                      <a:srgbClr val="F1F4F8"/>
                    </a:solidFill>
                  </a:tcPr>
                </a:tc>
                <a:tc>
                  <a:txBody>
                    <a:bodyPr/>
                    <a:lstStyle/>
                    <a:p>
                      <a:pPr algn="ctr"/>
                      <a:r>
                        <a:rPr lang="zh-CN" altLang="en-US" dirty="0">
                          <a:solidFill>
                            <a:srgbClr val="111111"/>
                          </a:solidFill>
                          <a:latin typeface="Times New Roman"/>
                          <a:ea typeface="SimHei"/>
                          <a:cs typeface="Times New Roman"/>
                        </a:rPr>
                        <a:t>多架次方法与轨迹</a:t>
                      </a:r>
                    </a:p>
                  </a:txBody>
                  <a:tcPr anchor="ctr">
                    <a:solidFill>
                      <a:srgbClr val="F1F4F8"/>
                    </a:solidFill>
                  </a:tcPr>
                </a:tc>
                <a:extLst>
                  <a:ext uri="{0D108BD9-81ED-4DB2-BD59-A6C34878D82A}">
                    <a16:rowId xmlns:a16="http://schemas.microsoft.com/office/drawing/2014/main" val="10004"/>
                  </a:ext>
                </a:extLst>
              </a:tr>
              <a:tr h="439728">
                <a:tc>
                  <a:txBody>
                    <a:bodyPr/>
                    <a:lstStyle/>
                    <a:p>
                      <a:pPr algn="ctr"/>
                      <a:r>
                        <a:rPr lang="zh-CN" altLang="en-US" b="1" dirty="0">
                          <a:solidFill>
                            <a:srgbClr val="FFFFFF"/>
                          </a:solidFill>
                          <a:latin typeface="Times New Roman"/>
                          <a:ea typeface="SimHei"/>
                          <a:cs typeface="Times New Roman"/>
                        </a:rPr>
                        <a:t>2027.08—2027.10</a:t>
                      </a:r>
                    </a:p>
                  </a:txBody>
                  <a:tcPr anchor="ctr">
                    <a:solidFill>
                      <a:srgbClr val="4674CD"/>
                    </a:solidFill>
                  </a:tcPr>
                </a:tc>
                <a:tc>
                  <a:txBody>
                    <a:bodyPr/>
                    <a:lstStyle/>
                    <a:p>
                      <a:pPr algn="ctr"/>
                      <a:r>
                        <a:rPr lang="zh-CN" altLang="en-US" dirty="0">
                          <a:solidFill>
                            <a:srgbClr val="111111"/>
                          </a:solidFill>
                          <a:latin typeface="Times New Roman"/>
                          <a:ea typeface="SimHei"/>
                          <a:cs typeface="Times New Roman"/>
                        </a:rPr>
                        <a:t>对照实验、消融与结果分析</a:t>
                      </a:r>
                    </a:p>
                  </a:txBody>
                  <a:tcPr anchor="ctr">
                    <a:solidFill>
                      <a:srgbClr val="E7EC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zh-CN" altLang="en-US" dirty="0">
                          <a:solidFill>
                            <a:srgbClr val="111111"/>
                          </a:solidFill>
                          <a:latin typeface="Times New Roman"/>
                          <a:ea typeface="SimHei"/>
                          <a:cs typeface="Times New Roman"/>
                        </a:rPr>
                        <a:t>对照与消融结果</a:t>
                      </a:r>
                    </a:p>
                  </a:txBody>
                  <a:tcPr anchor="ctr">
                    <a:solidFill>
                      <a:srgbClr val="E7ECF6"/>
                    </a:solidFill>
                  </a:tcPr>
                </a:tc>
                <a:extLst>
                  <a:ext uri="{0D108BD9-81ED-4DB2-BD59-A6C34878D82A}">
                    <a16:rowId xmlns:a16="http://schemas.microsoft.com/office/drawing/2014/main" val="10005"/>
                  </a:ext>
                </a:extLst>
              </a:tr>
              <a:tr h="439728">
                <a:tc>
                  <a:txBody>
                    <a:bodyPr/>
                    <a:lstStyle/>
                    <a:p>
                      <a:pPr algn="ctr"/>
                      <a:r>
                        <a:rPr lang="zh-CN" altLang="en-US" b="1" dirty="0">
                          <a:solidFill>
                            <a:srgbClr val="FFFFFF"/>
                          </a:solidFill>
                          <a:latin typeface="Times New Roman"/>
                          <a:ea typeface="SimHei"/>
                          <a:cs typeface="Times New Roman"/>
                        </a:rPr>
                        <a:t>2027.11—2028.01</a:t>
                      </a:r>
                    </a:p>
                  </a:txBody>
                  <a:tcPr anchor="ctr">
                    <a:solidFill>
                      <a:srgbClr val="4674C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zh-CN" altLang="en-US" dirty="0">
                          <a:solidFill>
                            <a:srgbClr val="111111"/>
                          </a:solidFill>
                          <a:latin typeface="Times New Roman"/>
                          <a:ea typeface="SimHei"/>
                          <a:cs typeface="Times New Roman"/>
                        </a:rPr>
                        <a:t>研究论文与学位论文初稿撰写</a:t>
                      </a:r>
                    </a:p>
                  </a:txBody>
                  <a:tcPr anchor="ctr">
                    <a:solidFill>
                      <a:srgbClr val="F1F4F8"/>
                    </a:solidFill>
                  </a:tcPr>
                </a:tc>
                <a:tc>
                  <a:txBody>
                    <a:bodyPr/>
                    <a:lstStyle/>
                    <a:p>
                      <a:pPr algn="ctr"/>
                      <a:r>
                        <a:rPr lang="zh-CN" altLang="en-US" dirty="0">
                          <a:solidFill>
                            <a:srgbClr val="111111"/>
                          </a:solidFill>
                          <a:latin typeface="Times New Roman"/>
                          <a:ea typeface="SimHei"/>
                          <a:cs typeface="Times New Roman"/>
                        </a:rPr>
                        <a:t>论文与学位论文初稿</a:t>
                      </a:r>
                    </a:p>
                  </a:txBody>
                  <a:tcPr anchor="ctr">
                    <a:solidFill>
                      <a:srgbClr val="F1F4F8"/>
                    </a:solidFill>
                  </a:tcPr>
                </a:tc>
                <a:extLst>
                  <a:ext uri="{0D108BD9-81ED-4DB2-BD59-A6C34878D82A}">
                    <a16:rowId xmlns:a16="http://schemas.microsoft.com/office/drawing/2014/main" val="10006"/>
                  </a:ext>
                </a:extLst>
              </a:tr>
              <a:tr h="439728">
                <a:tc>
                  <a:txBody>
                    <a:bodyPr/>
                    <a:lstStyle/>
                    <a:p>
                      <a:pPr algn="ctr"/>
                      <a:r>
                        <a:rPr lang="zh-CN" altLang="en-US" b="1" dirty="0">
                          <a:solidFill>
                            <a:srgbClr val="FFFFFF"/>
                          </a:solidFill>
                          <a:latin typeface="Times New Roman"/>
                          <a:ea typeface="SimHei"/>
                          <a:cs typeface="Times New Roman"/>
                        </a:rPr>
                        <a:t>2028.01—2028.03</a:t>
                      </a:r>
                    </a:p>
                  </a:txBody>
                  <a:tcPr anchor="ctr">
                    <a:solidFill>
                      <a:srgbClr val="4674CD"/>
                    </a:solidFill>
                  </a:tcPr>
                </a:tc>
                <a:tc>
                  <a:txBody>
                    <a:bodyPr/>
                    <a:lstStyle/>
                    <a:p>
                      <a:pPr algn="ctr"/>
                      <a:r>
                        <a:rPr lang="zh-CN" altLang="en-US" dirty="0">
                          <a:solidFill>
                            <a:srgbClr val="111111"/>
                          </a:solidFill>
                          <a:latin typeface="Times New Roman"/>
                          <a:ea typeface="SimHei"/>
                          <a:cs typeface="Times New Roman"/>
                        </a:rPr>
                        <a:t>学位论文修订与答辩准备</a:t>
                      </a:r>
                    </a:p>
                  </a:txBody>
                  <a:tcPr anchor="ctr">
                    <a:solidFill>
                      <a:srgbClr val="E7ECF6"/>
                    </a:solidFill>
                  </a:tcPr>
                </a:tc>
                <a:tc>
                  <a:txBody>
                    <a:bodyPr/>
                    <a:lstStyle/>
                    <a:p>
                      <a:pPr algn="ctr"/>
                      <a:r>
                        <a:rPr lang="zh-CN" altLang="en-US" dirty="0">
                          <a:solidFill>
                            <a:srgbClr val="111111"/>
                          </a:solidFill>
                          <a:latin typeface="Times New Roman"/>
                          <a:ea typeface="SimHei"/>
                          <a:cs typeface="Times New Roman"/>
                        </a:rPr>
                        <a:t>学位论文与答辩材料</a:t>
                      </a:r>
                    </a:p>
                  </a:txBody>
                  <a:tcPr anchor="ctr">
                    <a:solidFill>
                      <a:srgbClr val="E7ECF6"/>
                    </a:solidFill>
                  </a:tcPr>
                </a:tc>
                <a:extLst>
                  <a:ext uri="{0D108BD9-81ED-4DB2-BD59-A6C34878D82A}">
                    <a16:rowId xmlns:a16="http://schemas.microsoft.com/office/drawing/2014/main" val="10007"/>
                  </a:ext>
                </a:extLst>
              </a:tr>
            </a:tbl>
          </a:graphicData>
        </a:graphic>
      </p:graphicFrame>
      <p:sp xmlns:a="http://schemas.openxmlformats.org/drawingml/2006/main">
        <p:nvSpPr>
          <p:cNvPr id="4"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5"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6"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5 工作计划</a:t>
            </a:r>
          </a:p>
        </p:txBody>
      </p:sp>
      <p:sp>
        <p:nvSpPr>
          <p:cNvPr id="7" name="页面主题">
            <a:extLst xmlns:a="http://schemas.openxmlformats.org/drawingml/2006/main">
              <a:ext uri="{FF2B5EF4-FFF2-40B4-BE49-F238E27FC236}">
                <a16:creationId xmlns:a16="http://schemas.microsoft.com/office/drawing/2014/main" id="{A8BFA7F8-B8F6-40F9-8B69-7C7B37935BD9}"/>
              </a:ext>
            </a:extLst>
          </p:cNvPr>
          <p:cNvSpPr>
            <a:spLocks xmlns:a="http://schemas.openxmlformats.org/drawingml/2006/main" noGrp="1"/>
          </p:cNvSpPr>
          <p:nvPr/>
        </p:nvSpPr>
        <p:spPr>
          <a:xfrm xmlns:a="http://schemas.openxmlformats.org/drawingml/2006/main">
            <a:off x="495300" y="752475"/>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lang="zh-CN" altLang="en-US">
                <a:solidFill>
                  <a:srgbClr val="000000"/>
                </a:solidFill>
                <a:latin typeface="Times New Roman"/>
                <a:ea typeface="SimHei"/>
                <a:cs typeface="Times New Roman"/>
              </a:defRPr>
            </a:defPPr>
          </a:lstStyle>
          <ns0:p xmlns:ns0="http://schemas.openxmlformats.org/drawingml/2006/main">
            <ns0:pPr algn="l">
              <ns0:defRPr sz="2850" b="1" lang="zh-CN" altLang="en-US">
                <ns0:solidFill>
                  <ns0:srgbClr val="000000"/>
                </ns0:solidFill>
                <ns0:latin typeface="Times New Roman"/>
                <ns0:ea typeface="SimHei"/>
                <ns0:cs typeface="Times New Roman"/>
              </ns0:defRPr>
            </ns0:pPr>
            <ns0:r>
              <ns0:rPr b="1" sz="2400" lang="zh-CN" altLang="en-US">
                <ns0:solidFill>
                  <ns0:srgbClr val="315CA9"/>
                </ns0:solidFill>
                <ns0:latin typeface="Times New Roman"/>
                <ns0:ea typeface="SimHei"/>
                <ns0:cs typeface="Times New Roman"/>
              </ns0:rPr>
              <ns0:t>各项任务时间规划</ns0:t>
            </ns0:r>
          </ns0:p>
        </p:txBody>
      </p:sp>
      <p:sp>
        <p:nvSpPr>
          <p:cNvPr id="8"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1:p xmlns:ns1="http://schemas.openxmlformats.org/drawingml/2006/main">
            <ns1:pPr algn="r">
              <ns1:defRPr sz="1350" b="0" lang="zh-CN" altLang="en-US">
                <ns1:solidFill>
                  <ns1:srgbClr val="000000"/>
                </ns1:solidFill>
                <ns1:latin typeface="Times New Roman"/>
                <ns1:ea typeface="SimHei"/>
                <ns1:cs typeface="Times New Roman"/>
              </ns1:defRPr>
            </ns1:pPr>
            <ns1:r>
              <ns1:rPr b="0" sz="1200" lang="zh-CN" altLang="en-US">
                <ns1:solidFill>
                  <ns1:srgbClr val="666666"/>
                </ns1:solidFill>
                <ns1:latin typeface="Times New Roman"/>
                <ns1:ea typeface="SimHei"/>
                <ns1:cs typeface="Times New Roman"/>
              </ns1:rPr>
              <ns1:t>14</ns1:t>
            </ns1:r>
          </ns1:p>
        </p:txBody>
      </p:sp>
    </p:spTree>
    <p:extLst>
      <p:ext uri="{BB962C8B-B14F-4D97-AF65-F5344CB8AC3E}">
        <p14:creationId xmlns:p14="http://schemas.microsoft.com/office/powerpoint/2010/main" val="168446165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矩形 4"/>
          <p:cNvSpPr/>
          <p:nvPr/>
        </p:nvSpPr>
        <p:spPr>
          <a:xfrm>
            <a:off x="2081" y="1990089"/>
            <a:ext cx="12189743" cy="3079121"/>
          </a:xfrm>
          <a:prstGeom prst="rect">
            <a:avLst/>
          </a:prstGeom>
          <a:ln>
            <a:noFill/>
          </a:ln>
        </p:spPr>
        <p:style>
          <a:lnRef idx="2">
            <a:srgbClr val="4874CB">
              <a:shade val="50000"/>
            </a:srgbClr>
          </a:lnRef>
          <a:fillRef idx="1">
            <a:srgbClr val="4874CB"/>
          </a:fillRef>
          <a:effectRef idx="0">
            <a:srgbClr val="4874CB"/>
          </a:effectRef>
          <a:fontRef idx="minor">
            <a:srgbClr val="FFFFFF"/>
          </a:fontRef>
        </p:style>
        <p:txBody>
          <a:bodyPr rtlCol="0" anchor="ctr"/>
          <a:lstStyle/>
          <a:p>
            <a:pPr algn="ctr"/>
            <a:endParaRPr kumimoji="1" lang="zh-CN" altLang="en-US">
              <a:latin typeface="Times New Roman" panose="020B0503020204020204" charset="-122"/>
              <a:ea typeface="SimHei" panose="020B0503020204020204" charset="-122"/>
              <a:cs typeface="Times New Roman"/>
            </a:endParaRPr>
          </a:p>
        </p:txBody>
      </p:sp>
      <p:sp xmlns:a="http://schemas.openxmlformats.org/drawingml/2006/main">
        <p:nvSpPr>
          <p:cNvPr id="3" name="文本框 9"/>
          <p:cNvSpPr txBox="1"/>
          <p:nvPr/>
        </p:nvSpPr>
        <p:spPr>
          <a:xfrm>
            <a:off x="2081" y="1917271"/>
            <a:ext cx="12189744" cy="3393419"/>
          </a:xfrm>
          <a:prstGeom prst="rect">
            <a:avLst/>
          </a:prstGeom>
          <a:noFill/>
        </p:spPr>
        <p:txBody>
          <a:bodyPr wrap="square" lIns="91421" tIns="45710" rIns="91421" bIns="45710" rtlCol="0">
            <a:spAutoFit/>
          </a:bodyPr>
          <a:lstStyle/>
          <a:p>
            <a:pPr algn="ctr"/>
            <a:r>
              <a:rPr lang="zh-CN" altLang="en-US" sz="19895" b="1" dirty="0">
                <a:solidFill>
                  <a:srgbClr val="FFFFFF">
                    <a:alpha val="5000"/>
                  </a:srgbClr>
                </a:solidFill>
                <a:effectLst>
                  <a:reflection blurRad="6350" stA="55000" endA="300" endPos="45500" dir="5400000" sy="-100000" algn="bl" rotWithShape="0"/>
                </a:effectLst>
                <a:latin typeface="Times New Roman" panose="020B0604020202020204" pitchFamily="34" charset="0"/>
                <a:ea typeface="SimHei" panose="020B0600000000000000" pitchFamily="34" charset="-122"/>
                <a:cs typeface="Times New Roman" panose="020B0604020202020204" pitchFamily="34" charset="0"/>
              </a:rPr>
              <a:t>THANKS</a:t>
            </a:r>
          </a:p>
        </p:txBody>
      </p:sp>
      <p:sp xmlns:a="http://schemas.openxmlformats.org/drawingml/2006/main">
        <p:nvSpPr>
          <p:cNvPr id="4" name="矩形 3"/>
          <p:cNvSpPr/>
          <p:nvPr/>
        </p:nvSpPr>
        <p:spPr>
          <a:xfrm>
            <a:off x="176802" y="186576"/>
            <a:ext cx="11878198" cy="6474247"/>
          </a:xfrm>
          <a:prstGeom prst="rect">
            <a:avLst/>
          </a:prstGeom>
          <a:noFill/>
          <a:ln w="28575">
            <a:solidFill>
              <a:srgbClr val="4874CB"/>
            </a:solidFill>
          </a:ln>
        </p:spPr>
        <p:style>
          <a:lnRef idx="2">
            <a:srgbClr val="4874CB">
              <a:shade val="50000"/>
            </a:srgbClr>
          </a:lnRef>
          <a:fillRef idx="1">
            <a:srgbClr val="4874CB"/>
          </a:fillRef>
          <a:effectRef idx="0">
            <a:srgbClr val="4874CB"/>
          </a:effectRef>
          <a:fontRef idx="minor">
            <a:srgbClr val="FFFFFF"/>
          </a:fontRef>
        </p:style>
        <p:txBody>
          <a:bodyPr rtlCol="0" anchor="ctr"/>
          <a:lstStyle/>
          <a:p>
            <a:pPr algn="ctr"/>
            <a:endParaRPr kumimoji="1" lang="zh-CN" altLang="en-US">
              <a:latin typeface="Times New Roman" panose="020B0503020204020204" charset="-122"/>
              <a:ea typeface="SimHei" panose="020B0503020204020204" charset="-122"/>
              <a:cs typeface="Times New Roman"/>
            </a:endParaRPr>
          </a:p>
        </p:txBody>
      </p:sp>
      <p:sp xmlns:a="http://schemas.openxmlformats.org/drawingml/2006/main">
        <p:nvSpPr>
          <p:cNvPr id="5" name="文本框 7"/>
          <p:cNvSpPr txBox="1"/>
          <p:nvPr/>
        </p:nvSpPr>
        <p:spPr>
          <a:xfrm>
            <a:off x="2082" y="2897906"/>
            <a:ext cx="12189743" cy="1412239"/>
          </a:xfrm>
          <a:prstGeom prst="rect">
            <a:avLst/>
          </a:prstGeom>
          <a:noFill/>
        </p:spPr>
        <p:txBody>
          <a:bodyPr wrap="square" rtlCol="0">
            <a:spAutoFit/>
          </a:bodyPr>
          <a:lstStyle/>
          <a:p>
            <a:pPr algn="ctr"/>
            <a:r>
              <a:rPr lang="zh-CN" altLang="en-US" sz="8000" b="1" kern="100" dirty="0">
                <a:solidFill>
                  <a:prstClr val="white"/>
                </a:solidFill>
                <a:latin typeface="Times New Roman" panose="020B0503020204020204" charset="-122"/>
                <a:ea typeface="SimHei" panose="020B0503020204020204" charset="-122"/>
                <a:cs typeface="Times New Roman"/>
                <a:sym typeface="Times New Roman"/>
              </a:rPr>
              <a:t>请老师批评指正！</a:t>
            </a:r>
          </a:p>
        </p:txBody>
      </p:sp>
      <p:grpSp xmlns:a="http://schemas.openxmlformats.org/drawingml/2006/main" xmlns:r="http://schemas.openxmlformats.org/officeDocument/2006/relationships">
        <p:nvGrpSpPr>
          <p:cNvPr id="6" name="组合 18"/>
          <p:cNvGrpSpPr/>
          <p:nvPr/>
        </p:nvGrpSpPr>
        <p:grpSpPr>
          <a:xfrm>
            <a:off x="4552253" y="926274"/>
            <a:ext cx="3087810" cy="816709"/>
            <a:chOff x="4632728" y="981012"/>
            <a:chExt cx="3088382" cy="816860"/>
          </a:xfrm>
        </p:grpSpPr>
        <p:pic>
          <p:nvPicPr>
            <p:cNvPr id="7" name="Picture 2" descr="C:\Users\Asaskaa\Desktop\1.png"/>
            <p:cNvPicPr>
              <a:picLocks noChangeAspect="1" noChangeArrowheads="1"/>
            </p:cNvPicPr>
            <p:nvPr/>
          </p:nvPicPr>
          <p:blipFill rotWithShape="1">
            <a:blip r:embed="rId1" cstate="print"/>
            <a:srcRect l="13505" r="13805"/>
            <a:stretch>
              <a:fillRect/>
            </a:stretch>
          </p:blipFill>
          <p:spPr bwMode="auto">
            <a:xfrm>
              <a:off x="4632728" y="1053530"/>
              <a:ext cx="865967" cy="744342"/>
            </a:xfrm>
            <a:prstGeom prst="rect">
              <a:avLst/>
            </a:prstGeom>
            <a:noFill/>
          </p:spPr>
        </p:pic>
        <p:pic>
          <p:nvPicPr>
            <p:cNvPr id="8" name="Picture 3" descr="C:\Users\Asaskaa\Desktop\3.png"/>
            <p:cNvPicPr>
              <a:picLocks noChangeAspect="1" noChangeArrowheads="1"/>
            </p:cNvPicPr>
            <p:nvPr/>
          </p:nvPicPr>
          <p:blipFill rotWithShape="1">
            <a:blip r:embed="rId2" cstate="print"/>
            <a:srcRect l="31933" t="22857" r="9687" b="25687"/>
            <a:stretch>
              <a:fillRect/>
            </a:stretch>
          </p:blipFill>
          <p:spPr bwMode="auto">
            <a:xfrm>
              <a:off x="5498695" y="981012"/>
              <a:ext cx="2222415" cy="816860"/>
            </a:xfrm>
            <a:prstGeom prst="rect">
              <a:avLst/>
            </a:prstGeom>
            <a:noFill/>
          </p:spPr>
        </p:pic>
      </p:grpSp>
    </p:spTree>
    <p:extLst>
      <p:ext uri="{BB962C8B-B14F-4D97-AF65-F5344CB8AC3E}">
        <p14:creationId xmlns:p14="http://schemas.microsoft.com/office/powerpoint/2010/main" val="94341244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vision-text-1092">
            <a:extLst xmlns:a="http://schemas.openxmlformats.org/drawingml/2006/main">
              <a:ext uri="{FF2B5EF4-FFF2-40B4-BE49-F238E27FC236}">
                <a16:creationId xmlns:a16="http://schemas.microsoft.com/office/drawing/2014/main" id="{2FCE019B-7BFB-4D35-8F11-39949250D248}"/>
              </a:ext>
            </a:extLst>
          </p:cNvPr>
          <p:cNvSpPr>
            <a:spLocks xmlns:a="http://schemas.openxmlformats.org/drawingml/2006/main" noGrp="1"/>
          </p:cNvSpPr>
          <p:nvPr/>
        </p:nvSpPr>
        <p:spPr>
          <a:xfrm xmlns:a="http://schemas.openxmlformats.org/drawingml/2006/main">
            <a:off x="581025" y="107632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[1] </a:t>
            </a:r>
            <a:r>
              <a:rPr b="0" lang="zh-CN" altLang="en-US">
                <a:latin typeface="Times New Roman"/>
                <a:ea typeface="SimHei"/>
                <a:cs typeface="Times New Roman"/>
              </a:rPr>
              <a:t>中华人民共和国国民经济和社会发展第十五个五年规划纲要</a:t>
            </a:r>
          </a:p>
        </p:txBody>
      </p:sp>
      <p:sp>
        <p:nvSpPr>
          <p:cNvPr id="3" name="revision-text-1093">
            <a:extLst xmlns:a="http://schemas.openxmlformats.org/drawingml/2006/main">
              <a:ext uri="{FF2B5EF4-FFF2-40B4-BE49-F238E27FC236}">
                <a16:creationId xmlns:a16="http://schemas.microsoft.com/office/drawing/2014/main" id="{44968B65-BEFC-44DB-A013-D3A7EA555DAB}"/>
              </a:ext>
            </a:extLst>
          </p:cNvPr>
          <p:cNvSpPr>
            <a:spLocks xmlns:a="http://schemas.openxmlformats.org/drawingml/2006/main" noGrp="1"/>
          </p:cNvSpPr>
          <p:nvPr/>
        </p:nvSpPr>
        <p:spPr>
          <a:xfrm xmlns:a="http://schemas.openxmlformats.org/drawingml/2006/main">
            <a:off x="581025" y="154114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[2] </a:t>
            </a:r>
            <a:r>
              <a:rPr b="0" lang="zh-CN" altLang="en-US">
                <a:latin typeface="Times New Roman"/>
                <a:ea typeface="SimHei"/>
                <a:cs typeface="Times New Roman"/>
              </a:rPr>
              <a:t>工业和信息化部等八部门</a:t>
            </a:r>
            <a:r>
              <a:rPr b="0" lang="zh-CN" altLang="en-US">
                <a:latin typeface="Times New Roman"/>
                <a:ea typeface="SimHei"/>
                <a:cs typeface="Times New Roman"/>
              </a:rPr>
              <a:t>. </a:t>
            </a:r>
            <a:r>
              <a:rPr b="0" lang="zh-CN" altLang="en-US">
                <a:latin typeface="Times New Roman"/>
                <a:ea typeface="SimHei"/>
                <a:cs typeface="Times New Roman"/>
              </a:rPr>
              <a:t>“人工智能</a:t>
            </a:r>
            <a:r>
              <a:rPr b="0" lang="zh-CN" altLang="en-US">
                <a:latin typeface="Times New Roman"/>
                <a:ea typeface="SimHei"/>
                <a:cs typeface="Times New Roman"/>
              </a:rPr>
              <a:t>+</a:t>
            </a:r>
            <a:r>
              <a:rPr b="0" lang="zh-CN" altLang="en-US">
                <a:latin typeface="Times New Roman"/>
                <a:ea typeface="SimHei"/>
                <a:cs typeface="Times New Roman"/>
              </a:rPr>
              <a:t>制造”专项行动实施意见</a:t>
            </a:r>
          </a:p>
        </p:txBody>
      </p:sp>
      <p:sp>
        <p:nvSpPr>
          <p:cNvPr id="4" name="revision-text-1094">
            <a:extLst xmlns:a="http://schemas.openxmlformats.org/drawingml/2006/main">
              <a:ext uri="{FF2B5EF4-FFF2-40B4-BE49-F238E27FC236}">
                <a16:creationId xmlns:a16="http://schemas.microsoft.com/office/drawing/2014/main" id="{A2398378-F4FE-4554-855C-9798B17EF0FA}"/>
              </a:ext>
            </a:extLst>
          </p:cNvPr>
          <p:cNvSpPr>
            <a:spLocks xmlns:a="http://schemas.openxmlformats.org/drawingml/2006/main" noGrp="1"/>
          </p:cNvSpPr>
          <p:nvPr/>
        </p:nvSpPr>
        <p:spPr>
          <a:xfrm xmlns:a="http://schemas.openxmlformats.org/drawingml/2006/main">
            <a:off x="581025" y="200596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[3] </a:t>
            </a:r>
            <a:r>
              <a:rPr b="0" lang="zh-CN" altLang="en-US">
                <a:latin typeface="Times New Roman"/>
                <a:ea typeface="SimHei"/>
                <a:cs typeface="Times New Roman"/>
              </a:rPr>
              <a:t>上海飞机制造有限公司</a:t>
            </a:r>
            <a:r>
              <a:rPr b="0" lang="zh-CN" altLang="en-US">
                <a:latin typeface="Times New Roman"/>
                <a:ea typeface="SimHei"/>
                <a:cs typeface="Times New Roman"/>
              </a:rPr>
              <a:t>. </a:t>
            </a:r>
            <a:r>
              <a:rPr b="0" lang="zh-CN" altLang="en-US">
                <a:latin typeface="Times New Roman"/>
                <a:ea typeface="SimHei"/>
                <a:cs typeface="Times New Roman"/>
              </a:rPr>
              <a:t>贯彻</a:t>
            </a:r>
            <a:r>
              <a:rPr b="0" lang="zh-CN" altLang="en-US">
                <a:latin typeface="Times New Roman"/>
                <a:ea typeface="SimHei"/>
                <a:cs typeface="Times New Roman"/>
              </a:rPr>
              <a:t>1</a:t>
            </a:r>
            <a:r>
              <a:rPr b="0" lang="zh-CN" altLang="en-US">
                <a:latin typeface="Times New Roman"/>
                <a:ea typeface="SimHei"/>
                <a:cs typeface="Times New Roman"/>
              </a:rPr>
              <a:t>号文丨乘改革之势，聚攻坚之力，强发展之效</a:t>
            </a:r>
          </a:p>
        </p:txBody>
      </p:sp>
      <p:sp>
        <p:nvSpPr>
          <p:cNvPr id="5" name="revision-text-1095">
            <a:extLst xmlns:a="http://schemas.openxmlformats.org/drawingml/2006/main">
              <a:ext uri="{FF2B5EF4-FFF2-40B4-BE49-F238E27FC236}">
                <a16:creationId xmlns:a16="http://schemas.microsoft.com/office/drawing/2014/main" id="{9D8C9DCA-A8C8-49D5-8838-048E16CBE5BD}"/>
              </a:ext>
            </a:extLst>
          </p:cNvPr>
          <p:cNvSpPr>
            <a:spLocks xmlns:a="http://schemas.openxmlformats.org/drawingml/2006/main" noGrp="1"/>
          </p:cNvSpPr>
          <p:nvPr/>
        </p:nvSpPr>
        <p:spPr>
          <a:xfrm xmlns:a="http://schemas.openxmlformats.org/drawingml/2006/main">
            <a:off x="581025" y="247078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[4] </a:t>
            </a:r>
            <a:r>
              <a:rPr b="0" lang="zh-CN" altLang="en-US">
                <a:latin typeface="Times New Roman"/>
                <a:ea typeface="SimHei"/>
                <a:cs typeface="Times New Roman"/>
              </a:rPr>
              <a:t>方水良，刘猛男，鲜果，秦永辉，田雨辰</a:t>
            </a:r>
            <a:r>
              <a:rPr b="0" lang="zh-CN" altLang="en-US">
                <a:latin typeface="Times New Roman"/>
                <a:ea typeface="SimHei"/>
                <a:cs typeface="Times New Roman"/>
              </a:rPr>
              <a:t>. </a:t>
            </a:r>
            <a:r>
              <a:rPr b="0" lang="zh-CN" altLang="en-US">
                <a:latin typeface="Times New Roman"/>
                <a:ea typeface="SimHei"/>
                <a:cs typeface="Times New Roman"/>
              </a:rPr>
              <a:t>飞机移动装配线——脉动与续动</a:t>
            </a:r>
            <a:r>
              <a:rPr b="0" lang="zh-CN" altLang="en-US">
                <a:latin typeface="Times New Roman"/>
                <a:ea typeface="SimHei"/>
                <a:cs typeface="Times New Roman"/>
              </a:rPr>
              <a:t> </a:t>
            </a:r>
            <a:r>
              <a:rPr b="0" lang="zh-CN" altLang="en-US">
                <a:latin typeface="Times New Roman"/>
                <a:ea typeface="SimHei"/>
                <a:cs typeface="Times New Roman"/>
              </a:rPr>
              <a:t>·</a:t>
            </a:r>
            <a:r>
              <a:rPr b="0" lang="zh-CN" altLang="en-US">
                <a:latin typeface="Times New Roman"/>
                <a:ea typeface="SimHei"/>
                <a:cs typeface="Times New Roman"/>
              </a:rPr>
              <a:t> . </a:t>
            </a:r>
            <a:r>
              <a:rPr b="0" lang="zh-CN" altLang="en-US">
                <a:latin typeface="Times New Roman"/>
                <a:ea typeface="SimHei"/>
                <a:cs typeface="Times New Roman"/>
              </a:rPr>
              <a:t>航空制造技术</a:t>
            </a:r>
            <a:r>
              <a:rPr b="0" lang="zh-CN" altLang="en-US">
                <a:latin typeface="Times New Roman"/>
                <a:ea typeface="SimHei"/>
                <a:cs typeface="Times New Roman"/>
              </a:rPr>
              <a:t>, 2021, 64(16):40</a:t>
            </a:r>
            <a:r>
              <a:rPr b="0" lang="zh-CN" altLang="en-US">
                <a:latin typeface="Times New Roman"/>
                <a:ea typeface="SimHei"/>
                <a:cs typeface="Times New Roman"/>
              </a:rPr>
              <a:t>–</a:t>
            </a:r>
            <a:r>
              <a:rPr b="0" lang="zh-CN" altLang="en-US">
                <a:latin typeface="Times New Roman"/>
                <a:ea typeface="SimHei"/>
                <a:cs typeface="Times New Roman"/>
              </a:rPr>
              <a:t>50.</a:t>
            </a:r>
          </a:p>
        </p:txBody>
      </p:sp>
      <p:sp>
        <p:nvSpPr>
          <p:cNvPr id="6" name="revision-text-1096">
            <a:extLst xmlns:a="http://schemas.openxmlformats.org/drawingml/2006/main">
              <a:ext uri="{FF2B5EF4-FFF2-40B4-BE49-F238E27FC236}">
                <a16:creationId xmlns:a16="http://schemas.microsoft.com/office/drawing/2014/main" id="{70A41590-7E54-422A-B79E-7B56CADBFA86}"/>
              </a:ext>
            </a:extLst>
          </p:cNvPr>
          <p:cNvSpPr>
            <a:spLocks xmlns:a="http://schemas.openxmlformats.org/drawingml/2006/main" noGrp="1"/>
          </p:cNvSpPr>
          <p:nvPr/>
        </p:nvSpPr>
        <p:spPr>
          <a:xfrm xmlns:a="http://schemas.openxmlformats.org/drawingml/2006/main">
            <a:off x="581025" y="293560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[6] Bao Z, Chen L, Qiu K. An aircraft final assembly line balancing problem considering resource constraints and parallel task scheduling </a:t>
            </a:r>
            <a:r>
              <a:rPr b="0" lang="zh-CN" altLang="en-US">
                <a:latin typeface="Times New Roman"/>
                <a:ea typeface="SimHei"/>
                <a:cs typeface="Times New Roman"/>
              </a:rPr>
              <a:t>·</a:t>
            </a:r>
            <a:r>
              <a:rPr b="0" lang="zh-CN" altLang="en-US">
                <a:latin typeface="Times New Roman"/>
                <a:ea typeface="SimHei"/>
                <a:cs typeface="Times New Roman"/>
              </a:rPr>
              <a:t> . Computers &amp; Industrial Engineering, 2023, 182:109436.</a:t>
            </a:r>
          </a:p>
        </p:txBody>
      </p:sp>
      <p:sp>
        <p:nvSpPr>
          <p:cNvPr id="7" name="revision-text-1097">
            <a:extLst xmlns:a="http://schemas.openxmlformats.org/drawingml/2006/main">
              <a:ext uri="{FF2B5EF4-FFF2-40B4-BE49-F238E27FC236}">
                <a16:creationId xmlns:a16="http://schemas.microsoft.com/office/drawing/2014/main" id="{9D24FA3F-6DC3-4EA8-A173-B2462C1E2634}"/>
              </a:ext>
            </a:extLst>
          </p:cNvPr>
          <p:cNvSpPr>
            <a:spLocks xmlns:a="http://schemas.openxmlformats.org/drawingml/2006/main" noGrp="1"/>
          </p:cNvSpPr>
          <p:nvPr/>
        </p:nvSpPr>
        <p:spPr>
          <a:xfrm xmlns:a="http://schemas.openxmlformats.org/drawingml/2006/main">
            <a:off x="581025" y="340042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[7] Pucel X, Roussel S. Constraint Programming Model for Assembly Line Balancing and Scheduling with Walking Workers and Parallel Stations </a:t>
            </a:r>
            <a:r>
              <a:rPr b="0" lang="zh-CN" altLang="en-US">
                <a:latin typeface="Times New Roman"/>
                <a:ea typeface="SimHei"/>
                <a:cs typeface="Times New Roman"/>
              </a:rPr>
              <a:t>·</a:t>
            </a:r>
            <a:r>
              <a:rPr b="0" lang="zh-CN" altLang="en-US">
                <a:latin typeface="Times New Roman"/>
                <a:ea typeface="SimHei"/>
                <a:cs typeface="Times New Roman"/>
              </a:rPr>
              <a:t> CP 2024, LIPIcs 307:23:1</a:t>
            </a:r>
            <a:r>
              <a:rPr b="0" lang="zh-CN" altLang="en-US">
                <a:latin typeface="Times New Roman"/>
                <a:ea typeface="SimHei"/>
                <a:cs typeface="Times New Roman"/>
              </a:rPr>
              <a:t>–</a:t>
            </a:r>
            <a:r>
              <a:rPr b="0" lang="zh-CN" altLang="en-US">
                <a:latin typeface="Times New Roman"/>
                <a:ea typeface="SimHei"/>
                <a:cs typeface="Times New Roman"/>
              </a:rPr>
              <a:t>23:21.</a:t>
            </a:r>
          </a:p>
        </p:txBody>
      </p:sp>
      <p:sp>
        <p:nvSpPr>
          <p:cNvPr id="8" name="revision-text-1098">
            <a:extLst xmlns:a="http://schemas.openxmlformats.org/drawingml/2006/main">
              <a:ext uri="{FF2B5EF4-FFF2-40B4-BE49-F238E27FC236}">
                <a16:creationId xmlns:a16="http://schemas.microsoft.com/office/drawing/2014/main" id="{01ADC362-72D3-423B-98C1-D8E984553F92}"/>
              </a:ext>
            </a:extLst>
          </p:cNvPr>
          <p:cNvSpPr>
            <a:spLocks xmlns:a="http://schemas.openxmlformats.org/drawingml/2006/main" noGrp="1"/>
          </p:cNvSpPr>
          <p:nvPr/>
        </p:nvSpPr>
        <p:spPr>
          <a:xfrm xmlns:a="http://schemas.openxmlformats.org/drawingml/2006/main">
            <a:off x="581025" y="386524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[10] Zheng X, Qiao F, You S, et al.</a:t>
            </a:r>
            <a:r>
              <a:rPr b="0" lang="zh-CN" altLang="en-US">
                <a:latin typeface="Times New Roman"/>
                <a:ea typeface="SimHei"/>
                <a:cs typeface="Times New Roman"/>
              </a:rPr>
              <a:t> </a:t>
            </a:r>
            <a:r>
              <a:rPr b="0" lang="zh-CN" altLang="en-US">
                <a:latin typeface="Times New Roman"/>
                <a:ea typeface="SimHei"/>
                <a:cs typeface="Times New Roman"/>
              </a:rPr>
              <a:t>Joint optimization of production scheduling and worker allocation under a resource dedication policy in aircraft assembly lines </a:t>
            </a:r>
            <a:r>
              <a:rPr b="0" lang="zh-CN" altLang="en-US">
                <a:latin typeface="Times New Roman"/>
                <a:ea typeface="SimHei"/>
                <a:cs typeface="Times New Roman"/>
              </a:rPr>
              <a:t>·</a:t>
            </a:r>
            <a:r>
              <a:rPr b="0" lang="zh-CN" altLang="en-US">
                <a:latin typeface="Times New Roman"/>
                <a:ea typeface="SimHei"/>
                <a:cs typeface="Times New Roman"/>
              </a:rPr>
              <a:t> . Robotics and Computer-Integrated Manufacturing, 2025, 96:103047.</a:t>
            </a:r>
          </a:p>
        </p:txBody>
      </p:sp>
      <p:sp>
        <p:nvSpPr>
          <p:cNvPr id="9" name="revision-text-1099">
            <a:extLst xmlns:a="http://schemas.openxmlformats.org/drawingml/2006/main">
              <a:ext uri="{FF2B5EF4-FFF2-40B4-BE49-F238E27FC236}">
                <a16:creationId xmlns:a16="http://schemas.microsoft.com/office/drawing/2014/main" id="{AFDBCE22-0968-4459-937B-EB236F1238AC}"/>
              </a:ext>
            </a:extLst>
          </p:cNvPr>
          <p:cNvSpPr>
            <a:spLocks xmlns:a="http://schemas.openxmlformats.org/drawingml/2006/main" noGrp="1"/>
          </p:cNvSpPr>
          <p:nvPr/>
        </p:nvSpPr>
        <p:spPr>
          <a:xfrm xmlns:a="http://schemas.openxmlformats.org/drawingml/2006/main">
            <a:off x="581025" y="433006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[13] Lovato D, Guillaume R, Thierry C, Battaia O. Managing disruptions in aircraft assembly lines with staircase criteria </a:t>
            </a:r>
            <a:r>
              <a:rPr b="0" lang="zh-CN" altLang="en-US">
                <a:latin typeface="Times New Roman"/>
                <a:ea typeface="SimHei"/>
                <a:cs typeface="Times New Roman"/>
              </a:rPr>
              <a:t>·</a:t>
            </a:r>
            <a:r>
              <a:rPr b="0" lang="zh-CN" altLang="en-US">
                <a:latin typeface="Times New Roman"/>
                <a:ea typeface="SimHei"/>
                <a:cs typeface="Times New Roman"/>
              </a:rPr>
              <a:t> . International Journal of Production Research, 2023, 61(2):632</a:t>
            </a:r>
            <a:r>
              <a:rPr b="0" lang="zh-CN" altLang="en-US">
                <a:latin typeface="Times New Roman"/>
                <a:ea typeface="SimHei"/>
                <a:cs typeface="Times New Roman"/>
              </a:rPr>
              <a:t>–</a:t>
            </a:r>
            <a:r>
              <a:rPr b="0" lang="zh-CN" altLang="en-US">
                <a:latin typeface="Times New Roman"/>
                <a:ea typeface="SimHei"/>
                <a:cs typeface="Times New Roman"/>
              </a:rPr>
              <a:t>648.</a:t>
            </a:r>
          </a:p>
        </p:txBody>
      </p:sp>
      <p:sp>
        <p:nvSpPr>
          <p:cNvPr id="10" name="revision-text-1100">
            <a:extLst xmlns:a="http://schemas.openxmlformats.org/drawingml/2006/main">
              <a:ext uri="{FF2B5EF4-FFF2-40B4-BE49-F238E27FC236}">
                <a16:creationId xmlns:a16="http://schemas.microsoft.com/office/drawing/2014/main" id="{1B00DC12-3119-4E23-B4BE-DE818235C351}"/>
              </a:ext>
            </a:extLst>
          </p:cNvPr>
          <p:cNvSpPr>
            <a:spLocks xmlns:a="http://schemas.openxmlformats.org/drawingml/2006/main" noGrp="1"/>
          </p:cNvSpPr>
          <p:nvPr/>
        </p:nvSpPr>
        <p:spPr>
          <a:xfrm xmlns:a="http://schemas.openxmlformats.org/drawingml/2006/main">
            <a:off x="581025" y="479488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[14] Vieira G E, Herrmann J W, Lin E. Rescheduling manufacturing systems: a framework of strategies, policies, and methods </a:t>
            </a:r>
            <a:r>
              <a:rPr b="0" lang="zh-CN" altLang="en-US">
                <a:latin typeface="Times New Roman"/>
                <a:ea typeface="SimHei"/>
                <a:cs typeface="Times New Roman"/>
              </a:rPr>
              <a:t>·</a:t>
            </a:r>
            <a:r>
              <a:rPr b="0" lang="zh-CN" altLang="en-US">
                <a:latin typeface="Times New Roman"/>
                <a:ea typeface="SimHei"/>
                <a:cs typeface="Times New Roman"/>
              </a:rPr>
              <a:t> . Journal of Scheduling, 2003, 6:39</a:t>
            </a:r>
            <a:r>
              <a:rPr b="0" lang="zh-CN" altLang="en-US">
                <a:latin typeface="Times New Roman"/>
                <a:ea typeface="SimHei"/>
                <a:cs typeface="Times New Roman"/>
              </a:rPr>
              <a:t>–</a:t>
            </a:r>
            <a:r>
              <a:rPr b="0" lang="zh-CN" altLang="en-US">
                <a:latin typeface="Times New Roman"/>
                <a:ea typeface="SimHei"/>
                <a:cs typeface="Times New Roman"/>
              </a:rPr>
              <a:t>62.</a:t>
            </a:r>
          </a:p>
        </p:txBody>
      </p:sp>
      <p:sp>
        <p:nvSpPr>
          <p:cNvPr id="11" name="revision-text-1101">
            <a:extLst xmlns:a="http://schemas.openxmlformats.org/drawingml/2006/main">
              <a:ext uri="{FF2B5EF4-FFF2-40B4-BE49-F238E27FC236}">
                <a16:creationId xmlns:a16="http://schemas.microsoft.com/office/drawing/2014/main" id="{EFB267CE-7A76-4A86-8E88-E5ABB7A39930}"/>
              </a:ext>
            </a:extLst>
          </p:cNvPr>
          <p:cNvSpPr>
            <a:spLocks xmlns:a="http://schemas.openxmlformats.org/drawingml/2006/main" noGrp="1"/>
          </p:cNvSpPr>
          <p:nvPr/>
        </p:nvSpPr>
        <p:spPr>
          <a:xfrm xmlns:a="http://schemas.openxmlformats.org/drawingml/2006/main">
            <a:off x="581025" y="525970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[16] Panwalkar S S, Iskander W. A survey of scheduling rules </a:t>
            </a:r>
            <a:r>
              <a:rPr b="0" lang="zh-CN" altLang="en-US">
                <a:latin typeface="Times New Roman"/>
                <a:ea typeface="SimHei"/>
                <a:cs typeface="Times New Roman"/>
              </a:rPr>
              <a:t>·</a:t>
            </a:r>
            <a:r>
              <a:rPr b="0" lang="zh-CN" altLang="en-US">
                <a:latin typeface="Times New Roman"/>
                <a:ea typeface="SimHei"/>
                <a:cs typeface="Times New Roman"/>
              </a:rPr>
              <a:t> . Operations Research, 1977, 25(1):45</a:t>
            </a:r>
            <a:r>
              <a:rPr b="0" lang="zh-CN" altLang="en-US">
                <a:latin typeface="Times New Roman"/>
                <a:ea typeface="SimHei"/>
                <a:cs typeface="Times New Roman"/>
              </a:rPr>
              <a:t>–</a:t>
            </a:r>
            <a:r>
              <a:rPr b="0" lang="zh-CN" altLang="en-US">
                <a:latin typeface="Times New Roman"/>
                <a:ea typeface="SimHei"/>
                <a:cs typeface="Times New Roman"/>
              </a:rPr>
              <a:t>61.</a:t>
            </a:r>
          </a:p>
        </p:txBody>
      </p:sp>
      <p:sp>
        <p:nvSpPr>
          <p:cNvPr id="12" name="revision-text-1102">
            <a:extLst xmlns:a="http://schemas.openxmlformats.org/drawingml/2006/main">
              <a:ext uri="{FF2B5EF4-FFF2-40B4-BE49-F238E27FC236}">
                <a16:creationId xmlns:a16="http://schemas.microsoft.com/office/drawing/2014/main" id="{769A72D8-EF82-41F9-893C-5D4258B7A61A}"/>
              </a:ext>
            </a:extLst>
          </p:cNvPr>
          <p:cNvSpPr>
            <a:spLocks xmlns:a="http://schemas.openxmlformats.org/drawingml/2006/main" noGrp="1"/>
          </p:cNvSpPr>
          <p:nvPr/>
        </p:nvSpPr>
        <p:spPr>
          <a:xfrm xmlns:a="http://schemas.openxmlformats.org/drawingml/2006/main">
            <a:off x="581025" y="572452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[19] Wen X, et al. An improved genetic algorithm based on reinforcement learning for aircraft assembly scheduling problem </a:t>
            </a:r>
            <a:r>
              <a:rPr b="0" lang="zh-CN" altLang="en-US">
                <a:latin typeface="Times New Roman"/>
                <a:ea typeface="SimHei"/>
                <a:cs typeface="Times New Roman"/>
              </a:rPr>
              <a:t>·</a:t>
            </a:r>
            <a:r>
              <a:rPr b="0" lang="zh-CN" altLang="en-US">
                <a:latin typeface="Times New Roman"/>
                <a:ea typeface="SimHei"/>
                <a:cs typeface="Times New Roman"/>
              </a:rPr>
              <a:t> . Computers &amp; Industrial Engineering, 2024, 193:110263.</a:t>
            </a:r>
          </a:p>
        </p:txBody>
      </p:sp>
      <p:sp xmlns:a="http://schemas.openxmlformats.org/drawingml/2006/main">
        <p:nvSpPr>
          <p:cNvPr id="13"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14"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15"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参考文献（1／2）</a:t>
            </a:r>
          </a:p>
        </p:txBody>
      </p:sp>
      <p:sp>
        <p:nvSpPr>
          <p:cNvPr id="16"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0:p xmlns:ns0="http://schemas.openxmlformats.org/drawingml/2006/main">
            <ns0:pPr algn="r">
              <ns0:defRPr sz="1350" b="0" lang="zh-CN" altLang="en-US">
                <ns0:solidFill>
                  <ns0:srgbClr val="000000"/>
                </ns0:solidFill>
                <ns0:latin typeface="Times New Roman"/>
                <ns0:ea typeface="SimHei"/>
                <ns0:cs typeface="Times New Roman"/>
              </ns0:defRPr>
            </ns0:pPr>
            <ns0:r>
              <ns0:rPr b="0" sz="1200" lang="zh-CN" altLang="en-US">
                <ns0:solidFill>
                  <ns0:srgbClr val="666666"/>
                </ns0:solidFill>
                <ns0:latin typeface="Times New Roman"/>
                <ns0:ea typeface="SimHei"/>
                <ns0:cs typeface="Times New Roman"/>
              </ns0:rPr>
              <ns0:t>16</ns0:t>
            </ns0:r>
          </ns0:p>
        </p:txBody>
      </p:sp>
    </p:spTree>
    <p:extLst>
      <p:ext uri="{BB962C8B-B14F-4D97-AF65-F5344CB8AC3E}">
        <p14:creationId xmlns:p14="http://schemas.microsoft.com/office/powerpoint/2010/main" val="6123980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vision-text-1108">
            <a:extLst xmlns:a="http://schemas.openxmlformats.org/drawingml/2006/main">
              <a:ext uri="{FF2B5EF4-FFF2-40B4-BE49-F238E27FC236}">
                <a16:creationId xmlns:a16="http://schemas.microsoft.com/office/drawing/2014/main" id="{F0B442D5-F51A-4F0A-B8FD-0852E35EEB10}"/>
              </a:ext>
            </a:extLst>
          </p:cNvPr>
          <p:cNvSpPr>
            <a:spLocks xmlns:a="http://schemas.openxmlformats.org/drawingml/2006/main" noGrp="1"/>
          </p:cNvSpPr>
          <p:nvPr/>
        </p:nvSpPr>
        <p:spPr>
          <a:xfrm xmlns:a="http://schemas.openxmlformats.org/drawingml/2006/main">
            <a:off x="581025" y="107632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[21] Zhang C, Song W, Cao Z, et al.</a:t>
            </a:r>
            <a:r>
              <a:rPr b="0" lang="zh-CN" altLang="en-US">
                <a:latin typeface="Times New Roman"/>
                <a:ea typeface="SimHei"/>
                <a:cs typeface="Times New Roman"/>
              </a:rPr>
              <a:t> </a:t>
            </a:r>
            <a:r>
              <a:rPr b="0" lang="zh-CN" altLang="en-US">
                <a:latin typeface="Times New Roman"/>
                <a:ea typeface="SimHei"/>
                <a:cs typeface="Times New Roman"/>
              </a:rPr>
              <a:t>Learning to Dispatch for Job Shop Scheduling via Deep Reinforcement Learning </a:t>
            </a:r>
            <a:r>
              <a:rPr b="0" lang="zh-CN" altLang="en-US">
                <a:latin typeface="Times New Roman"/>
                <a:ea typeface="SimHei"/>
                <a:cs typeface="Times New Roman"/>
              </a:rPr>
              <a:t>·</a:t>
            </a:r>
            <a:r>
              <a:rPr b="0" lang="zh-CN" altLang="en-US">
                <a:latin typeface="Times New Roman"/>
                <a:ea typeface="SimHei"/>
                <a:cs typeface="Times New Roman"/>
              </a:rPr>
              <a:t> NeurIPS, 2020, 33:1621</a:t>
            </a:r>
            <a:r>
              <a:rPr b="0" lang="zh-CN" altLang="en-US">
                <a:latin typeface="Times New Roman"/>
                <a:ea typeface="SimHei"/>
                <a:cs typeface="Times New Roman"/>
              </a:rPr>
              <a:t>–</a:t>
            </a:r>
            <a:r>
              <a:rPr b="0" lang="zh-CN" altLang="en-US">
                <a:latin typeface="Times New Roman"/>
                <a:ea typeface="SimHei"/>
                <a:cs typeface="Times New Roman"/>
              </a:rPr>
              <a:t>1632.</a:t>
            </a:r>
          </a:p>
        </p:txBody>
      </p:sp>
      <p:sp>
        <p:nvSpPr>
          <p:cNvPr id="3" name="revision-text-1109">
            <a:extLst xmlns:a="http://schemas.openxmlformats.org/drawingml/2006/main">
              <a:ext uri="{FF2B5EF4-FFF2-40B4-BE49-F238E27FC236}">
                <a16:creationId xmlns:a16="http://schemas.microsoft.com/office/drawing/2014/main" id="{E35848C5-2579-4652-8D6A-E1C14F67CAAA}"/>
              </a:ext>
            </a:extLst>
          </p:cNvPr>
          <p:cNvSpPr>
            <a:spLocks xmlns:a="http://schemas.openxmlformats.org/drawingml/2006/main" noGrp="1"/>
          </p:cNvSpPr>
          <p:nvPr/>
        </p:nvSpPr>
        <p:spPr>
          <a:xfrm xmlns:a="http://schemas.openxmlformats.org/drawingml/2006/main">
            <a:off x="581025" y="154114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[22] Wen X, Zhang H, Yang W, et al.</a:t>
            </a:r>
            <a:r>
              <a:rPr b="0" lang="zh-CN" altLang="en-US">
                <a:latin typeface="Times New Roman"/>
                <a:ea typeface="SimHei"/>
                <a:cs typeface="Times New Roman"/>
              </a:rPr>
              <a:t> </a:t>
            </a:r>
            <a:r>
              <a:rPr b="0" lang="zh-CN" altLang="en-US">
                <a:latin typeface="Times New Roman"/>
                <a:ea typeface="SimHei"/>
                <a:cs typeface="Times New Roman"/>
              </a:rPr>
              <a:t>Research on a worker skill level-aware pulsating assembly scheduling method for aircraft based on the GIN-PPO algorithm </a:t>
            </a:r>
            <a:r>
              <a:rPr b="0" lang="zh-CN" altLang="en-US">
                <a:latin typeface="Times New Roman"/>
                <a:ea typeface="SimHei"/>
                <a:cs typeface="Times New Roman"/>
              </a:rPr>
              <a:t>·</a:t>
            </a:r>
            <a:r>
              <a:rPr b="0" lang="zh-CN" altLang="en-US">
                <a:latin typeface="Times New Roman"/>
                <a:ea typeface="SimHei"/>
                <a:cs typeface="Times New Roman"/>
              </a:rPr>
              <a:t> . Computers &amp; Industrial Engineering, 2026, 218:112135.</a:t>
            </a:r>
          </a:p>
        </p:txBody>
      </p:sp>
      <p:sp>
        <p:nvSpPr>
          <p:cNvPr id="4" name="revision-text-1110">
            <a:extLst xmlns:a="http://schemas.openxmlformats.org/drawingml/2006/main">
              <a:ext uri="{FF2B5EF4-FFF2-40B4-BE49-F238E27FC236}">
                <a16:creationId xmlns:a16="http://schemas.microsoft.com/office/drawing/2014/main" id="{CF1BD64E-D2D1-4A3E-B6C7-6F76ABDE4F65}"/>
              </a:ext>
            </a:extLst>
          </p:cNvPr>
          <p:cNvSpPr>
            <a:spLocks xmlns:a="http://schemas.openxmlformats.org/drawingml/2006/main" noGrp="1"/>
          </p:cNvSpPr>
          <p:nvPr/>
        </p:nvSpPr>
        <p:spPr>
          <a:xfrm xmlns:a="http://schemas.openxmlformats.org/drawingml/2006/main">
            <a:off x="581025" y="200596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[23] Chen B, Zhang J, Luo X, Jiang S. A multi-agent graph attention deep reinforcement learning method for aircraft assembly dynamic scheduling </a:t>
            </a:r>
            <a:r>
              <a:rPr b="0" lang="zh-CN" altLang="en-US">
                <a:latin typeface="Times New Roman"/>
                <a:ea typeface="SimHei"/>
                <a:cs typeface="Times New Roman"/>
              </a:rPr>
              <a:t>·</a:t>
            </a:r>
            <a:r>
              <a:rPr b="0" lang="zh-CN" altLang="en-US">
                <a:latin typeface="Times New Roman"/>
                <a:ea typeface="SimHei"/>
                <a:cs typeface="Times New Roman"/>
              </a:rPr>
              <a:t> . Advanced Engineering Informatics, 2026, 73:104565.</a:t>
            </a:r>
          </a:p>
        </p:txBody>
      </p:sp>
      <p:sp>
        <p:nvSpPr>
          <p:cNvPr id="5" name="revision-text-1111">
            <a:extLst xmlns:a="http://schemas.openxmlformats.org/drawingml/2006/main">
              <a:ext uri="{FF2B5EF4-FFF2-40B4-BE49-F238E27FC236}">
                <a16:creationId xmlns:a16="http://schemas.microsoft.com/office/drawing/2014/main" id="{190A81DF-5DF6-4601-8E30-769A9F61171C}"/>
              </a:ext>
            </a:extLst>
          </p:cNvPr>
          <p:cNvSpPr>
            <a:spLocks xmlns:a="http://schemas.openxmlformats.org/drawingml/2006/main" noGrp="1"/>
          </p:cNvSpPr>
          <p:nvPr/>
        </p:nvSpPr>
        <p:spPr>
          <a:xfrm xmlns:a="http://schemas.openxmlformats.org/drawingml/2006/main">
            <a:off x="581025" y="247078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[24] Waubert de Puiseau C, Ercan F, Peters J, et al. A literature review on deep reinforcement learning for machine scheduling problems </a:t>
            </a:r>
            <a:r>
              <a:rPr b="0" lang="zh-CN" altLang="en-US">
                <a:latin typeface="Times New Roman"/>
                <a:ea typeface="SimHei"/>
                <a:cs typeface="Times New Roman"/>
              </a:rPr>
              <a:t>·</a:t>
            </a:r>
            <a:r>
              <a:rPr b="0" lang="zh-CN" altLang="en-US">
                <a:latin typeface="Times New Roman"/>
                <a:ea typeface="SimHei"/>
                <a:cs typeface="Times New Roman"/>
              </a:rPr>
              <a:t> . Journal of Manufacturing Systems, 2026, 85:96</a:t>
            </a:r>
            <a:r>
              <a:rPr b="0" lang="zh-CN" altLang="en-US">
                <a:latin typeface="Times New Roman"/>
                <a:ea typeface="SimHei"/>
                <a:cs typeface="Times New Roman"/>
              </a:rPr>
              <a:t>–</a:t>
            </a:r>
            <a:r>
              <a:rPr b="0" lang="zh-CN" altLang="en-US">
                <a:latin typeface="Times New Roman"/>
                <a:ea typeface="SimHei"/>
                <a:cs typeface="Times New Roman"/>
              </a:rPr>
              <a:t>126.</a:t>
            </a:r>
          </a:p>
        </p:txBody>
      </p:sp>
      <p:sp>
        <p:nvSpPr>
          <p:cNvPr id="6" name="revision-text-1112">
            <a:extLst xmlns:a="http://schemas.openxmlformats.org/drawingml/2006/main">
              <a:ext uri="{FF2B5EF4-FFF2-40B4-BE49-F238E27FC236}">
                <a16:creationId xmlns:a16="http://schemas.microsoft.com/office/drawing/2014/main" id="{958EAAFB-3AD9-41C3-B80D-20ED918809BD}"/>
              </a:ext>
            </a:extLst>
          </p:cNvPr>
          <p:cNvSpPr>
            <a:spLocks xmlns:a="http://schemas.openxmlformats.org/drawingml/2006/main" noGrp="1"/>
          </p:cNvSpPr>
          <p:nvPr/>
        </p:nvSpPr>
        <p:spPr>
          <a:xfrm xmlns:a="http://schemas.openxmlformats.org/drawingml/2006/main">
            <a:off x="581025" y="293560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[27] Smit I G, Zhou J, Reijnen R, et al. Graph neural networks for job shop scheduling problems: A survey </a:t>
            </a:r>
            <a:r>
              <a:rPr b="0" lang="zh-CN" altLang="en-US">
                <a:latin typeface="Times New Roman"/>
                <a:ea typeface="SimHei"/>
                <a:cs typeface="Times New Roman"/>
              </a:rPr>
              <a:t>·</a:t>
            </a:r>
            <a:r>
              <a:rPr b="0" lang="zh-CN" altLang="en-US">
                <a:latin typeface="Times New Roman"/>
                <a:ea typeface="SimHei"/>
                <a:cs typeface="Times New Roman"/>
              </a:rPr>
              <a:t> . Computers &amp; Operations Research, 2025, 176:106914.</a:t>
            </a:r>
          </a:p>
        </p:txBody>
      </p:sp>
      <p:sp>
        <p:nvSpPr>
          <p:cNvPr id="7" name="revision-text-1113">
            <a:extLst xmlns:a="http://schemas.openxmlformats.org/drawingml/2006/main">
              <a:ext uri="{FF2B5EF4-FFF2-40B4-BE49-F238E27FC236}">
                <a16:creationId xmlns:a16="http://schemas.microsoft.com/office/drawing/2014/main" id="{0EC7DA17-0102-49B8-9790-DCC7F7C123BB}"/>
              </a:ext>
            </a:extLst>
          </p:cNvPr>
          <p:cNvSpPr>
            <a:spLocks xmlns:a="http://schemas.openxmlformats.org/drawingml/2006/main" noGrp="1"/>
          </p:cNvSpPr>
          <p:nvPr/>
        </p:nvSpPr>
        <p:spPr>
          <a:xfrm xmlns:a="http://schemas.openxmlformats.org/drawingml/2006/main">
            <a:off x="581025" y="340042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[29] Song W, Chen X, Li Q, Cao Z. Flexible job-shop scheduling via graph neural network and deep reinforcement learning </a:t>
            </a:r>
            <a:r>
              <a:rPr b="0" lang="zh-CN" altLang="en-US">
                <a:latin typeface="Times New Roman"/>
                <a:ea typeface="SimHei"/>
                <a:cs typeface="Times New Roman"/>
              </a:rPr>
              <a:t>·</a:t>
            </a:r>
            <a:r>
              <a:rPr b="0" lang="zh-CN" altLang="en-US">
                <a:latin typeface="Times New Roman"/>
                <a:ea typeface="SimHei"/>
                <a:cs typeface="Times New Roman"/>
              </a:rPr>
              <a:t> . IEEE Transactions on Industrial Informatics, 2023, 19(2):1600</a:t>
            </a:r>
            <a:r>
              <a:rPr b="0" lang="zh-CN" altLang="en-US">
                <a:latin typeface="Times New Roman"/>
                <a:ea typeface="SimHei"/>
                <a:cs typeface="Times New Roman"/>
              </a:rPr>
              <a:t>–</a:t>
            </a:r>
            <a:r>
              <a:rPr b="0" lang="zh-CN" altLang="en-US">
                <a:latin typeface="Times New Roman"/>
                <a:ea typeface="SimHei"/>
                <a:cs typeface="Times New Roman"/>
              </a:rPr>
              <a:t>1610.</a:t>
            </a:r>
          </a:p>
        </p:txBody>
      </p:sp>
      <p:sp>
        <p:nvSpPr>
          <p:cNvPr id="8" name="revision-text-1114">
            <a:extLst xmlns:a="http://schemas.openxmlformats.org/drawingml/2006/main">
              <a:ext uri="{FF2B5EF4-FFF2-40B4-BE49-F238E27FC236}">
                <a16:creationId xmlns:a16="http://schemas.microsoft.com/office/drawing/2014/main" id="{DBB20F19-576E-44CE-AA72-6F0C9607519B}"/>
              </a:ext>
            </a:extLst>
          </p:cNvPr>
          <p:cNvSpPr>
            <a:spLocks xmlns:a="http://schemas.openxmlformats.org/drawingml/2006/main" noGrp="1"/>
          </p:cNvSpPr>
          <p:nvPr/>
        </p:nvSpPr>
        <p:spPr>
          <a:xfrm xmlns:a="http://schemas.openxmlformats.org/drawingml/2006/main">
            <a:off x="581025" y="386524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[33] Ding C, Qiao F, Liu J, Wang D, Shi J. Semantic-driven real-time scheduling approach for aerospace product manufacturing </a:t>
            </a:r>
            <a:r>
              <a:rPr b="0" lang="zh-CN" altLang="en-US">
                <a:latin typeface="Times New Roman"/>
                <a:ea typeface="SimHei"/>
                <a:cs typeface="Times New Roman"/>
              </a:rPr>
              <a:t>·</a:t>
            </a:r>
            <a:r>
              <a:rPr b="0" lang="zh-CN" altLang="en-US">
                <a:latin typeface="Times New Roman"/>
                <a:ea typeface="SimHei"/>
                <a:cs typeface="Times New Roman"/>
              </a:rPr>
              <a:t> . Computers &amp; Industrial Engineering, 2025, 210:111525.</a:t>
            </a:r>
          </a:p>
        </p:txBody>
      </p:sp>
      <p:sp>
        <p:nvSpPr>
          <p:cNvPr id="9" name="revision-text-1115">
            <a:extLst xmlns:a="http://schemas.openxmlformats.org/drawingml/2006/main">
              <a:ext uri="{FF2B5EF4-FFF2-40B4-BE49-F238E27FC236}">
                <a16:creationId xmlns:a16="http://schemas.microsoft.com/office/drawing/2014/main" id="{3A8EC308-FD3C-4542-9961-1F7A03C71F45}"/>
              </a:ext>
            </a:extLst>
          </p:cNvPr>
          <p:cNvSpPr>
            <a:spLocks xmlns:a="http://schemas.openxmlformats.org/drawingml/2006/main" noGrp="1"/>
          </p:cNvSpPr>
          <p:nvPr/>
        </p:nvSpPr>
        <p:spPr>
          <a:xfrm xmlns:a="http://schemas.openxmlformats.org/drawingml/2006/main">
            <a:off x="581025" y="433006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[34] Hu Y, Chen J, Zhang Z, Tang D, Cai Q. Dynamic scheduling for dual-resource constrained flexible job-shop via semantic-aware graph modelling and deep reinforcement learning </a:t>
            </a:r>
            <a:r>
              <a:rPr b="0" lang="zh-CN" altLang="en-US">
                <a:latin typeface="Times New Roman"/>
                <a:ea typeface="SimHei"/>
                <a:cs typeface="Times New Roman"/>
              </a:rPr>
              <a:t>·</a:t>
            </a:r>
            <a:r>
              <a:rPr b="0" lang="zh-CN" altLang="en-US">
                <a:latin typeface="Times New Roman"/>
                <a:ea typeface="SimHei"/>
                <a:cs typeface="Times New Roman"/>
              </a:rPr>
              <a:t> . Knowledge-Based Systems, 2025, 328:114192.</a:t>
            </a:r>
          </a:p>
        </p:txBody>
      </p:sp>
      <p:sp>
        <p:nvSpPr>
          <p:cNvPr id="10" name="revision-text-1116">
            <a:extLst xmlns:a="http://schemas.openxmlformats.org/drawingml/2006/main">
              <a:ext uri="{FF2B5EF4-FFF2-40B4-BE49-F238E27FC236}">
                <a16:creationId xmlns:a16="http://schemas.microsoft.com/office/drawing/2014/main" id="{8097A210-47A5-412F-BC93-519F85A5F6BC}"/>
              </a:ext>
            </a:extLst>
          </p:cNvPr>
          <p:cNvSpPr>
            <a:spLocks xmlns:a="http://schemas.openxmlformats.org/drawingml/2006/main" noGrp="1"/>
          </p:cNvSpPr>
          <p:nvPr/>
        </p:nvSpPr>
        <p:spPr>
          <a:xfrm xmlns:a="http://schemas.openxmlformats.org/drawingml/2006/main">
            <a:off x="581025" y="479488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[36] Schulman J, Wolski F, Dhariwal P, Radford A, Klimov O. Proximal Policy Optimization Algorithms</a:t>
            </a:r>
          </a:p>
        </p:txBody>
      </p:sp>
      <p:sp>
        <p:nvSpPr>
          <p:cNvPr id="11" name="revision-text-1117">
            <a:extLst xmlns:a="http://schemas.openxmlformats.org/drawingml/2006/main">
              <a:ext uri="{FF2B5EF4-FFF2-40B4-BE49-F238E27FC236}">
                <a16:creationId xmlns:a16="http://schemas.microsoft.com/office/drawing/2014/main" id="{358A3A8B-48FB-40D8-87E4-9D0C59425406}"/>
              </a:ext>
            </a:extLst>
          </p:cNvPr>
          <p:cNvSpPr>
            <a:spLocks xmlns:a="http://schemas.openxmlformats.org/drawingml/2006/main" noGrp="1"/>
          </p:cNvSpPr>
          <p:nvPr/>
        </p:nvSpPr>
        <p:spPr>
          <a:xfrm xmlns:a="http://schemas.openxmlformats.org/drawingml/2006/main">
            <a:off x="581025" y="5259705"/>
            <a:ext cx="11020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lang="zh-CN" altLang="en-US">
                <a:solidFill>
                  <a:srgbClr val="000000"/>
                </a:solidFill>
                <a:latin typeface="Times New Roman"/>
                <a:ea typeface="SimHei"/>
                <a:cs typeface="Times New Roman"/>
              </a:defRPr>
            </a:defPPr>
          </a:lstStyle>
          <a:p xmlns:a="http://schemas.openxmlformats.org/drawingml/2006/main">
            <a:pPr algn="l">
              <a:defRPr sz="1500" b="0" lang="zh-CN" altLang="en-US">
                <a:solidFill>
                  <a:srgbClr val="000000"/>
                </a:solidFill>
                <a:latin typeface="Times New Roman"/>
                <a:ea typeface="SimHei"/>
                <a:cs typeface="Times New Roman"/>
              </a:defRPr>
            </a:pPr>
            <a:r>
              <a:rPr b="0" lang="zh-CN" altLang="en-US">
                <a:latin typeface="Times New Roman"/>
                <a:ea typeface="SimHei"/>
                <a:cs typeface="Times New Roman"/>
              </a:rPr>
              <a:t>[37] Huang S, Onta</a:t>
            </a:r>
            <a:r>
              <a:rPr b="0" lang="zh-CN" altLang="en-US">
                <a:latin typeface="Times New Roman"/>
                <a:ea typeface="SimHei"/>
                <a:cs typeface="Times New Roman"/>
              </a:rPr>
              <a:t>ñó</a:t>
            </a:r>
            <a:r>
              <a:rPr b="0" lang="zh-CN" altLang="en-US">
                <a:latin typeface="Times New Roman"/>
                <a:ea typeface="SimHei"/>
                <a:cs typeface="Times New Roman"/>
              </a:rPr>
              <a:t>n S. A Closer Look at Invalid Action Masking in Policy Gradient Algorithms </a:t>
            </a:r>
            <a:r>
              <a:rPr b="0" lang="zh-CN" altLang="en-US">
                <a:latin typeface="Times New Roman"/>
                <a:ea typeface="SimHei"/>
                <a:cs typeface="Times New Roman"/>
              </a:rPr>
              <a:t>·</a:t>
            </a:r>
            <a:r>
              <a:rPr b="0" lang="zh-CN" altLang="en-US">
                <a:latin typeface="Times New Roman"/>
                <a:ea typeface="SimHei"/>
                <a:cs typeface="Times New Roman"/>
              </a:rPr>
              <a:t> The International FLAIRS Conference Proceedings, 2022, 35.</a:t>
            </a:r>
          </a:p>
        </p:txBody>
      </p:sp>
      <p:sp xmlns:a="http://schemas.openxmlformats.org/drawingml/2006/main">
        <p:nvSpPr>
          <p:cNvPr id="12" name="模板页眉横线">
            <a:extLst>
              <a:ext uri="{FF2B5EF4-FFF2-40B4-BE49-F238E27FC236}">
                <a16:creationId xmlns:a16="http://schemas.microsoft.com/office/drawing/2014/main" id="{C4000073-E50E-0B72-94C0-033F230AA567}"/>
              </a:ext>
            </a:extLst>
          </p:cNvPr>
          <p:cNvSpPr/>
          <p:nvPr/>
        </p:nvSpPr>
        <p:spPr bwMode="auto">
          <a:xfrm>
            <a:off x="0" y="547054"/>
            <a:ext cx="12192000" cy="45719"/>
          </a:xfrm>
          <a:custGeom>
            <a:avLst/>
            <a:gdLst>
              <a:gd name="T0" fmla="*/ 0 w 21600"/>
              <a:gd name="T1" fmla="*/ 0 h 21600"/>
              <a:gd name="T2" fmla="*/ 489365807 w 21600"/>
              <a:gd name="T3" fmla="*/ 0 h 21600"/>
              <a:gd name="T4" fmla="*/ 489365807 w 21600"/>
              <a:gd name="T5" fmla="*/ 28356134 h 21600"/>
              <a:gd name="T6" fmla="*/ 0 w 21600"/>
              <a:gd name="T7" fmla="*/ 28356134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599"/>
                </a:lnTo>
                <a:lnTo>
                  <a:pt x="0" y="21599"/>
                </a:lnTo>
                <a:lnTo>
                  <a:pt x="0" y="0"/>
                </a:lnTo>
                <a:close/>
              </a:path>
            </a:pathLst>
          </a:custGeom>
          <a:solidFill>
            <a:srgbClr val="4874CB"/>
          </a:solidFill>
          <a:ln w="3175" cap="flat" cmpd="sng">
            <a:solidFill>
              <a:srgbClr val="002060">
                <a:alpha val="0"/>
              </a:srgbClr>
            </a:solidFill>
            <a:round/>
          </a:ln>
        </p:spPr>
        <p:txBody>
          <a:bodyPr lIns="0" tIns="0" rIns="0" bIns="0">
            <a:scene3d>
              <a:camera prst="orthographicFront"/>
              <a:lightRig rig="threePt" dir="t"/>
            </a:scene3d>
          </a:bodyPr>
          <a:lstStyle/>
          <a:p>
            <a:endParaRPr lang="zh-CN" altLang="en-US">
              <a:solidFill>
                <a:srgbClr val="4874CB"/>
              </a:solidFill>
              <a:effectLst>
                <a:outerShdw blurRad="38100" dist="25400" dir="5400000" algn="ctr" rotWithShape="0">
                  <a:srgbClr val="6E747A">
                    <a:alpha val="43000"/>
                  </a:srgbClr>
                </a:outerShdw>
              </a:effectLst>
              <a:latin typeface="Times New Roman"/>
              <a:ea typeface="SimHei"/>
              <a:cs typeface="Times New Roman"/>
            </a:endParaRPr>
          </a:p>
        </p:txBody>
      </p:sp>
      <p:pic xmlns:a="http://schemas.openxmlformats.org/drawingml/2006/main" xmlns:r="http://schemas.openxmlformats.org/officeDocument/2006/relationships">
        <p:nvPicPr>
          <p:cNvPr id="13" name="同济校标">
            <a:extLst>
              <a:ext uri="{FF2B5EF4-FFF2-40B4-BE49-F238E27FC236}">
                <a16:creationId xmlns:a16="http://schemas.microsoft.com/office/drawing/2014/main" id="{06084491-E4EA-F503-7226-D62ED4847506}"/>
              </a:ext>
            </a:extLst>
          </p:cNvPr>
          <p:cNvPicPr>
            <a:picLocks noChangeAspect="1"/>
          </p:cNvPicPr>
          <p:nvPr/>
        </p:nvPicPr>
        <p:blipFill rotWithShape="1">
          <a:blip r:embed="rId1" cstate="print"/>
          <a:srcRect r="855"/>
          <a:stretch>
            <a:fillRect/>
          </a:stretch>
        </p:blipFill>
        <p:spPr>
          <a:xfrm>
            <a:off x="10301625" y="20910"/>
            <a:ext cx="1809525" cy="526143"/>
          </a:xfrm>
          <a:prstGeom prst="rect">
            <a:avLst/>
          </a:prstGeom>
        </p:spPr>
      </p:pic>
      <p:sp xmlns:a="http://schemas.openxmlformats.org/drawingml/2006/main">
        <p:nvSpPr>
          <p:cNvPr id="14" name="章节标题">
            <a:extLst>
              <a:ext uri="{FF2B5EF4-FFF2-40B4-BE49-F238E27FC236}">
                <a16:creationId xmlns:a16="http://schemas.microsoft.com/office/drawing/2014/main" id="{CCA1E91B-B668-B211-4835-07E7731878BC}"/>
              </a:ext>
            </a:extLst>
          </p:cNvPr>
          <p:cNvSpPr txBox="1"/>
          <p:nvPr/>
        </p:nvSpPr>
        <p:spPr>
          <a:xfrm>
            <a:off x="400050" y="19050"/>
            <a:ext cx="11306175" cy="542925"/>
          </a:xfrm>
          <a:prstGeom prst="rect">
            <a:avLst/>
          </a:prstGeom>
          <a:noFill/>
          <a:ln>
            <a:noFill/>
          </a:ln>
        </p:spPr>
        <p:txBody>
          <a:bodyPr anchor="ctr"/>
          <a:lstStyle>
            <a:lvl1pPr eaLnBrk="0" hangingPunct="0">
              <a:defRPr sz="3200" b="1" lang="zh-CN" altLang="en-US">
                <a:solidFill>
                  <a:srgbClr val="17375E"/>
                </a:solidFill>
                <a:latin typeface="Times New Roman" panose="020B0503020204020204" charset="-122"/>
                <a:ea typeface="SimHei" panose="020B0503020204020204" charset="-122"/>
                <a:cs typeface="Times New Roman"/>
              </a:defRPr>
            </a:lvl1pPr>
            <a:lvl2pPr algn="ctr" eaLnBrk="0" hangingPunct="0">
              <a:defRPr sz="4000" lang="zh-CN" altLang="en-US">
                <a:latin typeface="Times New Roman" panose="020B0604020202020204" pitchFamily="34" charset="0"/>
                <a:ea typeface="SimHei"/>
                <a:cs typeface="Times New Roman"/>
              </a:defRPr>
            </a:lvl2pPr>
            <a:lvl3pPr algn="ctr" eaLnBrk="0" hangingPunct="0">
              <a:defRPr sz="4000" lang="zh-CN" altLang="en-US">
                <a:latin typeface="Times New Roman" panose="020B0604020202020204" pitchFamily="34" charset="0"/>
                <a:ea typeface="SimHei"/>
                <a:cs typeface="Times New Roman"/>
              </a:defRPr>
            </a:lvl3pPr>
            <a:lvl4pPr algn="ctr" eaLnBrk="0" hangingPunct="0">
              <a:defRPr sz="4000" lang="zh-CN" altLang="en-US">
                <a:latin typeface="Times New Roman" panose="020B0604020202020204" pitchFamily="34" charset="0"/>
                <a:ea typeface="SimHei"/>
                <a:cs typeface="Times New Roman"/>
              </a:defRPr>
            </a:lvl4pPr>
            <a:lvl5pPr algn="ctr" eaLnBrk="0" hangingPunct="0">
              <a:defRPr sz="4000" lang="zh-CN" altLang="en-US">
                <a:latin typeface="Times New Roman" panose="020B0604020202020204" pitchFamily="34" charset="0"/>
                <a:ea typeface="SimHei"/>
                <a:cs typeface="Times New Roman"/>
              </a:defRPr>
            </a:lvl5pPr>
            <a:lvl6pPr marL="457200" algn="ctr" fontAlgn="base">
              <a:spcBef>
                <a:spcPct val="0"/>
              </a:spcBef>
              <a:spcAft>
                <a:spcPct val="0"/>
              </a:spcAft>
              <a:defRPr sz="4000" lang="zh-CN" altLang="en-US">
                <a:latin typeface="Times New Roman" panose="020B0604020202020204" pitchFamily="34" charset="0"/>
                <a:ea typeface="SimHei"/>
                <a:cs typeface="Times New Roman"/>
              </a:defRPr>
            </a:lvl6pPr>
            <a:lvl7pPr marL="914400" algn="ctr" fontAlgn="base">
              <a:spcBef>
                <a:spcPct val="0"/>
              </a:spcBef>
              <a:spcAft>
                <a:spcPct val="0"/>
              </a:spcAft>
              <a:defRPr sz="4000" lang="zh-CN" altLang="en-US">
                <a:latin typeface="Times New Roman" panose="020B0604020202020204" pitchFamily="34" charset="0"/>
                <a:ea typeface="SimHei"/>
                <a:cs typeface="Times New Roman"/>
              </a:defRPr>
            </a:lvl7pPr>
            <a:lvl8pPr marL="1371600" algn="ctr" fontAlgn="base">
              <a:spcBef>
                <a:spcPct val="0"/>
              </a:spcBef>
              <a:spcAft>
                <a:spcPct val="0"/>
              </a:spcAft>
              <a:defRPr sz="4000" lang="zh-CN" altLang="en-US">
                <a:latin typeface="Times New Roman" panose="020B0604020202020204" pitchFamily="34" charset="0"/>
                <a:ea typeface="SimHei"/>
                <a:cs typeface="Times New Roman"/>
              </a:defRPr>
            </a:lvl8pPr>
            <a:lvl9pPr marL="1828800" algn="ctr" fontAlgn="base">
              <a:spcBef>
                <a:spcPct val="0"/>
              </a:spcBef>
              <a:spcAft>
                <a:spcPct val="0"/>
              </a:spcAft>
              <a:defRPr sz="4000" lang="zh-CN" altLang="en-US">
                <a:latin typeface="Times New Roman" panose="020B0604020202020204" pitchFamily="34" charset="0"/>
                <a:ea typeface="SimHei"/>
                <a:cs typeface="Times New Roman"/>
              </a:defRPr>
            </a:lvl9pPr>
          </a:lstStyle>
          <a:p>
            <a:pPr algn="ctr"/>
            <a:r>
              <a:rPr lang="zh-CN" altLang="en-US" dirty="0" sz="3200">
                <a:solidFill>
                  <a:srgbClr val="4674CD"/>
                </a:solidFill>
                <a:effectLst>
                  <a:outerShdw blurRad="38100" dist="25400" dir="5400000" algn="ctr" rotWithShape="0">
                    <a:srgbClr val="6E747A">
                      <a:alpha val="43000"/>
                    </a:srgbClr>
                  </a:outerShdw>
                </a:effectLst>
                <a:latin typeface="Times New Roman" panose="02020603050405020304" pitchFamily="18" charset="0"/>
                <a:sym typeface="Times New Roman" panose="02020603050405020304" pitchFamily="18" charset="0"/>
                <a:ea typeface="SimHei"/>
                <a:cs typeface="Times New Roman"/>
              </a:rPr>
              <a:t>参考文献（2／2）</a:t>
            </a:r>
          </a:p>
        </p:txBody>
      </p:sp>
      <p:sp>
        <p:nvSpPr>
          <p:cNvPr id="15" name="revision-text-1005">
            <a:extLst xmlns:a="http://schemas.openxmlformats.org/drawingml/2006/main">
              <a:ext uri="{FF2B5EF4-FFF2-40B4-BE49-F238E27FC236}">
                <a16:creationId xmlns:a16="http://schemas.microsoft.com/office/drawing/2014/main" id="{CD0330C8-8920-4B6D-B042-F71F342F5665}"/>
              </a:ext>
            </a:extLst>
          </p:cNvPr>
          <p:cNvSpPr>
            <a:spLocks xmlns:a="http://schemas.openxmlformats.org/drawingml/2006/main" noGrp="1"/>
          </p:cNvSpPr>
          <p:nvPr/>
        </p:nvSpPr>
        <p:spPr>
          <a:xfrm xmlns:a="http://schemas.openxmlformats.org/drawingml/2006/main">
            <a:off x="11334750" y="65722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lang="zh-CN" altLang="en-US">
                <a:solidFill>
                  <a:srgbClr val="000000"/>
                </a:solidFill>
                <a:latin typeface="Times New Roman"/>
                <a:ea typeface="SimHei"/>
                <a:cs typeface="Times New Roman"/>
              </a:defRPr>
            </a:defPPr>
          </a:lstStyle>
          <ns0:p xmlns:ns0="http://schemas.openxmlformats.org/drawingml/2006/main">
            <ns0:pPr algn="r">
              <ns0:defRPr sz="1350" b="0" lang="zh-CN" altLang="en-US">
                <ns0:solidFill>
                  <ns0:srgbClr val="000000"/>
                </ns0:solidFill>
                <ns0:latin typeface="Times New Roman"/>
                <ns0:ea typeface="SimHei"/>
                <ns0:cs typeface="Times New Roman"/>
              </ns0:defRPr>
            </ns0:pPr>
            <ns0:r>
              <ns0:rPr b="0" sz="1200" lang="zh-CN" altLang="en-US">
                <ns0:solidFill>
                  <ns0:srgbClr val="666666"/>
                </ns0:solidFill>
                <ns0:latin typeface="Times New Roman"/>
                <ns0:ea typeface="SimHei"/>
                <ns0:cs typeface="Times New Roman"/>
              </ns0:rPr>
              <ns0:t>17</ns0:t>
            </ns0:r>
          </ns0:p>
        </p:txBody>
      </p:sp>
    </p:spTree>
    <p:extLst>
      <p:ext uri="{BB962C8B-B14F-4D97-AF65-F5344CB8AC3E}">
        <p14:creationId xmlns:p14="http://schemas.microsoft.com/office/powerpoint/2010/main" val="2051665612"/>
      </p:ext>
    </p:extLst>
  </p:cSld>
</p:sld>
</file>

<file path=ppt/tags/h_tag64.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65.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66.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67.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68.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69.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70.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71.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72.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73.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74.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75.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76.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77.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78.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79.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80.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81.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ags/h_tag82.xml><?xml version="1.0" encoding="utf-8"?>
<p:tagLst xmlns:a="http://schemas.openxmlformats.org/drawingml/2006/main" xmlns:r="http://schemas.openxmlformats.org/officeDocument/2006/relationships" xmlns:p="http://schemas.openxmlformats.org/presentationml/2006/main">
  <p:tag name="KSO_WM_DIAGRAM_VIRTUALLY_FRAME" val="{&quot;height&quot;:313.7010236220473,&quot;left&quot;:414.1340944881889,&quot;top&quot;:129.15448818897636,&quot;width&quot;:431.9014960629922}"/>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SimHei"/>
        <a:cs typeface="Times New Roman"/>
      </a:majorFont>
      <a:minorFont>
        <a:latin typeface="Times New Roman"/>
        <a:ea typeface="SimHei"/>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17</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2026-10-09T03:47:34.6010000Z</dcterms:created>
  <dcterms:modified xsi:type="dcterms:W3CDTF">2026-10-09T03:47:34.6010000Z</dcterms:modified>
</coreProperties>
</file>